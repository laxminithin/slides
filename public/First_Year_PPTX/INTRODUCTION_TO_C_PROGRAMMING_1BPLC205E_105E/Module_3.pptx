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3d88ff04de4873" /><Relationship Type="http://schemas.openxmlformats.org/officeDocument/2006/relationships/extended-properties" Target="/docProps/app.xml" Id="Rdb28f8d148064f3d" /><Relationship Type="http://schemas.openxmlformats.org/officeDocument/2006/relationships/officeDocument" Target="/ppt/presentation.xml" Id="Ra3e576d3b2d84e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239e0a4f5d45cd"/>
  </p:sldMasterIdLst>
  <p:notesMasterIdLst>
    <p:notesMasterId xmlns:r="http://schemas.openxmlformats.org/officeDocument/2006/relationships" r:id="R91e0148a68af47b4"/>
  </p:notesMasterIdLst>
  <p:sldIdLst>
    <p:sldId xmlns:r="http://schemas.openxmlformats.org/officeDocument/2006/relationships" id="256" r:id="R3d1cfd8beffb414a"/>
    <p:sldId xmlns:r="http://schemas.openxmlformats.org/officeDocument/2006/relationships" id="257" r:id="R0355f90d09cf4c93"/>
    <p:sldId xmlns:r="http://schemas.openxmlformats.org/officeDocument/2006/relationships" id="258" r:id="Rb2ed4d4f93864913"/>
    <p:sldId xmlns:r="http://schemas.openxmlformats.org/officeDocument/2006/relationships" id="259" r:id="Rb0418217caa94e45"/>
    <p:sldId xmlns:r="http://schemas.openxmlformats.org/officeDocument/2006/relationships" id="260" r:id="Re61849aab3134224"/>
    <p:sldId xmlns:r="http://schemas.openxmlformats.org/officeDocument/2006/relationships" id="261" r:id="Rab8a73be54b14a04"/>
    <p:sldId xmlns:r="http://schemas.openxmlformats.org/officeDocument/2006/relationships" id="262" r:id="R871af84c7d664d6e"/>
    <p:sldId xmlns:r="http://schemas.openxmlformats.org/officeDocument/2006/relationships" id="263" r:id="R1ee740571ea9423e"/>
    <p:sldId xmlns:r="http://schemas.openxmlformats.org/officeDocument/2006/relationships" id="264" r:id="R43d63a449beb4751"/>
    <p:sldId xmlns:r="http://schemas.openxmlformats.org/officeDocument/2006/relationships" id="265" r:id="R344b1cf178674f54"/>
    <p:sldId xmlns:r="http://schemas.openxmlformats.org/officeDocument/2006/relationships" id="266" r:id="R2a275d13de884c73"/>
    <p:sldId xmlns:r="http://schemas.openxmlformats.org/officeDocument/2006/relationships" id="267" r:id="R3d840fb4cc3f4e93"/>
    <p:sldId xmlns:r="http://schemas.openxmlformats.org/officeDocument/2006/relationships" id="268" r:id="R4e7b70e3d1a94754"/>
    <p:sldId xmlns:r="http://schemas.openxmlformats.org/officeDocument/2006/relationships" id="269" r:id="R24b9b9b7202c46b4"/>
    <p:sldId xmlns:r="http://schemas.openxmlformats.org/officeDocument/2006/relationships" id="270" r:id="R9137752835d648c8"/>
    <p:sldId xmlns:r="http://schemas.openxmlformats.org/officeDocument/2006/relationships" id="271" r:id="R6e8dcb23478544c8"/>
    <p:sldId xmlns:r="http://schemas.openxmlformats.org/officeDocument/2006/relationships" id="272" r:id="Rb6b4620103574325"/>
    <p:sldId xmlns:r="http://schemas.openxmlformats.org/officeDocument/2006/relationships" id="273" r:id="Rcb3076ea2a724504"/>
    <p:sldId xmlns:r="http://schemas.openxmlformats.org/officeDocument/2006/relationships" id="274" r:id="Rb11a20f62cdc4b11"/>
    <p:sldId xmlns:r="http://schemas.openxmlformats.org/officeDocument/2006/relationships" id="275" r:id="Reaf64777c0cb43d1"/>
    <p:sldId xmlns:r="http://schemas.openxmlformats.org/officeDocument/2006/relationships" id="276" r:id="Rcda73974b13f4275"/>
    <p:sldId xmlns:r="http://schemas.openxmlformats.org/officeDocument/2006/relationships" id="277" r:id="R1c991c5fbda34ea3"/>
    <p:sldId xmlns:r="http://schemas.openxmlformats.org/officeDocument/2006/relationships" id="278" r:id="R5d2aba178bbf400a"/>
    <p:sldId xmlns:r="http://schemas.openxmlformats.org/officeDocument/2006/relationships" id="279" r:id="Raa9bab1c5cff45c6"/>
    <p:sldId xmlns:r="http://schemas.openxmlformats.org/officeDocument/2006/relationships" id="280" r:id="R6bb7cd302a434f93"/>
    <p:sldId xmlns:r="http://schemas.openxmlformats.org/officeDocument/2006/relationships" id="281" r:id="Rc2d4d72bcb154ef7"/>
    <p:sldId xmlns:r="http://schemas.openxmlformats.org/officeDocument/2006/relationships" id="282" r:id="Rf63f8aaa2ce54353"/>
    <p:sldId xmlns:r="http://schemas.openxmlformats.org/officeDocument/2006/relationships" id="283" r:id="Re84d2e9f91b9450f"/>
    <p:sldId xmlns:r="http://schemas.openxmlformats.org/officeDocument/2006/relationships" id="284" r:id="R6cd425e6f44749a0"/>
    <p:sldId xmlns:r="http://schemas.openxmlformats.org/officeDocument/2006/relationships" id="285" r:id="R69493a9bb23948d6"/>
    <p:sldId xmlns:r="http://schemas.openxmlformats.org/officeDocument/2006/relationships" id="286" r:id="R2f9f2068f3dd4d1a"/>
    <p:sldId xmlns:r="http://schemas.openxmlformats.org/officeDocument/2006/relationships" id="287" r:id="R81dc7263f4c4439a"/>
    <p:sldId xmlns:r="http://schemas.openxmlformats.org/officeDocument/2006/relationships" id="288" r:id="R9b1ed127e5394ab5"/>
    <p:sldId xmlns:r="http://schemas.openxmlformats.org/officeDocument/2006/relationships" id="289" r:id="Rd7370a7195bb4af9"/>
    <p:sldId xmlns:r="http://schemas.openxmlformats.org/officeDocument/2006/relationships" id="290" r:id="Rc16dc5bb44604993"/>
    <p:sldId xmlns:r="http://schemas.openxmlformats.org/officeDocument/2006/relationships" id="291" r:id="R767430d9e04744a9"/>
    <p:sldId xmlns:r="http://schemas.openxmlformats.org/officeDocument/2006/relationships" id="292" r:id="R680b6e2c6d3a4c1c"/>
    <p:sldId xmlns:r="http://schemas.openxmlformats.org/officeDocument/2006/relationships" id="293" r:id="R2f6d7bd030cf4789"/>
    <p:sldId xmlns:r="http://schemas.openxmlformats.org/officeDocument/2006/relationships" id="294" r:id="Rb00e955418be4d35"/>
    <p:sldId xmlns:r="http://schemas.openxmlformats.org/officeDocument/2006/relationships" id="295" r:id="R503f44defc9e4cf3"/>
    <p:sldId xmlns:r="http://schemas.openxmlformats.org/officeDocument/2006/relationships" id="296" r:id="R67bf94d65a984bf3"/>
    <p:sldId xmlns:r="http://schemas.openxmlformats.org/officeDocument/2006/relationships" id="297" r:id="R98f757564d6540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71729d08fc4807" /><Relationship Type="http://schemas.openxmlformats.org/officeDocument/2006/relationships/slideMaster" Target="/ppt/slideMasters/slideMaster1.xml" Id="R08239e0a4f5d45cd" /><Relationship Type="http://schemas.openxmlformats.org/officeDocument/2006/relationships/notesMaster" Target="/ppt/notesMasters/notesMaster1.xml" Id="R91e0148a68af47b4" /><Relationship Type="http://schemas.openxmlformats.org/officeDocument/2006/relationships/presProps" Target="/ppt/presProps.xml" Id="Rb89559a4f52346da" /><Relationship Type="http://schemas.openxmlformats.org/officeDocument/2006/relationships/tableStyles" Target="/ppt/tableStyles.xml" Id="R729e8e1008ce4ccb" /><Relationship Type="http://schemas.openxmlformats.org/officeDocument/2006/relationships/slide" Target="/ppt/slides/slide1.xml" Id="R3d1cfd8beffb414a" /><Relationship Type="http://schemas.openxmlformats.org/officeDocument/2006/relationships/slide" Target="/ppt/slides/slide2.xml" Id="R0355f90d09cf4c93" /><Relationship Type="http://schemas.openxmlformats.org/officeDocument/2006/relationships/slide" Target="/ppt/slides/slide3.xml" Id="Rb2ed4d4f93864913" /><Relationship Type="http://schemas.openxmlformats.org/officeDocument/2006/relationships/slide" Target="/ppt/slides/slide4.xml" Id="Rb0418217caa94e45" /><Relationship Type="http://schemas.openxmlformats.org/officeDocument/2006/relationships/slide" Target="/ppt/slides/slide5.xml" Id="Re61849aab3134224" /><Relationship Type="http://schemas.openxmlformats.org/officeDocument/2006/relationships/slide" Target="/ppt/slides/slide6.xml" Id="Rab8a73be54b14a04" /><Relationship Type="http://schemas.openxmlformats.org/officeDocument/2006/relationships/slide" Target="/ppt/slides/slide7.xml" Id="R871af84c7d664d6e" /><Relationship Type="http://schemas.openxmlformats.org/officeDocument/2006/relationships/slide" Target="/ppt/slides/slide8.xml" Id="R1ee740571ea9423e" /><Relationship Type="http://schemas.openxmlformats.org/officeDocument/2006/relationships/slide" Target="/ppt/slides/slide9.xml" Id="R43d63a449beb4751" /><Relationship Type="http://schemas.openxmlformats.org/officeDocument/2006/relationships/slide" Target="/ppt/slides/slide10.xml" Id="R344b1cf178674f54" /><Relationship Type="http://schemas.openxmlformats.org/officeDocument/2006/relationships/slide" Target="/ppt/slides/slide11.xml" Id="R2a275d13de884c73" /><Relationship Type="http://schemas.openxmlformats.org/officeDocument/2006/relationships/slide" Target="/ppt/slides/slide12.xml" Id="R3d840fb4cc3f4e93" /><Relationship Type="http://schemas.openxmlformats.org/officeDocument/2006/relationships/slide" Target="/ppt/slides/slide13.xml" Id="R4e7b70e3d1a94754" /><Relationship Type="http://schemas.openxmlformats.org/officeDocument/2006/relationships/slide" Target="/ppt/slides/slide14.xml" Id="R24b9b9b7202c46b4" /><Relationship Type="http://schemas.openxmlformats.org/officeDocument/2006/relationships/slide" Target="/ppt/slides/slide15.xml" Id="R9137752835d648c8" /><Relationship Type="http://schemas.openxmlformats.org/officeDocument/2006/relationships/slide" Target="/ppt/slides/slide16.xml" Id="R6e8dcb23478544c8" /><Relationship Type="http://schemas.openxmlformats.org/officeDocument/2006/relationships/slide" Target="/ppt/slides/slide17.xml" Id="Rb6b4620103574325" /><Relationship Type="http://schemas.openxmlformats.org/officeDocument/2006/relationships/slide" Target="/ppt/slides/slide18.xml" Id="Rcb3076ea2a724504" /><Relationship Type="http://schemas.openxmlformats.org/officeDocument/2006/relationships/slide" Target="/ppt/slides/slide19.xml" Id="Rb11a20f62cdc4b11" /><Relationship Type="http://schemas.openxmlformats.org/officeDocument/2006/relationships/slide" Target="/ppt/slides/slide20.xml" Id="Reaf64777c0cb43d1" /><Relationship Type="http://schemas.openxmlformats.org/officeDocument/2006/relationships/slide" Target="/ppt/slides/slide21.xml" Id="Rcda73974b13f4275" /><Relationship Type="http://schemas.openxmlformats.org/officeDocument/2006/relationships/slide" Target="/ppt/slides/slide22.xml" Id="R1c991c5fbda34ea3" /><Relationship Type="http://schemas.openxmlformats.org/officeDocument/2006/relationships/slide" Target="/ppt/slides/slide23.xml" Id="R5d2aba178bbf400a" /><Relationship Type="http://schemas.openxmlformats.org/officeDocument/2006/relationships/slide" Target="/ppt/slides/slide24.xml" Id="Raa9bab1c5cff45c6" /><Relationship Type="http://schemas.openxmlformats.org/officeDocument/2006/relationships/slide" Target="/ppt/slides/slide25.xml" Id="R6bb7cd302a434f93" /><Relationship Type="http://schemas.openxmlformats.org/officeDocument/2006/relationships/slide" Target="/ppt/slides/slide26.xml" Id="Rc2d4d72bcb154ef7" /><Relationship Type="http://schemas.openxmlformats.org/officeDocument/2006/relationships/slide" Target="/ppt/slides/slide27.xml" Id="Rf63f8aaa2ce54353" /><Relationship Type="http://schemas.openxmlformats.org/officeDocument/2006/relationships/slide" Target="/ppt/slides/slide28.xml" Id="Re84d2e9f91b9450f" /><Relationship Type="http://schemas.openxmlformats.org/officeDocument/2006/relationships/slide" Target="/ppt/slides/slide29.xml" Id="R6cd425e6f44749a0" /><Relationship Type="http://schemas.openxmlformats.org/officeDocument/2006/relationships/slide" Target="/ppt/slides/slide30.xml" Id="R69493a9bb23948d6" /><Relationship Type="http://schemas.openxmlformats.org/officeDocument/2006/relationships/slide" Target="/ppt/slides/slide31.xml" Id="R2f9f2068f3dd4d1a" /><Relationship Type="http://schemas.openxmlformats.org/officeDocument/2006/relationships/slide" Target="/ppt/slides/slide32.xml" Id="R81dc7263f4c4439a" /><Relationship Type="http://schemas.openxmlformats.org/officeDocument/2006/relationships/slide" Target="/ppt/slides/slide33.xml" Id="R9b1ed127e5394ab5" /><Relationship Type="http://schemas.openxmlformats.org/officeDocument/2006/relationships/slide" Target="/ppt/slides/slide34.xml" Id="Rd7370a7195bb4af9" /><Relationship Type="http://schemas.openxmlformats.org/officeDocument/2006/relationships/slide" Target="/ppt/slides/slide35.xml" Id="Rc16dc5bb44604993" /><Relationship Type="http://schemas.openxmlformats.org/officeDocument/2006/relationships/slide" Target="/ppt/slides/slide36.xml" Id="R767430d9e04744a9" /><Relationship Type="http://schemas.openxmlformats.org/officeDocument/2006/relationships/slide" Target="/ppt/slides/slide37.xml" Id="R680b6e2c6d3a4c1c" /><Relationship Type="http://schemas.openxmlformats.org/officeDocument/2006/relationships/slide" Target="/ppt/slides/slide38.xml" Id="R2f6d7bd030cf4789" /><Relationship Type="http://schemas.openxmlformats.org/officeDocument/2006/relationships/slide" Target="/ppt/slides/slide39.xml" Id="Rb00e955418be4d35" /><Relationship Type="http://schemas.openxmlformats.org/officeDocument/2006/relationships/slide" Target="/ppt/slides/slide40.xml" Id="R503f44defc9e4cf3" /><Relationship Type="http://schemas.openxmlformats.org/officeDocument/2006/relationships/slide" Target="/ppt/slides/slide41.xml" Id="R67bf94d65a984bf3" /><Relationship Type="http://schemas.openxmlformats.org/officeDocument/2006/relationships/slide" Target="/ppt/slides/slide42.xml" Id="R98f757564d6540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d3093e4d3b4c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0216ee1c2e430a" /><Relationship Type="http://schemas.openxmlformats.org/officeDocument/2006/relationships/notesMaster" Target="/ppt/notesMasters/notesMaster1.xml" Id="R335ae786753845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13dd62c11b414d" /><Relationship Type="http://schemas.openxmlformats.org/officeDocument/2006/relationships/notesMaster" Target="/ppt/notesMasters/notesMaster1.xml" Id="Rc2bdde4a67ab4a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23acc809c144c4" /><Relationship Type="http://schemas.openxmlformats.org/officeDocument/2006/relationships/notesMaster" Target="/ppt/notesMasters/notesMaster1.xml" Id="Ra7e4715df97f40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6328080f4e4316" /><Relationship Type="http://schemas.openxmlformats.org/officeDocument/2006/relationships/notesMaster" Target="/ppt/notesMasters/notesMaster1.xml" Id="Ra896cf10681449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c416048f1b4f3a" /><Relationship Type="http://schemas.openxmlformats.org/officeDocument/2006/relationships/notesMaster" Target="/ppt/notesMasters/notesMaster1.xml" Id="Rd32b5479670541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556f6204a14ea8" /><Relationship Type="http://schemas.openxmlformats.org/officeDocument/2006/relationships/notesMaster" Target="/ppt/notesMasters/notesMaster1.xml" Id="R1a161a6c3e7745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942e5ec0a44b53" /><Relationship Type="http://schemas.openxmlformats.org/officeDocument/2006/relationships/notesMaster" Target="/ppt/notesMasters/notesMaster1.xml" Id="Rb66d35d6f4c04d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bf6849dd224409" /><Relationship Type="http://schemas.openxmlformats.org/officeDocument/2006/relationships/notesMaster" Target="/ppt/notesMasters/notesMaster1.xml" Id="Rd1e66d9ba65742f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9cc79eb11646fc" /><Relationship Type="http://schemas.openxmlformats.org/officeDocument/2006/relationships/notesMaster" Target="/ppt/notesMasters/notesMaster1.xml" Id="R63045b959aed45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b4b56b20bc4a3b" /><Relationship Type="http://schemas.openxmlformats.org/officeDocument/2006/relationships/notesMaster" Target="/ppt/notesMasters/notesMaster1.xml" Id="R61991b226e4b40f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dcc607ae91349d1" /><Relationship Type="http://schemas.openxmlformats.org/officeDocument/2006/relationships/notesMaster" Target="/ppt/notesMasters/notesMaster1.xml" Id="R34900932ee9240a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c1c1eacc77043ec" /><Relationship Type="http://schemas.openxmlformats.org/officeDocument/2006/relationships/notesMaster" Target="/ppt/notesMasters/notesMaster1.xml" Id="Re91bfcd3daf84f9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56601c4b19047c1" /><Relationship Type="http://schemas.openxmlformats.org/officeDocument/2006/relationships/notesMaster" Target="/ppt/notesMasters/notesMaster1.xml" Id="R5a9f252ed762422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f5d1fded8054240" /><Relationship Type="http://schemas.openxmlformats.org/officeDocument/2006/relationships/notesMaster" Target="/ppt/notesMasters/notesMaster1.xml" Id="R40cc9a44fe3f4c6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c3a727f8ef44e4f" /><Relationship Type="http://schemas.openxmlformats.org/officeDocument/2006/relationships/notesMaster" Target="/ppt/notesMasters/notesMaster1.xml" Id="R4b7edb256d84426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fd4cf9ad7114220" /><Relationship Type="http://schemas.openxmlformats.org/officeDocument/2006/relationships/notesMaster" Target="/ppt/notesMasters/notesMaster1.xml" Id="R0f56c2d98b4a4c7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d3b265c437b41c2" /><Relationship Type="http://schemas.openxmlformats.org/officeDocument/2006/relationships/notesMaster" Target="/ppt/notesMasters/notesMaster1.xml" Id="Rbd7158588fbb4fd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13ddee41a7d47da" /><Relationship Type="http://schemas.openxmlformats.org/officeDocument/2006/relationships/notesMaster" Target="/ppt/notesMasters/notesMaster1.xml" Id="R0f462e1129af446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f891a7d89834b45" /><Relationship Type="http://schemas.openxmlformats.org/officeDocument/2006/relationships/notesMaster" Target="/ppt/notesMasters/notesMaster1.xml" Id="Rd59fa6126a8b4c4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54c0351eb8c499b" /><Relationship Type="http://schemas.openxmlformats.org/officeDocument/2006/relationships/notesMaster" Target="/ppt/notesMasters/notesMaster1.xml" Id="R4209bd2b4560429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c4e64223dbd43c1" /><Relationship Type="http://schemas.openxmlformats.org/officeDocument/2006/relationships/notesMaster" Target="/ppt/notesMasters/notesMaster1.xml" Id="R5a01a4e2800341b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393d3204f004137" /><Relationship Type="http://schemas.openxmlformats.org/officeDocument/2006/relationships/notesMaster" Target="/ppt/notesMasters/notesMaster1.xml" Id="Re647f0295422428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96fac124d504bcb" /><Relationship Type="http://schemas.openxmlformats.org/officeDocument/2006/relationships/notesMaster" Target="/ppt/notesMasters/notesMaster1.xml" Id="R91b7e40279ba48e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72c12bb8b324617" /><Relationship Type="http://schemas.openxmlformats.org/officeDocument/2006/relationships/notesMaster" Target="/ppt/notesMasters/notesMaster1.xml" Id="R8e9e7210cb1443d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9646b34ef3e489e" /><Relationship Type="http://schemas.openxmlformats.org/officeDocument/2006/relationships/notesMaster" Target="/ppt/notesMasters/notesMaster1.xml" Id="Re0e2fbf0598747c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b6c7826ea6b4fd9" /><Relationship Type="http://schemas.openxmlformats.org/officeDocument/2006/relationships/notesMaster" Target="/ppt/notesMasters/notesMaster1.xml" Id="R3675609090ec4f6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e825291212f4000" /><Relationship Type="http://schemas.openxmlformats.org/officeDocument/2006/relationships/notesMaster" Target="/ppt/notesMasters/notesMaster1.xml" Id="R3afe7a6540fc439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06b10c503c6434f" /><Relationship Type="http://schemas.openxmlformats.org/officeDocument/2006/relationships/notesMaster" Target="/ppt/notesMasters/notesMaster1.xml" Id="R168126ba73d7426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53a275743f243d9" /><Relationship Type="http://schemas.openxmlformats.org/officeDocument/2006/relationships/notesMaster" Target="/ppt/notesMasters/notesMaster1.xml" Id="R36d51f01f58741e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813d9ad58124dff" /><Relationship Type="http://schemas.openxmlformats.org/officeDocument/2006/relationships/notesMaster" Target="/ppt/notesMasters/notesMaster1.xml" Id="R3aaf3c7f868e408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18f2e76f9cb47d7" /><Relationship Type="http://schemas.openxmlformats.org/officeDocument/2006/relationships/notesMaster" Target="/ppt/notesMasters/notesMaster1.xml" Id="R6fdcf4d6b91a418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a33e840707b40f8" /><Relationship Type="http://schemas.openxmlformats.org/officeDocument/2006/relationships/notesMaster" Target="/ppt/notesMasters/notesMaster1.xml" Id="R18e5f5811b4d455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bf2c11daa0e4e54" /><Relationship Type="http://schemas.openxmlformats.org/officeDocument/2006/relationships/notesMaster" Target="/ppt/notesMasters/notesMaster1.xml" Id="R44a2ff8a154b455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855e5b5a9d44c68" /><Relationship Type="http://schemas.openxmlformats.org/officeDocument/2006/relationships/notesMaster" Target="/ppt/notesMasters/notesMaster1.xml" Id="R779675f9a0904f9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84ff89a07f740d5" /><Relationship Type="http://schemas.openxmlformats.org/officeDocument/2006/relationships/notesMaster" Target="/ppt/notesMasters/notesMaster1.xml" Id="R525b3c935dcd4ff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f55cce307ac4078" /><Relationship Type="http://schemas.openxmlformats.org/officeDocument/2006/relationships/notesMaster" Target="/ppt/notesMasters/notesMaster1.xml" Id="R84adbb347cf94ff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95683980b7e4d2c" /><Relationship Type="http://schemas.openxmlformats.org/officeDocument/2006/relationships/notesMaster" Target="/ppt/notesMasters/notesMaster1.xml" Id="Rdceb1d26612b4ba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c226eddb5804463" /><Relationship Type="http://schemas.openxmlformats.org/officeDocument/2006/relationships/notesMaster" Target="/ppt/notesMasters/notesMaster1.xml" Id="Rfef1e04e5fe3447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0c66eb4715d4178" /><Relationship Type="http://schemas.openxmlformats.org/officeDocument/2006/relationships/notesMaster" Target="/ppt/notesMasters/notesMaster1.xml" Id="Racf892be2b2b46d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e2759d8accf490a" /><Relationship Type="http://schemas.openxmlformats.org/officeDocument/2006/relationships/notesMaster" Target="/ppt/notesMasters/notesMaster1.xml" Id="Re6c9589f621e418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54f935da467e4407" /><Relationship Type="http://schemas.openxmlformats.org/officeDocument/2006/relationships/notesMaster" Target="/ppt/notesMasters/notesMaster1.xml" Id="R3c0da89b844b4e96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6e8467546514381" /><Relationship Type="http://schemas.openxmlformats.org/officeDocument/2006/relationships/notesMaster" Target="/ppt/notesMasters/notesMaster1.xml" Id="R81398c7b19f04b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ba0ae7725445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06047d01c94bff" /><Relationship Type="http://schemas.openxmlformats.org/officeDocument/2006/relationships/slideLayout" Target="/ppt/slideLayouts/slideLayout1.xml" Id="Re67d9df2f3734f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7d9df2f3734f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2642a1cf5459d" /><Relationship Type="http://schemas.openxmlformats.org/officeDocument/2006/relationships/notesSlide" Target="/ppt/notesSlides/notesSlide1.xml" Id="Rcbd2385a537e4b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08632b779d4b21" /><Relationship Type="http://schemas.openxmlformats.org/officeDocument/2006/relationships/notesSlide" Target="/ppt/notesSlides/notesSlide2.xml" Id="R63c58bb1d85948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d54ed6ace4c8f" /><Relationship Type="http://schemas.openxmlformats.org/officeDocument/2006/relationships/notesSlide" Target="/ppt/notesSlides/notesSlide3.xml" Id="R1b54aaf62bc049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c09d0b4084623" /><Relationship Type="http://schemas.openxmlformats.org/officeDocument/2006/relationships/notesSlide" Target="/ppt/notesSlides/notesSlide4.xml" Id="R0536a2e9d4f345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e3ab4ce2f4c7b" /><Relationship Type="http://schemas.openxmlformats.org/officeDocument/2006/relationships/notesSlide" Target="/ppt/notesSlides/notesSlide5.xml" Id="Re92ab613fe8a46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93172427f74b87" /><Relationship Type="http://schemas.openxmlformats.org/officeDocument/2006/relationships/notesSlide" Target="/ppt/notesSlides/notesSlide6.xml" Id="Rd3e0b5cebbaf4d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7bb5364c1472c" /><Relationship Type="http://schemas.openxmlformats.org/officeDocument/2006/relationships/notesSlide" Target="/ppt/notesSlides/notesSlide7.xml" Id="R0a58510e1aa042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39b471da1458c" /><Relationship Type="http://schemas.openxmlformats.org/officeDocument/2006/relationships/notesSlide" Target="/ppt/notesSlides/notesSlide8.xml" Id="R283124a270174e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b40ccc0bc4924" /><Relationship Type="http://schemas.openxmlformats.org/officeDocument/2006/relationships/notesSlide" Target="/ppt/notesSlides/notesSlide9.xml" Id="Rf5bfcc8fe3bf49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4607064554ee0" /><Relationship Type="http://schemas.openxmlformats.org/officeDocument/2006/relationships/notesSlide" Target="/ppt/notesSlides/notesSlide10.xml" Id="Rdeb79f6f50ad4af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b5f4f51d54e22" /><Relationship Type="http://schemas.openxmlformats.org/officeDocument/2006/relationships/notesSlide" Target="/ppt/notesSlides/notesSlide11.xml" Id="Ra5a63ff213dd414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68deb414a497b" /><Relationship Type="http://schemas.openxmlformats.org/officeDocument/2006/relationships/notesSlide" Target="/ppt/notesSlides/notesSlide12.xml" Id="Rbb9f7144a9494f2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e418ae69c4d85" /><Relationship Type="http://schemas.openxmlformats.org/officeDocument/2006/relationships/notesSlide" Target="/ppt/notesSlides/notesSlide13.xml" Id="R1876afa5b7034eb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4d5aff8feb4cc0" /><Relationship Type="http://schemas.openxmlformats.org/officeDocument/2006/relationships/notesSlide" Target="/ppt/notesSlides/notesSlide14.xml" Id="R55fa948882c645d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a5644756b4b86" /><Relationship Type="http://schemas.openxmlformats.org/officeDocument/2006/relationships/notesSlide" Target="/ppt/notesSlides/notesSlide15.xml" Id="Rffdfc7184ceb49b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d7acec1e934f4f" /><Relationship Type="http://schemas.openxmlformats.org/officeDocument/2006/relationships/notesSlide" Target="/ppt/notesSlides/notesSlide16.xml" Id="R7f3f2b4237c147d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b91066875f4822" /><Relationship Type="http://schemas.openxmlformats.org/officeDocument/2006/relationships/notesSlide" Target="/ppt/notesSlides/notesSlide17.xml" Id="Rfea9500318b5485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1863f1f7944811" /><Relationship Type="http://schemas.openxmlformats.org/officeDocument/2006/relationships/notesSlide" Target="/ppt/notesSlides/notesSlide18.xml" Id="R67ef27a33759450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752780ac1e404f" /><Relationship Type="http://schemas.openxmlformats.org/officeDocument/2006/relationships/notesSlide" Target="/ppt/notesSlides/notesSlide19.xml" Id="R3abb93a2ffa24f1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5fe68e8a34238" /><Relationship Type="http://schemas.openxmlformats.org/officeDocument/2006/relationships/notesSlide" Target="/ppt/notesSlides/notesSlide20.xml" Id="R6fd3e1c4318445f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86efcaa234f13" /><Relationship Type="http://schemas.openxmlformats.org/officeDocument/2006/relationships/notesSlide" Target="/ppt/notesSlides/notesSlide21.xml" Id="Rf230997cd2b04d3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67c967d0c4d2b" /><Relationship Type="http://schemas.openxmlformats.org/officeDocument/2006/relationships/notesSlide" Target="/ppt/notesSlides/notesSlide22.xml" Id="R5d92de57ef9046e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65fa514a94eb6" /><Relationship Type="http://schemas.openxmlformats.org/officeDocument/2006/relationships/notesSlide" Target="/ppt/notesSlides/notesSlide23.xml" Id="Rfec88cc5fb864e8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8690e52fd4eee" /><Relationship Type="http://schemas.openxmlformats.org/officeDocument/2006/relationships/notesSlide" Target="/ppt/notesSlides/notesSlide24.xml" Id="Rb753cf609fd8485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a6d4cee7e4dea" /><Relationship Type="http://schemas.openxmlformats.org/officeDocument/2006/relationships/notesSlide" Target="/ppt/notesSlides/notesSlide25.xml" Id="R44218a51f8da46f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0a173f3a74ccc" /><Relationship Type="http://schemas.openxmlformats.org/officeDocument/2006/relationships/notesSlide" Target="/ppt/notesSlides/notesSlide26.xml" Id="Rd73d9d6e7bb24db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b4c763ce64955" /><Relationship Type="http://schemas.openxmlformats.org/officeDocument/2006/relationships/notesSlide" Target="/ppt/notesSlides/notesSlide27.xml" Id="Rdec92c89d94e493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718549ca7646ab" /><Relationship Type="http://schemas.openxmlformats.org/officeDocument/2006/relationships/notesSlide" Target="/ppt/notesSlides/notesSlide28.xml" Id="R8243708968604e4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7f463ab2a4d08" /><Relationship Type="http://schemas.openxmlformats.org/officeDocument/2006/relationships/notesSlide" Target="/ppt/notesSlides/notesSlide29.xml" Id="Rd8e09b1f150c494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f0012006a46de" /><Relationship Type="http://schemas.openxmlformats.org/officeDocument/2006/relationships/notesSlide" Target="/ppt/notesSlides/notesSlide30.xml" Id="R4f34433df7794fd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e467aef244250" /><Relationship Type="http://schemas.openxmlformats.org/officeDocument/2006/relationships/notesSlide" Target="/ppt/notesSlides/notesSlide31.xml" Id="Ra770c4ebe86f4c5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ff3713f29411d" /><Relationship Type="http://schemas.openxmlformats.org/officeDocument/2006/relationships/notesSlide" Target="/ppt/notesSlides/notesSlide32.xml" Id="Rd279f3d2842d480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20c6e336ee4605" /><Relationship Type="http://schemas.openxmlformats.org/officeDocument/2006/relationships/notesSlide" Target="/ppt/notesSlides/notesSlide33.xml" Id="R99c65dde6e4c468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6374f61234742" /><Relationship Type="http://schemas.openxmlformats.org/officeDocument/2006/relationships/notesSlide" Target="/ppt/notesSlides/notesSlide34.xml" Id="R77d148956d714d9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d3af33a74b4fbd" /><Relationship Type="http://schemas.openxmlformats.org/officeDocument/2006/relationships/notesSlide" Target="/ppt/notesSlides/notesSlide35.xml" Id="R7a886c7e73a9488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d696d3a43443e" /><Relationship Type="http://schemas.openxmlformats.org/officeDocument/2006/relationships/notesSlide" Target="/ppt/notesSlides/notesSlide36.xml" Id="Ra81ab0161417469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c83b228704e61" /><Relationship Type="http://schemas.openxmlformats.org/officeDocument/2006/relationships/notesSlide" Target="/ppt/notesSlides/notesSlide37.xml" Id="R6d9813c8600c447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03ab9504e1478f" /><Relationship Type="http://schemas.openxmlformats.org/officeDocument/2006/relationships/notesSlide" Target="/ppt/notesSlides/notesSlide38.xml" Id="R4ede261335e649a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a092e13c14a45" /><Relationship Type="http://schemas.openxmlformats.org/officeDocument/2006/relationships/notesSlide" Target="/ppt/notesSlides/notesSlide39.xml" Id="Ra9d3f3104441419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6eb4f73e1e459e" /><Relationship Type="http://schemas.openxmlformats.org/officeDocument/2006/relationships/notesSlide" Target="/ppt/notesSlides/notesSlide40.xml" Id="Rf6f7920cf1eb4bd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a0af02f6e4f47" /><Relationship Type="http://schemas.openxmlformats.org/officeDocument/2006/relationships/notesSlide" Target="/ppt/notesSlides/notesSlide41.xml" Id="Re3628164bdb842b4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c563feb234c9c" /><Relationship Type="http://schemas.openxmlformats.org/officeDocument/2006/relationships/notesSlide" Target="/ppt/notesSlides/notesSlide42.xml" Id="Rf632e2ffaab24b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E41BE8-1322-4249-9862-5F8602BC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1AD0D-E835-4C63-B42A-D2D5A464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Arrays and Strings: Introduction, Declaration and Initialization of One -dimensional and Two-Dimensional Arrays, Declari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F0E58-6A3F-444B-85D9-7542DBB1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INTRODUCTION TO C PROGRAMMING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1BPLC205E/105E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42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A2215-7F0D-4726-840B-999A00A9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10D5E-38A6-4BE2-ACAF-3D74C467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D56063-88E1-495B-AB00-2D138D61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79064F-FDC6-4974-BE70-918EB7A9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F2C13F-1AF1-4ACE-A907-B0EA93F8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E06842-95A7-4EAB-8485-52D45BF8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2B8F48-2A62-49D9-B917-FC383224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0655FF-409A-44DD-AB2D-914E447F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B415F-67FD-4883-A98C-D21A66CB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E797F7-173C-44CF-875B-27720847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1488766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158500-878D-4BE6-91E1-C6D8554F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B2002-E45F-4C48-8920-3973037D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867A76-15C2-4A6A-8C19-3B9A8B49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73E521-30F3-44D6-8228-8E04F4BB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A9CC7-7C15-45CC-ADE9-AFC0B667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1A38FD-C387-41C2-9338-BE24C956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955647-B072-4857-8B17-852558B4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A1A0EF-262E-4922-B7A5-FA9860B7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41CF6-002B-45CA-A9F7-40AD4A09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A6772-AC3F-4BAB-8762-D1629A5D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69365B-C564-413C-B1F6-C5856060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A44FD9-8CB7-4BEB-B480-FC2F4159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FDC97B-2E40-4BE3-8229-5D86A091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2B6E28-6116-47E5-90DC-CF7E97E8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DDF2DB-10BE-4BB1-822B-0840FECD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085895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D4A224-72AE-4A91-BA3D-BACFD9A4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B27FC6-C33E-49B0-A566-D73BB4E8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6E2CDB-8814-42B9-A316-5EDFD7CC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791B68-4E59-4937-AF85-52D99FCB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4E15C-32BB-48EB-AE27-BCDD0F53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1BF22-DDC3-4054-B3B6-7254DC5A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EC4EA9-4981-4A22-8DD2-C0D47930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B4FEE3-092A-4352-AD20-7A093C18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4D88BC-1427-45FF-B709-4163DB4A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Arrays and Strings: Introduction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84002-6F4A-40D5-A1EF-F9A87E35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5073CC-0A0C-49F2-9A4D-CA1FB8D1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BEF6B2-471B-44E9-8828-3D4D8C6D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Declaration and Initialization of One -dimensional and Tw...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73702A-62B9-4D0F-BA81-34463ED6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D09CAC-124C-42C7-973B-E6353785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52E2D5-E8F1-421A-98C6-B00CC191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Declaring and Initializing String Variables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191D41-BB10-46A3-83D4-24883891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0F38E8-A2BB-4816-A4A5-B0185DF9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12D82D-DDBB-4697-8075-06F63A91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Example programs using arrays ,Reading Strings from Termi...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DB3B7F-D110-4492-A962-FE9D546C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A56642-1D49-43CD-9B17-4F4EA4C7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C65EF8-6268-4557-BC94-F6959BFD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Writing Strings to Screen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D620BD-1C63-47AD-9BAC-A47246F4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2449AF-2DA4-4EA4-AD43-DE9F898C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A1334D-DED2-4043-B1D0-21FF6C2C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Arithmetic Operations on Characters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ECDBA8-A45F-4C55-8154-261F9D13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977F71-3C71-43D5-8C2A-85C78008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4A8C26-C39D-41FA-BCBD-F932AE06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Comparison of Two Strings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0C8388-0CBA-433A-B4C0-F8A8A5C7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673715-E9F6-4058-9A9F-D6456241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B2D83D-B179-44B7-963A-C5E91864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String-handling Functions.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B4BE76-0228-4414-8E0F-97491C10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D258BE-F3C7-47A5-BFA0-4401A7F3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0029969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DE8194-8EF3-4A10-A9AD-42CDC8F1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B39CE3-E476-4187-BBFA-8D56E101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ECF6B-82CC-4FF1-B542-10DD6D73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6BCD7A-D4A8-48B8-B169-1641178F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4E314E-A09D-479E-AE49-523CA537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9436A-5FB0-4B25-B911-8248DB05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61E4B-761D-48DC-B4B4-69DC2A5D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723262-56A7-4538-80FE-6A109B1E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Arrays and Strings: 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187F6A-B1F2-4C9D-A1F2-FAFB9C3D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CDB1D6-FC4B-496C-9936-E89DE99A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42694F-B8BC-4164-847C-AADF2F54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Declaration and Initialization of One -dimensional and Tw...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7EF772-02E4-4B2A-84B5-DE38F801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454736-EB28-4917-A494-7AB7D002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60839D-2202-4A96-A428-5BEAE08C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Declaring and Initializing String Variables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B50763-ED53-414B-B321-2638DF36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C86BDE-6D03-4EDB-80E4-88DE1DBE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6E6C4A-D8B3-4365-9E7A-AF258DA0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Example programs using arrays ,Reading Strings from Termi...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3A695C-AEF3-454E-85D3-EC1A4FCA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EC8EC5-EB4F-41ED-8B1E-7725BBDC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A250BE-B048-4EFC-99A5-9F3A2549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Writing Strings to Screen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065610-E466-4240-96AB-17148FF2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2417CC-C579-4DDD-9B53-0CFC29B1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576D89-7654-4FD2-B5A6-0A63F531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Arithmetic Operations on Characters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E7024A-11B1-432F-9369-1F27EE53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C9FD5C-A52D-49D4-8C18-3550BE6D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3C61FB-3863-4E3D-A7AD-B749BF26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Comparison of Two Strings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22B766-A7F3-4000-8B68-B4157D03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4147E1-2766-40CD-ABBA-980E0BB2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80B384-1C9F-4425-ABCA-0D52CA95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3728035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71943A-6B09-4AD4-9C97-0D5BB824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EFD3E-F532-4B50-9C57-7BE4ABE1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5049EA-E8A3-4C4B-AD76-C783E92B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FCA9D8-32C1-4CDC-A3BE-DABE84B5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B3BE8-6279-4E5B-BDE5-5D38492B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Arrays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0DA9D1-447B-48E3-9233-12D0B141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Strings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C38B4-E088-4B34-842A-D4015F05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Declaration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FD9222-70AA-4C80-929A-E709F476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Initialization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D41C1B-4BD8-4D89-8D60-03E87463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dimensional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3D4A2D-23AC-4BAD-83AB-D5F5AD9F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Two-Dimensional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39DC15-2E49-4D3A-A8A0-7CCCC8F3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Declari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46D059-1BD9-49F7-B30F-4CFCC0A3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Declaring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C93BC8-9453-4631-95F9-0854E5D8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Initializing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7394DA-4AE0-4FDA-AC4C-EDE3B9FB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5DFD18-F529-494C-A0E8-DBBE76A2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72919F-5611-4268-BAAE-644ED77C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21330081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A229B4-F79D-4ABC-8B72-8F965B48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1DEB35-809E-421F-881F-50F5C79D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E59F4-18D9-43AD-AC54-89FC02C0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44B0C6-4F3D-457A-A7C9-87BF078E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ECFAFF-ADEC-4212-B550-A23BF703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Arrays and Strings: 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228D11-4216-4322-ABC9-D66DCF56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Arrays and Strings: Introduction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BF4593-EBA9-4FFD-AAD5-92FD8E87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927D71-FECF-48B5-8E19-7EE04A1C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03F9AE-6C8B-41D6-8C76-F8D75647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FD23F9-2206-4953-BFB3-C1694CCD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0BA78B-2C1D-417B-A469-6A5D1813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4A1570-5489-40C1-A6D7-96D43717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44C64A-BD84-468A-AD7E-E9CC813F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3099A0-A3FC-4122-AB5F-E0F8A50C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02F14F-B4ED-427C-A2DB-525547EC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945038-F8E1-441F-AC63-B2186E91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8867333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BA0C2A-2BB7-4157-A215-A1AB5523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4C102D-F60B-4BD1-9A49-481C3A7E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EEF3A0-36FE-45D4-89D2-2ACE53D2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6CA8CD-B978-4573-B71A-F4033BC4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613CEB-997E-4C6B-815C-238AB108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E3BFF8-CF03-4DF8-A052-67FA338B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12D80F-2860-460D-8B13-78AA3184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2239FB-24EC-4309-BB98-94B34C3C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D5873E-0771-400B-BAD2-2D69F976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Arrays and Strings:...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A70A26-1647-4713-9F47-E04CA5C5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B5A197-E1EA-431E-9FE9-103363E3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48F80F-FE34-4F24-8E0D-CA95F942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Arrays and Strin...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0EFC5F-1CC8-4691-A885-54655CF3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5044B9-B20C-4A18-8F62-33BF65BD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70ACA1-4EE1-4C5F-BCF4-64D0C049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Arrays and 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25CEB9-804D-4E2C-BA84-459A2828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3DA9B1-8D13-4ED5-8205-732D7CFA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03F16D-7B5C-472C-8A9C-C81FE30A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Arrays and St...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D97C97-D980-4FDC-B95A-28F9AD14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113F0E-9905-4B83-94EE-DD1F4B80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830587-BFD0-42FB-9400-4B06529E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Arrays and Strings:...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7866B1-8524-4704-A6B8-2F558597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1597AB-83AB-4DAB-A51E-6210D511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9038584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61B222-3900-49AF-9EC6-6845EF31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C952F-5525-445F-B80A-81EAF22D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056F00-5446-498C-ACCF-9DA5FAE9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C9945-5CCA-463E-BE3F-C466D7F0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A4744F-0A06-41B1-BBAD-0AD8BBF7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46BFB5-43CA-4DE8-95DA-329E96E2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AD410C-CD3C-4607-8926-808415F4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1DE4A6-2E3D-445F-95D4-84C8CC12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9EF6DA-48AD-4824-84FE-2CD3EBF0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3E28E3-D019-47BE-B3F2-95EE0900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617A45-C5FC-4BBA-BE75-1A7B9A5C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A7B83D-4D3C-4CED-9554-D203F2C5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9AD0CC-EBCA-4FAA-A4A0-4440A324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C4C6E3-DBD9-432A-942B-DF10DCB2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732C6D-8BE4-4C59-8339-300F5F10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434301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D79E2E-1876-4FEE-A06D-726A84A4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A41790-2C2A-4C2F-8732-1C53C87F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B14583-5E82-44F4-8DFE-9AF4E0AB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7AEE08-0882-402E-B36D-E2A73CD0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1CE0F-F015-4629-9ABD-34CE3077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894241-8715-4017-AC12-989ABA07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Arrays and Strings: Introduction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F483AC-44CB-4D7F-B6E5-D98E9B28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86F1D-2C46-48A3-834D-32D4D54B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645866-3A03-4149-B82A-8B13EDE3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70FBD1-88E3-43BC-A9C1-64D1EF3F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3EDC3D-6371-433F-B66E-C383AD38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3213063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EBF9AA-F999-41B7-9504-F27DF64D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C7554-9194-4F1C-9557-08647F2F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1A62C-D671-43D8-8141-65879CD6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DFB12-CC12-40FF-AF8B-3106CB4E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65DC4-91A5-4212-BFF6-B0BEC0B5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Declaration and Initialization of One -dimensional and Two-Dimensional Arrays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944121-1128-4921-B689-3FF03A12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Declaration and Initialization of One -di...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3DD16A-2691-4ED5-98E1-5A705AA7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CD6ECA-2C7C-4194-BF21-53207BAE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BF3A1-C79F-49CC-A935-13FAF2CE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B51731-9769-4F81-B824-3B6D227E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E13135-7A40-43F4-BFC8-2AF74E3D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EA7CA4-D408-42B2-B945-208960F6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9232DB-7990-40CE-AE98-0DBE7221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314B6B-3F39-4596-A0D1-174F7E03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5D42A9-C685-4793-A8B4-101E479E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E7F414-EAEE-4CA8-944E-98A3D6FA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3772524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600410-693C-4E7C-B58F-A0F4F05F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D1346-1584-4B93-B1CD-77D9AA01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0D449B-F97C-4363-8C87-08DC7D7D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FB2178-A38C-45E0-AD6C-EC0D273E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9C99FA-D52A-4C66-9BA4-83499DBA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744F4F-88E4-47DD-8A1C-8D03C612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974DF9-03F2-43F0-B24E-1498A805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4B5044-D9C6-422B-B319-79933530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AAF457-6DA6-4053-8ABF-F96A0467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Declaration and Init...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2FD306-5E3B-4E30-854A-EAA62EEC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6BC62D-F4D8-41DE-8BF4-9DA894B3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508B4B-A82D-44A1-8AB1-76F9AC1D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Declaration and...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01339C-58E0-4CEA-8A07-D582FA92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3F2F65-CD3D-43C1-8279-DF38584E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CB4336-87A0-494B-8AE6-127B0A7C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Declaration...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1434F8-7258-4B23-917A-8D6E5B91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C4E853-7CF0-496D-837A-3EA5FDDC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87A4A0-83F9-44D5-B54C-DACC30CA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Declaration 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AF0194-1B71-4F60-B3E3-BB293B45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BB1FFA-88DA-4605-8A4A-94F9370F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E9E35A-A87D-4124-A23B-32499AC0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Declaration and Ini...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50811C-5CFD-4C96-B620-621E2573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228516-F19E-41AC-9683-28208973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5522046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C1D0A4-840C-4631-B62C-89FDE983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08F10C-C497-466E-BF86-815C7321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874DB6-6320-4163-9319-0FE3ACFE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E8750-3B55-41D0-AA70-174EA2DB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4F8718-D2FB-4D67-A6D6-49C74FE8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C45750-CC83-400F-815E-3ED6CD8D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11164C-554A-4CC8-B089-DABBB70E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E5C9D3-BCBD-4C4E-B753-408A9692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C09B39-B3DB-406F-9C73-FC782DEA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FDEF43-F0B1-4B66-9245-375D3C7A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9137F1-EFCA-4423-9B10-0066AFD2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6FF7A4-A6BA-40B5-AF59-0B8ED51E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C04627-60BB-4D49-866F-199AC048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4A72E0-780D-4485-B3D0-468E1E99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2BCD9B-8862-4BF6-B771-F14F0224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38898273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683A3E-2FD5-4454-880B-56353FCB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7E54E-E5DD-4FF2-A77E-F239E204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95D566-04CC-435E-97A6-CC0F375B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8186C-0D61-4E68-950A-AA440F28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E0D98-0F9F-46A8-8DFB-4F58CBC1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9FBDBB-AC04-49E6-A291-716DA59C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Declaration and Initialization of One -dimensional and Tw...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E600F7-01CB-4DF2-9B21-3D188C55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199C92-0183-4692-9E1D-7F6FC8CA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7D94A1-08FF-403F-931C-30BFBE53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23A7B9-E398-4C35-950D-1D0D15B7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E2442B-8189-4053-951A-C8D7AC4B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3983838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C4E566-1479-418A-B33E-F11A6777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09EE9E-361C-400F-9D66-430DAB4F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F53295-81EC-46A0-A649-87349FFC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480CD-F56D-4EE4-A5BB-3C47D218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D361B9-ECBB-462B-BC7E-33C5D0BC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Declaring and Initializing String Variables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8675B3-C05C-418F-8BC2-BBD8A518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Declaring and Initializing String Variabl...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C876D5-C683-48C8-8C2C-111CFF70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6CFACC-E791-4400-BBC7-372E1980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140D3F-ABEC-4962-A15E-75E04780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47D8E-959A-4EC9-84F1-439BD0B4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189918-D2D3-47C9-AD68-D7DBA1C4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D1A90A-3967-491F-ADBD-D1E90DA0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7098F6-28D5-4C02-A54D-353C9998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F80D4E-5EEE-4151-8477-A358670D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9D0D17-F2F0-4DF8-B2C3-3B777C16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F5D8FF-248E-48A4-9147-655E8900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877065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2E1ED8-32C6-4BF2-AC02-396AA2B6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4CFEA-EF1F-48CF-A2D6-12A41F86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8035E1-5592-48A7-BC52-49071D07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87A41-FC4F-4034-9CD2-C8E8C91F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A2BE0A-3C7F-4576-BF21-C4A6A67B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816F3-E344-44F7-98D3-DAC5B7EE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2AA98-61EA-487D-81AD-B12BC25D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FB577F-49F3-41E6-AB0D-6040A87A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0F9291-F065-4F54-BDCA-70DAF0AE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Declaring and Initia...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518F38-DE47-4A0F-AA81-C67787D3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857361-5F28-4C08-BB06-19D1B1DE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A2E8DD-8862-4442-A610-FD86E34D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Declaring and In...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193AFB-AE09-4102-AAFF-AF066487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82627A-5F27-45A5-A5D6-FFACAC0B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A8C20E-D0B9-4121-BE6D-4F7AD55E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Declaring an...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357591-93DE-4980-B484-7B12B8BE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467315-EEE0-42B4-85BE-DBF76009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1D6283-C16D-4E1B-9A76-7D5EF043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Declaring and...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C6605F-D253-412B-8A78-A5A2C951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10A3B7-A7F3-40DF-A291-6768C68B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AD3500-077B-4A79-8B5B-77E62E67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Declaring and Initi...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5D9867-DECD-4763-AA0D-064A7947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9D96DD-78E2-4A0D-8246-26CDF371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507058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BECBD3-DCAF-49BE-BDB0-5D0722E1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9C3BEE-7E32-4F98-9ED8-C4F97BDE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A30CC-CEFC-41B2-AF1C-489F0B08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66231E-D540-49F6-9E8D-F38A4658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63455-5D79-48CC-B1A2-07C1E08F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861C2-39E6-4A1E-8D70-D6B3BF87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6147CB-F438-4D5E-B1C6-11E25961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528EA7-9B0C-4C19-ACAD-E8ABD76F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1029BD-E327-4500-82F8-01D706A6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3CA487-7EC5-4E16-9BCA-753FC7C7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E92A3E-EE91-4918-BE6B-C46E8968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7389AC-7407-4AE4-89B1-405AEC04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ED478C-2D14-4086-95B8-DAE58F59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0BD7E1-1AEE-4289-B713-6F871D86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6BF68E-14C3-4746-BC9E-D49930CE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86175627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E367CB-F6F4-4424-B443-0252D905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C1D47C-5571-4EAE-9BC4-575EAEF7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01DBD-1A46-46C5-9B66-F1FB33F8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403665-3174-486C-B933-91EDE678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578D8A-4F32-42E0-8E4A-7C535FB4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8B1A37-803B-404D-B7DE-A524F4E7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Declaring and Initializing String Variables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67715-A488-4DAF-A60B-3C1282CE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52EA66-AA75-4692-8837-92CBDE37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A30E81-4AD0-48BD-8AE6-0D1D4039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229A34-ADD0-4CB4-A88F-818577E7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1EE096-9D19-42FF-AA32-15E0946A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70733470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AB5CDB-6759-4C13-B16F-8E933C44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A1BDCE-643A-4119-8CA4-7D2ABB65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809E5F-1EBB-4D28-A0D0-4593B39B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882510-D781-4E99-A4E5-6E6E8EF7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0C519B-E3EE-4FAD-B38C-13A81D50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Example programs using arrays ,Reading Strings from Terminal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26BC41-FC45-4880-AAF1-555FC978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Example programs using arrays ,Reading St...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C96CAA-17E0-4EBF-8BEC-B39F4517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C1E4D8-A726-4E17-803F-4F29D62E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4B6E5F-2986-4153-A694-FA372180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356A12-CCA2-4473-A2FF-0146C55A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D7030-9EAA-4077-8273-10135B60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6D6FF0-F25A-4F63-B54F-84E14DD3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842729-184A-46B5-85D6-9028585B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C0692B-754C-4E3F-A11C-3EE16FC0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EE136A-363A-49AC-9D89-B98480C3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C3B7A4-2F8F-47A5-B817-19E97EB1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48156249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91B368-D669-4DD1-802A-93BB35AB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6C0EDE-5015-4968-B2A3-9BBFA916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A7FCF-A5A6-4952-A42E-503233D1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8ABE76-7C53-4893-AF8A-FC12F541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DEF5B-937B-406B-B8FE-0E49258C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14DD8C-2A68-45EE-8F3A-3427C279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A62C8C-2EDE-4C0F-AA12-E56BF277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6F6A91-0033-40F5-954C-43A4126B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412FAA-99F4-41E8-AFB3-D4F656EC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Example programs usi...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1C611B-FEEB-4C7A-881B-2854F983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7218E5-DD25-4541-94C6-D50F3FF1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354B87-B5B5-446B-976A-DD5731B3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Example programs...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122A49-F819-49A0-80CE-649A235A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7029A3-6EB2-4B6A-A1A1-97FDE2BC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236463-7F1F-42E0-AE64-4582F237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Example prog...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3C74CF-F98E-4288-A6DA-FA9E275B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58CBC8-6404-422F-AF48-30891E5C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75C70C-654C-4941-9F21-D778BFAB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Example progr...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CDF82D-1FB0-4428-A5E9-FDF2D949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4C0F52-3B42-4FCA-8A0E-6F87FA33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D7861F-73EE-423D-9F8E-2C634475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Example programs us...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FC00EF-97E1-4B85-9C23-ABDEEC2D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31AFB3-02AA-401A-BBA8-701073FE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50618108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F11FDA-074F-4DF9-9B29-B55B5BE8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6621D-B513-45F6-9569-9806D3C3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AC9F7C-B475-45AD-883C-E7B03779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49279-2D88-4332-96FA-83100E0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EBE7B8-243A-4805-BB43-BB5B4645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A635A0-82C6-488D-A829-08680DF8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384616-F596-4EAA-B83E-0168CF60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C10F82-9E26-4D4F-9B74-843C92DB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7568AA-4618-40A6-93E4-A854A46A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6ACD31-CF8D-4816-8EE8-BE0F233B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82765F-7C8F-4622-8972-31594982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E74A0E-952D-4771-9C79-3F214F98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64AAFF-4EEF-47F0-BECC-5EA3FEFD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07DBF6-C87A-47F4-AD45-E36BBC8C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D2F25B-5E99-4C23-BB90-7C265045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23447529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41A094-DAF3-421E-AF4B-811DCCF4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38DFB-85EB-4CAF-869C-743F3F8B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EB0ECC-B3CF-4A46-BFF0-814E1863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399097-B780-4254-A1FC-08E472F5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073D3-4C04-46CB-8E32-A4C27B6F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D1C69E-8E8E-4D9F-9D34-FAEAB030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Example programs using arrays ,Reading Strings from Termi...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915C35-4354-49D7-B183-35FAA4B8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3EDB7D-0BBA-42D3-BDD5-26263598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1956A4-8D91-42A3-89DA-A0D280A6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E6841F-22EC-4ADE-9609-8D4E047D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93E59C-304F-4C52-AC14-89CC22F9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22414328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115C4D-8611-4BA3-B61D-BAD1E571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6959E-8FB7-4687-AF4F-7C470D38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31F85-6863-4A67-860C-19BA28BE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5EB3C-2849-44F7-9596-9B5FB952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37EDD2-E110-442F-84DC-913A0414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Writing Strings to Screen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84A989-CF64-4D9A-B9C0-302E2F7E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Writing Strings to Screen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79B219-651A-4A20-8AB9-239109F9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E6E37-80A9-46DB-987B-9B6EBFE1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B69CF6-611A-47FA-9D3E-46C2EB53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09D4E6-3F9C-4FDF-95B8-813BCD79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59E538-BC28-4376-AA9A-A555C8E6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572A6F-1E11-4596-A7BD-CE1261AD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2E735D-988C-496B-A965-1E0AE027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41A8B6-3067-4E14-9FA1-B71646F8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DCB42A-8E98-463B-A1BF-75C4B88E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0B9EBC-2983-4DE8-A7E5-2F28A09D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42196933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BF1258-6DF8-454A-9361-E4FACDBC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5A8BF0-D1A0-4580-92F2-CEF61831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D0EC70-85F6-49B5-B3CF-43F22FF0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39D6F-D926-4E8F-8228-9BE1C800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0BC0B7-3825-4492-A64D-3D07260B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E65EB4-9C9D-4035-9E53-8BD0C202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FF631D-E9CE-443E-A837-331D8D27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25F59E-59BC-4965-BF9C-D05664C7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8A4D3-ECA7-49B0-89EB-1AE3C834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Writing Strings to 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EC00A2-7243-4690-AE31-40399FDE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8A1966-1224-4AC8-A610-384872D1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1D08DC-7BC2-4829-8A8D-248716CA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Writing Strings...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C092F0-DC0D-4498-9155-7F1C5113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58CED2-EB5B-4EFB-A655-E57CD86F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784913-7EE4-4B42-A4A9-3798B9C9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Writing Stri...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392A82-0B8F-4C2A-82A4-F0857F44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20F684-107A-4A50-9838-20B50EB8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C1819C-2777-475B-BEF7-50791931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Writing Strin...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7BBA82-DA7A-41DD-B89B-CFA1007A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E5736A-059C-4181-86C7-828C0414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1B8B17-D21D-4559-8028-FEBC68A2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Writing Strings to...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2E1F8F-4063-4CE0-99F6-D02F11CE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40D43C-DF21-40E6-9B3E-592A4298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31678746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59ACC4-4973-46FF-931E-08E411C7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11527-785A-4947-9B2C-AE90DD66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A828D9-927B-4F59-89CE-32A03092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BD3A2-02E9-4A7F-BE8F-1CA47DD5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B75A47-CFC2-4D98-A144-7D62BDAE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4650B7-6E1A-4820-9EE0-B3ABD13F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593288-D2A2-4CD6-9A5B-92AB5627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D19444-21E0-4CFB-A0CB-9360BC20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2C14DA-3638-424E-95A7-2D414896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EE8162-6B31-4D03-829B-BFDD3A5B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12C8CC-8F91-4E46-B609-CDB11D2A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957BC7-C43B-409B-B979-4D794894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757E0A-C7CD-448C-AEB6-7CFBBF9C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35CEED-AE2C-4B6C-83BD-D1D64751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D624AD-8C89-4899-8A47-4191A3DC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6584806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962F7A-4DA4-4CE2-996E-9AAD4E9E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4D920-7781-4B22-9CAE-27528BFA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0F0AFF-ECF6-4617-8991-2FCAE66B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063D24-BBDD-49E6-9371-49331815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567A46-C2E9-4FAA-8BCC-0D1D08C3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A8660-A9DF-477F-8561-9EDF9E7E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Writing Strings to Screen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E972C6-EC9C-4EDA-B42E-1CDAA8E8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14FBCE-C723-4A60-9196-8E4B64F8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FF8B39-2CF1-4837-A8F5-E8956881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28667C-5FBB-4729-82F8-ED3479D1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83F8B6-BBB4-45B0-953E-607EA814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211851488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C721C8-521A-42D1-BEC4-7DBC0E7A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0599A2-D0C3-45B0-B396-D647FA0A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9E804C-0FBE-4017-A2BC-006F12FA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5377A-5C19-41D3-B586-79FB6716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E62FC-768F-4723-AD88-AD68C158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Arithmetic Operations on Characters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8DA84D-EEF9-4614-8EDC-D86DCDAC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Arithmetic Operations on Characters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3B3C8-F1ED-4A7D-8922-7E1BDFFC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7BFD0C-9A90-4C56-8A0C-18E37783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B88E77-C698-4A6D-A2EF-AF12086B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DD5480-E011-46B2-8682-1F716C41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AC695-3E8B-4A69-B037-0DAA1754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267F5D-674D-4BCC-AC0F-39E37B34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A2CBBC-E4EA-4BFD-AF69-263E26FD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9C70F4-D147-4724-B7DE-DD7D740E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3C6C76-6BD8-47B9-9EA5-1AC4AD14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E85326-E2BE-4837-9AD4-F2768661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74223352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1CA3F1-FCCC-46FA-AF70-293FAA0E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DC84D7-3671-4A2D-8720-D854E344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B8589D-BD43-43C4-925E-7A57138D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010952-AC90-4BF3-9A6F-683AA454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2C1825-178C-47AD-87E7-DF29C007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F1B20-5BDC-4C93-AB19-6196600F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0690A-60F0-4B07-ADE2-A84CF0F8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3A6EC-C978-4412-8ACF-C9155D58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C0AE7A-7FCF-4C31-B957-AB8CACB3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Arithmetic Operation...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596B3-1993-4383-A61D-2CF50374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EED669-70DC-45D8-A268-DF37398F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0E34F-2EC5-4B52-8D28-B7F77929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Arithmetic Opera...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159617-080D-40F0-B8D7-4C9193C3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30423A-0B37-4192-B0D8-80D56BC7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5BE47C-47EF-4455-9453-421453EF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Arithmetic 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40161F-2C4F-4BE8-8F74-88053F11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02DBEA-EA9E-4125-AE61-E5CB8361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21A6C9-747A-4E30-A53B-0E6283E9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Arithmetic Op...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E464B5-4D5E-4BD9-8D26-3A52FD5A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B9E986-6310-48AC-B446-A18C610A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F67E8A-E6BA-47EA-9FDF-8F63827A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Arithmetic Operatio...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2F9344-E7FB-42AA-9FBE-DB5B3DDD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01F1AF-6907-4651-960B-050EC3E8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6762001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3A9959-0126-4294-A305-9100F8E1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608FE-DC63-4BAD-871F-DD403D11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E9274A-91E3-4427-B1D9-4F21AF88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A647F9-4006-4E94-AFE6-57BA886A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74C0EB-8EB6-4DA9-B27B-D0DE44E0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FAACE-47E6-486F-8B6D-124F650B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C33D5-1290-46C1-BA6E-B4DAA3D2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F21D0A-5EB9-409A-ACED-28FD6A30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45B854-5392-4E56-9DE6-DECEF197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4D361F-B207-46BC-8EA6-D296C784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82298-2CBA-426A-A98A-08C9F25E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9C1DC4-39DC-47FC-86EB-9671D02D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120004-3550-42CA-842E-0BD71672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F1007D-3DE3-40CA-ACAE-3E5AFA76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0CA58E-6E02-489D-94E5-131C578E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89642988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0BDBFA-A60C-4812-86A6-A9DA6779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9332B-B0F2-4B5B-8B78-F1832C5E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40E06-EFFD-42D3-A4A3-5311F67C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1FB650-B775-4A7B-9CD8-14E6F33D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63F85-2E02-45AF-B480-634EF27B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BE7CD4-7B73-4747-B669-AA946775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Arithmetic Operations on Characters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40A2F-2B69-4E34-98BA-3A8D21DB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DCF898-5381-44F8-B850-F5F74155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01EEC4-75AE-4221-8F55-699F340F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01C811-DD89-4881-98A8-4F384485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8B555C-B616-44CF-930B-F09B0773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11719831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5EA9C2-4158-424A-8092-5A08D543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684081-41EE-422C-8820-6943A6E0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EDE15-13BE-4B08-BE93-BA45BB6F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D53443-CB34-4E2C-92E0-68E16AE0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297F6F-4535-45CF-B377-DB61A609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Comparison of Two Strings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728F9-38AA-4817-AE80-BE469E2C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Comparison of Two Strings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D7CCE-2A2E-4AB8-AFB0-C95EE9D1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3FABE8-EA0F-42CB-891F-A35A07E4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416BF-33B6-4FDB-8A2F-69A3F14B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8CD23C-011E-41A5-A63F-28C168F9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BF7985-3C7A-45B0-9288-AD80EC61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332A33-AA6C-4D0E-9827-AF4F9CC0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57C946-2D1A-4097-8EAC-C7374E21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1FCDD3-EDA8-4AEC-AAC8-8F41DC9C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CF7B03-08BE-4B39-AF61-3ED7A3B7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B96F1F-3BC2-4E3B-A919-8541B157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10223447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BDCE69-5099-4A8E-90F7-ADF06E38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9B58A-0828-44F3-A6B3-891AD729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3CA64-5D5D-4C2F-BDF9-09A722A2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55F76A-32C1-4BAD-8E22-DDD85311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87604-33BD-4E08-8EED-53666069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534B12-684F-492C-ADC0-30B9B81F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A0F11-FBF7-4DA2-A4A9-67F24449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966CB8-633D-4B25-AC03-7EEBA19E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B9CE33-1125-4D19-94DA-7248BD00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Comparison of Two St...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26858F-ECC0-4690-B216-8A2D8B0F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1155BF-0B93-462A-9360-09534062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FE7451-95E5-441B-9144-D6DC80DD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Comparison of Tw...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B43135-5A78-4381-B897-AAEF52E1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CBED77-DD73-4668-8546-4DDDB7C7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C6C068-1215-4169-8377-CFD92B26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Comparison 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B73E9A-AE94-403A-A97F-CF0F39A0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00F366-942D-499D-BD18-EC9CC312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B17790-5D6E-44BD-ACD1-8DBFF5F4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Comparison of...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4AABDE-F61A-43E3-BAFE-9252D5F5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FDC557-926B-4478-9D4B-CAF6DEEE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73E135-2C7B-4E8B-94D7-4714A554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Comparison of Two 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076823-60FF-468F-A429-38F8D064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012D3A-2A7C-4F75-9759-2154B0DD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18082855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039048-B23B-42AC-9F96-7DD28D43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049B7-0BE9-4304-9C50-B0398E4B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FB0D33-6EDB-4D7F-9B9E-B098136F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AFF80-5D18-45FA-B09D-7EA2CE86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31E6B4-8BAF-4A6C-8A25-78434059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C9BC5-CAAF-4CB6-B8C8-4A8766D3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3CB1C4-56D9-432D-9B89-158AB672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626E53-8E9A-43DD-A0F5-A6139103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23A902-2BA4-44DD-A046-9FA1D7B9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E7D2DC-8131-4E10-91CB-9C5E351F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2961F9-4E99-4E10-AEA3-8A565A0C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9F9087-42B6-4CC8-B933-F099B283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0BB942-C3A0-4B0B-ACF7-F54F67DA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C5A5AF-5E56-423D-A525-10B8F91B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7D55EF-6E5A-4A02-8D4F-163A8FF5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60282938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25BAF9-798D-4E45-9EC5-02D55ED0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F009C-8C69-4E9D-8AA5-B9BE8C62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8AF746-C5C0-4E32-96B6-83188063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D3F77F-E48D-4AF7-9756-FEB09879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AF43F-46C1-40F7-920A-13BE8E36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CEED94-1F09-4DBE-8E8E-73473772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Comparison of Two Strings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A8E46B-83ED-46DE-95A4-C1500107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A0FAF5-CB05-4F5F-B41B-31CB67D9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44BFB7-E094-4599-B96F-AF1E794D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00C17C-EB5C-40AA-A800-D79FCA46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788FF6-287A-4F54-B1D1-22280B4D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67913564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91A34E-1A94-44A7-903D-EE81B51C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EDC89F-9878-4766-8FC9-70E0E976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888312-7EF7-4473-AA55-ADC2645D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84736D-56D7-4BB6-9315-A5433550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200003-1043-40BB-B7E4-118B8653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String-handling Functions.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917A7C-3106-47EB-A01D-3004198F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String-handling Functions.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AC2266-FFEA-41B3-A16D-F3AB62A8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D132BA-DEA5-4F48-AEFD-17ACAFF8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081CD7-E974-47A0-A85B-1AE3D5A8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7026D6-2BAE-41FC-B877-8F287F59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D0AD6C-880C-443D-A0A0-83594A60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3C00A8-5181-4E30-AC79-8FEB4D9A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31A973-9E31-4410-8595-E98BA3CC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5DFA9B-63AE-4C8F-86BC-71EECC08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4649EA-A9A7-4D62-B8FD-27325C21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50FBB5-AF90-4384-98A9-2EF59CAE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3090638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C41AB1-5649-4326-9CD6-62CC4459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88A6F-7F49-4344-B582-93782F60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30341-49CE-48D0-A145-3885D525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01AE13-6F76-4A4B-A423-CBB7FFB7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47192A-C19B-4C57-9429-FC3FF228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38A85C-4F54-4256-9BAC-757BA5CA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BDE1C-AEE1-4264-966E-0039A4AD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A6FC13-E038-4BA5-9212-4C4CAA69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38EC98-46B8-4110-8DE9-4B9DF140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String-handling Func...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D0F866-CB73-477B-9856-D1E553B2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CB72F2-1250-4F28-877B-D09B5E43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08106B-A5ED-40A6-B59F-6AD3D085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String-handling...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CFB2AC-13C3-468E-AC66-45F17632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3A182C-5DD7-4482-BC70-A760F713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2A07BC-3CA7-4F44-8947-58884B09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String-handl...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907495-C882-41BB-82BE-8DD54C9B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00DAF4-638B-423D-83F0-29F41B28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78D8C7-4CB7-4C92-801E-3B9B16E2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String-handli...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3FC5EC-8FEB-4328-9A95-40E96438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E95A7C-D9A1-4FB5-BA38-567A3FB1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C2474C-71C1-435D-B42C-50802B98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String-handling Fun...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613FB2-8057-44D4-B723-F6232688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A89DFF-8754-468D-9631-2AED9B7B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207935401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43D16F-6A48-4F93-9FBC-7F20433D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2F9D31-63BB-4C1E-9FBA-F43F9462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C43777-1A37-45AC-BF15-36748859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E8A2F6-77C6-48AC-8D71-9B79A3FC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E8303A-8863-4881-A976-6899FD4D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25C49C-7145-4A34-A6A3-6C82BA8B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D03956-FE47-435C-B17B-BBEE72E5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979773-53E7-4559-B388-7FEE4AB1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4553F3-44F8-4A71-9734-17398C50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05E62A-964D-41F8-932B-C0D4FD82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B5AE2C-1346-4A0D-8ED8-75CF8F85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88A021-CCC0-4038-A8CC-34E26A81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E0FB95-6D0C-4FCF-A993-ABBBEA58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9CA9DB-D590-4467-8090-5F58FD6D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4E97CE-AA4A-4F72-BECA-631AF569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92783529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0F96BC-C2F7-443B-BC8A-56499317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95F14-29B1-44B4-9946-1725DDA2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0918FB-91C7-46EA-843F-86EEAADC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8582B9-62D1-4CFF-B501-DEEFCF6A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B39CF-0673-4006-84FE-6AAD9E7D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598A16-E742-4D4C-ACDF-3981DC69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String-handling Functions.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48B5C4-5234-43FB-900B-5A825091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D26D9-9714-4D7B-9B83-625250C7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A667F8-1757-4FB5-B696-AA5BE173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941F21-AE3C-4D16-A36B-8003EF4B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EC88E9-1E02-4857-88A0-1F26D76C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200619762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79FC6-5A31-49AA-A65C-D00C9768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1CAA21-D5F6-475E-9F47-8FC02067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589E9D-2F51-4ED2-BC9E-EF35D088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4CB993-F716-497D-A20F-12050505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79827C-BCDB-4527-BF44-6E9131F2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63EFB-ACE8-4D34-8365-43542A22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90002083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9DF043-D66F-4AC6-952C-E6285B25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93FC03-BDCF-484D-B2CF-328ECFDB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96831-D82D-43C6-BEB5-6E5DEA06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1AA61E-B5F7-4A50-B59F-B096CEF9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3FBA4D-9CF6-4043-B370-E2F89527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Arrays: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Strings: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Declaration: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Initialization: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dimensional: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FFB69A-6104-48C5-ADF1-6443E9F0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73684038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4789D-D3B0-46FA-BDCD-2F443BB4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F1148F-81DB-492F-A3B2-F125FB49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94592-8E65-4082-8765-9D0525C0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7DF627-BE86-46BA-B663-E8AB48A2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96B168-0F1C-4311-A7CA-025D6A8D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Variables: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Decision/loop: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State update: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Output: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FA02B-C362-413D-AFBC-08C4F0DE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200868576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8FE914-95F7-41DA-A5FA-F6E8C2B0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372098-A1DD-4E69-95B6-95F772B9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5705C8-3427-4FCA-A10E-B2C06728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928EA5-ECC8-4B12-BBED-19ECAB08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F2946F-5ADA-4D89-8A35-6F884CE7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Pasting code without explaining data flow, control flow, and the point where the output is produced.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733776-0E74-4928-A221-01AE7E3D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200626657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B87527-5BB2-4D13-ABB4-3806883F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494DF-EB24-4B9F-B579-2E3AADDC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BA82C-ECF5-490E-9B19-865207D0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B5A9EA-BBB8-4E91-BBD4-98C0D106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A236CA-80B6-438F-B406-9A2F7D5F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Arrays and Strings: Introduction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Declaration and Initialization of One -dimensional and Two-Dimensional...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Declaring and Initializing String Variables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Example programs using arrays ,Reading Strings from Terminal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Writing Strings to Screen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F094C-DF48-4C50-9001-3CB51A2D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B8AEA-8310-41E0-ADAB-3AC9F36B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C1EA54-46E4-424C-959E-08C9CF41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0488044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2026-08-24T16:03:15.3080000Z</dcterms:created>
  <dcterms:modified xsi:type="dcterms:W3CDTF">2026-08-24T16:03:15.3080000Z</dcterms:modified>
</coreProperties>
</file>