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4f45d91854b8f" /><Relationship Type="http://schemas.openxmlformats.org/officeDocument/2006/relationships/extended-properties" Target="/docProps/app.xml" Id="R3116e1694fa8420c" /><Relationship Type="http://schemas.openxmlformats.org/officeDocument/2006/relationships/officeDocument" Target="/ppt/presentation.xml" Id="R815d5114a02242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8168bd35ea4459"/>
  </p:sldMasterIdLst>
  <p:notesMasterIdLst>
    <p:notesMasterId xmlns:r="http://schemas.openxmlformats.org/officeDocument/2006/relationships" r:id="R6a6fa36b41d44230"/>
  </p:notesMasterIdLst>
  <p:sldIdLst>
    <p:sldId xmlns:r="http://schemas.openxmlformats.org/officeDocument/2006/relationships" id="256" r:id="R42122085e6a54dec"/>
    <p:sldId xmlns:r="http://schemas.openxmlformats.org/officeDocument/2006/relationships" id="257" r:id="R566e8421dd664fe4"/>
    <p:sldId xmlns:r="http://schemas.openxmlformats.org/officeDocument/2006/relationships" id="258" r:id="Rd8a0398680784727"/>
    <p:sldId xmlns:r="http://schemas.openxmlformats.org/officeDocument/2006/relationships" id="259" r:id="R0d222f1b8d0e433f"/>
    <p:sldId xmlns:r="http://schemas.openxmlformats.org/officeDocument/2006/relationships" id="260" r:id="R3ec4a7e96a5c444c"/>
    <p:sldId xmlns:r="http://schemas.openxmlformats.org/officeDocument/2006/relationships" id="261" r:id="R2b0aa08a6e1448c4"/>
    <p:sldId xmlns:r="http://schemas.openxmlformats.org/officeDocument/2006/relationships" id="262" r:id="R2f735c86b3f14ec2"/>
    <p:sldId xmlns:r="http://schemas.openxmlformats.org/officeDocument/2006/relationships" id="263" r:id="R69e6ec2970a04e81"/>
    <p:sldId xmlns:r="http://schemas.openxmlformats.org/officeDocument/2006/relationships" id="264" r:id="Re9825e454d884475"/>
    <p:sldId xmlns:r="http://schemas.openxmlformats.org/officeDocument/2006/relationships" id="265" r:id="R2ea55df299fe4e97"/>
    <p:sldId xmlns:r="http://schemas.openxmlformats.org/officeDocument/2006/relationships" id="266" r:id="R53c8fd78db7848fb"/>
    <p:sldId xmlns:r="http://schemas.openxmlformats.org/officeDocument/2006/relationships" id="267" r:id="Rbc249d1235f14b6f"/>
    <p:sldId xmlns:r="http://schemas.openxmlformats.org/officeDocument/2006/relationships" id="268" r:id="R4bf4b7af8c8847aa"/>
    <p:sldId xmlns:r="http://schemas.openxmlformats.org/officeDocument/2006/relationships" id="269" r:id="R3f2a481d1c394d0c"/>
    <p:sldId xmlns:r="http://schemas.openxmlformats.org/officeDocument/2006/relationships" id="270" r:id="R263e04081bfd4c60"/>
    <p:sldId xmlns:r="http://schemas.openxmlformats.org/officeDocument/2006/relationships" id="271" r:id="Rdbe7ff7850774c68"/>
    <p:sldId xmlns:r="http://schemas.openxmlformats.org/officeDocument/2006/relationships" id="272" r:id="Rf1c74a22a4d14412"/>
    <p:sldId xmlns:r="http://schemas.openxmlformats.org/officeDocument/2006/relationships" id="273" r:id="R23fe161df4c845b6"/>
    <p:sldId xmlns:r="http://schemas.openxmlformats.org/officeDocument/2006/relationships" id="274" r:id="R2926998f7e164d39"/>
    <p:sldId xmlns:r="http://schemas.openxmlformats.org/officeDocument/2006/relationships" id="275" r:id="Rd1c987d19df047f4"/>
    <p:sldId xmlns:r="http://schemas.openxmlformats.org/officeDocument/2006/relationships" id="276" r:id="R05890d06dfad4702"/>
    <p:sldId xmlns:r="http://schemas.openxmlformats.org/officeDocument/2006/relationships" id="277" r:id="R45f412f2f1f94bd6"/>
    <p:sldId xmlns:r="http://schemas.openxmlformats.org/officeDocument/2006/relationships" id="278" r:id="Rd627781b738b4576"/>
    <p:sldId xmlns:r="http://schemas.openxmlformats.org/officeDocument/2006/relationships" id="279" r:id="Rdabaf15356f146c9"/>
    <p:sldId xmlns:r="http://schemas.openxmlformats.org/officeDocument/2006/relationships" id="280" r:id="R92f7127c85ed4933"/>
    <p:sldId xmlns:r="http://schemas.openxmlformats.org/officeDocument/2006/relationships" id="281" r:id="Ra82ded5805da483c"/>
    <p:sldId xmlns:r="http://schemas.openxmlformats.org/officeDocument/2006/relationships" id="282" r:id="Ra8285778de084d88"/>
    <p:sldId xmlns:r="http://schemas.openxmlformats.org/officeDocument/2006/relationships" id="283" r:id="R9d4161139e87436d"/>
    <p:sldId xmlns:r="http://schemas.openxmlformats.org/officeDocument/2006/relationships" id="284" r:id="R82c1d8ce2eb14a44"/>
    <p:sldId xmlns:r="http://schemas.openxmlformats.org/officeDocument/2006/relationships" id="285" r:id="R07d58abfc9134629"/>
    <p:sldId xmlns:r="http://schemas.openxmlformats.org/officeDocument/2006/relationships" id="286" r:id="Re44788eea58f4408"/>
    <p:sldId xmlns:r="http://schemas.openxmlformats.org/officeDocument/2006/relationships" id="287" r:id="Re62fe35382f147d8"/>
    <p:sldId xmlns:r="http://schemas.openxmlformats.org/officeDocument/2006/relationships" id="288" r:id="R4167c63dabde4475"/>
    <p:sldId xmlns:r="http://schemas.openxmlformats.org/officeDocument/2006/relationships" id="289" r:id="R07fe807b652740b8"/>
    <p:sldId xmlns:r="http://schemas.openxmlformats.org/officeDocument/2006/relationships" id="290" r:id="Rfa85b5dbc7bd42bf"/>
    <p:sldId xmlns:r="http://schemas.openxmlformats.org/officeDocument/2006/relationships" id="291" r:id="R57b9166d9fb246c1"/>
    <p:sldId xmlns:r="http://schemas.openxmlformats.org/officeDocument/2006/relationships" id="292" r:id="R10af72536ab349a1"/>
    <p:sldId xmlns:r="http://schemas.openxmlformats.org/officeDocument/2006/relationships" id="293" r:id="Rf02c29b85a434a02"/>
    <p:sldId xmlns:r="http://schemas.openxmlformats.org/officeDocument/2006/relationships" id="294" r:id="R3a286abc287c41c5"/>
    <p:sldId xmlns:r="http://schemas.openxmlformats.org/officeDocument/2006/relationships" id="295" r:id="R22832a4d51c3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196c2f4224e1e" /><Relationship Type="http://schemas.openxmlformats.org/officeDocument/2006/relationships/slideMaster" Target="/ppt/slideMasters/slideMaster1.xml" Id="Rb38168bd35ea4459" /><Relationship Type="http://schemas.openxmlformats.org/officeDocument/2006/relationships/notesMaster" Target="/ppt/notesMasters/notesMaster1.xml" Id="R6a6fa36b41d44230" /><Relationship Type="http://schemas.openxmlformats.org/officeDocument/2006/relationships/presProps" Target="/ppt/presProps.xml" Id="Rfa9d61f59b4e41bc" /><Relationship Type="http://schemas.openxmlformats.org/officeDocument/2006/relationships/tableStyles" Target="/ppt/tableStyles.xml" Id="R343262ce97c146ff" /><Relationship Type="http://schemas.openxmlformats.org/officeDocument/2006/relationships/slide" Target="/ppt/slides/slide1.xml" Id="R42122085e6a54dec" /><Relationship Type="http://schemas.openxmlformats.org/officeDocument/2006/relationships/slide" Target="/ppt/slides/slide2.xml" Id="R566e8421dd664fe4" /><Relationship Type="http://schemas.openxmlformats.org/officeDocument/2006/relationships/slide" Target="/ppt/slides/slide3.xml" Id="Rd8a0398680784727" /><Relationship Type="http://schemas.openxmlformats.org/officeDocument/2006/relationships/slide" Target="/ppt/slides/slide4.xml" Id="R0d222f1b8d0e433f" /><Relationship Type="http://schemas.openxmlformats.org/officeDocument/2006/relationships/slide" Target="/ppt/slides/slide5.xml" Id="R3ec4a7e96a5c444c" /><Relationship Type="http://schemas.openxmlformats.org/officeDocument/2006/relationships/slide" Target="/ppt/slides/slide6.xml" Id="R2b0aa08a6e1448c4" /><Relationship Type="http://schemas.openxmlformats.org/officeDocument/2006/relationships/slide" Target="/ppt/slides/slide7.xml" Id="R2f735c86b3f14ec2" /><Relationship Type="http://schemas.openxmlformats.org/officeDocument/2006/relationships/slide" Target="/ppt/slides/slide8.xml" Id="R69e6ec2970a04e81" /><Relationship Type="http://schemas.openxmlformats.org/officeDocument/2006/relationships/slide" Target="/ppt/slides/slide9.xml" Id="Re9825e454d884475" /><Relationship Type="http://schemas.openxmlformats.org/officeDocument/2006/relationships/slide" Target="/ppt/slides/slide10.xml" Id="R2ea55df299fe4e97" /><Relationship Type="http://schemas.openxmlformats.org/officeDocument/2006/relationships/slide" Target="/ppt/slides/slide11.xml" Id="R53c8fd78db7848fb" /><Relationship Type="http://schemas.openxmlformats.org/officeDocument/2006/relationships/slide" Target="/ppt/slides/slide12.xml" Id="Rbc249d1235f14b6f" /><Relationship Type="http://schemas.openxmlformats.org/officeDocument/2006/relationships/slide" Target="/ppt/slides/slide13.xml" Id="R4bf4b7af8c8847aa" /><Relationship Type="http://schemas.openxmlformats.org/officeDocument/2006/relationships/slide" Target="/ppt/slides/slide14.xml" Id="R3f2a481d1c394d0c" /><Relationship Type="http://schemas.openxmlformats.org/officeDocument/2006/relationships/slide" Target="/ppt/slides/slide15.xml" Id="R263e04081bfd4c60" /><Relationship Type="http://schemas.openxmlformats.org/officeDocument/2006/relationships/slide" Target="/ppt/slides/slide16.xml" Id="Rdbe7ff7850774c68" /><Relationship Type="http://schemas.openxmlformats.org/officeDocument/2006/relationships/slide" Target="/ppt/slides/slide17.xml" Id="Rf1c74a22a4d14412" /><Relationship Type="http://schemas.openxmlformats.org/officeDocument/2006/relationships/slide" Target="/ppt/slides/slide18.xml" Id="R23fe161df4c845b6" /><Relationship Type="http://schemas.openxmlformats.org/officeDocument/2006/relationships/slide" Target="/ppt/slides/slide19.xml" Id="R2926998f7e164d39" /><Relationship Type="http://schemas.openxmlformats.org/officeDocument/2006/relationships/slide" Target="/ppt/slides/slide20.xml" Id="Rd1c987d19df047f4" /><Relationship Type="http://schemas.openxmlformats.org/officeDocument/2006/relationships/slide" Target="/ppt/slides/slide21.xml" Id="R05890d06dfad4702" /><Relationship Type="http://schemas.openxmlformats.org/officeDocument/2006/relationships/slide" Target="/ppt/slides/slide22.xml" Id="R45f412f2f1f94bd6" /><Relationship Type="http://schemas.openxmlformats.org/officeDocument/2006/relationships/slide" Target="/ppt/slides/slide23.xml" Id="Rd627781b738b4576" /><Relationship Type="http://schemas.openxmlformats.org/officeDocument/2006/relationships/slide" Target="/ppt/slides/slide24.xml" Id="Rdabaf15356f146c9" /><Relationship Type="http://schemas.openxmlformats.org/officeDocument/2006/relationships/slide" Target="/ppt/slides/slide25.xml" Id="R92f7127c85ed4933" /><Relationship Type="http://schemas.openxmlformats.org/officeDocument/2006/relationships/slide" Target="/ppt/slides/slide26.xml" Id="Ra82ded5805da483c" /><Relationship Type="http://schemas.openxmlformats.org/officeDocument/2006/relationships/slide" Target="/ppt/slides/slide27.xml" Id="Ra8285778de084d88" /><Relationship Type="http://schemas.openxmlformats.org/officeDocument/2006/relationships/slide" Target="/ppt/slides/slide28.xml" Id="R9d4161139e87436d" /><Relationship Type="http://schemas.openxmlformats.org/officeDocument/2006/relationships/slide" Target="/ppt/slides/slide29.xml" Id="R82c1d8ce2eb14a44" /><Relationship Type="http://schemas.openxmlformats.org/officeDocument/2006/relationships/slide" Target="/ppt/slides/slide30.xml" Id="R07d58abfc9134629" /><Relationship Type="http://schemas.openxmlformats.org/officeDocument/2006/relationships/slide" Target="/ppt/slides/slide31.xml" Id="Re44788eea58f4408" /><Relationship Type="http://schemas.openxmlformats.org/officeDocument/2006/relationships/slide" Target="/ppt/slides/slide32.xml" Id="Re62fe35382f147d8" /><Relationship Type="http://schemas.openxmlformats.org/officeDocument/2006/relationships/slide" Target="/ppt/slides/slide33.xml" Id="R4167c63dabde4475" /><Relationship Type="http://schemas.openxmlformats.org/officeDocument/2006/relationships/slide" Target="/ppt/slides/slide34.xml" Id="R07fe807b652740b8" /><Relationship Type="http://schemas.openxmlformats.org/officeDocument/2006/relationships/slide" Target="/ppt/slides/slide35.xml" Id="Rfa85b5dbc7bd42bf" /><Relationship Type="http://schemas.openxmlformats.org/officeDocument/2006/relationships/slide" Target="/ppt/slides/slide36.xml" Id="R57b9166d9fb246c1" /><Relationship Type="http://schemas.openxmlformats.org/officeDocument/2006/relationships/slide" Target="/ppt/slides/slide37.xml" Id="R10af72536ab349a1" /><Relationship Type="http://schemas.openxmlformats.org/officeDocument/2006/relationships/slide" Target="/ppt/slides/slide38.xml" Id="Rf02c29b85a434a02" /><Relationship Type="http://schemas.openxmlformats.org/officeDocument/2006/relationships/slide" Target="/ppt/slides/slide39.xml" Id="R3a286abc287c41c5" /><Relationship Type="http://schemas.openxmlformats.org/officeDocument/2006/relationships/slide" Target="/ppt/slides/slide40.xml" Id="R22832a4d51c3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be6aaef4f42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7b8b24a9ae4192" /><Relationship Type="http://schemas.openxmlformats.org/officeDocument/2006/relationships/notesMaster" Target="/ppt/notesMasters/notesMaster1.xml" Id="Rc69c35136eb346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d23cd0c77488e" /><Relationship Type="http://schemas.openxmlformats.org/officeDocument/2006/relationships/notesMaster" Target="/ppt/notesMasters/notesMaster1.xml" Id="R5d5f4d94bd12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621e60a8cb4140" /><Relationship Type="http://schemas.openxmlformats.org/officeDocument/2006/relationships/notesMaster" Target="/ppt/notesMasters/notesMaster1.xml" Id="Rbb5ef8e493d049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bfe6b886e4fe6" /><Relationship Type="http://schemas.openxmlformats.org/officeDocument/2006/relationships/notesMaster" Target="/ppt/notesMasters/notesMaster1.xml" Id="R1e33bbb6c16949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142373a6c24d50" /><Relationship Type="http://schemas.openxmlformats.org/officeDocument/2006/relationships/notesMaster" Target="/ppt/notesMasters/notesMaster1.xml" Id="R5d367e14298441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9d905ce424fea" /><Relationship Type="http://schemas.openxmlformats.org/officeDocument/2006/relationships/notesMaster" Target="/ppt/notesMasters/notesMaster1.xml" Id="Ra1a064e25cb040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6b02f28ddc4589" /><Relationship Type="http://schemas.openxmlformats.org/officeDocument/2006/relationships/notesMaster" Target="/ppt/notesMasters/notesMaster1.xml" Id="R13271d9df8e247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eaa276a3924398" /><Relationship Type="http://schemas.openxmlformats.org/officeDocument/2006/relationships/notesMaster" Target="/ppt/notesMasters/notesMaster1.xml" Id="Re47f1261c88b42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6af09e40f5493f" /><Relationship Type="http://schemas.openxmlformats.org/officeDocument/2006/relationships/notesMaster" Target="/ppt/notesMasters/notesMaster1.xml" Id="R476500efbe7440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cccccd7954480a" /><Relationship Type="http://schemas.openxmlformats.org/officeDocument/2006/relationships/notesMaster" Target="/ppt/notesMasters/notesMaster1.xml" Id="R3df68866a9fa4d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b2a405db3a4208" /><Relationship Type="http://schemas.openxmlformats.org/officeDocument/2006/relationships/notesMaster" Target="/ppt/notesMasters/notesMaster1.xml" Id="Recc3e8262a684b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932d2d332c4e1a" /><Relationship Type="http://schemas.openxmlformats.org/officeDocument/2006/relationships/notesMaster" Target="/ppt/notesMasters/notesMaster1.xml" Id="Rd456d9bf8fba48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2d4b9f7d0b4f7c" /><Relationship Type="http://schemas.openxmlformats.org/officeDocument/2006/relationships/notesMaster" Target="/ppt/notesMasters/notesMaster1.xml" Id="R1fca773c3dd141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c017b9e8294a52" /><Relationship Type="http://schemas.openxmlformats.org/officeDocument/2006/relationships/notesMaster" Target="/ppt/notesMasters/notesMaster1.xml" Id="Rcd602ca232e049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1e8a283de140b5" /><Relationship Type="http://schemas.openxmlformats.org/officeDocument/2006/relationships/notesMaster" Target="/ppt/notesMasters/notesMaster1.xml" Id="R300d4d9f11914e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d432006b79496d" /><Relationship Type="http://schemas.openxmlformats.org/officeDocument/2006/relationships/notesMaster" Target="/ppt/notesMasters/notesMaster1.xml" Id="R0e013b8a63b54c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e0845d7e934dee" /><Relationship Type="http://schemas.openxmlformats.org/officeDocument/2006/relationships/notesMaster" Target="/ppt/notesMasters/notesMaster1.xml" Id="R9777e0f9535546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fe22caa26445e4" /><Relationship Type="http://schemas.openxmlformats.org/officeDocument/2006/relationships/notesMaster" Target="/ppt/notesMasters/notesMaster1.xml" Id="Rc6406b36ceca44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30f249cd274a46" /><Relationship Type="http://schemas.openxmlformats.org/officeDocument/2006/relationships/notesMaster" Target="/ppt/notesMasters/notesMaster1.xml" Id="R0d44c58261e840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e03ed1d06246ff" /><Relationship Type="http://schemas.openxmlformats.org/officeDocument/2006/relationships/notesMaster" Target="/ppt/notesMasters/notesMaster1.xml" Id="R604fdf8464f149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f94f19c12b4dd7" /><Relationship Type="http://schemas.openxmlformats.org/officeDocument/2006/relationships/notesMaster" Target="/ppt/notesMasters/notesMaster1.xml" Id="R253cb5b251b345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d6747f7ee24432f" /><Relationship Type="http://schemas.openxmlformats.org/officeDocument/2006/relationships/notesMaster" Target="/ppt/notesMasters/notesMaster1.xml" Id="R5a4f0a1d526b40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1e7508e9744658" /><Relationship Type="http://schemas.openxmlformats.org/officeDocument/2006/relationships/notesMaster" Target="/ppt/notesMasters/notesMaster1.xml" Id="Ra049f094d04b49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6385fbf5ff47a5" /><Relationship Type="http://schemas.openxmlformats.org/officeDocument/2006/relationships/notesMaster" Target="/ppt/notesMasters/notesMaster1.xml" Id="R8be389107ac743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6917d6acabb4a04" /><Relationship Type="http://schemas.openxmlformats.org/officeDocument/2006/relationships/notesMaster" Target="/ppt/notesMasters/notesMaster1.xml" Id="R5f23723233e948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83b30f560c42a2" /><Relationship Type="http://schemas.openxmlformats.org/officeDocument/2006/relationships/notesMaster" Target="/ppt/notesMasters/notesMaster1.xml" Id="Re93f5f40797748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6bcbc97d224ac9" /><Relationship Type="http://schemas.openxmlformats.org/officeDocument/2006/relationships/notesMaster" Target="/ppt/notesMasters/notesMaster1.xml" Id="R26104ede47f747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0580ae7a12649d8" /><Relationship Type="http://schemas.openxmlformats.org/officeDocument/2006/relationships/notesMaster" Target="/ppt/notesMasters/notesMaster1.xml" Id="Ra5f96032d18149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4e8d6064e754494" /><Relationship Type="http://schemas.openxmlformats.org/officeDocument/2006/relationships/notesMaster" Target="/ppt/notesMasters/notesMaster1.xml" Id="R300454e2d15a400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bed16f28a9046f8" /><Relationship Type="http://schemas.openxmlformats.org/officeDocument/2006/relationships/notesMaster" Target="/ppt/notesMasters/notesMaster1.xml" Id="R3f02209c5a484ab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df991da0de4e3b" /><Relationship Type="http://schemas.openxmlformats.org/officeDocument/2006/relationships/notesMaster" Target="/ppt/notesMasters/notesMaster1.xml" Id="R402be863f9a944c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abef3447b4c42bc" /><Relationship Type="http://schemas.openxmlformats.org/officeDocument/2006/relationships/notesMaster" Target="/ppt/notesMasters/notesMaster1.xml" Id="R2764a8132f494ee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ca07c0ec5074d6c" /><Relationship Type="http://schemas.openxmlformats.org/officeDocument/2006/relationships/notesMaster" Target="/ppt/notesMasters/notesMaster1.xml" Id="R70816a97ab5144c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8ad993b277749ee" /><Relationship Type="http://schemas.openxmlformats.org/officeDocument/2006/relationships/notesMaster" Target="/ppt/notesMasters/notesMaster1.xml" Id="R7413308befdc440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63c7f9ec5a4714" /><Relationship Type="http://schemas.openxmlformats.org/officeDocument/2006/relationships/notesMaster" Target="/ppt/notesMasters/notesMaster1.xml" Id="Rd5a53cc1dbc8433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bf58de93c6e4675" /><Relationship Type="http://schemas.openxmlformats.org/officeDocument/2006/relationships/notesMaster" Target="/ppt/notesMasters/notesMaster1.xml" Id="R3858e9fdc9c64f3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f94dba765b34e21" /><Relationship Type="http://schemas.openxmlformats.org/officeDocument/2006/relationships/notesMaster" Target="/ppt/notesMasters/notesMaster1.xml" Id="R6071b693048946e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fde9bbdbe244daa" /><Relationship Type="http://schemas.openxmlformats.org/officeDocument/2006/relationships/notesMaster" Target="/ppt/notesMasters/notesMaster1.xml" Id="Rc0563112119349c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3523e2992f540c1" /><Relationship Type="http://schemas.openxmlformats.org/officeDocument/2006/relationships/notesMaster" Target="/ppt/notesMasters/notesMaster1.xml" Id="R91560d0bebbc426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e97f2db17464efc" /><Relationship Type="http://schemas.openxmlformats.org/officeDocument/2006/relationships/notesMaster" Target="/ppt/notesMasters/notesMaster1.xml" Id="R057a81b8d642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63b0e8d0f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daccecf884443" /><Relationship Type="http://schemas.openxmlformats.org/officeDocument/2006/relationships/slideLayout" Target="/ppt/slideLayouts/slideLayout1.xml" Id="R7a8e46b60b9b49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8e46b60b9b49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bf80a38734562" /><Relationship Type="http://schemas.openxmlformats.org/officeDocument/2006/relationships/notesSlide" Target="/ppt/notesSlides/notesSlide1.xml" Id="R4573ddbc2d5d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efd5e50bb49fc" /><Relationship Type="http://schemas.openxmlformats.org/officeDocument/2006/relationships/notesSlide" Target="/ppt/notesSlides/notesSlide2.xml" Id="R982b537064a242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3c335fae14e6b" /><Relationship Type="http://schemas.openxmlformats.org/officeDocument/2006/relationships/notesSlide" Target="/ppt/notesSlides/notesSlide3.xml" Id="R7f2d5b0534084d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d1daa5c284866" /><Relationship Type="http://schemas.openxmlformats.org/officeDocument/2006/relationships/notesSlide" Target="/ppt/notesSlides/notesSlide4.xml" Id="R494bd37814524d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f6e55148748e9" /><Relationship Type="http://schemas.openxmlformats.org/officeDocument/2006/relationships/notesSlide" Target="/ppt/notesSlides/notesSlide5.xml" Id="R39dce78afa954d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e1952bfaa444c" /><Relationship Type="http://schemas.openxmlformats.org/officeDocument/2006/relationships/notesSlide" Target="/ppt/notesSlides/notesSlide6.xml" Id="Ra3931c26a53140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a8dfa90974de9" /><Relationship Type="http://schemas.openxmlformats.org/officeDocument/2006/relationships/notesSlide" Target="/ppt/notesSlides/notesSlide7.xml" Id="Rfab671d626c441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31397f2204b84" /><Relationship Type="http://schemas.openxmlformats.org/officeDocument/2006/relationships/notesSlide" Target="/ppt/notesSlides/notesSlide8.xml" Id="R99a384c290dc4a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d51568ac040ca" /><Relationship Type="http://schemas.openxmlformats.org/officeDocument/2006/relationships/notesSlide" Target="/ppt/notesSlides/notesSlide9.xml" Id="Rda4fd4e8f8b647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4ac77ea35448f" /><Relationship Type="http://schemas.openxmlformats.org/officeDocument/2006/relationships/notesSlide" Target="/ppt/notesSlides/notesSlide10.xml" Id="R84de32ec8db548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d02ad021e4a1c" /><Relationship Type="http://schemas.openxmlformats.org/officeDocument/2006/relationships/notesSlide" Target="/ppt/notesSlides/notesSlide11.xml" Id="R5841a23b2d5147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f22c4b434418c" /><Relationship Type="http://schemas.openxmlformats.org/officeDocument/2006/relationships/notesSlide" Target="/ppt/notesSlides/notesSlide12.xml" Id="Rd0cfbaf5bdfc4e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d4c0802b04189" /><Relationship Type="http://schemas.openxmlformats.org/officeDocument/2006/relationships/notesSlide" Target="/ppt/notesSlides/notesSlide13.xml" Id="Rc94164a467394a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2d132e0634640" /><Relationship Type="http://schemas.openxmlformats.org/officeDocument/2006/relationships/notesSlide" Target="/ppt/notesSlides/notesSlide14.xml" Id="R22b8656189ea4e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e4022685e4b69" /><Relationship Type="http://schemas.openxmlformats.org/officeDocument/2006/relationships/notesSlide" Target="/ppt/notesSlides/notesSlide15.xml" Id="R3bddb2530be14f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3a4b6453d4345" /><Relationship Type="http://schemas.openxmlformats.org/officeDocument/2006/relationships/notesSlide" Target="/ppt/notesSlides/notesSlide16.xml" Id="Ra068fbed4ee648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91bdb286e43f1" /><Relationship Type="http://schemas.openxmlformats.org/officeDocument/2006/relationships/notesSlide" Target="/ppt/notesSlides/notesSlide17.xml" Id="Rb4105db28ae44f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ce97b4672486b" /><Relationship Type="http://schemas.openxmlformats.org/officeDocument/2006/relationships/notesSlide" Target="/ppt/notesSlides/notesSlide18.xml" Id="R3329d73951ec4f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dc35891dd4ef1" /><Relationship Type="http://schemas.openxmlformats.org/officeDocument/2006/relationships/notesSlide" Target="/ppt/notesSlides/notesSlide19.xml" Id="R836888c9532d47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3b83940694949" /><Relationship Type="http://schemas.openxmlformats.org/officeDocument/2006/relationships/notesSlide" Target="/ppt/notesSlides/notesSlide20.xml" Id="R3c567dfc38994c9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2596cb2834964" /><Relationship Type="http://schemas.openxmlformats.org/officeDocument/2006/relationships/notesSlide" Target="/ppt/notesSlides/notesSlide21.xml" Id="R40de795b6639444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72f32a3c444b5" /><Relationship Type="http://schemas.openxmlformats.org/officeDocument/2006/relationships/notesSlide" Target="/ppt/notesSlides/notesSlide22.xml" Id="R732c2f4e15da4c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54cdd45814193" /><Relationship Type="http://schemas.openxmlformats.org/officeDocument/2006/relationships/notesSlide" Target="/ppt/notesSlides/notesSlide23.xml" Id="Rfeea8679ed7d4b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8f2d68e9148fa" /><Relationship Type="http://schemas.openxmlformats.org/officeDocument/2006/relationships/notesSlide" Target="/ppt/notesSlides/notesSlide24.xml" Id="R3efb784179b34c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df8b77b8e4cc1" /><Relationship Type="http://schemas.openxmlformats.org/officeDocument/2006/relationships/notesSlide" Target="/ppt/notesSlides/notesSlide25.xml" Id="R1a1c5bab573b45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4efdb896b4fe6" /><Relationship Type="http://schemas.openxmlformats.org/officeDocument/2006/relationships/notesSlide" Target="/ppt/notesSlides/notesSlide26.xml" Id="Rdd6e762c76d844c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7383acd8c48ed" /><Relationship Type="http://schemas.openxmlformats.org/officeDocument/2006/relationships/notesSlide" Target="/ppt/notesSlides/notesSlide27.xml" Id="Rfa54cc46a50c41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db55e595045b5" /><Relationship Type="http://schemas.openxmlformats.org/officeDocument/2006/relationships/notesSlide" Target="/ppt/notesSlides/notesSlide28.xml" Id="R79aeb690fe10497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c3f9227c84c49" /><Relationship Type="http://schemas.openxmlformats.org/officeDocument/2006/relationships/notesSlide" Target="/ppt/notesSlides/notesSlide29.xml" Id="Raff0603073114b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dbc0a232d4c2c" /><Relationship Type="http://schemas.openxmlformats.org/officeDocument/2006/relationships/notesSlide" Target="/ppt/notesSlides/notesSlide30.xml" Id="R2904d9aa41304dd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7ded63bbb42ee" /><Relationship Type="http://schemas.openxmlformats.org/officeDocument/2006/relationships/notesSlide" Target="/ppt/notesSlides/notesSlide31.xml" Id="R9a14e98d37bb4a3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2ba9ef1a64045" /><Relationship Type="http://schemas.openxmlformats.org/officeDocument/2006/relationships/notesSlide" Target="/ppt/notesSlides/notesSlide32.xml" Id="R35f5dad90e24455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35e1c74534c6a" /><Relationship Type="http://schemas.openxmlformats.org/officeDocument/2006/relationships/notesSlide" Target="/ppt/notesSlides/notesSlide33.xml" Id="Ra29b25e15f97447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7d20fc0c74b7c" /><Relationship Type="http://schemas.openxmlformats.org/officeDocument/2006/relationships/notesSlide" Target="/ppt/notesSlides/notesSlide34.xml" Id="R28d389733ea24e0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b8ec1a33c40cc" /><Relationship Type="http://schemas.openxmlformats.org/officeDocument/2006/relationships/notesSlide" Target="/ppt/notesSlides/notesSlide35.xml" Id="R15d7f438cca1489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73e775fc04f6d" /><Relationship Type="http://schemas.openxmlformats.org/officeDocument/2006/relationships/notesSlide" Target="/ppt/notesSlides/notesSlide36.xml" Id="Rf19b8db0fa784d9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59791ce704328" /><Relationship Type="http://schemas.openxmlformats.org/officeDocument/2006/relationships/notesSlide" Target="/ppt/notesSlides/notesSlide37.xml" Id="Rdcbe959b5f984a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cfbcd75804e2f" /><Relationship Type="http://schemas.openxmlformats.org/officeDocument/2006/relationships/notesSlide" Target="/ppt/notesSlides/notesSlide38.xml" Id="R3bc182ce9fed4d3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9db62f70b42e9" /><Relationship Type="http://schemas.openxmlformats.org/officeDocument/2006/relationships/notesSlide" Target="/ppt/notesSlides/notesSlide39.xml" Id="R3544f5d554e047c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554e63f0446d3" /><Relationship Type="http://schemas.openxmlformats.org/officeDocument/2006/relationships/notesSlide" Target="/ppt/notesSlides/notesSlide40.xml" Id="Rd618923d4aa346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7A93F-D416-4255-A16E-BE0FE92D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586ED-B54F-458C-9EE7-59491E9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Union Executive : Parliamentary System, Union Executive - President, Prime Minister, Union Cabinet, Parliament - LS and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ED74F-B70B-4CF3-A2E7-A62ADC83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55398-284A-4A7E-ACF5-E5459D0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275FA-F473-41C9-9193-2D27D2F6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18196-8187-4B4F-9253-E9349025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8FA4F-5892-4CB3-8016-C8F81225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0A65B-BDB8-4AB1-8DDF-6878FC38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3688C-C70F-47F0-8571-359DE25E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C8247-B2F9-4E93-9D5E-D58A1D45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1ADF3-5EF5-45DB-8FC4-C8DCA9D9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B4B6A-DC9D-4980-8B6D-FFD650C2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283B0-A83C-4E82-A64C-8D6B15F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18204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7A139-1E98-4E01-B0E3-8E32B8B3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2BCC-EFF3-418E-B0FA-C2A333F3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B13F8-F3E8-4D8E-A374-18D1EB94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6172-2671-414D-A443-4DE87E1C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E7AD-DB2F-46A3-851E-ABF8799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BC811-C560-48E4-99C8-6A98CA65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EA4C1-DE34-4F0A-9412-D045A30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412FD-F7BF-4686-8215-67792090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7A300-4F12-4322-844E-FF7E4D9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AB6BA-6B02-4689-BD3F-CB808863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D49B1-ABA3-4B9D-8D7A-4C2D6403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0D594-4B30-41ED-AAB9-C646C644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29041-8D2E-4503-8D7F-6A247809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56FC5-A7E1-4592-A120-CB310D1E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4EC10-AE6E-45EE-A1A3-12C48D8B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68046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3A972-87FF-4C23-9A01-DAA6105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AE658-B31F-4E9C-983B-5D49B74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43BF1-3D3B-4D5A-8150-C9491F5E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D711F-72A7-4040-B944-0B79971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9DF0C-3F81-4353-9E6D-23EB6FB7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9E9CA-DE37-48BB-B5E3-9785589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CC2D1-20C2-48FF-9FED-09AE4BC8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ED1E8-1B70-4524-A8C7-C40D52C8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C2C10-5CE1-4324-A827-843709F0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Union Executive : Parliamentary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0C12C-960A-4DBD-9287-00BC305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BB3FD-DF09-44F5-A0D3-596B6A34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CD124-6B07-4720-8E0F-4C8C123C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Union Executive - President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029A0-15D7-4DAF-83F9-5D4F73B0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83CA-B78A-459C-AC7E-2F0AEEE7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18E55-D54E-4209-A527-5DC68367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Prime Minister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E07C5-9151-4772-BE3B-CF8A80F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A1C8E-83A2-45EC-AF45-76C038B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2F5B1-3778-45CF-8DD1-599C415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Union Cabinet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3EFE7-29AD-48A9-A020-EFA18B2D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5ECFA-1EEB-4A17-8D8B-4AD4B31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2AE71-89FF-4880-A24E-230E9B6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Parliament - LS and 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4476D-46C9-4C35-9ABD-4307533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2CEA9-913E-405B-BAEE-90408A63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6E7E4-6E26-47C8-BC4D-3DB1E371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Parliamentary Committees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A2C60-6D9C-4E9B-8901-4D9CD333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40F74-69B8-4DA0-8D8A-A70CDA1C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5DAB7-740D-49D5-B5C6-162CFD1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Importa nt Parliamentary Terminologies. Supreme Court of...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CF5EBB-C9F5-430B-8229-1B7D537B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4A018-36CB-41FE-BC7A-29D9FF31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06444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84E4F-128C-403D-A837-F78174EC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9D408-D5E5-4DAE-B1B6-B0B063F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AC0D7-A88E-4A07-A36E-66865BE8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065D2-9102-4136-8255-5298466F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303D9-678F-42E0-8A5C-0DE135DC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517D9-C42C-406C-8227-3ACD9FCD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D6AC3-6784-4B54-9DE9-857279D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D6097-47B0-4BCB-945B-96CCDEC3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Union Executive : Parliamentary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BB062-7821-4DB3-939D-63C1EDCA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8E540-C098-499D-86A6-E6B7169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EDA84-57E5-44F9-8CB6-6B211E9D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Union Executive - President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D251E-FB7C-427C-84A1-17AC7930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615FB-1220-4E16-99A6-E8A596C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853EB-7287-4AAC-9F1D-05E3C486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Prime Minister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72322-E8B8-4068-8BAD-C706F61E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E599E-967E-4A85-9688-23A907D5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4A32A-5761-4A97-9A60-6367929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Union Cabinet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074A1-B89C-4567-8BCB-50CD832A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07CAA-6EAB-4755-8191-FC8B8B70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918DF-4A6D-4DE3-82F8-0C601E85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Parliament - LS and 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56FE6-9C28-470C-B5D6-38A6CAA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EF922-8819-4DFC-AA17-920D4101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83C89-AEAD-4898-B489-290E555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Parliamentary Committees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A42D9-896D-4A99-85D6-D7AB8983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5BFDC-5E9C-4702-8259-61397E02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FF408-5A60-4FA3-A832-4582685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Importa nt Parliamentary Terminologies. Supreme Court of....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307DA-A47B-4727-87E6-5CC2009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1E3AE-9259-40A3-ACB7-DC9C96E0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DA633-A20C-4CAA-A747-90223EBB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54615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39F24-4900-453A-8683-8B63B04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6BEC1-AE41-4118-A7B5-74359B6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516F5-50D0-4B82-BC01-4E1BF3F7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BA35F-BE90-44CF-BA45-E5D88C80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49089-B846-450F-9CD6-011A9F6C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5FB3A-5A6F-4E12-8631-A1AC0809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Executive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AE67B-9FAB-476E-86CE-2419FB52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Parliamentary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87DC6-6E28-4B86-BCFF-BBC997F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President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C2758-AF67-4303-9305-B8434EE4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35DD4-50BD-433D-89A5-D73223B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Minister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157C5-9382-40F0-83D1-58F26A09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Cabinet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86496-FC8F-4335-866E-A816EF1A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Parliament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764E5-EDAE-4DDD-8170-5FFADAE6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Committees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96F3E-147F-44C4-8156-C30BE4E4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Importa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54C7D-9CCE-4CC6-9B46-4B8F943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2DD74-88A9-4440-8359-EA98553A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08502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78345-1B4B-45C0-8694-B892A22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1C12D-FA61-4453-AB5D-5960E492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69541-C903-48B1-8A88-80968CE8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98547-34A1-4DD2-BB9A-4BCFB21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4AD4F-3AA6-448F-AA8F-257D0D97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Union Executive : Parliamentary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EF876-2D69-4E06-AE7E-5EEE0C27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Union Executive : Parliamentary System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ABA31-C7FE-4FE4-93A7-C8CF04FC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8BE08-694A-4FD9-910A-263E0F72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8A5A9-AC58-4A9E-BD6E-FCB88362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BD9E4-2C11-4486-9E08-15C9760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E5C88-BA08-4802-8BA5-1876B9B2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5C9CA-D3F7-4FC1-B036-7987C9B7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78ECF-A89B-4CAA-87DE-BBC71203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F5B1A-1045-4826-86F4-CB6DBEFC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B7EE8-4C5D-4470-9A8C-FA8C96A1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00EE2-788E-46E6-AAD7-49C8D192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38900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1B56D-0559-4141-B208-70F96EA9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8FC9A-2BF7-4AAB-82EC-4554B69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6A6A4-63AB-457C-A771-E87B3C0E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C69D8-81FA-423A-A86E-A88F027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EC800-1077-44BD-A987-5873692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A3887-855B-4F14-AE87-C04990D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BE6D1-800B-41AA-8F00-2B92D9F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2809D-A211-42B4-A6F8-1FEFC4E0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9236F-1F8B-4EA1-B8AD-0520396D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Union Executive 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B2626-3BAF-494E-AD19-742F7142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6FA12-CACD-4F09-88D9-02EE8699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559D7-D5AE-41EB-91AD-AAAB9A7C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Union Executiv...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493B1-B8B7-4378-BD29-1AD64FA9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7F0ED-104B-4ED9-95D3-20F797D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FABA7-E998-4E37-8E1E-8340702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Union Executive 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B3765-7DB8-4CB8-A0AF-E08B1096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186D7-3384-434B-90E6-A717FE22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DEEC8-5144-489E-915A-6E94A639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Union Executive 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33EF4-9B0E-4A2E-B866-89D0DCE7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B249A-4126-4E2A-8167-7E3F4E1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E5ABA-6EE9-4FE9-B0FD-8393343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Union Executive...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2D381-CDB9-4DB1-BC60-52CBE4E1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0321A-B46C-436F-AFC2-748BEC99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44917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076B6-A87C-4BAB-8F8B-FA54AC63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4EA55-F591-4429-9298-843FB397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45D57-0878-460E-9FA9-8A1D8E69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1069-9D23-46C1-8343-F289E4F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BFEA0-1E5A-48F8-BCFB-0B23FF03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9B1F5-7FA0-4FEC-8CA4-174DF38B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C2A19-2061-44FA-84AF-093498E8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BEEE3-A564-4805-9F25-B2899AC6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9C7C0-F0D8-4115-9D51-A2E62CCC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A0BB9-CC59-4D47-8A62-BE9C223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6FDB2-60B2-48D9-941F-830BC73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9FED4-46BF-4411-B324-6654504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3E075-0798-49C3-807B-75332555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DEF38-3B0F-4FBA-A32F-8D168971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A305A-11CA-4520-A799-05A0FBC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81249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305E2-FA52-4601-AEF4-E8009248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C50FF-3E65-4563-B2B2-EBCE3270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6219C-F131-4C4C-A8D3-536A2B0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C4402-3968-4902-83AD-A57AD14A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DD020-E275-44ED-A27B-41F7B90A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82CB8-E507-4C2F-8CAE-23B52ECC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Union Executive : Parliamentary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3E82D-E171-48AF-B73B-D726C6DB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5218C-FC61-426F-A81A-C4624325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7EA68-28C7-41EA-94B4-FD5E5E9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812EA-1A46-4EF4-B688-AA9AA1C4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B8814-787E-48E1-9531-FC5321E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282672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7E92C-321B-408D-A657-A4E81CE7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E5B2-CDCC-488B-8EA0-8C780FAF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4F475-BC48-4753-BC4C-F51AA23C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9053F-78FC-416B-8111-570800CB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2DE52-1B40-49CB-9A1C-137FB5E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Union Executive - President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E3E9D-D5BC-457C-88D0-E61E66FE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Union Executive - President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36C40-FDD4-48CC-938D-6B39320D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4D3BE-C1F3-4905-A7D6-50C1AC38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3B5A3-F60B-489C-82A7-E7DEA7A5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85E9E-0501-44E0-A39F-EC1537ED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447D3-F3C9-4BE4-B6DA-076E1D1B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08DAB-5B54-4D8A-B038-3C0D3057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2A250-F7A0-4923-9A81-066DDB84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48D47-ECE3-4007-8D72-2BF0602C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A3CAB-5877-4179-B233-28A2669B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1DE71-4138-41E1-B400-78F69F17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123713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02EE3-A87A-4F96-BAB2-1C7352A8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50F82-A5F2-4784-A79B-587A91A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7E654-C69F-400A-99BE-0492DF14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A34DC-FDB8-4108-8E16-4BFEECE2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09EF4-372A-4A2E-9C84-8EB32390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93DCA-1262-426C-9116-7C382130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15EB9-958D-4402-A091-6C484C86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BF4AF-D87C-4950-9246-40B27F96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5CD7D-435D-406A-B83C-8D15BD77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Union Executive -...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C0DCA-4BD6-4FBD-9BC8-5AF4C1C2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6072E-6A38-4F06-971B-17FD3322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6FF1E-2FAA-42D2-994D-F687EF8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Union Executiv...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1999D-409B-41AA-845A-BE8199A8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50AAE-1658-4349-B5C4-23AB4C8F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25507-A1C1-4580-A04C-FBE08272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Union Executive 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DF9D9-3DBA-4A31-B514-6B56D8ED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1E7B9-FEC8-498F-8520-78F1A57A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8A3CF-47FE-4C22-A344-E30D8329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Union Executive 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96091-3FBE-4CA2-9441-52B7DF41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88C35-5FCB-433D-88D4-F04A7C1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1737C-873F-4D03-AA31-E41FA381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Union Executive...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E744A-873D-442B-8FFB-17A90E9F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60193-6011-475B-954D-352EC3C6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40576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A07DE-8B4C-4708-A681-999EFC5C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92244-CA94-4A03-84AF-C457954C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19E55-B9F1-42F8-9B2C-9DDEC6C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2E323-9205-474C-AD80-CAD90F26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6E1E1-2084-41A4-A417-73D620D8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E50B1-0736-4121-822B-E398B2E5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2B8BE-EDF7-4094-B79A-A225D2E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3983F-B642-4C4D-BF0F-D081394B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5BBEE-0DDF-4231-A9E1-36EE50C8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443D4-F666-482E-9882-6E69DF7A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2EA66-147A-4AFC-AFE9-C80571D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6C0EC-0D8A-4DC8-8861-38D95FCF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948A6-B2D6-492B-8781-CDCCB21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2BD7F-921A-4EA1-82B8-A259D04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4090C-12B1-40F2-B382-7F22DEF2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439573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C3222-9AA8-48C3-934E-5E08F77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C747A-2AD2-4A85-9C13-CF4D776F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5CFE4-A7B9-46B0-8AD4-17946DA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B56C6-AC8F-408B-9B4F-E7EDAD81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3E08B-EB70-4FA6-B132-79CFF1B8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2FDBC-A090-4580-9760-01897283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Union Executive - President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A44CD-CD16-4B6E-A147-ADB0ACC5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BF628-8D71-4EB7-A216-C29D34F8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2FCA2-3DEE-4C76-BE10-EC3B2E9A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74B1-5129-4E16-8B03-CB76D5D5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2092B-B642-43CE-9689-2B27859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424198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EC6B2-A353-4452-99DB-46FE82C8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29C4F-DAF9-4A0B-A138-D68F0AB2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FBFB-B3DD-4A6C-8E48-CABA7B50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86B95-27B5-4AA1-81E3-BE8F3661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0FE5A-FB1A-4E66-AC22-721251B3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Prime Minister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E6EC7-CF84-487C-A38B-F5DE926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Prime Minister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2025B-1392-40E4-AE75-6555E1C0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D50B3-F5B7-463E-B94B-7E4EF0D5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3661E-E0EF-49AD-9825-81044A08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8F89E-7AD8-476A-A2F6-A65700C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F885A-6704-4B0D-B8FE-9F238FEE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B2A61-4D2F-49B0-8BB5-3E15BD1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44CEB-B01F-4606-9FE4-B33F9A7A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2387F-386A-47E0-83FE-1B27626E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4539C-6489-4A36-BBB4-9DED6BC6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7A759-EC8D-4DA3-BD13-B7896208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70584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83379-14D7-4CD4-8FFB-D0FD2FB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BE677-356C-47D4-AC72-E914CD7F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E38C4-CF96-4EA7-A958-BC103D7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5C963-E241-49F0-B4FE-04DEDB44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75589-EF77-48F5-B4C8-0250E05D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6B319-880B-43FE-A57C-EA5CCDF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883EF-582C-41F8-A7F4-00A4EBCA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57175-1A8A-4F0B-95B1-FE3E5251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7C4B0-9249-43DA-89C7-098085DD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Prime Minister.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FCA59-EB68-47F3-95E7-1B45F2A8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3D607-9C14-4AE7-84B7-31E80292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D7BB6-00DB-4730-ADFE-A6A60C67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Prime Minister.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D95EA-152D-47A4-908B-5B05F82A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043FA-66C5-47D8-B191-176205F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47903-CF54-471A-BC93-CFB2400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Prime Minister.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44022-F481-4A77-BF87-465D8A98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7B1F4-0CD1-445A-8A60-1E9E87A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79946-5D35-41A4-B84A-897F502B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Prime Minister.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248C5-9120-4CBF-A0A7-BB069ED0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4C249-F1F9-47FC-8293-A1A24903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9D9AE-0174-42BD-B982-2D0566E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Prime Minister.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437CD-59B4-4F5F-AD56-8D6B75A5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41501-173A-49A6-A95D-60DFEE15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125651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77956-6017-4EE6-8109-781FE25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C3F74-4BE5-4F98-A600-8404130A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E7382-BFDA-417F-AF9D-72F433D0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A64AA-6B67-4F8B-B484-442C3F7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668E4-D0C8-4D7E-A32C-566E884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82317-2BBF-4C16-84B8-03A0592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D5A0F-7F3F-49D1-823B-6C8AEE9D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9A43A-0114-4224-B45B-48BCC5E7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1AD5E-C116-4B5A-9DFF-8F0AD048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6E819-728A-450E-BBF3-D0D37DE6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026E7-487F-4319-9505-CB3D0769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6A447-F6C2-4AC1-9ADC-D22B34F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98D72-AC54-4F73-A3FA-6421A502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5B092-60C8-4B37-9333-C24E587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47014-C338-42F9-AEC4-26B088D4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542214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DF4B4-AFB0-4D14-B6B1-AAABFED4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42BA7-3284-4C02-BC0A-DA70BAC9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4DDA1-DB4F-453F-8F6D-48475E3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7D041-4D96-4FA6-B061-7B164DB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0F350-11FF-49A3-B89C-B211DBA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F27FA-D6D3-41C7-8EBF-93ED86A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Prime Minister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A134F-5DA0-4451-AF71-3952FCFF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A07B2-43F1-4BB5-BE0E-835A06E4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C1C8D-9FF7-45B5-847C-D1C992F7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E2076-5C69-4418-89CC-E621F7CC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4098F-D6FC-4962-88E3-34BD8324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09817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090C0-5A64-4CF0-81A2-1717296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FC8D9-06FD-4831-B5F6-FFB5090F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6968D-AAE0-45D3-B9C7-E1FCD9D3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ABA3D-0FF7-4533-BC1F-A6B84053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F1B3E-1D81-4152-A537-F2ED7DA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Union Cabinet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195C1-133E-45FA-B9CF-2062BDBF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Union Cabinet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6B49-FED2-45A6-89A9-F5070EB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4A25F-F782-4CE1-AFAE-34DA7F8B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3A433-BFFD-4B61-BA42-C60F53F8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70239-9724-4043-A3DB-48C9812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22B0D-47EF-4241-B8B8-06D4BFB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DA4E8-A681-4180-8F48-9E3C2C2D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D9F8D-3817-4133-B20E-5AF0CFCD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505B3-6AB4-4808-B2EE-96D089DD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5F5B8-B1D2-4E34-A6C4-DE1EABFF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3F668-819D-40E7-B1B3-83BC78EF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482526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7C287-5863-4C60-8BD3-21E486F4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2A85C-CBF1-4D14-B8EA-3E853939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FACF6-225F-47EF-A5D4-08F471AB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E4A82-A980-4C34-92D4-C110DCA9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26FFE-84A4-49B1-BA9D-1CBDF433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BCA33-3002-4ABE-A1AC-9457A276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D0785-C6F4-455A-8EC4-F8B6FB7F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CDE79-A57A-4256-AE36-3328310A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25D5D-2EF5-46E0-9DC8-B3D033A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Union Cabinet.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982EA-9B4C-4EA5-8364-216C6FF5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103D6-B62F-4C1E-AF5E-F4CCD74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46483-0B18-4A35-AD84-51F0DA2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Union Cabinet.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BA53A-8DAF-44F7-84E9-56AD2570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312BE-028C-4832-863B-2AE4C34E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FD4A1-8F6E-4497-AA8F-F60D4077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Union Cabinet.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8770A-A08C-41C8-A6CB-75E02130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EE264-DF0E-4FF4-B007-FDEC9C76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05E26-62EC-467B-8879-67042F8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Union Cabinet.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5A4A3-CDAD-481F-94E9-5DA750F6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C80E1-A44A-4DCE-A6AD-0F8FAB9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0F6DE-74EB-41F2-BB6D-98F4F343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Union Cabinet.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3BD60-AD18-4F26-A393-1E48240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3671B-57F5-4AAA-AADB-F715530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19884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E272A-B4A5-4D45-8B6D-BAC08F3F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397D8-2B63-4E7C-BBBB-4A28008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B54D9-F7B0-43BB-ACE4-B482F9F1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A1DBF-B56B-425C-9E52-FCE2C377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5B873-8D2D-4634-AA5E-CC96833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23C53-6BED-470A-B357-30B9CA6D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EFA77-0B93-4A01-8589-1D1CFFC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E09DF-A12B-4737-B72D-8F3131D6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4AF2B-B1ED-4B57-86DD-52280F93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F28CC-287D-41E4-94B2-10E3E06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2DE0C-DFEF-482C-B8FC-AA17EE1B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AD5EA-A00D-4B6A-BE4A-2FC0641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27707-5610-46FA-870C-F2D39EF8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BDBD3-51CD-423C-8B00-104AFE4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E5DDC-74F5-4840-BE17-C45D31F6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044028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B2922-536B-4198-8877-BEB79AE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6E26F-A3A2-4280-BB5D-30114385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A5E16-1567-4DCD-A36E-33CCBD8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B15B7-29E3-4717-8CD5-4762743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1C3A2-83C8-420C-B4E0-73C922DA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3A726-546C-4FEB-84EB-FEE304B1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Union Cabinet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9B33E-549F-4F4C-8E62-B76C5818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00C84-F2E8-4D2E-AE9D-52A77F1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CB7C9-AF5B-4D45-A363-E40573F9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C1C0A-2FD4-46D1-ABDA-F1142A57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CC66A-58A9-449E-9456-A37FABA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06463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5C115-75B3-44C1-80FE-F1E02227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8126E-FBA4-4F4A-8741-175D0A0E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DF81E-B423-4443-97C4-C484190C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AD5D0-109F-4C80-BA72-537AFDBF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2F9B-3A14-4616-B4C3-A0A1455D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Parliament - LS and 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20B5C-A2A8-4B8C-A639-434FBABE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Parliament - LS and RS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4FA54-E782-4D40-8091-E292700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864E1-9F32-48F1-9950-A9DD4E6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11E54-A2F4-4658-90C6-0EDED45E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5B79C-1B06-4A32-90A7-2A97596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01B8D-DD87-47A1-BC16-6F4367F0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C44A5-7AFE-418D-A1F2-126379DD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2F0AE-1965-48D9-A0E5-623BF41E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4CF02-E8E7-4C43-86FC-2D53EDE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FB39E-4628-4F8F-BE92-08DD3BEF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CB9C6-A3A7-4DDC-85CF-FE8173AA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044197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29FEC-8438-425E-B346-88FD6416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45495-3094-4B54-BCD9-836FFFA1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844D9-249F-4ED6-ADE0-02E48F7C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A1BBF-55A5-4B81-928E-7441E2A5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900E3-0F7B-450D-B185-85F40F03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E69CB-2B14-4FCB-8EE0-17D0D460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C74A5-EAB2-4024-B1C6-60599878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1CA1C-D314-44E9-BBD4-69BA6FDC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E31CF-31CC-4DC9-A61C-8318D0F4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Parliament - LS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1C9D0-D7AB-43C1-830B-671C59D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543A4-FD88-4113-B9F8-B6247EDA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E034-9F8B-4089-B0BB-D6B984E8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Parliament - 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C8E85-1F92-4960-A50B-869ACD0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EAE75-EC1F-403C-B6CA-E5281BFA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14A3F-3BEC-4095-9E7A-D66ED49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Parliament - LS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4ADB9-7D0D-4458-BDFD-E491B831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1311E-4838-48AB-853E-F2B306CC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A02E6-463D-42CE-98FA-34D2F878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Parliament - LS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0D3C7-4FC3-4C54-93CB-5030BE5F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02699-F4E2-44BD-B6EC-BAEB42F1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1AA2C-7B50-48D7-A9D1-1E8123A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Parliament - LS...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35508-B0AC-447B-98CF-360903F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CF033-074B-4D4C-BA8D-53553790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117603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AF9F7-A3E5-4CFF-8D23-5C1343E9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064BD-F9D7-480B-A665-45178954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C4484-262F-4A88-B723-CAB4952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FB4D0-F687-448A-8911-3F08FC1F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0221B-DB7F-4996-8280-DE7A9715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0EA58-9DB7-4453-96F6-F4560F2B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0BC6F-E7DB-4DD9-8889-B425DAB7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1AC76-61AC-4DD0-A9E4-04B2B59D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31DB4-2D4F-4D09-AC3D-FF981B5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709BF-594D-4FC3-8353-3C948B0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A1A5E-4345-41BC-8BD8-B5A8393C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A4C67-45AE-4A04-91DB-81B456E3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C4982-F4F8-4076-AFF3-CA3F164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844E5-2356-4348-B82F-681C9978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968D1-9E04-48B8-87FA-34FC1FC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281827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F96EA-CF72-4FD4-BFF9-3B7BD3A9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D8D64-E653-4EF8-81D4-8DE19099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EFCE6-74B1-4302-9823-B0DE162F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0E34D-09FC-4C7C-BB55-26160EDF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966EB-FAD8-4D1D-8A0B-316E0861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2AB38-4131-4AE2-8613-FE3668D4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Parliament - LS and 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22D30-8D06-4250-8104-BBFD017F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34CF5-8248-45C2-8A2E-8CACC2DD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02021-4726-464C-A9EB-3CA55B49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E642D-DD62-4398-8372-AEE946C0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9AB1A-E872-4152-8C15-E8DA362C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73363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D0E07-6262-4FB2-A3FB-2419BB32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C5EF0-1410-48E8-A4B7-C5A14E5D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1E32C-556D-4E6B-A2FD-0008243B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89C73-5FA4-4A13-BF30-6F5B984F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17B00-070E-43B8-8A76-B6B2C7E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Parliamentary Committees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A29BA-1743-4E92-8C6D-EB2E8497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Parliamentary Committees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F9783-2F3E-432C-B3BE-59A6817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E6B0C-6473-461D-AABF-FC895F99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EC8F1-BECB-44E6-A14A-8A69A52D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66C6A-43FB-48A8-AF13-BFA2C7E4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C4440-6882-4525-ABD5-72C7DD6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133B8-84B0-4B5A-A94B-6E10B293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2F2B9-192A-4ABA-A151-01CAEA15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EE7CD-AAC6-4D97-B894-5B902C42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2138A-4388-494B-B86B-1EDB0AB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7154A-5743-4D8E-BEEC-047AE2F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630236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69B78-8D19-434E-9634-44F9FC87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D1F97-377E-44C1-ABFD-35680FA0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05785-9F67-4CA8-8344-05D72D21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99615-F69F-4D2C-A032-D06D8444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5C61F-2424-4AB9-B360-9C8B9BF9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316DC-8B9E-4166-BFDD-CA54DDA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8958F-2B1D-4515-B703-E0CBCEC9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29577-5FCF-4FE7-BF98-60B59C0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A38D9-A38A-45F0-9BEE-630B5948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Parliamentary Comm...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E6B95-FAC1-441F-B689-0B08D99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F4145-C1B6-4848-BDBA-19625916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0A414-B888-4B2C-A308-4FE01214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Parliamentary...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FBDEB-3FA1-4C4F-9D49-857E197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58AAD-4608-4B02-9FB3-8D436FC9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5E055-7BC4-40FD-9F7D-D9F5391E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Parliamentary Comm...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3A629-EAE2-4AD2-88AA-3CE2268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4867D-9ED1-4996-988C-9C00D29B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C4CC3-A8C6-4447-BB41-3BE7843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Parliamentary Com...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39FFC-22DB-44FA-9A13-798407DC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C7311-0B85-4938-94E7-23795F9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7FBE1-B72A-475E-9F55-61E6DDF6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Parliamentary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A563D-631A-4949-9216-CBA806E4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BD7B9-DB57-4B54-BA56-29D18076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556961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7D19E-58B6-4BE5-96C5-CDB22E37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E4804-9738-4107-BD29-91295443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506CF-185C-46C9-9BD0-ED2EEB37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613C7-9F39-4266-873F-E942C2C5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DF002-88CE-4214-AD57-1CD6BF9A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DF3B5-DFB8-41BF-A8AE-C166AEB1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C1401-3B1C-40CA-B345-392F0BA5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8DEA9-DB7F-4F0C-98C0-3F704529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716CA-A303-4F15-9A31-9200F2B2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4226B-3373-43F7-BBDB-F44AF3AD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0E539-7EC7-43BE-8CCE-A593AE5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643FF-F1AB-4DED-BDA8-DD8B30F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297D2-309A-46BB-B6EB-5573B7CB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4EA8D-94FD-4D9D-B197-39D92CC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23CEC-ECC6-4800-A34A-EE43D19A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379891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8BBF3-DFB9-4278-BB05-8F0D6FEC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94F73-E878-4C9E-96F3-4514C608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7DCBF-8E36-4C2E-8A54-DA71D62E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673E9-9F9D-4C36-8BAC-85821AFB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88617-ADAB-41AA-8D7D-96FBE170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E39FC-4F8A-4983-B416-3C4D2816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Parliamentary Committees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39E0F-7788-4FC4-B025-9338AAC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8EF4F-0D84-4754-8C16-0E8285FE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DC7FD-AB99-4E09-922E-82C2BE84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2B489-DBC7-436A-A344-6957351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8ECEA-F286-4548-8D86-1A214D35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886280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A7277-A2FC-486A-B419-A2DA2407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4FC9C-6D2D-49EA-904A-BB52C3C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59952-71F4-4C19-BF53-B568EA3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F2F8F-85C1-4505-AB5E-E6175AB8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995D6-D7D4-4437-9637-78B422E8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Importa nt Parliamentary Terminologies. Supreme Court of India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7C35F-4981-4FA7-897A-61883C4D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Importa nt Parliamentary Terminologies. S...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11DAB-09B4-44DC-8384-F3943D7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2BF22-1FE7-4D03-90CE-AE71B5BD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ADC6C-EA78-40A4-B14B-DE10346C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042DC-45BC-4450-8B65-8D43BAA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3A478-BB56-4E87-9B96-0897ED23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AE634-443B-4A8E-819C-BBF679B6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94F8A-7B27-4677-9DCF-F23F4B7C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54787-6FB8-4CDE-81FF-747F8C48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A3A94-9BE8-441A-8BF7-DBE75016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1357A-06D4-49DC-A3F0-A6783273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828876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A0559-A2D6-4D78-82A6-DC3E7ED8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C6157-2FFA-4C1A-97C0-8E8F96B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41BDA-8872-4C34-A1F5-84CB5D33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A680-E4A0-4FA0-89F2-0A8385FA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19C4C-4771-4EF5-8066-AFE4AB72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F95F1-F581-41AF-8861-D63C4772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9DC7E-0522-4301-9D9F-9840655D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80F8C-1B9D-465E-9F31-DBDB21FD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AB42F-10AC-4B48-BE01-9B326A6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Importa nt Parliam...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47BD7-FCE0-460A-9B2C-39BC4CDE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8BEB0-73AB-4C10-89D9-63B11407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76991-5698-4E74-B516-95FBDFF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Importa nt Par...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85B75-9FF0-47A4-8C30-5C3A5314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C3873-EB2B-412A-BF7F-8FA806AC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238D5-BE73-47AB-8A27-29F223DD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Importa nt Parliam...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007F3-2D4A-4FB5-823F-9B472901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D7A9D-9665-4024-B7CF-66ABCCE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0F68F-A74B-429C-A372-18BFFD46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Importa nt Parlia...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26D8D-8705-447D-826F-91530A9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49F81-61A9-41C6-BB78-71513C61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D07BE-CF77-4AA1-9D99-9F9CDA8F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Importa nt Parl...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DD7A2-04D7-46E5-B9A9-3BED3BB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F6CA2-3215-4C6B-B487-9F8AE2B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586161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F3EEB-B4B5-4353-A7E7-77111A4A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11BD4-CA3C-429C-B877-864DECBA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79D49-1A99-4BB1-8730-353F08C9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A7747-FEBA-4401-AF29-13F1AD75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5AEDE-A4A2-4A6B-BB94-D62FCFBF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3ED87-1D69-4930-8257-1444506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4044B-FB15-4593-BABD-D377E8A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BE7D3-4447-4515-85DA-8AAA5C9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7C78D-1189-4D20-BF1C-E0A29360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4FA99-3A2F-4ABC-86E4-3E5B8240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5D116-7F29-4FBE-8C8F-A5DBC856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258D4-618C-438C-93F8-47B7607F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AEB2D-2F12-4638-A2CD-7CDA2A29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EE620-B752-46AC-A47D-F5B6D31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6AA6F-76A3-48DB-BE17-F29AAFA2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264596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932DE-923A-4568-878C-D1F862E3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E1A9C-70B3-4E1E-90EA-C54933AF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1D4ED-9A11-4069-B45B-46601D4E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A6EF0-35DF-42E3-A002-89B9B606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14D19-16FC-4553-8422-B8022F7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1BA1F-F68C-4BC7-92C5-E9062168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Importa nt Parliamentary Terminologies. Supreme Court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B0CC6-52A6-41DA-807B-6B22E1A5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22356-AD96-4B31-ADA6-BDD844F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DB90F-DD00-479C-86B6-79F58B4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C612F-BB58-42D4-AFF4-A9FC97D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61D5F-6059-462E-AE37-D77DA4D6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304678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B84AA-B556-4575-8E40-B13EF55E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7C437-1A6A-4758-BFEA-A07D327D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32266-4DBD-4B26-8058-FAF9A698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BE387-7CEA-4663-94A4-8833E3A4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F088D-4663-4217-923B-7B32F5B3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1A8AF-7E93-4392-9E4B-F59C8C99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73945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B0FAD-83B2-43D0-8B40-8D4AC93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BCCFE-FC72-4FB2-8B64-7F8E75D4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51E25-AF15-4940-ACEF-82E70DCA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09F9F-189F-4457-A5E9-97C6B69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20CC7-9E04-4E7E-8976-E5F49A9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Executive: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Parliamentary: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President: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Prime: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92D4B-B4CB-4A19-8B0E-6A3C88C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727991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20DE7-4B4C-42B6-8E7A-6B31878D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1A745-C6F1-4933-82AC-271CFD0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E0A1A-6DA6-405C-831F-8BB00F9B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1A0A4-8987-44D5-9C00-2F52EA65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BB647-DB04-46E5-84EB-F7262B71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C65B7-E945-4536-83B6-E84A119E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52748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BC564-AA9D-44F9-925B-D7D3E9FD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92A71-58B3-4A4E-B0BC-B7A745B7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45031-0906-4F35-9640-7CCADA29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0B5CB-7932-43ED-8199-2CBE1EE0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6D3E0-6C82-4CED-A6AB-63216EEF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FD8BD-07BE-4702-935F-6A233AC2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716923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8D568-69A0-425B-A7B0-DFC64DC6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B59F7-8F9D-4059-B661-36E5E48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1BC87-405F-421F-8E95-64F80D22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F435-4942-422C-86E9-8F237309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1D266-1CB4-4DE9-8F91-589BF196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Union Executive : Parliamentary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Union Executive - President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Prime Minister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Union Cabinet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Parliament - LS and 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D3B9-BCE3-4841-A224-29DEAE4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0FB25-6A57-49BD-9E0E-6BFCBFDF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3A069-A25A-4DCD-AF0E-EE34858A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3499934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FF3F6E-8CC7-4359-9EC5-81F7CE4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83771-AFE9-491F-94F8-0195180C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Parliamentary Committees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55AD4-8EC6-4767-8BB4-A625809F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5E351-1C1E-495A-BFCF-8B9B6775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1DF8F-597C-407C-A594-79E17611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E1D01-4007-46CF-980C-95CF2F88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39A8-7BD6-46BE-BA56-BCE5770E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44E79-DEFA-480E-ADF1-E1C33D14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7668-6CE3-4EDD-BD24-4C1CE8AE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ACA00-13F3-4738-8138-7EFE042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218E0-0FE6-460C-9E82-A6C8576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7D46-FD78-4C8A-94EA-DF0A0EF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91858-9B97-414C-93B5-9BFF925B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9C530-C74B-4F0C-B380-CCB0360F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AF567-2776-4DBF-9FE2-3213F91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437FF-1D19-4859-AE2F-F68DC5CE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866EB-1949-4E24-A97C-D09F5E2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CB4C8-7A15-47D2-9F98-9E742CA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1AD55-4EEA-415C-A354-91C60DAC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A3DCA-1FEC-4B44-B32D-B0BB50CB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83B63-CB72-4210-A00B-0D80201D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48D4F-64C6-4352-90DA-FC3A2E0F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BBCCF-635A-4D94-B750-BB98F807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12B6C-B93A-4F19-A535-E975BA11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C6B22-3CB8-4F22-AA94-F6AAB451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462BB-C5CB-4F51-88C7-0A3EA9D4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9B53D-4E06-49A3-9341-A864DDA4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0A445-A822-4F86-A3B4-4EA49C85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F359A-AB21-478F-AB58-4120A97E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7E850-411D-4B95-A114-4AD5801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E124E-8BFD-4ED2-84DF-0D701256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BA0C2-45D8-4078-8482-6927615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124698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8EB7F5-9849-4F6D-AE36-8871F0C0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A6F76-7C2F-4B0E-88FC-BDA6D128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Importa nt Parliamentary Terminologies. Sup...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1A755-38C2-4DB0-9324-03AD698B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9E326-CFCF-4208-B663-DFE891BA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31F31-3A7B-474D-ADF4-EB65C1C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FA5AC-7DA5-4130-A4C4-F356134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350BB-470E-42FF-A856-C9230E5E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6665E-3C9F-47A5-BD6C-A989B02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4A442-CD6F-4A26-83BC-F8F4DFA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58E55-9B81-43A5-9506-D0DFC7FD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91132-1C8B-4120-8A98-7C93E349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A8BC1-CAA0-45F5-BB77-1045869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1CE32-2701-4F66-B5BD-20CCF94C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FCDA7-142A-4982-B3E5-C007FDF8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D22AE-091B-446D-B8C3-40A6E6C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D4B97-A442-4060-9AF1-2F1DB6E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EE0DD-8190-48F8-800C-2A868178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142EC-1360-44C0-ACFC-78673786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11BCF-57C4-4721-9202-E32987B8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A7291-AAE1-4505-972F-B1FDD01C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4E381-F1E0-4001-8C93-52EEC6EB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BD230-5548-495B-8147-3E149D11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80434-8847-4F30-AA1D-20120E9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78464-699D-46B7-9731-DD8CDAE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C3C8D-ADD6-4D2E-8A51-A7BAEFC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EE7DAD-0BBD-41ED-ADA6-FB6EB668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A6AC9-5F0F-485C-80EE-D1379249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842D2-0EF8-48FB-94D4-D422D07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3BBE9F-8F7A-427E-9723-E5DD73C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ED75B-E69D-443D-8AB1-32B77F09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E646F2-0AF9-48E4-B8A5-B66A4218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F8D78A-3598-493E-A2BB-D02A972D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508449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2026-08-24T16:02:52.4600000Z</dcterms:created>
  <dcterms:modified xsi:type="dcterms:W3CDTF">2026-08-24T16:02:52.4600000Z</dcterms:modified>
</coreProperties>
</file>