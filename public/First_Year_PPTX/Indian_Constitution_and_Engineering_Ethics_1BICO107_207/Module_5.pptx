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7823c0c2724255" /><Relationship Type="http://schemas.openxmlformats.org/officeDocument/2006/relationships/extended-properties" Target="/docProps/app.xml" Id="Rbb743bf718e94b26" /><Relationship Type="http://schemas.openxmlformats.org/officeDocument/2006/relationships/officeDocument" Target="/ppt/presentation.xml" Id="Rcf240a4570ae46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9e48d7894c4a91"/>
  </p:sldMasterIdLst>
  <p:notesMasterIdLst>
    <p:notesMasterId xmlns:r="http://schemas.openxmlformats.org/officeDocument/2006/relationships" r:id="Rca2c24c017d84f4e"/>
  </p:notesMasterIdLst>
  <p:sldIdLst>
    <p:sldId xmlns:r="http://schemas.openxmlformats.org/officeDocument/2006/relationships" id="256" r:id="R4f4fabc72b374060"/>
    <p:sldId xmlns:r="http://schemas.openxmlformats.org/officeDocument/2006/relationships" id="257" r:id="Rd0bb4bdf47b0441d"/>
    <p:sldId xmlns:r="http://schemas.openxmlformats.org/officeDocument/2006/relationships" id="258" r:id="R1379f9d2de7e42b3"/>
    <p:sldId xmlns:r="http://schemas.openxmlformats.org/officeDocument/2006/relationships" id="259" r:id="R30044a158c624bb0"/>
    <p:sldId xmlns:r="http://schemas.openxmlformats.org/officeDocument/2006/relationships" id="260" r:id="R23b6bce114864010"/>
    <p:sldId xmlns:r="http://schemas.openxmlformats.org/officeDocument/2006/relationships" id="261" r:id="Rccccb08ad9374b47"/>
    <p:sldId xmlns:r="http://schemas.openxmlformats.org/officeDocument/2006/relationships" id="262" r:id="Ra07113acb25c4319"/>
    <p:sldId xmlns:r="http://schemas.openxmlformats.org/officeDocument/2006/relationships" id="263" r:id="R0e8933f550704c9e"/>
    <p:sldId xmlns:r="http://schemas.openxmlformats.org/officeDocument/2006/relationships" id="264" r:id="R3acfaa09b41b4be4"/>
    <p:sldId xmlns:r="http://schemas.openxmlformats.org/officeDocument/2006/relationships" id="265" r:id="Rffd18afd8296444b"/>
    <p:sldId xmlns:r="http://schemas.openxmlformats.org/officeDocument/2006/relationships" id="266" r:id="Rd76bae39e5334313"/>
    <p:sldId xmlns:r="http://schemas.openxmlformats.org/officeDocument/2006/relationships" id="267" r:id="Ra5032c80e7364311"/>
    <p:sldId xmlns:r="http://schemas.openxmlformats.org/officeDocument/2006/relationships" id="268" r:id="R987b0d731b704e22"/>
    <p:sldId xmlns:r="http://schemas.openxmlformats.org/officeDocument/2006/relationships" id="269" r:id="R0d12a3bb50d94964"/>
    <p:sldId xmlns:r="http://schemas.openxmlformats.org/officeDocument/2006/relationships" id="270" r:id="R2a558e7da19a4a85"/>
    <p:sldId xmlns:r="http://schemas.openxmlformats.org/officeDocument/2006/relationships" id="271" r:id="R1bdb97d07a4e45bb"/>
    <p:sldId xmlns:r="http://schemas.openxmlformats.org/officeDocument/2006/relationships" id="272" r:id="R944f803ee8ea4c60"/>
    <p:sldId xmlns:r="http://schemas.openxmlformats.org/officeDocument/2006/relationships" id="273" r:id="R866509a1e5a544b3"/>
    <p:sldId xmlns:r="http://schemas.openxmlformats.org/officeDocument/2006/relationships" id="274" r:id="R13ffce55fc8745b0"/>
    <p:sldId xmlns:r="http://schemas.openxmlformats.org/officeDocument/2006/relationships" id="275" r:id="R213184ab41f44acd"/>
    <p:sldId xmlns:r="http://schemas.openxmlformats.org/officeDocument/2006/relationships" id="276" r:id="R3538a47ee58e4276"/>
    <p:sldId xmlns:r="http://schemas.openxmlformats.org/officeDocument/2006/relationships" id="277" r:id="R9f4a66f733a24497"/>
    <p:sldId xmlns:r="http://schemas.openxmlformats.org/officeDocument/2006/relationships" id="278" r:id="Rde48d9228aa347f4"/>
    <p:sldId xmlns:r="http://schemas.openxmlformats.org/officeDocument/2006/relationships" id="279" r:id="R9714e70bb0de4ed1"/>
    <p:sldId xmlns:r="http://schemas.openxmlformats.org/officeDocument/2006/relationships" id="280" r:id="Raa9fe1bcbf234294"/>
    <p:sldId xmlns:r="http://schemas.openxmlformats.org/officeDocument/2006/relationships" id="281" r:id="R30b689bc26ef48d5"/>
    <p:sldId xmlns:r="http://schemas.openxmlformats.org/officeDocument/2006/relationships" id="282" r:id="R9d5255da234e43b8"/>
    <p:sldId xmlns:r="http://schemas.openxmlformats.org/officeDocument/2006/relationships" id="283" r:id="R1dc1e07990564e12"/>
    <p:sldId xmlns:r="http://schemas.openxmlformats.org/officeDocument/2006/relationships" id="284" r:id="R9f01e16301c64c10"/>
    <p:sldId xmlns:r="http://schemas.openxmlformats.org/officeDocument/2006/relationships" id="285" r:id="R8a4a5153d0334086"/>
    <p:sldId xmlns:r="http://schemas.openxmlformats.org/officeDocument/2006/relationships" id="286" r:id="Ra8c0ddacb4e346f2"/>
    <p:sldId xmlns:r="http://schemas.openxmlformats.org/officeDocument/2006/relationships" id="287" r:id="Ree97b2c588c14a37"/>
    <p:sldId xmlns:r="http://schemas.openxmlformats.org/officeDocument/2006/relationships" id="288" r:id="R9b18ba68b6a441ef"/>
    <p:sldId xmlns:r="http://schemas.openxmlformats.org/officeDocument/2006/relationships" id="289" r:id="Ra80a7e039f354fda"/>
    <p:sldId xmlns:r="http://schemas.openxmlformats.org/officeDocument/2006/relationships" id="290" r:id="R64a5fa3039694496"/>
    <p:sldId xmlns:r="http://schemas.openxmlformats.org/officeDocument/2006/relationships" id="291" r:id="Rfae19625a3794332"/>
    <p:sldId xmlns:r="http://schemas.openxmlformats.org/officeDocument/2006/relationships" id="292" r:id="Rc7c6c120f2e54080"/>
    <p:sldId xmlns:r="http://schemas.openxmlformats.org/officeDocument/2006/relationships" id="293" r:id="Rf8cb68fb840942d0"/>
    <p:sldId xmlns:r="http://schemas.openxmlformats.org/officeDocument/2006/relationships" id="294" r:id="Rb439fc5bb2ff4b65"/>
    <p:sldId xmlns:r="http://schemas.openxmlformats.org/officeDocument/2006/relationships" id="295" r:id="R397fc6c199c744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a3cd8e03a2476a" /><Relationship Type="http://schemas.openxmlformats.org/officeDocument/2006/relationships/slideMaster" Target="/ppt/slideMasters/slideMaster1.xml" Id="R159e48d7894c4a91" /><Relationship Type="http://schemas.openxmlformats.org/officeDocument/2006/relationships/notesMaster" Target="/ppt/notesMasters/notesMaster1.xml" Id="Rca2c24c017d84f4e" /><Relationship Type="http://schemas.openxmlformats.org/officeDocument/2006/relationships/presProps" Target="/ppt/presProps.xml" Id="Ra9ebf9ad68fa4522" /><Relationship Type="http://schemas.openxmlformats.org/officeDocument/2006/relationships/tableStyles" Target="/ppt/tableStyles.xml" Id="R2d192e910ca0411d" /><Relationship Type="http://schemas.openxmlformats.org/officeDocument/2006/relationships/slide" Target="/ppt/slides/slide1.xml" Id="R4f4fabc72b374060" /><Relationship Type="http://schemas.openxmlformats.org/officeDocument/2006/relationships/slide" Target="/ppt/slides/slide2.xml" Id="Rd0bb4bdf47b0441d" /><Relationship Type="http://schemas.openxmlformats.org/officeDocument/2006/relationships/slide" Target="/ppt/slides/slide3.xml" Id="R1379f9d2de7e42b3" /><Relationship Type="http://schemas.openxmlformats.org/officeDocument/2006/relationships/slide" Target="/ppt/slides/slide4.xml" Id="R30044a158c624bb0" /><Relationship Type="http://schemas.openxmlformats.org/officeDocument/2006/relationships/slide" Target="/ppt/slides/slide5.xml" Id="R23b6bce114864010" /><Relationship Type="http://schemas.openxmlformats.org/officeDocument/2006/relationships/slide" Target="/ppt/slides/slide6.xml" Id="Rccccb08ad9374b47" /><Relationship Type="http://schemas.openxmlformats.org/officeDocument/2006/relationships/slide" Target="/ppt/slides/slide7.xml" Id="Ra07113acb25c4319" /><Relationship Type="http://schemas.openxmlformats.org/officeDocument/2006/relationships/slide" Target="/ppt/slides/slide8.xml" Id="R0e8933f550704c9e" /><Relationship Type="http://schemas.openxmlformats.org/officeDocument/2006/relationships/slide" Target="/ppt/slides/slide9.xml" Id="R3acfaa09b41b4be4" /><Relationship Type="http://schemas.openxmlformats.org/officeDocument/2006/relationships/slide" Target="/ppt/slides/slide10.xml" Id="Rffd18afd8296444b" /><Relationship Type="http://schemas.openxmlformats.org/officeDocument/2006/relationships/slide" Target="/ppt/slides/slide11.xml" Id="Rd76bae39e5334313" /><Relationship Type="http://schemas.openxmlformats.org/officeDocument/2006/relationships/slide" Target="/ppt/slides/slide12.xml" Id="Ra5032c80e7364311" /><Relationship Type="http://schemas.openxmlformats.org/officeDocument/2006/relationships/slide" Target="/ppt/slides/slide13.xml" Id="R987b0d731b704e22" /><Relationship Type="http://schemas.openxmlformats.org/officeDocument/2006/relationships/slide" Target="/ppt/slides/slide14.xml" Id="R0d12a3bb50d94964" /><Relationship Type="http://schemas.openxmlformats.org/officeDocument/2006/relationships/slide" Target="/ppt/slides/slide15.xml" Id="R2a558e7da19a4a85" /><Relationship Type="http://schemas.openxmlformats.org/officeDocument/2006/relationships/slide" Target="/ppt/slides/slide16.xml" Id="R1bdb97d07a4e45bb" /><Relationship Type="http://schemas.openxmlformats.org/officeDocument/2006/relationships/slide" Target="/ppt/slides/slide17.xml" Id="R944f803ee8ea4c60" /><Relationship Type="http://schemas.openxmlformats.org/officeDocument/2006/relationships/slide" Target="/ppt/slides/slide18.xml" Id="R866509a1e5a544b3" /><Relationship Type="http://schemas.openxmlformats.org/officeDocument/2006/relationships/slide" Target="/ppt/slides/slide19.xml" Id="R13ffce55fc8745b0" /><Relationship Type="http://schemas.openxmlformats.org/officeDocument/2006/relationships/slide" Target="/ppt/slides/slide20.xml" Id="R213184ab41f44acd" /><Relationship Type="http://schemas.openxmlformats.org/officeDocument/2006/relationships/slide" Target="/ppt/slides/slide21.xml" Id="R3538a47ee58e4276" /><Relationship Type="http://schemas.openxmlformats.org/officeDocument/2006/relationships/slide" Target="/ppt/slides/slide22.xml" Id="R9f4a66f733a24497" /><Relationship Type="http://schemas.openxmlformats.org/officeDocument/2006/relationships/slide" Target="/ppt/slides/slide23.xml" Id="Rde48d9228aa347f4" /><Relationship Type="http://schemas.openxmlformats.org/officeDocument/2006/relationships/slide" Target="/ppt/slides/slide24.xml" Id="R9714e70bb0de4ed1" /><Relationship Type="http://schemas.openxmlformats.org/officeDocument/2006/relationships/slide" Target="/ppt/slides/slide25.xml" Id="Raa9fe1bcbf234294" /><Relationship Type="http://schemas.openxmlformats.org/officeDocument/2006/relationships/slide" Target="/ppt/slides/slide26.xml" Id="R30b689bc26ef48d5" /><Relationship Type="http://schemas.openxmlformats.org/officeDocument/2006/relationships/slide" Target="/ppt/slides/slide27.xml" Id="R9d5255da234e43b8" /><Relationship Type="http://schemas.openxmlformats.org/officeDocument/2006/relationships/slide" Target="/ppt/slides/slide28.xml" Id="R1dc1e07990564e12" /><Relationship Type="http://schemas.openxmlformats.org/officeDocument/2006/relationships/slide" Target="/ppt/slides/slide29.xml" Id="R9f01e16301c64c10" /><Relationship Type="http://schemas.openxmlformats.org/officeDocument/2006/relationships/slide" Target="/ppt/slides/slide30.xml" Id="R8a4a5153d0334086" /><Relationship Type="http://schemas.openxmlformats.org/officeDocument/2006/relationships/slide" Target="/ppt/slides/slide31.xml" Id="Ra8c0ddacb4e346f2" /><Relationship Type="http://schemas.openxmlformats.org/officeDocument/2006/relationships/slide" Target="/ppt/slides/slide32.xml" Id="Ree97b2c588c14a37" /><Relationship Type="http://schemas.openxmlformats.org/officeDocument/2006/relationships/slide" Target="/ppt/slides/slide33.xml" Id="R9b18ba68b6a441ef" /><Relationship Type="http://schemas.openxmlformats.org/officeDocument/2006/relationships/slide" Target="/ppt/slides/slide34.xml" Id="Ra80a7e039f354fda" /><Relationship Type="http://schemas.openxmlformats.org/officeDocument/2006/relationships/slide" Target="/ppt/slides/slide35.xml" Id="R64a5fa3039694496" /><Relationship Type="http://schemas.openxmlformats.org/officeDocument/2006/relationships/slide" Target="/ppt/slides/slide36.xml" Id="Rfae19625a3794332" /><Relationship Type="http://schemas.openxmlformats.org/officeDocument/2006/relationships/slide" Target="/ppt/slides/slide37.xml" Id="Rc7c6c120f2e54080" /><Relationship Type="http://schemas.openxmlformats.org/officeDocument/2006/relationships/slide" Target="/ppt/slides/slide38.xml" Id="Rf8cb68fb840942d0" /><Relationship Type="http://schemas.openxmlformats.org/officeDocument/2006/relationships/slide" Target="/ppt/slides/slide39.xml" Id="Rb439fc5bb2ff4b65" /><Relationship Type="http://schemas.openxmlformats.org/officeDocument/2006/relationships/slide" Target="/ppt/slides/slide40.xml" Id="R397fc6c199c744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ce638784d04d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f715e577624c96" /><Relationship Type="http://schemas.openxmlformats.org/officeDocument/2006/relationships/notesMaster" Target="/ppt/notesMasters/notesMaster1.xml" Id="R9323f0409dc94d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cb1b12abc141cd" /><Relationship Type="http://schemas.openxmlformats.org/officeDocument/2006/relationships/notesMaster" Target="/ppt/notesMasters/notesMaster1.xml" Id="R938a0093d2fc4a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2ed66040594bfa" /><Relationship Type="http://schemas.openxmlformats.org/officeDocument/2006/relationships/notesMaster" Target="/ppt/notesMasters/notesMaster1.xml" Id="R3d189397ebfa46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8de3b667b748a8" /><Relationship Type="http://schemas.openxmlformats.org/officeDocument/2006/relationships/notesMaster" Target="/ppt/notesMasters/notesMaster1.xml" Id="R273ee83822f84f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3f0f8327c54e83" /><Relationship Type="http://schemas.openxmlformats.org/officeDocument/2006/relationships/notesMaster" Target="/ppt/notesMasters/notesMaster1.xml" Id="R217239fc40b146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28f19c9aa54781" /><Relationship Type="http://schemas.openxmlformats.org/officeDocument/2006/relationships/notesMaster" Target="/ppt/notesMasters/notesMaster1.xml" Id="R6ac8aaaff66d40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3b659f89a84ce5" /><Relationship Type="http://schemas.openxmlformats.org/officeDocument/2006/relationships/notesMaster" Target="/ppt/notesMasters/notesMaster1.xml" Id="Rbf58df57534e4a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2718c9e3b04bb6" /><Relationship Type="http://schemas.openxmlformats.org/officeDocument/2006/relationships/notesMaster" Target="/ppt/notesMasters/notesMaster1.xml" Id="Ra6cc71358b6d46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894f7bb40a4618" /><Relationship Type="http://schemas.openxmlformats.org/officeDocument/2006/relationships/notesMaster" Target="/ppt/notesMasters/notesMaster1.xml" Id="R23649576a5104c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a819edc3e3426a" /><Relationship Type="http://schemas.openxmlformats.org/officeDocument/2006/relationships/notesMaster" Target="/ppt/notesMasters/notesMaster1.xml" Id="R3b810591421b40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5c927e5c5b4b20" /><Relationship Type="http://schemas.openxmlformats.org/officeDocument/2006/relationships/notesMaster" Target="/ppt/notesMasters/notesMaster1.xml" Id="R8ead533a60d848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e6fea1168b4965" /><Relationship Type="http://schemas.openxmlformats.org/officeDocument/2006/relationships/notesMaster" Target="/ppt/notesMasters/notesMaster1.xml" Id="R8c2bbb00dfb349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3939bc7f7343a0" /><Relationship Type="http://schemas.openxmlformats.org/officeDocument/2006/relationships/notesMaster" Target="/ppt/notesMasters/notesMaster1.xml" Id="R593abadfb3ee46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1c9e064c8a4979" /><Relationship Type="http://schemas.openxmlformats.org/officeDocument/2006/relationships/notesMaster" Target="/ppt/notesMasters/notesMaster1.xml" Id="Re3faeaf860814c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de43ef1aee419c" /><Relationship Type="http://schemas.openxmlformats.org/officeDocument/2006/relationships/notesMaster" Target="/ppt/notesMasters/notesMaster1.xml" Id="R45ff3fd2b2d041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77361073574780" /><Relationship Type="http://schemas.openxmlformats.org/officeDocument/2006/relationships/notesMaster" Target="/ppt/notesMasters/notesMaster1.xml" Id="R4c51c0b6a1b245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391c35747b4647" /><Relationship Type="http://schemas.openxmlformats.org/officeDocument/2006/relationships/notesMaster" Target="/ppt/notesMasters/notesMaster1.xml" Id="Recb1dbbdb1564e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d58bd920374660" /><Relationship Type="http://schemas.openxmlformats.org/officeDocument/2006/relationships/notesMaster" Target="/ppt/notesMasters/notesMaster1.xml" Id="Rdcbf3cc7855b442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796238b1de43ca" /><Relationship Type="http://schemas.openxmlformats.org/officeDocument/2006/relationships/notesMaster" Target="/ppt/notesMasters/notesMaster1.xml" Id="R7c99d54a975243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92f33a764e42fe" /><Relationship Type="http://schemas.openxmlformats.org/officeDocument/2006/relationships/notesMaster" Target="/ppt/notesMasters/notesMaster1.xml" Id="Rf2973b93e4d846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9b5f5dad8d48e2" /><Relationship Type="http://schemas.openxmlformats.org/officeDocument/2006/relationships/notesMaster" Target="/ppt/notesMasters/notesMaster1.xml" Id="R308b5c76ca2b46e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09fb2080ee4a16" /><Relationship Type="http://schemas.openxmlformats.org/officeDocument/2006/relationships/notesMaster" Target="/ppt/notesMasters/notesMaster1.xml" Id="R7bca4a47a0ab426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bc2039dc72b4fe2" /><Relationship Type="http://schemas.openxmlformats.org/officeDocument/2006/relationships/notesMaster" Target="/ppt/notesMasters/notesMaster1.xml" Id="R7bc265426e9e4a9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30e5a0d2b604a0d" /><Relationship Type="http://schemas.openxmlformats.org/officeDocument/2006/relationships/notesMaster" Target="/ppt/notesMasters/notesMaster1.xml" Id="R8e170c2f942d4ec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2018ed9261e4c15" /><Relationship Type="http://schemas.openxmlformats.org/officeDocument/2006/relationships/notesMaster" Target="/ppt/notesMasters/notesMaster1.xml" Id="R2a1f603b26c54aa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f3a1bdb7ba94ed6" /><Relationship Type="http://schemas.openxmlformats.org/officeDocument/2006/relationships/notesMaster" Target="/ppt/notesMasters/notesMaster1.xml" Id="R566e58b2db254ab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533b0ee92ab4133" /><Relationship Type="http://schemas.openxmlformats.org/officeDocument/2006/relationships/notesMaster" Target="/ppt/notesMasters/notesMaster1.xml" Id="R1a3ea639b04e45d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394f663541147a3" /><Relationship Type="http://schemas.openxmlformats.org/officeDocument/2006/relationships/notesMaster" Target="/ppt/notesMasters/notesMaster1.xml" Id="R6a454c8d9660469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f1f20580d60409d" /><Relationship Type="http://schemas.openxmlformats.org/officeDocument/2006/relationships/notesMaster" Target="/ppt/notesMasters/notesMaster1.xml" Id="R287e4954607f4c7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a551a3f36804f73" /><Relationship Type="http://schemas.openxmlformats.org/officeDocument/2006/relationships/notesMaster" Target="/ppt/notesMasters/notesMaster1.xml" Id="R3eabfc323e214b4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58be120350a4dfc" /><Relationship Type="http://schemas.openxmlformats.org/officeDocument/2006/relationships/notesMaster" Target="/ppt/notesMasters/notesMaster1.xml" Id="R2c2350763cd0457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78d539c25974d55" /><Relationship Type="http://schemas.openxmlformats.org/officeDocument/2006/relationships/notesMaster" Target="/ppt/notesMasters/notesMaster1.xml" Id="Rc879e3c99131479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0d0da8b074c47b9" /><Relationship Type="http://schemas.openxmlformats.org/officeDocument/2006/relationships/notesMaster" Target="/ppt/notesMasters/notesMaster1.xml" Id="R131aa031e0994a5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73629dc4df04440" /><Relationship Type="http://schemas.openxmlformats.org/officeDocument/2006/relationships/notesMaster" Target="/ppt/notesMasters/notesMaster1.xml" Id="R32892eeeb45c4ae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ab4e0e0e9734116" /><Relationship Type="http://schemas.openxmlformats.org/officeDocument/2006/relationships/notesMaster" Target="/ppt/notesMasters/notesMaster1.xml" Id="Ra494fb11ff20456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5bc6dd0e0274c01" /><Relationship Type="http://schemas.openxmlformats.org/officeDocument/2006/relationships/notesMaster" Target="/ppt/notesMasters/notesMaster1.xml" Id="R0eb5ea39ab194ff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f4e10bf1eef49b2" /><Relationship Type="http://schemas.openxmlformats.org/officeDocument/2006/relationships/notesMaster" Target="/ppt/notesMasters/notesMaster1.xml" Id="Rcb1286f379cf499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a61171e82c046e0" /><Relationship Type="http://schemas.openxmlformats.org/officeDocument/2006/relationships/notesMaster" Target="/ppt/notesMasters/notesMaster1.xml" Id="R2b516484b9674ff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f573ad88e9f45c5" /><Relationship Type="http://schemas.openxmlformats.org/officeDocument/2006/relationships/notesMaster" Target="/ppt/notesMasters/notesMaster1.xml" Id="R457380a68a4742b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5d18cfc8b3f4665" /><Relationship Type="http://schemas.openxmlformats.org/officeDocument/2006/relationships/notesMaster" Target="/ppt/notesMasters/notesMaster1.xml" Id="R69d68b33056a4a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74b6854da49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82f2c340764a2d" /><Relationship Type="http://schemas.openxmlformats.org/officeDocument/2006/relationships/slideLayout" Target="/ppt/slideLayouts/slideLayout1.xml" Id="Re9c3a169f4b149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c3a169f4b149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806105c0c41de" /><Relationship Type="http://schemas.openxmlformats.org/officeDocument/2006/relationships/notesSlide" Target="/ppt/notesSlides/notesSlide1.xml" Id="R918e43642a784d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9147de294411a" /><Relationship Type="http://schemas.openxmlformats.org/officeDocument/2006/relationships/notesSlide" Target="/ppt/notesSlides/notesSlide2.xml" Id="R76368a59a23e46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5a6cc87424d52" /><Relationship Type="http://schemas.openxmlformats.org/officeDocument/2006/relationships/notesSlide" Target="/ppt/notesSlides/notesSlide3.xml" Id="R7f8ff9871e184d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f15b7d88040f7" /><Relationship Type="http://schemas.openxmlformats.org/officeDocument/2006/relationships/notesSlide" Target="/ppt/notesSlides/notesSlide4.xml" Id="R071c54a2122e42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bbd14cd2c49a8" /><Relationship Type="http://schemas.openxmlformats.org/officeDocument/2006/relationships/notesSlide" Target="/ppt/notesSlides/notesSlide5.xml" Id="Rae72ecf63a554a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189bce51f4e14" /><Relationship Type="http://schemas.openxmlformats.org/officeDocument/2006/relationships/notesSlide" Target="/ppt/notesSlides/notesSlide6.xml" Id="R14b925aefc804c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089328aa44508" /><Relationship Type="http://schemas.openxmlformats.org/officeDocument/2006/relationships/notesSlide" Target="/ppt/notesSlides/notesSlide7.xml" Id="R8196d790b1e242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9c8b51d8d46a2" /><Relationship Type="http://schemas.openxmlformats.org/officeDocument/2006/relationships/notesSlide" Target="/ppt/notesSlides/notesSlide8.xml" Id="R643a59aee3b244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bdb6b388f4c6f" /><Relationship Type="http://schemas.openxmlformats.org/officeDocument/2006/relationships/notesSlide" Target="/ppt/notesSlides/notesSlide9.xml" Id="Ref5fcbaab1094b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1d3cc1966411e" /><Relationship Type="http://schemas.openxmlformats.org/officeDocument/2006/relationships/notesSlide" Target="/ppt/notesSlides/notesSlide10.xml" Id="Rec5469da9f7b48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5fc5490bd4be0" /><Relationship Type="http://schemas.openxmlformats.org/officeDocument/2006/relationships/notesSlide" Target="/ppt/notesSlides/notesSlide11.xml" Id="Rde19e1dfb55642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8d9f83b704289" /><Relationship Type="http://schemas.openxmlformats.org/officeDocument/2006/relationships/notesSlide" Target="/ppt/notesSlides/notesSlide12.xml" Id="Recad3af39dbd46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e6c93c36d48b1" /><Relationship Type="http://schemas.openxmlformats.org/officeDocument/2006/relationships/notesSlide" Target="/ppt/notesSlides/notesSlide13.xml" Id="Rff8ef5296ca040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b16d40dfb4155" /><Relationship Type="http://schemas.openxmlformats.org/officeDocument/2006/relationships/notesSlide" Target="/ppt/notesSlides/notesSlide14.xml" Id="R73dcfcca190e45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d4d75a2964c4b" /><Relationship Type="http://schemas.openxmlformats.org/officeDocument/2006/relationships/notesSlide" Target="/ppt/notesSlides/notesSlide15.xml" Id="Rc669d88e364f45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9a759fb8e42b1" /><Relationship Type="http://schemas.openxmlformats.org/officeDocument/2006/relationships/notesSlide" Target="/ppt/notesSlides/notesSlide16.xml" Id="R1e30bcf1d8bf47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1bd1877774976" /><Relationship Type="http://schemas.openxmlformats.org/officeDocument/2006/relationships/notesSlide" Target="/ppt/notesSlides/notesSlide17.xml" Id="R1d1d3afbcf4944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2d6f0d8bb4b02" /><Relationship Type="http://schemas.openxmlformats.org/officeDocument/2006/relationships/notesSlide" Target="/ppt/notesSlides/notesSlide18.xml" Id="R6fbd2cc9ae1549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9f8d322e4428d" /><Relationship Type="http://schemas.openxmlformats.org/officeDocument/2006/relationships/notesSlide" Target="/ppt/notesSlides/notesSlide19.xml" Id="Rbd37d562ef3047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eda5e7e434d6e" /><Relationship Type="http://schemas.openxmlformats.org/officeDocument/2006/relationships/notesSlide" Target="/ppt/notesSlides/notesSlide20.xml" Id="Rebcd5db99c3741e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fd18ba4ec482c" /><Relationship Type="http://schemas.openxmlformats.org/officeDocument/2006/relationships/notesSlide" Target="/ppt/notesSlides/notesSlide21.xml" Id="R127f36b5fa8c46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51509a63e4187" /><Relationship Type="http://schemas.openxmlformats.org/officeDocument/2006/relationships/notesSlide" Target="/ppt/notesSlides/notesSlide22.xml" Id="Rdd93bd3c4c49445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58a1a923e4cd0" /><Relationship Type="http://schemas.openxmlformats.org/officeDocument/2006/relationships/notesSlide" Target="/ppt/notesSlides/notesSlide23.xml" Id="R8b360e3dd60942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fa4efc1e14670" /><Relationship Type="http://schemas.openxmlformats.org/officeDocument/2006/relationships/notesSlide" Target="/ppt/notesSlides/notesSlide24.xml" Id="R0c11c9697c0b4dc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6bf8859b2430c" /><Relationship Type="http://schemas.openxmlformats.org/officeDocument/2006/relationships/notesSlide" Target="/ppt/notesSlides/notesSlide25.xml" Id="R575d61aab9e04b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748e08d01454f" /><Relationship Type="http://schemas.openxmlformats.org/officeDocument/2006/relationships/notesSlide" Target="/ppt/notesSlides/notesSlide26.xml" Id="Ra1ab175125fd4c4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15ed1c78942ff" /><Relationship Type="http://schemas.openxmlformats.org/officeDocument/2006/relationships/notesSlide" Target="/ppt/notesSlides/notesSlide27.xml" Id="R764abbf3737f48f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b2d37c64045d4" /><Relationship Type="http://schemas.openxmlformats.org/officeDocument/2006/relationships/notesSlide" Target="/ppt/notesSlides/notesSlide28.xml" Id="R31a671cc3456418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65315f78f469d" /><Relationship Type="http://schemas.openxmlformats.org/officeDocument/2006/relationships/notesSlide" Target="/ppt/notesSlides/notesSlide29.xml" Id="Rdd00b6f5af274bf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26be7d9da4c32" /><Relationship Type="http://schemas.openxmlformats.org/officeDocument/2006/relationships/notesSlide" Target="/ppt/notesSlides/notesSlide30.xml" Id="Rb090d2419ee74cf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73ec4d67d4545" /><Relationship Type="http://schemas.openxmlformats.org/officeDocument/2006/relationships/notesSlide" Target="/ppt/notesSlides/notesSlide31.xml" Id="Rc19ff5d29e12430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587dfbee642a7" /><Relationship Type="http://schemas.openxmlformats.org/officeDocument/2006/relationships/notesSlide" Target="/ppt/notesSlides/notesSlide32.xml" Id="Rb465f0a1b7dd4ff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4caafa6334291" /><Relationship Type="http://schemas.openxmlformats.org/officeDocument/2006/relationships/notesSlide" Target="/ppt/notesSlides/notesSlide33.xml" Id="R271b30ca12ff4fb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d6171024445e3" /><Relationship Type="http://schemas.openxmlformats.org/officeDocument/2006/relationships/notesSlide" Target="/ppt/notesSlides/notesSlide34.xml" Id="R138fa3439e4942f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4e1a109624d9b" /><Relationship Type="http://schemas.openxmlformats.org/officeDocument/2006/relationships/notesSlide" Target="/ppt/notesSlides/notesSlide35.xml" Id="R07df8726b50c42c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6a00a66814fc6" /><Relationship Type="http://schemas.openxmlformats.org/officeDocument/2006/relationships/notesSlide" Target="/ppt/notesSlides/notesSlide36.xml" Id="Rdf8a66c38b31474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9b5b9a1354677" /><Relationship Type="http://schemas.openxmlformats.org/officeDocument/2006/relationships/notesSlide" Target="/ppt/notesSlides/notesSlide37.xml" Id="Rd598fc14f3a64f9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801b1994a4b7f" /><Relationship Type="http://schemas.openxmlformats.org/officeDocument/2006/relationships/notesSlide" Target="/ppt/notesSlides/notesSlide38.xml" Id="Rd20bbeade0a7430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e87ad6f3b4af9" /><Relationship Type="http://schemas.openxmlformats.org/officeDocument/2006/relationships/notesSlide" Target="/ppt/notesSlides/notesSlide39.xml" Id="Ra10260c79a1949a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794cafa1b43aa" /><Relationship Type="http://schemas.openxmlformats.org/officeDocument/2006/relationships/notesSlide" Target="/ppt/notesSlides/notesSlide40.xml" Id="R0867cd7d80fc47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6E6EC-B002-458D-BE3A-14246BA0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061D7-7E06-40B1-821D-8772606B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Professional Ethics: Ethics &amp; Values. Types of Ethics. Scope &amp; Aims of Professional &amp; Engineering Ethics. Positive and 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6DD51-E808-4154-AFDE-A6568327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Indian Constitution and Engineering Ethics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1BICO107/207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E53DA-0594-4040-8F6D-14B1A719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B6D61-FD57-4403-8B20-DEE81D7E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2C9F8-31CE-4AEC-9101-43788818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62A69-D2A4-4045-B69D-4B281810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9CD0B-64E6-4357-ABC5-B0CBE08C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23410-0595-49D6-A814-9EED3A56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8D73F-2966-4C2E-AF24-6667C97D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51624-FD66-4FBB-91DD-CAFC3E7E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3FF76-FA8B-4FAC-8D6B-8140BBF0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A6EC9-AF30-49AA-A7BB-4522CAD3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108821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21F0B-AF05-4DF8-84DA-57E62792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EC88F-056F-4415-B2A6-28CD8904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4F550-CDC8-4BCF-B35B-91BF06AB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7327C-6FCA-4441-9D15-324EF607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02A5A-7EF8-48F8-94BC-11763583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0BE3E-8973-4C8D-BE8A-679AF335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FB590-FAE4-4362-982B-018231FE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9B07C-DD42-4196-AB9C-3EA9639F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F6132-B189-4D58-8187-56DEC9EB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9E02A-3A59-4020-93CE-2F818ED0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84FAE-3319-4B17-85FC-C1DE86FE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81CAA-CE7D-4884-A576-0CDF93AF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20021-16B1-4D03-ABE7-230E62CE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77CF0-C594-456E-B115-7FFAAE47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CB011-2648-4B53-868E-611C26FF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52190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5BF70A-9CF3-4ABB-851D-8B0383BD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4AD7E-0352-4648-AC13-F7FD9695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EF0C8-B61D-4441-9D59-E3C76CBB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F2B2F-91E2-418B-9ECC-CCBF62D5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96734-6F22-4812-AE36-ECC68615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137A7-B04F-4E53-92D6-8C4B9789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04D83-3F84-4AD7-8152-BE2995F4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CDBCA-3B54-4B0C-9D9C-128729B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A0114-4423-421D-B2CF-7B7E0047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Ethics: Ethics &amp;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2A724-087C-4DB4-BDFA-67F58781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C6C6B-DB15-4764-9074-D7B53ACC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E7C1A-9354-4BFF-9ABE-27051AF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Scope &amp; Aims of Professional &amp; Engineering Ethics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25596-2FA2-4C50-BAEA-FE1F251B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8CB48-5483-4160-AEB7-37CF0DCF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A66D1-31C7-4670-9A25-4DD91741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Positive and Negative Faces of Engineering Ethics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7F22E-5BEB-4CFD-BC86-96AA173F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37E2F-BF1D-4E4A-A37E-6553917E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AAD5F-9829-47AB-A580-F291FCD9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Clash of Ethics, Conflicts of Interest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DD3AA-EBB3-4162-8110-EEF58A4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C9239-CED6-4D9B-9C36-DE4BFBFD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38D3B-A373-4451-B322-40944061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 impediments to Responsibility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52D6B7-5D98-4CE3-9375-69C876D6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E9617-7CCF-4D3E-B569-8858610B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C7BD5-8995-484B-A3D1-8929D0D8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Trust &amp; Reliability in Engineering, IPRs (Intellectual Pr...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C793E9-9E26-4623-80F7-08DAE054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2E88B-2290-42D5-A8B1-61FFA7DD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8076333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386A90-A51C-4E0A-AFB5-AA24FE4E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4495A-6B4B-48D1-8996-02346DC7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F1C14-67A8-487A-8031-5F14D832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68646-CD77-4AB7-B4D3-E2897CFD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A55FB-A674-41D0-95E6-D9F5998C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525E0-C17F-41DD-97C2-89381763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FDF48-1F51-4145-8B8E-EF45215F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F8A0F-EA36-4A42-9E8D-4456DC01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Ethics: Ethics &amp; Values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B9720-AB43-4768-B9E1-6F870541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D41F5-6C52-4C15-BA1E-F73BE5F1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78715-EDA8-4DD9-8BD8-AFBC8954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Scope &amp; Aims of Professional &amp; Engineering Ethics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6ACAA-F358-40A3-B7B2-CA7D3034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2B612-27A7-4C8A-A112-8495EDAB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2B247-2354-4AFD-8EE7-42863BB9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Positive and Negative Faces of Engineering Ethics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47AC9-D4A1-45ED-99D5-4F7E6624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DD4FD-B1AB-4AC2-A01B-AB58DFC2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4746E-527D-46A8-BBA5-A6954094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Clash of Ethics, Conflicts of Interest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AEDD2-FE6C-4BA9-9143-16A57011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85A25-755B-4468-9B12-7E8C08F8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39681-E1BF-4839-9E6E-3775224D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 impediments to Responsibility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0D8FD7-1C78-404D-A39A-A528F1D1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F75D66-62CB-4D34-BC02-5D8BEC1D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FE080-B828-4A97-A26A-C41C5BB8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Trust &amp; Reliability in Engineering, IPRs (Intellectual Pr...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EF7F9-31E8-4DE6-8046-BC0E5682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D393F6-6DB2-4C35-AEAE-10D12986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480FAF-05E3-4309-B6CE-CE0E6A4A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77938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BEC32-1951-4AF0-95B1-20D733DD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753EF-EB9D-4BBB-A361-4ED7BBB7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6AF21-7E21-47A1-A4A9-2F45DBA3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D3345-3939-4051-BCBA-4CCB0C24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DE6AA-8A9C-479D-A72E-EA63C860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Professional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1CB78-41A8-4976-959E-5CB701BD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Ethics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BEE31-C3AB-4366-BC33-1080D55F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A773F-45D8-4FE0-B259-6890ECD1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52E53-F25D-4B14-BD15-634D1040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6A378-4AC7-47AF-9EE5-5BA8A111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41957-25F8-42C0-B75C-DF867FD3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Positive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4A3D0-E9C6-4A83-A215-798527E6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Negative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B7862-440B-4AEC-B0D6-B1A55ADC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Faces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7483B-1B0B-45A3-A4DF-8F925AF8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332BB-0360-4A74-B67C-DCB99B7A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5C2A7-06FC-4633-B02E-5BC0917D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359635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B2D25-26B0-403B-A623-5F289984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BB74D-B15B-437C-AAD7-4FC78A4A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F7F73-72BF-4DCE-AA43-528E8BA7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4D23A-3E76-457E-814D-443B2A61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EA4FB-FEC8-447E-974D-D5CD8B61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Ethics: Ethics &amp;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44E2A-63D3-4802-8647-6CF07914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Ethics: Ethics &amp; Values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C0BFC-B1FE-4C9D-B9AF-B247A461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A6DDD-38C8-4DBA-AD90-2A51173F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8A559-4A1B-40FE-93D3-2049A750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A90DC-0EEC-4CDB-8FCE-264B3602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66724-009F-49BD-A4E8-7D8A2000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66FA2-72E7-4F4E-A982-6651AEEF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0A135-B610-4915-A821-EB42AC82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EC749-2727-443D-BBD8-AB4561DE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C8685-9187-4AF9-ADEF-043C9C41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DF00E-3386-4550-A190-051475DE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45313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0D9A14-CA5C-43F3-B9B6-9B19F54D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20C4C-AA98-4071-AD04-AE270B82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1815C-4675-48D8-9C5B-F1C41DD4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7E4E2-6F81-4082-95E0-89789890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67E61-01F1-4B50-8E96-7559DE89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C3A4E-B9DF-47A3-A074-FC9BA69D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3A3F6-9503-4A1C-9893-4FB210AD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FBAA0-0FE8-4ACB-A9EC-4EC454DD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0CC26-FBB6-446A-95BF-D052A103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Ethics: Ethics &amp; V...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E2C05-B51F-4AB6-B1F2-438B45AA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6CAC7-C7C8-42CA-96B2-82442B6D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7FF34-F2EC-400E-AE4E-9F9DAD25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Ethics: Ethics...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157CE-5A2C-4623-A1FD-22842FCC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18573-BE78-4DF3-9676-BBA83A89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5B243-8848-4DF8-89A0-F0840791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Ethics: Ethics &amp; V...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7DD09-5C31-4A85-9A7C-522AFEB1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755F0-7F2A-49A1-86C8-400896CB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C7AB5-8282-4605-A77C-5805376F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Ethics: Ethics &amp;...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F4D07-369E-4AA5-B9B1-FD41E5B0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B8178-E96F-45DC-B729-C3A1F6A9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65D5E-D59F-48AD-8238-95488DDF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Ethics: Ethics...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C2CCD-201F-473E-96E6-ABF1E6CF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3594B-52D8-494B-A4D4-B18B4242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3417181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DACAB-EF6A-4F06-BD56-6B49CF31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503C7-1119-452D-AE30-A5E2EFA0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DA3B1-B3E9-448F-BAEF-E3E6AF8C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E419D-0553-46F9-BEFD-3AB3D268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A38B1-5910-4CAC-ACC4-D801C29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73BD1-F392-4D37-AA76-B871B2C4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D898D-6AE6-4FAA-A81A-D4B63120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45223-AA8D-499B-BA1A-AB114C30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572DB-AAC7-4649-99E3-5B59FBFF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7ED76-CF83-447D-9437-8661B919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18442-D26F-4CA3-A410-5F74D5FF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0B67F-6B33-43BE-9B07-89DAB750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47A0F-A82C-4CF2-B748-F2BC8B1A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81039-BBF1-4656-BBE8-E87AE5CA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8E078-D10F-4CC7-9122-FCA60E66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4042410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65475-74E9-4817-8567-3CA93D51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07F4E-CFF4-45E2-9407-6B5058D7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332E4-6461-4294-B2FD-D6FF57C8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5AD23-D9C7-4C9E-A49F-B2B0AFEC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885AB-3FCD-429B-BA7E-2E3C2035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685F3-294E-498B-B4B0-5D204F7B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Ethics: Ethics &amp; Values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78D10-F29C-4E59-BC90-C365202F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CF721-F667-44F5-9826-8EF05680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49206-5283-4B4D-BFA4-DD1FFD43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0FD99-D184-4A92-8228-7B461404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41711-2383-4389-9A97-D9CDDFE2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6091487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61A2F-FB94-458C-9DAC-879D8378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39515-A41B-46C3-BC5F-260C724A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D7FD2-C2C5-44D7-8357-2EDAFAA4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51082-DB6C-475E-B0E9-7542913A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B49FB-F6EE-4B0A-A3E1-35F8792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Scope &amp; Aims of Professional &amp; Engineering Ethics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80600-2C01-4657-B2CC-2D53111F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Scope &amp; Aims of Professional &amp; Engineerin...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D4D4E-33A2-40E6-8184-E4933DE5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BB06A-6EB1-49DC-99B5-4C442602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B6FC4-3C51-4D5A-81E6-8AA8D951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BDF0B-C4F8-4891-9BCC-4FECC88B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5E3BC-F2FC-46F6-8DB7-A0DAC372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AF6F2-3601-4E07-AEF2-678C7FCF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B101C-6840-43D0-BA26-FFE275A7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144AF-2BC1-4C2E-88BF-6E04B7C3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982C4-8045-47DB-BD74-E3BEFDE5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8A065-3AFB-44D8-A795-E6018119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9175082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605F5-695C-4204-B364-A712473B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B131C-F2EC-436B-B6C6-FAC4472B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B9588-1527-4D0D-9748-E4D2A18B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AC671-FD11-4711-B4AE-EEF51B0B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3DF7F-6398-447C-99F0-3BDAE507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E605E-44AD-48E0-A2C7-C99A3737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A4B00-70A5-426E-B3E3-CE4BF044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BC217-F2C9-48C2-A418-E485DF63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CA281-B39E-4E50-BFB8-1A52AC5B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Scope &amp; Aims of Pr...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CE5B3-C8E6-4F1D-B8FA-3F6E25A4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9B3B9-F55A-43A1-A927-F626F163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1A9DE-ECC4-4C16-B48F-D757DDA1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Scope &amp; Aims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FA821-DFAA-4316-8E59-AF4E0F5C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C7D08-BCBB-4E53-8C89-8D146136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0AA13-4530-42C2-B138-9A08B53B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Scope &amp; Aims of Pr...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31DF7-1202-439C-B3B4-C0550AB1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07FF9-D22C-467E-AFBE-EBA74DD2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31737-FF33-49A7-9ACB-832BD7D7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Scope &amp; Aims of 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01F48-2E8E-4126-B1BF-37B212A4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F8C41-3FA3-49E2-8DA3-79DCD355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68230-EB4A-41B1-A80A-62735B3A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Scope &amp; Aims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403C9-1C91-4A1B-910A-703BECE9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A53C6-C12F-4E11-BF8E-09E1E447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4683099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D96DC-0A5C-4514-AAE1-A87C245A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6541B-9316-40FC-B3F3-125F904E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97A85-564F-4BE4-A065-74A78A5C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FC81F-E387-4EE7-AA5B-D376824A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67111-DFD7-405D-A283-17DA5854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08783-3207-440C-B9AE-D6756CE4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7CA4A-85F8-4963-9924-311614AB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63EAD-6F57-4FAF-A483-83960B4A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F7472-B12E-49A1-A992-5981AEBB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82C89-9F80-49BB-B6E1-684A2ACD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9C2A9-E0DC-4C3A-B250-7A4A754D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C3288-9967-4589-BC31-3179F404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5AD49-AE34-40DB-9A59-0429587D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7DFC8-E045-409C-BCFE-1CC6CBD4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71903-755D-4E56-A813-D73865C3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6225086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77C38-42A2-44F5-87EB-C3CDF404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0B381-C34A-4047-B0E0-7318D886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BB2AB-AA47-420A-B8B1-1513ADC8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6C2B8-37D2-45C8-98D8-169BC19A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532C2-C74F-4829-9C37-3D3770F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BB860-17A5-4252-8EC4-DBD99E70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Scope &amp; Aims of Professional &amp; Engineering Ethics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6C97F-4726-4071-8B06-5FB47470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97ED0-6B31-4209-8043-606A8CF4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A3826-2012-401C-9677-9007BF06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9E3DA-4D5D-466C-8265-36112703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0F1C3-6B4C-4B83-AE06-F87D495F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3129517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05D4A-236C-428F-8984-0002F108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84481-2D01-4F12-BA2D-15E83BFB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9A7A6-9673-47C0-8E3C-70AB95FE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4BB08-E27F-425C-81E8-F2DCDFDE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E8239-B042-4E24-AECF-FA9B79DB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Positive and Negative Faces of Engineering Ethics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E61EB-825B-4756-815B-08175369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Positive and Negative Faces of Engineerin...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32E5E-7B48-4EDD-BF98-9C662824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5AC1A-80C7-45F0-BBEE-B95FC148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E6CBF-61B1-4802-9358-8375990F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A027E-D60B-4349-B706-4E90DC7C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3CE5D-89AE-4556-BE7F-1E1C939D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C3893-E4EA-4614-9BF8-2E1F1366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AEB0C-FEEB-4A7D-8F1A-3BA9D30B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807E3-A746-4F61-A823-13F7A2DA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043D5-3968-47D5-AB6B-4C1B12B7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4A3EB-2B9F-4629-A21D-A301CDB5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645114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AEB107-2AAE-4D23-B051-6A2D3538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FE765-79CA-457E-AD6B-1005D2F3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F9D95-A544-4E60-862C-874C89DD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C1CFA-0BAF-419C-BF5B-ECC70B5E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28955-CCF6-4D32-8525-B7130B7B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DD87C-E825-44A1-8C65-C2FA9F46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DBC69-1A2E-466E-8C43-2863AC6C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1DA5D-25BF-4ECA-8C9E-0DD8E759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32AF1-A8E9-4DB4-84D7-32B9FDCC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Positive and Negat...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79611-E99A-436F-A8EC-F25BD80A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A5AD8-7D83-4045-A727-45A9EB13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8BD77-2EF5-4F83-9BB1-98B3D494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Positive and 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4B387-B60C-43C6-905F-393F2C38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5DE80-25D3-44C0-A1E3-39885477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5D9B8-3A44-416C-A21C-60DE1696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Positive and Negat...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00220-0A76-4724-9075-889B1104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13879-E199-4AAA-92B3-4EADBB27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3CE3E-7183-445E-9DE7-0D9857CB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Positive and Nega...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0DF39-8377-4FF4-98B8-26A7A368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5B0DE-4E99-4AA1-A5BB-A1C8EC9B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344AB-4BCD-48B2-81E9-A9DAD04C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Positive and Ne...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DA767-D222-41CF-812A-DD3CC00C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F999C-D482-4DB9-B7B0-E7CF217D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0256945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2C1AB-A429-4006-B761-9ACD346B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BF3AD-C73E-480C-B14A-7A769BD5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A2F69-D56F-406A-B35C-23F0FE87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62B2B-AE04-4FC8-91C2-B9C7A35E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4A456-A1A7-4303-AB92-45ACFCBF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B03D4-BBC1-4134-8D53-CFC70D53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8B18F-1214-4515-BCFA-1C72C261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5E599-CCBB-4EF5-911D-B0CCFF95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149E9-D3A1-4CB6-AF5E-2EBF9AA7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E90DE-5086-4FDC-9E9F-7D6C5CD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2E379-C181-4FBB-986C-A554F6D1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39E9D-4CB0-45D7-9DD4-BF3BA1A1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C684B-833D-4615-853F-6A253DAD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8653E-BCDC-4F1C-868A-D83CE525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A61AD-D299-4BBD-86EC-223FF0B9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9070589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6BC74-DDE5-4C2A-9095-2DEEA7B9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759C7-D326-4AC1-96A1-8844D30F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6CDDC-B24F-414B-99F3-AF3135D9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12E0F-52B5-451E-9593-F2ACEFDA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73DC0-C425-4ADB-960B-7DF4E242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50AB8-90BC-431C-896A-CBE9146B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Positive and Negative Faces of Engineering Ethics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08336-246C-4612-8C22-F836A56D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A1708-5EA0-4354-8B8B-76AF9B61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DCF38-06BA-448B-BB05-45AA5C91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E6F5A-81AD-4DCD-8D78-416D6C96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7CC23-E9A7-4C0C-B740-D2FA80F6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6386274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69AE6-77EB-45DB-8F05-23D464E2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3147A-8E11-48C4-AE7B-F9192ECB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CCB0D-5D9D-4152-A756-1691B042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1FA6E-F99B-462A-8B4F-A598CF05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DCA7F-852A-4B4B-A2B8-24E15412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Clash of Ethics, Conflicts of Interest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4A8ED-28DB-4D13-A8F3-E7D591C4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Clash of Ethics, Conflicts of Interest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27652-2911-4BCF-9CC8-3F2715AC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5613F-E2A2-46C7-9E22-41ACD238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80B72-9FF4-497D-968F-8E4F9D1E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68025-DD30-43D7-ADC5-4FEE2CE2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41A53-576B-4373-A43E-BEA39303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34A88-0545-4856-BEBB-4B7B1529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EBAD8-A31C-4CAD-AF61-9B16E182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08F3C-76F5-450D-994D-E281CA4C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42536-DD0E-4EFD-B172-C9EB6495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DDC21-9889-47D1-994B-4575A68E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9763776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5F662-DAB1-44B3-AD0D-2AA2CC81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4ABAA-C4FD-46D9-BF55-7CD20B6F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E6343-9AD3-41E0-8E7E-2F66A505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18C01-FF27-4269-BEC4-0D07A739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842DE-21E4-4D09-84BA-8CB64328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23400-1F8C-4D09-A333-0054A4A6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A3C30-D2D8-4EC0-84D4-896FCC06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6CF1B-BF9A-4EA1-91BF-46B8AA80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AF327-05C0-4690-905D-83139E0B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Clash of Ethics,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68D9E-16A3-4F94-9600-E5C558BF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5E1D2-4A20-4E46-8ED5-B8276BFF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F0C00-5FD9-49D4-BC85-5132FA91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Clash of Ethic...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A2554-6CD7-4DE4-89C3-691D38AC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A1625-4064-464F-8C86-7A4D49FA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E617C-BCB6-4F1F-8D0B-C6379EC5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Clash of Ethics, 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3CEFC-9BBC-4336-B022-44E64588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0F66B-0877-4D29-BC5C-A51297F1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4373A-0828-4F7F-A4F1-71C9C1C8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Clash of Ethics,...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0AD9D-BF5B-48C4-8C65-0147D4A3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CE8E5-B726-4A22-9309-CB77957B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8BA25-B542-41F1-900A-7EA17AB9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Clash of Ethics...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33384-9336-4C85-855E-91F40CED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F977C-FF08-44A6-9AE8-CDB5070F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5306921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B3432-4411-4517-A26C-5A0FE918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5A17E-9051-490A-A9BF-BC824E54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9AA14-9B54-40E9-B87A-83C167E7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A1796-501D-4E67-A29E-A74F9CAA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A7A80-BFA7-45F1-BB01-F5CC961D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43626-FE7D-4CDA-B8EF-9B171923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7C91B-7803-4F0F-85EE-DD575D86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1C9E9-0191-4A7A-A715-332F8BBD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8CF59-7650-4D93-B406-1BD69776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081A6-59F4-489B-B1AA-D5F8B387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58D65-06BF-4D6A-B560-AA419C8B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8AE08-94A8-4196-B24D-BE1D1639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B0B56-1E65-4C38-8797-0E6A0F2C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ABF69-8864-431E-A05E-6E260673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AFC14-6971-44C5-84A9-06C2D8ED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336119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B6E9D-4507-4075-8FBE-07CDCB74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4BB56-93E1-430C-BFFF-0AB00594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60FBC-0A2A-48A4-B017-143769A5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604F2-53A0-44D8-BC6F-862E3881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9DD5E-69F1-405B-83DB-E74FAC4B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69868-B43F-4768-90DB-0F722777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Clash of Ethics, Conflicts of Interest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DCEF4-C26E-41B5-AF77-592C23C6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05929-9054-467F-84E8-A9936C6A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282FD-776D-4C5F-8ACF-AB50EF50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00BB5-4414-4E4A-B1A3-B2ADA7D8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DF6C5-B9A8-4C93-8562-37A449A4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4579070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6296C-8D7C-4561-8A2F-AB646C5D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AFFD4-063B-4A3F-8EC4-3B04FDC1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CFDAF-02CA-4F26-A361-B827827A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4763B-E8C0-4648-AFDA-ABAF3D10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FB886-A397-432F-BB27-E1055115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 impediments to Responsibility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9B949-0C88-4FFF-9570-6BE39F09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impediments to Responsibility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EC61C-6916-4494-84B9-D03F88DB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D6A8C-D2E2-40C4-B251-D43A06CB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AF6C1-FFC3-489D-BD65-9D6D8657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A5F1B-8E86-49A5-A1EB-D5D99F26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2BEFA-E8BF-4D3D-88C0-562DEDDB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C71D2-2A4A-44A2-B239-60B4361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574BA-0212-46A4-BD56-07F73F21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1CF66-5FC8-4F12-9CF9-59F9B3D5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9D246-7881-4FD7-8041-CD5DC2F0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60B95-1438-48F3-A443-F4CCDAC8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9957541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4BE09-DCDA-41B0-8A7E-D76F56B8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5CD4B-7952-49B7-9CD3-5AAEC2E2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34D7D-3E3A-4A0F-9B87-ADFB2966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75DAF-AA4D-43E1-A120-8C61DF8C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A5B70-A652-4A91-870D-BFECF1F3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735CD-4E93-425A-9C88-7E1CBCD3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53590-7C90-4447-A771-65CBD865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7F486-1606-42F5-A70A-B497130E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74839-3439-49C4-AAEE-DF528F52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The impediments to...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5DC41-006A-43D0-892C-D0E1CA0F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FFFB1-B43D-4168-BB86-D2B1A28A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DCB31-2977-4E20-9B53-4D4482D4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The impediment...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DE71E-02CE-4151-8819-AF8E558E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F8467-AAD7-4B7F-82CD-0B2633EC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0D08D-8818-4EFE-86E6-0F59159C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The impediments to...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4EA12-CEB4-4055-83A6-329436E6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0F9AF-F22D-474A-9CDE-B2C69028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EE85B-EB54-4AA1-9A28-E67DE0E7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The impediments 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D6343-8985-4B77-A897-F99CAA00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61AB4-C764-4BC1-AA77-A0409126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F7F35-C286-42DE-8CC0-E0FB963B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The impediments...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73721-AFAF-46DF-A4E9-95F9C338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C128F-1699-4534-A621-9092B592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6144169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EF2BA-4DB5-4A61-BF2E-35FB88B2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548C8-AEC7-4601-860E-7F2DE851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A77DD-2D52-48DD-B6E6-5B5E9061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CF941-25CB-4745-A365-BB523BC2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3DD22-70F3-456E-BC31-6B120751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BE79B-9E2C-40DB-9CE9-9ADF1C4C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ACDC1-A8AA-47CF-89F7-163AE329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36244-BED5-4B31-8B6D-AC1E82CA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4CE27-2885-43C0-A727-5E2CE869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510D1-C6F7-4963-86FD-5472D8C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DA91F-BDA4-4A5A-AFC9-03495ECA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31DEC-A6A6-40DF-BE7F-3C1AD79C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64E2F-5AA3-40F7-8A5C-86818828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C8DB6-78E7-4265-9683-305DD898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9B27D-9CFF-4561-85B3-1A9199DC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486898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7F89D-D5FC-4BA2-ACC1-21CD1104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DBEAF-1C6C-46A8-8739-B928EEBE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3C68C-5382-4196-AF02-B4CAFB44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FBB52-2490-4BBF-B08F-3041EBF0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3A579-8A2F-4099-BE4D-D25796A2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9EEC6-151A-4AB3-AFC0-32A2AFC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 impediments to Responsibility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D5BC5-7335-4D7A-BBBC-5087B25A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F478C-5CDD-4D57-BC2F-46B587C7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0BDCC-8C31-45EC-9086-D8E096D0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A9398-7324-4743-8F37-C5A31E7F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F898B-CE48-4324-9EA5-FD99E96D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8857222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7DFB5-2AA3-46B0-81BF-4397F137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33226-40E5-44D0-98C7-8FBA8472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80DCD-FF88-45A8-910D-2B50542D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1B673-CC7A-48A1-9249-E3616B54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03094-057C-4C79-836F-B18A127B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Trust &amp; Reliability in Engineering, IPRs (Intellectual Property Rights), Risks, Safety and liability in Enginee...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ED83F-6CD2-4581-A871-7BA1AB00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Trust &amp; Reliability in Engineering, IPRs...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3F291-FAF9-4703-BE07-04C6259B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8762C-4D05-4C9B-9792-EC3D3C07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104A4-AB34-447E-8116-F6827318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E2340-AD1C-431A-9732-4BF5FDA5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B0AF3-97F6-4F28-B298-2668E979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475AA-597A-4B54-A8A9-1ACC0E61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988DC-0CB2-4B88-8F8B-F249F3AE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964C2-8CE4-4ADA-9C45-927EA629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D8278-B7FD-4711-9E74-968C7972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C0E07-C86D-4828-BF0D-A425456C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0755462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40A076-BDBA-4621-B5A7-D6824E17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91BA5-1D32-4A69-8C03-1681229F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C5B81-08B2-4B0C-9B4A-12CCDB84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D33FA-03CB-45D9-96F1-21FD553E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E78FD-8F41-476E-9417-38BFCAF2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805F8-07B4-4629-B272-AF9921A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BE692-1FA9-447B-846C-033E5A82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AEFD1-793D-48FF-8FAE-0638795D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FFF45-72FC-4F4F-B55C-B186DCFA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Trust &amp; Reliabilit...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EB30E-640B-4E59-B166-F890B5B4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4E0D4-F884-442F-BBDD-11639902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27916-2162-4B8B-A93B-BC4D0893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Trust &amp; Reliab...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2F1A6-989A-42B2-B1B7-B9F725CB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343DB-B52B-4FE1-A050-27369007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440BE-A870-4040-8BD4-EC7A8A18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Trust &amp; Reliabilit...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AC6C6-F695-4E14-8949-A5DF1BF6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68A7E-2EEE-4969-A9EF-5A826A80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100FD-9E1C-41AC-A511-D52A553C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Trust &amp; Reliabili...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D0BCA-2AA8-4742-B4A2-6186C6A1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ACC2A-D28A-4888-9212-B6085304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C926A6-947C-4340-8206-A717075F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Trust &amp; Reliabi...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F63476-5B48-42B4-9C6F-D86AFD62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348FA-381E-42F4-A637-A9F82A4E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55981713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7506A-06DE-4720-8403-70010F5B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F87F8-8540-4D61-AC62-B98FBC4C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B37DE-A6E7-42EB-994B-4DFB0EBC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FCBF8-03CC-46CD-99CC-D65B5659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299B2-C90E-4473-A81E-195D4D6E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E54C4-AF96-49FE-9435-BD13F5C1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C717B-07B7-4529-96E7-AD138A59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ECB9C-D966-41D4-B3B2-73B42FBA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F7A84-DE83-4C60-B486-2FBB3494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BF319-1AFB-4D77-8F4E-DB04CECF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D9389-36CE-483E-BAAF-3315468E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4AE38-BC0C-4AE2-9E37-194229C9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87880-98D5-47C8-9A10-49B27D0E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18F93-DAAE-4FA0-9297-685F704C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49ABA-432A-4C75-8741-9539B292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285768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EBB19-6715-430C-A7AE-F9180B1B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6729E-6EFD-44CF-8C3D-1711F18D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DB623-A033-4A11-A5A3-D224B1C7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B93B6-81DF-41E1-A7E0-9A113E42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D4679-1425-4F3D-B6D0-C5573D2F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241F9-C8B9-4740-9218-E46FF7E7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Trust &amp; Reliability in Engineering, IPRs (Intellectual Pr...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3EF60-59DA-45D7-BCA8-AB265D3C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9C00A-87C0-4CA8-A059-271D3A75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DD8B7-197B-4E49-B513-C9DF196D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B7C73-0AA9-4454-BAFF-60237209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F0688-3BFE-4338-8C90-ADA7890F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253965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20319-25F0-46AB-A1E0-BA57A95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797A0-E4DD-4ED7-85AB-E76268E6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86A8A-A105-4310-8B9A-B81E0B29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0A5FB-0073-46DD-82DF-250915BF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37000-9D1F-4196-AD61-AC3B910F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2DD9F-693F-4CB0-893C-A9B95518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80604499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C1F7D-1FE8-4B1A-946E-61613048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31BC2-AB88-4AA5-B525-43D4018E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878A7-C168-4E1C-92EE-C044805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514BD-9A48-4F5C-98FB-42316FE8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E46E2-D150-470B-8D5E-1CFE010A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Professional: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Ethics: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Values: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Scope: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32244-B2DE-4485-B352-C25D4011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4732701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56DD2-B561-4395-9A6F-75C1A88C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5D022-2905-4633-8B52-49693394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B24E7-6FFC-44A4-A7D4-CF7F5D4F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12F67-0D20-4300-8E78-1B7723E6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620EE-C4C0-4605-8892-E1434F74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0D8EE-0B9A-46AA-B2B2-85BB95E0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3263554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A6A68-57D3-4CE7-8E6C-C371206F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7B793-3155-477C-8D01-93F9EC4B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17F11-1B00-4B0B-AE2D-E93365D2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C8B33-6444-42F7-A9D4-85D6FD2C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9C22C-CA43-4D02-89DC-4472133F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C2EC9-A790-4699-9EB5-D6C221F4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80636431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F927C-67D4-43DD-B4E0-63371541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5B9BF-3117-40D8-B0B0-A413CBA6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DB56F-25EC-4A48-8C29-301E8339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FED73-55C2-435B-B3C7-E26648A2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7EB44-AE7A-48DE-B4A2-3D4CBB54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Ethics: Ethics &amp; Values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Scope &amp; Aims of Professional &amp; Engineering Ethics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Positive and Negative Faces of Engineering Ethics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Clash of Ethics, Conflicts of Interest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The impediments to Responsibility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AD517-182C-46F6-8957-89863929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A65E1-4E85-4CDC-8BE2-D5CBDEE4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5CAD5-3A29-42F4-A662-0DE60C43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48717915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FC8E9A-E405-443A-B705-245A0D2D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18773-8FCF-4682-A393-B2871FC5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Trust &amp; Reliability in Engineering, IPRs (I...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871DA-B071-44DE-B882-2F93E560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2972E-AF1C-421E-9697-7D3FB757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AA52D-6063-484C-AD46-C8243731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075C4-1ED2-49C0-9E7A-145BF734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5D2CA-A5C4-4B53-9A82-8A94AC2A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23CA4-E335-424B-8B87-62A90A64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A87C6-4F42-49E1-9058-F2D9EB9F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80C52-32FE-462E-BF72-309490C4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EFFE5-E814-42CE-8F83-D7C0A228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556BA-E747-4BEB-819A-A606DA11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0E321-CB43-4614-86E1-450D804B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7E892-626C-4B43-931E-470A0B01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0565D-A326-4737-88A8-5E59EFE4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14F62-3C00-4C3C-BDCB-8746ED69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1A2C0-083C-4B6B-BC30-23A793FF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67CBE-F1F9-4BD9-862F-7C8B3DB8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8983D-444A-4D80-ADBE-8A7A316D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5858F-904E-401A-A8EC-E20D87C5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FFADC-2BCD-4447-B251-FFB2DE74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9612F-FAA8-4939-AD7F-A007B6D1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1B874F-A164-43D8-BA0A-6E6A6215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7D4E73-828F-414C-A3B2-5D247886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7D736-97DE-4C48-BA6D-2C3D3108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697E0-42C5-4177-8AD9-3D16D03B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F54517-B0FC-484E-B520-3C732668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E1988-8C0C-42F6-9F6F-8A1BA5C0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4C3A65-96EA-4FC8-9671-917DBCA1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A86FB9-D261-4CCB-8866-E2450C1A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5C8BA7-5610-42F6-9BEE-D2D697D7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0A6332-4174-4197-99AD-6457AFB0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8079563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004394-DD97-4045-9DF7-A441192C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82B74-F256-4B64-B608-8FC19A94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Ethics: Ethics &amp;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C9408-6F0F-47AC-844C-B2D85527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B156A-8B96-4AD9-A761-023C7B9B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14EF3-7BA1-4DD4-8645-85FB40B3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4C29D-1C26-43A6-A145-BA67551A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55373-7C45-4081-B3C3-D5001D69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E1118-31C4-4D7B-ABD2-2655DBB7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5C785-893D-4F0C-840D-ACACD940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4953E-5DD3-4420-8678-54A58228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2B021-A32C-451A-9BB1-016E6674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2E926-FA73-45AF-899C-96F7DD68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398EF-F06C-4105-8AD0-78946849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CA4E9-3810-4EC0-84BF-C6C2A08A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F5C7F-A000-4BC1-8373-6B7641AC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D76BE-618D-4267-9C13-4ECED394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61B79-47D3-41C3-8A6D-30C558CC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15CDA-6AA0-406C-AE9B-075B6B3C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DA116-2E79-412E-89C3-D3CAB40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8B917-98B0-4A89-8AC5-E2CBE368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4ED69-1687-4C58-9DA6-B2565A69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A9339-95D6-4337-B7A1-39619F61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6F81D-1646-40C2-89F4-3AC25485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73A20-C480-47B8-9D71-9588546E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18714-7A82-434E-A31D-4EADBC10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E8CFE4-7E94-49AB-B994-AD93B814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9BDABE-D9D8-4E2A-94AF-4AA31203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E270A-D428-4805-94D9-FB2C1FBB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5FC28-64BA-4B2E-ADCE-CE5AE643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9B5D7D-1E5B-4251-A7DD-664AF16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C9ACDD-35D0-44D3-AED1-1821FDB2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7284DD-B031-42B0-BC42-46CCA346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3678332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0CA68E-FB64-40E0-8F7F-2D4E6E03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F6A14-BCEA-44E4-A03B-FDD96E5E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Scope &amp; Aims of Professional &amp; Engineering...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70F42-7F67-443D-A059-F5E2FC12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1301A-3C95-4A9F-9376-6F5CE812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773F0-F051-41E2-A935-7825DA63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7E6CE-EDFB-4747-AE44-0808BE3F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0803D-C5C0-48DB-AA31-F5C48ECA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A5CC5-07D2-44F3-8267-0EF77741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343D4-6BC4-4843-9936-29FD0FE8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FDF47-3403-48CA-A833-A5B40248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7D20F-3F10-49E2-BF12-D2E911FF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AACFF-C683-4B7A-B50E-AD03D2EE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CC4FC-1E01-4A50-B071-13DE94B5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C8439-7D83-406D-98A5-B1FA2A10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45C15-8D25-470D-802F-B7DD931E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EFAB0-A688-4642-92A6-1E29C72E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1DB3F-AB67-4E2C-8416-FEE05672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87C3A-6289-4372-A4C1-E5C28DA8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62234-4066-4645-BF82-0912A4C4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5F142-7CB0-43E9-ABE8-554353D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AFD02-DFFF-45B1-81A7-B3CBE6FF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CFF17-6FB7-4EE1-A7A5-E6812632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26522-D014-4DE7-996A-1797D278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7CB02-15D0-4EF3-943C-6FFCB6CA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944E68-7F38-456B-A0FA-44973B57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065060-712F-4DF1-86F8-BE3EA1D2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2F80C5-98D5-40DA-A93B-21BD82C7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F7672A-B727-467C-B3B6-353E5FBB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F603A-ADF6-49FA-8D7C-8AD8AFD8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74B178-1627-44F1-9296-850B4B58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F31155-2BC2-4FAF-A42D-963AA68A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609397-5BA6-4E4D-A784-304635D8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66445713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BAA208-BE0A-4459-AA77-2DF6EAA0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005B2-3F5F-446A-A25E-400D620E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Positive and Negative Faces of Engineering...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4F797-0678-4C78-A0AC-4DA1B2FF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E5947-691F-47A8-AFDE-6759C7D1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62324-7F2D-4199-B7B6-3C0A8C60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C5E5E-2238-4F66-A2FF-7B4F2940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CC6D9-0342-4FC2-8667-BB9CFF85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1D19E-48BB-400D-A71C-9058DC8E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EB9F6-7695-4C24-A6BB-7000FF27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46D71-6874-4E25-B2A6-D512D61C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4D18B-1ACE-4F60-BD81-1322D536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C2536-C6D3-4CC9-B252-E3AC6CF7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1E534-6450-4D9B-9CDA-41EBC7DC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DF78D-2E0D-45E1-89B9-9866CBA9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D5EC4-06EA-4D0C-BC60-D383746A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20E65-8556-4B60-8BDF-8C095E43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2DF31-80B8-4A21-BC0C-A58DD561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DDB91-4BF5-42EE-8D55-4E88FBF9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DA12F-176C-4EDB-9B50-C631E1F2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93D22-973A-4946-98F3-F7BDC83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2F3A68-EE24-40AA-830E-F702D6A3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7937F-387C-4A91-BFC6-8DA16A8A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0E509-C3E6-4928-953F-7ED076E2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A5CE5C-C37D-4D6D-8CD3-B2397FFC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1F9531-2E66-4408-8554-CF5D7AB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460F6-A561-4A41-B65A-3F0C43BA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36823C-1B88-4A3C-B3BC-5E0797E4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941247-102F-43A8-A22C-F7611CFD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17A4C2-65FD-4EB3-9B83-A4A820A4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C7CB6C-665C-406E-B665-758633DF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EFAE13-CF9F-4ED4-A65F-3AEA1F11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48166C-68E6-4627-A6FA-6A3D8EF2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83416832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A5AE58-46AB-4306-B9A1-4DF97DC6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FA57C-5413-4EDA-86E3-0C090512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Clash of Ethics, Conflicts of Interest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1724E-82AC-4440-A043-081A68AA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71C38-95FE-42BB-BD8E-BDD7DF11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82AB2-C907-4DFD-B71E-317A3EAE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9B425-264C-464C-8655-ADC368F6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BC452-B417-4110-92D8-91FCA17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CB6C3-6B9D-4612-B07A-965B6211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8938A-D14F-45C2-9514-A6619326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F4735-16AD-4689-BF88-C52E784D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50A97-AB06-40AD-97B4-19FA3831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3A708-9A03-49BA-BCB5-F25420DF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BB975-A22D-462E-B8D4-735A5427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4709F-3DDC-4DEA-9C64-EA8590B8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B0767-1168-4D74-A02C-4BDBF80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8DFB7-307C-47D2-849A-641102A1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09168-8079-48C4-875B-DB86A2A1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71967-B2E1-4C33-BEC7-81779E49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75BE4-6505-4A0A-BA3F-607D4357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587FD-30DA-416C-92AA-B22C04F4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6AF4E-4EAD-4786-B8D9-A6F43224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49C66-E033-4DC2-97E8-F1F9A55F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905EC-C1D8-4E12-ABDC-E17450DE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45DF6-4FEB-41CB-8182-ED2CAED3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F262B8-0E64-4334-B0B5-66AA779A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C29082-D3C0-40CA-A025-F60AEB34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CE60B-FA48-4761-B3C8-BD212975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A69AEA-3AEA-40F9-BF88-FE8F2CAF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AAA894-46F1-4346-9F36-3F8BB731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960859-9B79-418F-B8F2-61C671C1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182C8F-B635-4379-BDA6-8F1993B4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4F25A2-8758-4D49-A11C-4158B3AD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31953400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E07F67-D428-4AF1-BD50-19AAB460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C478D-6847-4703-A6DF-09477072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The impediments to Responsibility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972EC-9ECF-47DE-92D1-F4207E64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1C45E-CE64-497A-835F-FE0B6CBD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40860-33D6-4D68-97FB-D7C6F4A5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64458-6095-43FA-AD1D-81049E52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72F9E-C699-4788-9833-9EF89C73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F2744-928F-454A-9C35-D12CB829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3B0D2-45AA-4882-912D-90EF1FA2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8E693-7C2F-4B2A-8BC4-5BE61954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B58F8-627F-40D4-9027-4339B54E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33AEC-AF3B-49C3-92D1-F826893C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5C862-C016-4756-AA4B-E53E144A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C587E-26AC-474B-983C-80BBE61C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A044B-C070-4727-B8B7-A07C914B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F21D8-8A0D-465B-ADA8-6B652283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BCA82-D520-47A9-950E-31B175E9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7D38D-2824-4678-B214-85FD8061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897FC-E5FA-4582-84DB-AF17542B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A55F2-159A-4783-B06A-A597E00F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CCF8D-B497-403C-A9BD-1C4CEDB8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8F2081-E4A4-4B16-8AF2-F1CC8A53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4C9ED-CEBB-4804-B590-C06FCFAC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E64F9-BFFC-447A-A6D2-96D55EB5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13FB5C-C46F-4264-99FE-C1B73D67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A71C9-AF0E-4812-808E-E9D25E3D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92DCD2-AEE4-41A2-8E9E-67FBA2C7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62C6D4-DFBD-4505-AF53-EDB37344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04CCED-87D3-404A-B83B-BCF9AD68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8F0C09-01B5-4A70-8777-609C57BB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07CE8-A97C-455B-901B-C77B9756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1DE88A-DB3E-4041-844D-B39A575F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485373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2026-08-24T16:02:52.9600000Z</dcterms:created>
  <dcterms:modified xsi:type="dcterms:W3CDTF">2026-08-24T16:02:52.9600000Z</dcterms:modified>
</coreProperties>
</file>