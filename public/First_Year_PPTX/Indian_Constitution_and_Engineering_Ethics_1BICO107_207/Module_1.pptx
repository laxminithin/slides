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aad97fbef143aa" /><Relationship Type="http://schemas.openxmlformats.org/officeDocument/2006/relationships/extended-properties" Target="/docProps/app.xml" Id="Rfc4f39d16b0542c0" /><Relationship Type="http://schemas.openxmlformats.org/officeDocument/2006/relationships/officeDocument" Target="/ppt/presentation.xml" Id="Rfb2329022a3042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a171ecb40745e2"/>
  </p:sldMasterIdLst>
  <p:notesMasterIdLst>
    <p:notesMasterId xmlns:r="http://schemas.openxmlformats.org/officeDocument/2006/relationships" r:id="Rf882eddd0c7d4693"/>
  </p:notesMasterIdLst>
  <p:sldIdLst>
    <p:sldId xmlns:r="http://schemas.openxmlformats.org/officeDocument/2006/relationships" id="256" r:id="R5ce3b56a5b514959"/>
    <p:sldId xmlns:r="http://schemas.openxmlformats.org/officeDocument/2006/relationships" id="257" r:id="R3ff32f3a76ae4499"/>
    <p:sldId xmlns:r="http://schemas.openxmlformats.org/officeDocument/2006/relationships" id="258" r:id="Rd5271f112b884c74"/>
    <p:sldId xmlns:r="http://schemas.openxmlformats.org/officeDocument/2006/relationships" id="259" r:id="R9dcd5167231e4e05"/>
    <p:sldId xmlns:r="http://schemas.openxmlformats.org/officeDocument/2006/relationships" id="260" r:id="R64f74bde14dc421b"/>
    <p:sldId xmlns:r="http://schemas.openxmlformats.org/officeDocument/2006/relationships" id="261" r:id="R2c23b0b8a1a14b73"/>
    <p:sldId xmlns:r="http://schemas.openxmlformats.org/officeDocument/2006/relationships" id="262" r:id="Rb3bfa084dfcb4ae9"/>
    <p:sldId xmlns:r="http://schemas.openxmlformats.org/officeDocument/2006/relationships" id="263" r:id="R5ecf196081854844"/>
    <p:sldId xmlns:r="http://schemas.openxmlformats.org/officeDocument/2006/relationships" id="264" r:id="R1eb71011e9d24cae"/>
    <p:sldId xmlns:r="http://schemas.openxmlformats.org/officeDocument/2006/relationships" id="265" r:id="Rb5fb53f27a374655"/>
    <p:sldId xmlns:r="http://schemas.openxmlformats.org/officeDocument/2006/relationships" id="266" r:id="R872c3aa31e2d4590"/>
    <p:sldId xmlns:r="http://schemas.openxmlformats.org/officeDocument/2006/relationships" id="267" r:id="R2d6aca0efacd4aaa"/>
    <p:sldId xmlns:r="http://schemas.openxmlformats.org/officeDocument/2006/relationships" id="268" r:id="R80e1659e1594489b"/>
    <p:sldId xmlns:r="http://schemas.openxmlformats.org/officeDocument/2006/relationships" id="269" r:id="Ra0c6af9de03d4025"/>
    <p:sldId xmlns:r="http://schemas.openxmlformats.org/officeDocument/2006/relationships" id="270" r:id="R5b0ff691f59244c6"/>
    <p:sldId xmlns:r="http://schemas.openxmlformats.org/officeDocument/2006/relationships" id="271" r:id="R8b043cc4c53f4e0c"/>
    <p:sldId xmlns:r="http://schemas.openxmlformats.org/officeDocument/2006/relationships" id="272" r:id="Rae82d988e65e473b"/>
    <p:sldId xmlns:r="http://schemas.openxmlformats.org/officeDocument/2006/relationships" id="273" r:id="R26ae0d26c3bd4ed1"/>
    <p:sldId xmlns:r="http://schemas.openxmlformats.org/officeDocument/2006/relationships" id="274" r:id="R8dd8a64d6ad54d0f"/>
    <p:sldId xmlns:r="http://schemas.openxmlformats.org/officeDocument/2006/relationships" id="275" r:id="R970f8446889542c2"/>
    <p:sldId xmlns:r="http://schemas.openxmlformats.org/officeDocument/2006/relationships" id="276" r:id="R2f6c140a7d9b47cb"/>
    <p:sldId xmlns:r="http://schemas.openxmlformats.org/officeDocument/2006/relationships" id="277" r:id="Rbc4f37b04b324fee"/>
    <p:sldId xmlns:r="http://schemas.openxmlformats.org/officeDocument/2006/relationships" id="278" r:id="R7820e84f9eec4df7"/>
    <p:sldId xmlns:r="http://schemas.openxmlformats.org/officeDocument/2006/relationships" id="279" r:id="R56971828585c4015"/>
    <p:sldId xmlns:r="http://schemas.openxmlformats.org/officeDocument/2006/relationships" id="280" r:id="Rf0721cd8b14d43b2"/>
    <p:sldId xmlns:r="http://schemas.openxmlformats.org/officeDocument/2006/relationships" id="281" r:id="R50ce9e2ff3f44472"/>
    <p:sldId xmlns:r="http://schemas.openxmlformats.org/officeDocument/2006/relationships" id="282" r:id="Rf819c52fccee4f6d"/>
    <p:sldId xmlns:r="http://schemas.openxmlformats.org/officeDocument/2006/relationships" id="283" r:id="R886eb649690e4c76"/>
    <p:sldId xmlns:r="http://schemas.openxmlformats.org/officeDocument/2006/relationships" id="284" r:id="R809f2975aa014e20"/>
    <p:sldId xmlns:r="http://schemas.openxmlformats.org/officeDocument/2006/relationships" id="285" r:id="R7515c7cfc8b6467f"/>
    <p:sldId xmlns:r="http://schemas.openxmlformats.org/officeDocument/2006/relationships" id="286" r:id="Rf4bc437f810a4f6e"/>
    <p:sldId xmlns:r="http://schemas.openxmlformats.org/officeDocument/2006/relationships" id="287" r:id="Ra3b9602bc27045b5"/>
    <p:sldId xmlns:r="http://schemas.openxmlformats.org/officeDocument/2006/relationships" id="288" r:id="R3445d1100d7143f1"/>
    <p:sldId xmlns:r="http://schemas.openxmlformats.org/officeDocument/2006/relationships" id="289" r:id="R784f345b03394cf5"/>
    <p:sldId xmlns:r="http://schemas.openxmlformats.org/officeDocument/2006/relationships" id="290" r:id="R84bc8e354b054ae9"/>
    <p:sldId xmlns:r="http://schemas.openxmlformats.org/officeDocument/2006/relationships" id="291" r:id="Rcf092f9ae86844db"/>
    <p:sldId xmlns:r="http://schemas.openxmlformats.org/officeDocument/2006/relationships" id="292" r:id="R2c7caa9efb6b442f"/>
    <p:sldId xmlns:r="http://schemas.openxmlformats.org/officeDocument/2006/relationships" id="293" r:id="Rcd4b6446245e4b0e"/>
    <p:sldId xmlns:r="http://schemas.openxmlformats.org/officeDocument/2006/relationships" id="294" r:id="R3031a4e938b54c4d"/>
    <p:sldId xmlns:r="http://schemas.openxmlformats.org/officeDocument/2006/relationships" id="295" r:id="Ra72937f8b51c48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5fbc93b164445b" /><Relationship Type="http://schemas.openxmlformats.org/officeDocument/2006/relationships/slideMaster" Target="/ppt/slideMasters/slideMaster1.xml" Id="R56a171ecb40745e2" /><Relationship Type="http://schemas.openxmlformats.org/officeDocument/2006/relationships/notesMaster" Target="/ppt/notesMasters/notesMaster1.xml" Id="Rf882eddd0c7d4693" /><Relationship Type="http://schemas.openxmlformats.org/officeDocument/2006/relationships/presProps" Target="/ppt/presProps.xml" Id="R9171369cea804688" /><Relationship Type="http://schemas.openxmlformats.org/officeDocument/2006/relationships/tableStyles" Target="/ppt/tableStyles.xml" Id="R32716bbdfadc408e" /><Relationship Type="http://schemas.openxmlformats.org/officeDocument/2006/relationships/slide" Target="/ppt/slides/slide1.xml" Id="R5ce3b56a5b514959" /><Relationship Type="http://schemas.openxmlformats.org/officeDocument/2006/relationships/slide" Target="/ppt/slides/slide2.xml" Id="R3ff32f3a76ae4499" /><Relationship Type="http://schemas.openxmlformats.org/officeDocument/2006/relationships/slide" Target="/ppt/slides/slide3.xml" Id="Rd5271f112b884c74" /><Relationship Type="http://schemas.openxmlformats.org/officeDocument/2006/relationships/slide" Target="/ppt/slides/slide4.xml" Id="R9dcd5167231e4e05" /><Relationship Type="http://schemas.openxmlformats.org/officeDocument/2006/relationships/slide" Target="/ppt/slides/slide5.xml" Id="R64f74bde14dc421b" /><Relationship Type="http://schemas.openxmlformats.org/officeDocument/2006/relationships/slide" Target="/ppt/slides/slide6.xml" Id="R2c23b0b8a1a14b73" /><Relationship Type="http://schemas.openxmlformats.org/officeDocument/2006/relationships/slide" Target="/ppt/slides/slide7.xml" Id="Rb3bfa084dfcb4ae9" /><Relationship Type="http://schemas.openxmlformats.org/officeDocument/2006/relationships/slide" Target="/ppt/slides/slide8.xml" Id="R5ecf196081854844" /><Relationship Type="http://schemas.openxmlformats.org/officeDocument/2006/relationships/slide" Target="/ppt/slides/slide9.xml" Id="R1eb71011e9d24cae" /><Relationship Type="http://schemas.openxmlformats.org/officeDocument/2006/relationships/slide" Target="/ppt/slides/slide10.xml" Id="Rb5fb53f27a374655" /><Relationship Type="http://schemas.openxmlformats.org/officeDocument/2006/relationships/slide" Target="/ppt/slides/slide11.xml" Id="R872c3aa31e2d4590" /><Relationship Type="http://schemas.openxmlformats.org/officeDocument/2006/relationships/slide" Target="/ppt/slides/slide12.xml" Id="R2d6aca0efacd4aaa" /><Relationship Type="http://schemas.openxmlformats.org/officeDocument/2006/relationships/slide" Target="/ppt/slides/slide13.xml" Id="R80e1659e1594489b" /><Relationship Type="http://schemas.openxmlformats.org/officeDocument/2006/relationships/slide" Target="/ppt/slides/slide14.xml" Id="Ra0c6af9de03d4025" /><Relationship Type="http://schemas.openxmlformats.org/officeDocument/2006/relationships/slide" Target="/ppt/slides/slide15.xml" Id="R5b0ff691f59244c6" /><Relationship Type="http://schemas.openxmlformats.org/officeDocument/2006/relationships/slide" Target="/ppt/slides/slide16.xml" Id="R8b043cc4c53f4e0c" /><Relationship Type="http://schemas.openxmlformats.org/officeDocument/2006/relationships/slide" Target="/ppt/slides/slide17.xml" Id="Rae82d988e65e473b" /><Relationship Type="http://schemas.openxmlformats.org/officeDocument/2006/relationships/slide" Target="/ppt/slides/slide18.xml" Id="R26ae0d26c3bd4ed1" /><Relationship Type="http://schemas.openxmlformats.org/officeDocument/2006/relationships/slide" Target="/ppt/slides/slide19.xml" Id="R8dd8a64d6ad54d0f" /><Relationship Type="http://schemas.openxmlformats.org/officeDocument/2006/relationships/slide" Target="/ppt/slides/slide20.xml" Id="R970f8446889542c2" /><Relationship Type="http://schemas.openxmlformats.org/officeDocument/2006/relationships/slide" Target="/ppt/slides/slide21.xml" Id="R2f6c140a7d9b47cb" /><Relationship Type="http://schemas.openxmlformats.org/officeDocument/2006/relationships/slide" Target="/ppt/slides/slide22.xml" Id="Rbc4f37b04b324fee" /><Relationship Type="http://schemas.openxmlformats.org/officeDocument/2006/relationships/slide" Target="/ppt/slides/slide23.xml" Id="R7820e84f9eec4df7" /><Relationship Type="http://schemas.openxmlformats.org/officeDocument/2006/relationships/slide" Target="/ppt/slides/slide24.xml" Id="R56971828585c4015" /><Relationship Type="http://schemas.openxmlformats.org/officeDocument/2006/relationships/slide" Target="/ppt/slides/slide25.xml" Id="Rf0721cd8b14d43b2" /><Relationship Type="http://schemas.openxmlformats.org/officeDocument/2006/relationships/slide" Target="/ppt/slides/slide26.xml" Id="R50ce9e2ff3f44472" /><Relationship Type="http://schemas.openxmlformats.org/officeDocument/2006/relationships/slide" Target="/ppt/slides/slide27.xml" Id="Rf819c52fccee4f6d" /><Relationship Type="http://schemas.openxmlformats.org/officeDocument/2006/relationships/slide" Target="/ppt/slides/slide28.xml" Id="R886eb649690e4c76" /><Relationship Type="http://schemas.openxmlformats.org/officeDocument/2006/relationships/slide" Target="/ppt/slides/slide29.xml" Id="R809f2975aa014e20" /><Relationship Type="http://schemas.openxmlformats.org/officeDocument/2006/relationships/slide" Target="/ppt/slides/slide30.xml" Id="R7515c7cfc8b6467f" /><Relationship Type="http://schemas.openxmlformats.org/officeDocument/2006/relationships/slide" Target="/ppt/slides/slide31.xml" Id="Rf4bc437f810a4f6e" /><Relationship Type="http://schemas.openxmlformats.org/officeDocument/2006/relationships/slide" Target="/ppt/slides/slide32.xml" Id="Ra3b9602bc27045b5" /><Relationship Type="http://schemas.openxmlformats.org/officeDocument/2006/relationships/slide" Target="/ppt/slides/slide33.xml" Id="R3445d1100d7143f1" /><Relationship Type="http://schemas.openxmlformats.org/officeDocument/2006/relationships/slide" Target="/ppt/slides/slide34.xml" Id="R784f345b03394cf5" /><Relationship Type="http://schemas.openxmlformats.org/officeDocument/2006/relationships/slide" Target="/ppt/slides/slide35.xml" Id="R84bc8e354b054ae9" /><Relationship Type="http://schemas.openxmlformats.org/officeDocument/2006/relationships/slide" Target="/ppt/slides/slide36.xml" Id="Rcf092f9ae86844db" /><Relationship Type="http://schemas.openxmlformats.org/officeDocument/2006/relationships/slide" Target="/ppt/slides/slide37.xml" Id="R2c7caa9efb6b442f" /><Relationship Type="http://schemas.openxmlformats.org/officeDocument/2006/relationships/slide" Target="/ppt/slides/slide38.xml" Id="Rcd4b6446245e4b0e" /><Relationship Type="http://schemas.openxmlformats.org/officeDocument/2006/relationships/slide" Target="/ppt/slides/slide39.xml" Id="R3031a4e938b54c4d" /><Relationship Type="http://schemas.openxmlformats.org/officeDocument/2006/relationships/slide" Target="/ppt/slides/slide40.xml" Id="Ra72937f8b51c48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4570b2cdc74c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c99c1e209a4b48" /><Relationship Type="http://schemas.openxmlformats.org/officeDocument/2006/relationships/notesMaster" Target="/ppt/notesMasters/notesMaster1.xml" Id="R473db8d40fd241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4b2a4aec504155" /><Relationship Type="http://schemas.openxmlformats.org/officeDocument/2006/relationships/notesMaster" Target="/ppt/notesMasters/notesMaster1.xml" Id="Rd8f244e29a4c46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cd7cbb8f874dc1" /><Relationship Type="http://schemas.openxmlformats.org/officeDocument/2006/relationships/notesMaster" Target="/ppt/notesMasters/notesMaster1.xml" Id="Ra25ec28e2b2049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fbaacbf3a64446" /><Relationship Type="http://schemas.openxmlformats.org/officeDocument/2006/relationships/notesMaster" Target="/ppt/notesMasters/notesMaster1.xml" Id="R4ac1a37d11d048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ec31d508da425a" /><Relationship Type="http://schemas.openxmlformats.org/officeDocument/2006/relationships/notesMaster" Target="/ppt/notesMasters/notesMaster1.xml" Id="Rf3778b27b5f24b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2630d418f547fd" /><Relationship Type="http://schemas.openxmlformats.org/officeDocument/2006/relationships/notesMaster" Target="/ppt/notesMasters/notesMaster1.xml" Id="R5abf623de8a84b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50462809f741d9" /><Relationship Type="http://schemas.openxmlformats.org/officeDocument/2006/relationships/notesMaster" Target="/ppt/notesMasters/notesMaster1.xml" Id="R7c388deb20754c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23ebc5ba4b49b9" /><Relationship Type="http://schemas.openxmlformats.org/officeDocument/2006/relationships/notesMaster" Target="/ppt/notesMasters/notesMaster1.xml" Id="R05d71367fde44e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92d7b7f4fb4482" /><Relationship Type="http://schemas.openxmlformats.org/officeDocument/2006/relationships/notesMaster" Target="/ppt/notesMasters/notesMaster1.xml" Id="R362882f936a14a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1b4bfe9140454e" /><Relationship Type="http://schemas.openxmlformats.org/officeDocument/2006/relationships/notesMaster" Target="/ppt/notesMasters/notesMaster1.xml" Id="R19a35013781d43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2c8eb3c4e243ee" /><Relationship Type="http://schemas.openxmlformats.org/officeDocument/2006/relationships/notesMaster" Target="/ppt/notesMasters/notesMaster1.xml" Id="R677bead306dd4a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005f20e6a9401c" /><Relationship Type="http://schemas.openxmlformats.org/officeDocument/2006/relationships/notesMaster" Target="/ppt/notesMasters/notesMaster1.xml" Id="R9d8ad0fd4b964a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d9edd58b3e4703" /><Relationship Type="http://schemas.openxmlformats.org/officeDocument/2006/relationships/notesMaster" Target="/ppt/notesMasters/notesMaster1.xml" Id="R9b47a1e48c1348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c7d0a67ac14478" /><Relationship Type="http://schemas.openxmlformats.org/officeDocument/2006/relationships/notesMaster" Target="/ppt/notesMasters/notesMaster1.xml" Id="Rc6f527b492df47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c4eb767ef8443c" /><Relationship Type="http://schemas.openxmlformats.org/officeDocument/2006/relationships/notesMaster" Target="/ppt/notesMasters/notesMaster1.xml" Id="R1e3ce4ce58514b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1b03b3556164995" /><Relationship Type="http://schemas.openxmlformats.org/officeDocument/2006/relationships/notesMaster" Target="/ppt/notesMasters/notesMaster1.xml" Id="R31f84e1b03a04b8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65f5237dcf64db2" /><Relationship Type="http://schemas.openxmlformats.org/officeDocument/2006/relationships/notesMaster" Target="/ppt/notesMasters/notesMaster1.xml" Id="R581852616d0f4d2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f77fe1926b44345" /><Relationship Type="http://schemas.openxmlformats.org/officeDocument/2006/relationships/notesMaster" Target="/ppt/notesMasters/notesMaster1.xml" Id="R3d9dea3ae9864cc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2cdbb6f4a5745ca" /><Relationship Type="http://schemas.openxmlformats.org/officeDocument/2006/relationships/notesMaster" Target="/ppt/notesMasters/notesMaster1.xml" Id="Rca16ea0a78b14cd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16cb2cc9f7441d8" /><Relationship Type="http://schemas.openxmlformats.org/officeDocument/2006/relationships/notesMaster" Target="/ppt/notesMasters/notesMaster1.xml" Id="Rbe7c15c371c4435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b159e7efce84116" /><Relationship Type="http://schemas.openxmlformats.org/officeDocument/2006/relationships/notesMaster" Target="/ppt/notesMasters/notesMaster1.xml" Id="R94274d8423ae407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235abbb75f7438f" /><Relationship Type="http://schemas.openxmlformats.org/officeDocument/2006/relationships/notesMaster" Target="/ppt/notesMasters/notesMaster1.xml" Id="Re0566202672245f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cc7d9cb97e749fc" /><Relationship Type="http://schemas.openxmlformats.org/officeDocument/2006/relationships/notesMaster" Target="/ppt/notesMasters/notesMaster1.xml" Id="R1c54079dccdc420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f526700266a498d" /><Relationship Type="http://schemas.openxmlformats.org/officeDocument/2006/relationships/notesMaster" Target="/ppt/notesMasters/notesMaster1.xml" Id="Ra493323650f944b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d66110dad774673" /><Relationship Type="http://schemas.openxmlformats.org/officeDocument/2006/relationships/notesMaster" Target="/ppt/notesMasters/notesMaster1.xml" Id="R60a5cc99a7d9435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9ec940a46c14c61" /><Relationship Type="http://schemas.openxmlformats.org/officeDocument/2006/relationships/notesMaster" Target="/ppt/notesMasters/notesMaster1.xml" Id="Re7e102b5660a412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32098770021431f" /><Relationship Type="http://schemas.openxmlformats.org/officeDocument/2006/relationships/notesMaster" Target="/ppt/notesMasters/notesMaster1.xml" Id="R16f13d00637d4b2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fe5cc7959e4477e" /><Relationship Type="http://schemas.openxmlformats.org/officeDocument/2006/relationships/notesMaster" Target="/ppt/notesMasters/notesMaster1.xml" Id="R56eabf12736d43e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f1f7eae32464c29" /><Relationship Type="http://schemas.openxmlformats.org/officeDocument/2006/relationships/notesMaster" Target="/ppt/notesMasters/notesMaster1.xml" Id="Rdf17ffcb46e3432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a0a981ae0ab43a6" /><Relationship Type="http://schemas.openxmlformats.org/officeDocument/2006/relationships/notesMaster" Target="/ppt/notesMasters/notesMaster1.xml" Id="R24d2b79d27c34d2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21a93174aeb457e" /><Relationship Type="http://schemas.openxmlformats.org/officeDocument/2006/relationships/notesMaster" Target="/ppt/notesMasters/notesMaster1.xml" Id="R70ed11eec0fe412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923408bfae54be0" /><Relationship Type="http://schemas.openxmlformats.org/officeDocument/2006/relationships/notesMaster" Target="/ppt/notesMasters/notesMaster1.xml" Id="R03caefad6c80437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082a4f39f2b4f98" /><Relationship Type="http://schemas.openxmlformats.org/officeDocument/2006/relationships/notesMaster" Target="/ppt/notesMasters/notesMaster1.xml" Id="Re579d11bdb314ea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6b05380628c4e39" /><Relationship Type="http://schemas.openxmlformats.org/officeDocument/2006/relationships/notesMaster" Target="/ppt/notesMasters/notesMaster1.xml" Id="R3638fb9f18594d9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b858658d2604229" /><Relationship Type="http://schemas.openxmlformats.org/officeDocument/2006/relationships/notesMaster" Target="/ppt/notesMasters/notesMaster1.xml" Id="R9000a8b969f5455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18500e8206444bf" /><Relationship Type="http://schemas.openxmlformats.org/officeDocument/2006/relationships/notesMaster" Target="/ppt/notesMasters/notesMaster1.xml" Id="R4b4500a204d94a7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8b5cca0ec664cb4" /><Relationship Type="http://schemas.openxmlformats.org/officeDocument/2006/relationships/notesMaster" Target="/ppt/notesMasters/notesMaster1.xml" Id="Rcd4703e4fb1b447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0dd5b01485c4072" /><Relationship Type="http://schemas.openxmlformats.org/officeDocument/2006/relationships/notesMaster" Target="/ppt/notesMasters/notesMaster1.xml" Id="R11abb6c106314c0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e01d9f1f03f4895" /><Relationship Type="http://schemas.openxmlformats.org/officeDocument/2006/relationships/notesMaster" Target="/ppt/notesMasters/notesMaster1.xml" Id="R05b48a9b5c05417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351d41abf1e40cb" /><Relationship Type="http://schemas.openxmlformats.org/officeDocument/2006/relationships/notesMaster" Target="/ppt/notesMasters/notesMaster1.xml" Id="Re99e1eec29e644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152002557146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2fd01776354bcf" /><Relationship Type="http://schemas.openxmlformats.org/officeDocument/2006/relationships/slideLayout" Target="/ppt/slideLayouts/slideLayout1.xml" Id="Rbf0af490164043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0af490164043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80f7756104001" /><Relationship Type="http://schemas.openxmlformats.org/officeDocument/2006/relationships/notesSlide" Target="/ppt/notesSlides/notesSlide1.xml" Id="Rc611da4eecb042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34715e6944b0f" /><Relationship Type="http://schemas.openxmlformats.org/officeDocument/2006/relationships/notesSlide" Target="/ppt/notesSlides/notesSlide2.xml" Id="R0c7d758c880349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7a46cb12f42f7" /><Relationship Type="http://schemas.openxmlformats.org/officeDocument/2006/relationships/notesSlide" Target="/ppt/notesSlides/notesSlide3.xml" Id="R8c232f255fc748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939405c574260" /><Relationship Type="http://schemas.openxmlformats.org/officeDocument/2006/relationships/notesSlide" Target="/ppt/notesSlides/notesSlide4.xml" Id="Rc14f2424949046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25f36d1ad4891" /><Relationship Type="http://schemas.openxmlformats.org/officeDocument/2006/relationships/notesSlide" Target="/ppt/notesSlides/notesSlide5.xml" Id="Radd8983ba87f46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da47252444ab1" /><Relationship Type="http://schemas.openxmlformats.org/officeDocument/2006/relationships/notesSlide" Target="/ppt/notesSlides/notesSlide6.xml" Id="R663c074544fd49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77a18a9b44e8f" /><Relationship Type="http://schemas.openxmlformats.org/officeDocument/2006/relationships/notesSlide" Target="/ppt/notesSlides/notesSlide7.xml" Id="R7dfdc48c22de44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9847b1b89419c" /><Relationship Type="http://schemas.openxmlformats.org/officeDocument/2006/relationships/notesSlide" Target="/ppt/notesSlides/notesSlide8.xml" Id="R7d4e52a775f64f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db5da8d5d414b" /><Relationship Type="http://schemas.openxmlformats.org/officeDocument/2006/relationships/notesSlide" Target="/ppt/notesSlides/notesSlide9.xml" Id="R591c05ee7f4641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e56e9bacb45d1" /><Relationship Type="http://schemas.openxmlformats.org/officeDocument/2006/relationships/notesSlide" Target="/ppt/notesSlides/notesSlide10.xml" Id="R46144572aebc41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eab9ba5284e33" /><Relationship Type="http://schemas.openxmlformats.org/officeDocument/2006/relationships/notesSlide" Target="/ppt/notesSlides/notesSlide11.xml" Id="R36261e23391f45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865ea215a4750" /><Relationship Type="http://schemas.openxmlformats.org/officeDocument/2006/relationships/notesSlide" Target="/ppt/notesSlides/notesSlide12.xml" Id="Rb9473c27419b408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ff403cc45472b" /><Relationship Type="http://schemas.openxmlformats.org/officeDocument/2006/relationships/notesSlide" Target="/ppt/notesSlides/notesSlide13.xml" Id="Rd30f2f0bdd9d43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f58dec2554114" /><Relationship Type="http://schemas.openxmlformats.org/officeDocument/2006/relationships/notesSlide" Target="/ppt/notesSlides/notesSlide14.xml" Id="Rc36df07baa6443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9cd419bf24648" /><Relationship Type="http://schemas.openxmlformats.org/officeDocument/2006/relationships/notesSlide" Target="/ppt/notesSlides/notesSlide15.xml" Id="R4b95335871aa4dd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9602d90db44b9" /><Relationship Type="http://schemas.openxmlformats.org/officeDocument/2006/relationships/notesSlide" Target="/ppt/notesSlides/notesSlide16.xml" Id="Ra4d710878897464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df9598a9e4c0f" /><Relationship Type="http://schemas.openxmlformats.org/officeDocument/2006/relationships/notesSlide" Target="/ppt/notesSlides/notesSlide17.xml" Id="Ref59d39ce4c2448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47a8f28094639" /><Relationship Type="http://schemas.openxmlformats.org/officeDocument/2006/relationships/notesSlide" Target="/ppt/notesSlides/notesSlide18.xml" Id="Re188cfd7c5b9471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72cee2a61472d" /><Relationship Type="http://schemas.openxmlformats.org/officeDocument/2006/relationships/notesSlide" Target="/ppt/notesSlides/notesSlide19.xml" Id="Rd40538ba5ef6415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82ba6f4824ced" /><Relationship Type="http://schemas.openxmlformats.org/officeDocument/2006/relationships/notesSlide" Target="/ppt/notesSlides/notesSlide20.xml" Id="Rc1c8398390be4c2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4566546ce49da" /><Relationship Type="http://schemas.openxmlformats.org/officeDocument/2006/relationships/notesSlide" Target="/ppt/notesSlides/notesSlide21.xml" Id="Rd6e424c5f419490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03a0fd0ff414d" /><Relationship Type="http://schemas.openxmlformats.org/officeDocument/2006/relationships/notesSlide" Target="/ppt/notesSlides/notesSlide22.xml" Id="R811bc06e4602436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cc89995f34c37" /><Relationship Type="http://schemas.openxmlformats.org/officeDocument/2006/relationships/notesSlide" Target="/ppt/notesSlides/notesSlide23.xml" Id="R6ba4a8302010455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7878c4a1e47e5" /><Relationship Type="http://schemas.openxmlformats.org/officeDocument/2006/relationships/notesSlide" Target="/ppt/notesSlides/notesSlide24.xml" Id="Re2a379bfe0aa431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3ffd8ae9c4433" /><Relationship Type="http://schemas.openxmlformats.org/officeDocument/2006/relationships/notesSlide" Target="/ppt/notesSlides/notesSlide25.xml" Id="R1dc9f6dee16b4fd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1cb5aa7ba4dcf" /><Relationship Type="http://schemas.openxmlformats.org/officeDocument/2006/relationships/notesSlide" Target="/ppt/notesSlides/notesSlide26.xml" Id="R30f9253393a94f4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e7534fe044ed3" /><Relationship Type="http://schemas.openxmlformats.org/officeDocument/2006/relationships/notesSlide" Target="/ppt/notesSlides/notesSlide27.xml" Id="R5451bfb1f7d24a8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eb64bb6a644ed" /><Relationship Type="http://schemas.openxmlformats.org/officeDocument/2006/relationships/notesSlide" Target="/ppt/notesSlides/notesSlide28.xml" Id="Rb916c169e116433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640b0c2e147f8" /><Relationship Type="http://schemas.openxmlformats.org/officeDocument/2006/relationships/notesSlide" Target="/ppt/notesSlides/notesSlide29.xml" Id="R5cf646f76d7e493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21808c7bb41d8" /><Relationship Type="http://schemas.openxmlformats.org/officeDocument/2006/relationships/notesSlide" Target="/ppt/notesSlides/notesSlide30.xml" Id="Rfa89a81eff5646c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bedd71a134d1a" /><Relationship Type="http://schemas.openxmlformats.org/officeDocument/2006/relationships/notesSlide" Target="/ppt/notesSlides/notesSlide31.xml" Id="R8ec97383455f4e5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d3c6429574535" /><Relationship Type="http://schemas.openxmlformats.org/officeDocument/2006/relationships/notesSlide" Target="/ppt/notesSlides/notesSlide32.xml" Id="Re9d29efd207d4f1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386ca19244eb6" /><Relationship Type="http://schemas.openxmlformats.org/officeDocument/2006/relationships/notesSlide" Target="/ppt/notesSlides/notesSlide33.xml" Id="R7cd6d12fe32e4ff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bbf9152194816" /><Relationship Type="http://schemas.openxmlformats.org/officeDocument/2006/relationships/notesSlide" Target="/ppt/notesSlides/notesSlide34.xml" Id="R107d129d29fb42e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ca551618648f1" /><Relationship Type="http://schemas.openxmlformats.org/officeDocument/2006/relationships/notesSlide" Target="/ppt/notesSlides/notesSlide35.xml" Id="R45a4a37c19ea4b4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22dc6b1654a93" /><Relationship Type="http://schemas.openxmlformats.org/officeDocument/2006/relationships/notesSlide" Target="/ppt/notesSlides/notesSlide36.xml" Id="R1c1c8fbe7f92443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12eb9ba1d4bb5" /><Relationship Type="http://schemas.openxmlformats.org/officeDocument/2006/relationships/notesSlide" Target="/ppt/notesSlides/notesSlide37.xml" Id="R37ecaa064f8d40c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3b77968304b0f" /><Relationship Type="http://schemas.openxmlformats.org/officeDocument/2006/relationships/notesSlide" Target="/ppt/notesSlides/notesSlide38.xml" Id="Rb84538ab73e0437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90dc9ec6a4a30" /><Relationship Type="http://schemas.openxmlformats.org/officeDocument/2006/relationships/notesSlide" Target="/ppt/notesSlides/notesSlide39.xml" Id="R3b46eaea94464f9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95bb9b9df4691" /><Relationship Type="http://schemas.openxmlformats.org/officeDocument/2006/relationships/notesSlide" Target="/ppt/notesSlides/notesSlide40.xml" Id="Re984300137874e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318BF-93CB-4DD6-9169-D030481D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203D2-FE4B-4DED-A726-222E2B28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Introduction to Indian Constitution: The Necessity of the Constitution, The Societies before and after the Constitution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7A9F9-6868-4695-BD82-0C9B1A3C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Indian Constitution and Engineering Ethics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1BICO107/207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235EA-1DB1-4F17-8077-D76360A0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A9AA0-5630-41D0-8ABA-2CAD3303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8B9F7-E08A-40B7-98DA-7B3DB8E3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CBFAF-1CDC-4FBC-918D-3D677A09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EFA9C-BB83-4045-8738-0574454C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68F3C-62B7-42F6-A086-A2432E35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A4DA9-E667-43BA-B511-774D88A6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F2698-06FD-482C-9652-5A6D2B38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682CF-0596-4A49-8973-790D244E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B44865-0384-4C7C-9ED7-03051DFA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6655153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FB077-6A6F-408A-9EE0-452EE4FE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5C78D-1BA4-4D22-B36D-79920573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6ED4B-99E2-47E6-B580-0CE4C38B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471DB-2759-4EC8-BCA9-CA71D402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A5B33-8954-4D0C-8F5E-2E7940F9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85FB5-DED6-4BBD-A3BD-B064BD9B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D89C7-2065-4983-A2D9-0B36B1AE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0C0F8-B595-4E95-9237-015A6AE5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89D8F-B08E-437E-A597-15D4BA6E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FCDE8-ACE3-4470-A6BB-8F36A823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AB1E1-7B86-48D7-87CB-FAF00AE1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C1999-A871-483C-B92E-E679A4DA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E7076-56AB-4AA1-BFDD-0E6A5CFE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DDB33-7E8A-4CB7-A6A5-51F37AA7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1ABFF-8C23-41DD-98FE-81EA17B3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5065658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72BD2B-89A6-4E71-B2F9-7326DF9E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ECE76-6A24-4D2A-9698-E1F638AB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645C6-CFCB-4D8D-BB48-87581204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4E4C2-1E8A-4F7E-8516-EEC2489D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FBE8F-AD2E-4459-AEDB-CA89FFBB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3C7D3-517D-448A-B25C-430D0F06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717DB-F3BA-42D1-AC3E-48D58CFB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35A45-5D71-4A6D-A4DA-0FA67980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AB195-9F34-412C-AAC0-433ED704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Constitution: The Necessity of the Constitution, The Soci...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4098E-8807-40CB-9EC3-7007AB29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AABFF-9B7E-4E38-884A-A93ECE55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35A1E-8023-4630-ACBC-F75565C3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 to the Indian constitution, The Making of th...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CE8B6-FA81-4410-8F60-AAC2F9D1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A097C8-C58B-4FB6-B1CA-A17612B1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3BA34-3364-408D-AF47-7BA307C7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The Preamble of Indian Constitution &amp; Key concepts of the...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0C097-453B-4926-9FA4-42FF7840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7709B-F50C-4076-8C57-E162F6EB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C5218-738F-4CE2-9E03-FE8887A5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Salient features of India Constitution.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5BDC47-F617-4C3B-A5B9-1A9FBEAF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C425EC-AAF9-4BB9-A515-69BF1FFC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21241044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7A8E48-0ED9-4CCB-A4C7-B59329EE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16623-581D-4C6A-9DB7-1F04CC21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331E1-FA45-4EC6-AB63-353EC791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59EC4-5120-446A-AADE-FF0DD91C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E285F-40E7-4B33-B724-A2DABD80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E86CD-7104-4C2A-A07A-3B748862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EA386-BBAF-47BD-BED6-A9D89A5F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C840F-1597-423A-8E38-E3AAC9FE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Constitution: The Necessity of the Constitution, The Soci...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03AC7-D80F-4E81-A573-99AAABD4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43ADD-B967-445D-B8F2-E7AF69BC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161C5-67F1-4AB6-ACFD-E8797547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 to the Indian constitution, The Making of th...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36780-F10C-42EF-8EFD-08E4A14F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689C6-8637-4019-8A82-963EB619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0628BB-A2B3-4B3D-A485-7DA6A60B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The Preamble of Indian Constitution &amp; Key concepts of the...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B161F-C6C9-4B5C-998E-382D2A4F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7316A3-3720-462F-BD00-CFB81A18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3EE875-F8E8-472E-9E0A-79AAC9CE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Salient features of India Constitution.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5AEE1-0A84-4945-B0A6-2F8EB8E4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62D63B-14CA-4176-9128-8E1ED525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97904-5E64-414E-8170-43E45423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7829545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65AD16-4193-4E2B-A611-35496438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0E721-3877-4930-B795-4E2A5513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88EC8-84B4-4D60-95D5-0CAA072D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E97B0-9059-47D0-9DFE-2DE23603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8546F-C9BA-48CB-8385-E235DB5F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Indian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035C4-8D82-4A53-81AB-047CB7B5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Constitution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A6136-902F-4F71-AC06-EB2CBE44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Necessity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62F0A-37E7-45EF-9F6B-1E99340F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Societies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283DE-7638-4D57-B81B-2E72A257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adoption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772EA-EF72-48AD-9B77-6D5C07A9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9D843-EA60-4207-9FBE-DC33AE6B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572E2-0288-41DB-9711-9BE08293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Constituent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DE650-7E48-4C1C-A067-429A8BB6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Assembly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DED1E-1513-4E5C-A24F-8667364E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Preamble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E4A15-9DA0-4E1F-990C-D3358F0F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E26EA-EE8A-43D1-97A2-8F014698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6982344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3C787B-B9BB-4720-8A05-ACDA3B0A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97CFC-C3DF-42E6-B67D-A9654649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C1BB8-779E-45D8-9B3A-91245064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0F578-20B7-4232-AD8F-7816B022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F268F-70D9-40B6-8A73-B95CF6C1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Constitution: The Necessity of the Constitution, The Societies before and after the Constitution adoption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37F64-0FDB-440C-9DD4-6121036E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Constitution: The Necessity of the Consti...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11FC7-24D1-4803-86FE-BA2AFEAB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A99F1-AFAF-4C0F-A87A-AB26010A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446FF-F842-4793-B9A8-0A16E240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10279-61B9-4B6A-B578-0EA688F3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DBF3F-71E0-4282-BC47-1762FAAF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97AAF-DF0D-46FA-81B8-9E5E1C4E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CD184-CF74-45D2-B1E2-97EF76C4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187B8-E7A1-4954-9B59-916C9E84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14F9C-6C77-438A-8D26-CAD63464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F3075-2556-459A-B9E9-C6995C32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9877877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9CB158-C54E-4E04-B7D2-D2A208FB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62E8C-6123-4F46-8243-E5DD5303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2A77A-5360-48BB-BED9-CE8355F6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AED70-A4F0-4F34-ADBF-D8E523A2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58CF7-E548-47AD-8870-3474F578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3551D-733D-4B01-AD91-368F33DD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F1945-2F9E-4B6E-BBDB-F8A5CFFF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6A597-B0AA-4A4C-836C-86B79568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8B209-6BE0-421C-8B87-379BB1C7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Constitution: The...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9C0A62-CD48-4ABC-B72B-331C4024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1DDA5-CF39-4CFE-8E8A-96F68C17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89F76-2256-411E-A4B2-D04A55F5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Constitution:...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8DBCC8-61E5-4EBF-93E1-AEA3B431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5A59C-DDCB-4EF3-85C8-7510FDF2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429813-51A4-4CEA-83D7-84BB5247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Constitution: The...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29092-C2F8-4845-9C6F-ADB64D29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696AC-8528-4412-83DF-CD35139D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269604-0BE6-4652-A517-2252CECA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Constitution: The...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8129A-9D64-4979-A562-D318A496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A62B22-82B3-4462-B315-706E502C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F624D7-9812-4C5F-BF8B-803C3B74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Constitution: 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9443CE-1F2F-4AC6-A583-E2B68FA3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EB888B-BA43-4290-8DC2-EB71486B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2382702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5787B-D22F-4E51-A38C-700A340D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D38E3-8C46-43D5-BF2B-61B1EC59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8BFC9-198F-47A1-A4F8-F9D88C40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876B9-ABBD-4066-AD80-87716B24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51DD4-A81E-45A9-B969-FCA79869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D27F3-DA4C-4130-9546-FF741C17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C4A2A-589D-4DE1-B23C-97EE43B2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05FB1-361C-4DF9-AA3D-EB10CBB7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2E857-0B5C-4BE3-8FD3-9FB52CA8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45501-4DBA-4219-B20B-85A8CE31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0838C-711B-40DC-A33A-B871F547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F9283-BA1F-4B23-8036-4CF58477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38D2E-4117-48BB-A2C9-5B8F5401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0E76C-AC94-4315-A63A-25DD1986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251491-84B9-4BC9-8AFF-432FF034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20692519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5247E-6624-4987-8745-37E75B5C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C6ACE-5BC8-40ED-9E74-6ECB5F51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FAECF-3AA9-4FC5-BA7D-63CCFD3C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2473D-D9AA-47FF-959F-69F97B0F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BBE52-1BB7-480C-AEB4-38F4D5B7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24DFC-E847-42D6-B0D6-8F4AFE2F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Constitution: The Necessity of the Constitution, The Soci...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9705A-0DAD-4B68-86AF-4F80D95A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67066-769A-4535-803D-7B923F41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7D373-E46F-4C77-899B-425D8875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BAA615-17E1-4E85-AAB8-D9B829E6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CC5E5-4FC4-4FA6-9C21-D17B19C7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5948627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12D43-6E90-4985-9732-69F1DCF3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F4176-4879-474A-A1BA-31CF724C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E7FE4-ED12-4F78-A64E-41D1F07E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6A4F1-48FD-4447-99F7-7255E308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4F217-B297-4081-9A51-EED418E5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 to the Indian constitution, The Making of the Constitution, The Role of the Constituent Assembly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D70B0-2898-48EC-914C-9151E6D2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Introduction to the Indian constitution,...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52911-BA50-4A1F-8B82-9FEAB8C2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B6DC1-18C0-4A56-97D6-1B3E689B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BCEBE-A41E-4797-8E3D-F6819901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F2A8B-27DD-4E19-B490-1559B53C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72652-9201-4A91-81D3-18F91008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95568-6E6A-46D1-B4A2-74697DEB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3F8C9-D3B8-41EA-9311-8FAC61C6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D7BFD-9F09-48C6-BA27-94FC68AC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CE3C9-A52B-482F-A36D-122D9468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B30C1-6FAC-4842-9962-37EC0E63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21077965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15E02-AD1C-4B24-9281-8B6D33D7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9F2C5-C589-4209-8E28-82405733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CC235-0104-4D22-8460-F9885889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5534C-0DAB-4FC0-A1A2-DFA6E27D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CF58C-7357-423E-B347-F1B300C6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133E7-DC44-4FA5-BADD-58C9BB3F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A67C6-A211-467C-AA00-ACCED753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74362-A992-4A01-9F68-F4DBC4DA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DE204-DCF1-4E44-9402-64BA2801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Introduction to th...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1CDFB-317A-49FB-BF0F-4A5771A5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EC66B-2A2C-4B51-BAB2-FE5115B1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7A896-7BA2-4FA8-B182-00156C42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Introduction 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F8F56-4DFF-4F8E-A089-4D276EDC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8A323-E828-4A63-9D1B-C0782CAF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8457D-D6FF-4434-ABBC-38C32F65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Introduction to th...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8B439D-B568-4BB8-A2C8-683A593A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F995E-87EC-4EE4-86F4-AB8E65D7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4490E9-8020-4EFC-A379-FE21295B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Introduction to 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04EF9-BFFA-4B8C-A3D0-FA050424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9D55F4-F7B2-4EF4-AD9E-C4EF25E9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1506B-EE74-430E-84A3-FFE2A71D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Introduction to...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0A8AA-165B-47C6-AEEA-E992F979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79D489-7A63-4C43-BC94-EBDF6FBB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3848998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815A8-DC30-46A2-8409-9E0BF3EE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722C9-128D-433F-8977-7CEC1AD0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4E94B-18AE-4989-BAD1-6EE2C7E1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C6A40-BB7D-43F1-AB55-928B20CB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47CDC-DBAA-4413-8EAC-00052208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D03CA-3ADE-41F7-A56E-98A775A1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5ECA5-972F-470B-8BC5-512AF61D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B596F-F332-4143-BA7D-C322308C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87F57-B1B4-4471-AB15-803D31CD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0C002-652A-4A3F-96CA-9A12E3E8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4D69D-7DBF-4892-A0D6-DE1EA411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CC450-7B4A-488C-8458-7643D46E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CC309-118A-46FD-A66F-517E79EC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352FE-9CA9-4597-BDC7-DC32B246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2E283-E1EA-4F4B-A65C-64EFE9AD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4128172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C8895-B86F-4479-B28A-1F4D6E13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F1402-8752-47ED-BD0A-DE8D3589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4A1DF-700E-459F-AA73-AB6F4C65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7A35D-73C8-4371-9F84-B2FB800A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B84AB-D886-44BF-8811-5D3FA25F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1E6AD-AA47-4026-9A57-B4A3A925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 to the Indian constitution, The Making of th...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79667-DC41-452B-A1E6-A248E24B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75EFC-EA00-4E19-8232-428871D1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069CD-354D-4CE6-9A14-ECD895A7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14C10-26E4-4B72-A09E-FBA66165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BC470-A41C-4F40-A3AE-94B26A2D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7043007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F918B-E7A7-49C0-B5E0-4E5557CE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04753-55F8-43D2-8520-8E539444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C63AC-2E78-459E-BD44-D081AA6E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F518E-E9B3-45AD-80F3-12C4CA7D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5C538-2E44-4AD4-BF12-6F4E268D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The Preamble of Indian Constitution &amp; Key concepts of the Preamble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ED3AC-0A52-4D32-AD01-3B88FA74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Preamble of Indian Constitution &amp; Key...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05E10-6827-446D-952E-4BEFD40B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1B7F4-1EDB-4D88-86F8-25AAE458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CC8FA-F3EB-486A-A8FF-F2508D14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B5668-4C84-4C3E-B8D0-370C5040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7E0F8B-FEEA-4B72-99BE-BC82E298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7E630-09FA-4AC6-9333-A10876DC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228F2-9BE3-423A-B11C-B0F08A61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5D24E-BF12-43F4-9059-3D42CE97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FC7F9A-223E-454F-9B39-F651971D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3E0261-3793-452E-8CDE-2AD69AED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7364652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426B8C-2678-4A11-9F08-1079AAEF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BBF15-691F-4CB6-B9A9-240D02CF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074AB-7169-4D4F-874C-14BC71C2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47528-16A8-45E8-AA01-A1ED1F60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CCAB7-2152-4631-A57D-6AFDABC7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12DB6-6D96-47B0-987C-0C5D4F86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6446B-B5D9-402A-91A0-58D55904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DC94BC-238E-4BDA-8C4D-A07C91B8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6C287-0485-4E15-9B01-EA05E6F1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The Preamble of In...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16E0D-53BA-404F-9E85-8BE6768C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328A5-DAE3-41BF-BC5D-42B1703B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FC364-73BB-45EF-BED3-8F957B1C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The Preamble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E953AA-9158-435F-9A39-E2ACF4C2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47067-A1AA-4183-96A3-F9332B8B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8D134-D29F-4BB0-BE8E-694BB60F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The Preamble of In...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A19BA-EC42-49E3-80AD-F2588C80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B284A-BACF-4192-A463-1D65C409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64332-20AF-4197-A64D-0B3657F8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The Preamble of 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30F270-DFD2-4026-8231-84222ADD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51B550-A52E-4988-BF60-D955C311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B5EE3F-4EA4-4736-AD59-924D74AA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The Preamble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7290F7-C59B-4617-B674-ADE0C4BC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E941D3-A917-47E9-83C6-3D337FEB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2737087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96C731-6CF1-4E1D-A4D2-92B7C9F7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9EE6F-8E63-48FD-9156-225B50A1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6B423-CBC8-4727-965D-53F31A1C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91243-A437-4AF0-BD56-1995045C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55168-1F21-41C3-967D-83E7C221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C5512-3DE3-4BCF-A7CF-5D30A3B5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AB0B3-5FCD-4B6B-A5AB-26F7141C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F8FE4-9AF1-424A-96D6-CB770A43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A3896-B980-4B23-8C20-FB83D083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9D462-9D0A-4C89-8A24-3E631D61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6D023-E5D9-45AB-B060-B8FC76DA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2B1F8-B63D-4E63-BD04-D303ACD8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59BE7-3365-495A-8883-DAF0B397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96D49-BFFF-4907-8530-C8D22F2C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BB5C4-2639-4F41-A460-4DC680AC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5880657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7F9F5-BD73-48B0-B798-6E053906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B7A6D-C086-4EAC-B191-9F0922FA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88778-FB9D-44FE-8EEA-FEBFD030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7C583-74A9-4E11-AB6C-EF15AD42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8CF55-B124-4AB0-90EB-3B604F8B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323C8-DA92-402E-B67A-6C7DB87C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The Preamble of Indian Constitution &amp; Key concepts of the...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674F3-C8CC-4F88-A1A5-CFC29B1E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842F7-F87D-4783-870C-D460E457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4AC60-DD1D-4A67-A6AC-C99941E8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584C9-04B9-4DA6-BD9A-D2BFE5B0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2F061-E1ED-47F2-93E5-B83C2030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0897893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F387E-64D0-4134-BBE7-AD3ECD4C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1DDA6-8D65-40B6-AFD4-86A437A3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195B9-1674-41E6-93C8-CB7787D3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EFC9C-890D-430F-ABBC-D35345AE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801C6-0A6C-4C29-AEEE-3BAE07A5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Salient features of India Constitution.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D7A63-5CFB-489D-8AA8-D4AAEE77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Salient features of India Constitution.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FDBD3-13A1-49D6-A432-D0A7AB32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F9BFD-50C4-4F02-AA97-C03F59C4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2C32F-FA54-42ED-A800-04EE4420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9DF4D-2E9F-48AA-91A4-ADF32AB7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A1375-F31C-45F6-BCDA-CE501164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E4673-27B3-456B-BFEB-C19B7AC5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46005-5E6C-4B5B-981C-A833AE36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39D40-E380-4B2B-8666-E07BA8A5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9E7AF-7E39-4EB0-80DD-E2448FFC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F15DCB-B3EE-4FBE-A116-11C0A030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7389254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9BF79A-171D-4E4B-B65E-67DC408B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BF996-775A-4D31-B04D-0EACF1BD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C2CCB-E23A-4891-9CE5-8401E8A8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116A2-8164-4A5A-AADB-8A964D91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15890-F028-477A-B754-FBAC50D5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9F252-C6C8-45E0-9E35-91DC30F1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132A0-9630-40B4-AC05-FACFE8E1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13847-CE46-4C28-9791-6AA11E50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26529-44D6-4896-8B5F-F5DC5973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Salient features 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112B7-F6DF-4360-AB71-AF1AB2E2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9000B-5CAB-4BDF-B897-FBE566E9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FEE32-8F0F-4335-A310-00CC6F4A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Salient featur...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6C87C-4470-4186-8B2E-E75F3D0D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476AC-E162-4FC7-97EA-ABEE2F7E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9228C-6824-4A72-9E82-D6E0DDEF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Salient features 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3BFB8D-729F-4477-BFE7-DB077087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6BAF6C-5B03-4557-A4DC-AAB312A9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A5A34-88FE-464D-8BCF-0BFEB7FE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Salient features...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3E6AE3-AAAD-4A17-81E9-A25D0F4A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F76743-5186-4245-A7CE-F94B54AA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3AD8B8-5188-4CB2-9F6A-ED61904F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Salient feature...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CC5AAD-E77C-40C4-AEB8-8C7EBF55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B695BC-72EB-482D-A555-EDEC7CCA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4838669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FBF77-5192-4145-BF0A-B9A58F68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21D2F-1F93-4B6D-A6E7-12029FA3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04B65-1ED8-4CF0-BA46-F8574F8B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A2B18-4FA1-4770-A843-D00AD159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9E706-BDD7-44D6-BA0E-B80834ED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0C661-4683-4B99-8CC4-7432DE84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74185-7B80-4D0A-BA67-FD2E7881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3B4E8-C9FB-4A8D-B591-86B6FB74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EDDFF-2226-4554-B115-A4F99998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A91C6-D80F-47E5-A150-57D1FC3A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06D79-0F26-462E-A4D7-A4DF8569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CE169-DB92-48F7-ACE2-17154811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13790-0E03-4A76-9726-2A0349C6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0B7B6-BB9D-451E-8075-10AB4961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4E969-555E-4900-8108-D3498032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43137286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289D6-430D-44C8-A649-C82974A7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9A086-ADE4-44E6-82E3-41723891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927FE-335B-4CB4-B46E-E42519D8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893AE-A0FC-488B-8C6C-E025FBE2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E1F7F-E8B4-48DE-86CC-64C3BA51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EFD88-5C57-40C1-8931-4B04128C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Salient features of India Constitution.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DA1CE-BF0E-474B-A027-714E5AC9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EDFBE-7288-48DC-9EE5-DA1E7D29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40FE6-B223-4F49-A7BB-776B9C26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57E8C-F15C-4107-9548-F91B13E8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3D457-9292-4C5F-9EDF-C88C108A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9147513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78C42-12B5-42EC-B589-529E15DF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F3333-C85C-4BF9-96AA-ADF171C1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A93DF-900E-4516-89C7-1B469B5B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439F9-575D-4C5B-8A97-FC205620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13A65-6F8D-4E87-AFF1-737820B2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8FF89-5481-4B61-85FC-DD939B33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201604946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38A3A-1124-41F4-BBF4-EF7223C6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F55CB-06E3-4DC9-978C-54A04DBF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3C749-B70C-4DF1-A51A-A62E02A2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F9F3C-F2A0-44E1-BB3F-3A24AD96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6C714-4BB0-436F-A8FB-9A7E6D03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Indian: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Constitution: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Necessity: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Societies: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adoption: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448B1-A523-4EDF-8BA1-BD11F3AF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79189383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23A78-307F-456D-8C8E-33FFF4BB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EDEAF-A1CF-4F68-9AAE-D2FCC592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58EA5-5A45-4DCD-8F10-56315553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C9550-73C9-4512-A7FE-9ABD0328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1BC74-8DA9-4B8A-A5FE-C175A3E5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29ABB-119C-41BC-BF27-19A57E95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7267213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C8535-CFD3-47F3-82BF-98564819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74DB8-1CF6-48E3-8EB9-D71D3EF9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A0193-2D48-4F9E-8CB1-2139CE4C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4B3FF-3243-4F8B-B14B-01EEC762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824F0-DCEE-43C4-966F-96425A2C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AA6CC-FACA-4906-B55D-1A1D1426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52628920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DE9FE-07B5-46B3-BF59-22C2DB54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44AFD-ED8E-4939-AA76-90119268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78244-E6B0-48D5-A01A-EE9F699D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54E2F-2AC1-4AD1-A5B9-5679F3C2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D13B5-253F-445D-8AAF-AE334D93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Constitution: The Necessity of the Constitution, The Societies before 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Introduction to the Indian constitution, The Making of the Constitution...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The Preamble of Indian Constitution &amp; Key concepts of the Preamble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Salient features of India Constitution.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3284E-1101-4523-A879-95C40950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42FD3-36B7-4D45-A508-8D4B0CE9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F4D78-C0A6-4DEF-80FA-92D3459E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74968287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2ED04B-DF24-4F5C-A6FC-E3C637DD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81091-5C48-44D1-96F7-37758C87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the Indian constitution, Th...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B1352-65B1-4CF3-96B5-62651A44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05EEC-B90D-4EE0-BDD9-E6EF8606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9DDBA-D111-4553-A1B6-4CD9A5A1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04726-45BB-4842-870D-FA0E7723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19570-0D44-421F-B653-AF84048C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12F33-E082-4593-913F-E4787724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ECC8B-A145-40F5-A24E-B6B2E4FE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3227B-1914-424E-BC5B-DB967413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E5FBD-101F-45BF-A079-3B97EE77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96C29-7A84-40D7-A14E-EDE66F6C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62517-4F22-4A53-921C-325CBEDB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198BE6-B55C-426C-8E9D-8B6C061D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8A66A-E44F-4BEF-963B-9482BB69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F1CD4-75BB-4F7D-8000-7CA84F55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60236-A1A8-4B4D-9311-BD60B598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51B8A2-6BB9-4059-B294-AAC33D07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F6FB33-0254-4A52-80FA-183D47A4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42C114-607F-4601-9A70-AF4FA44B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882E8E-DA76-480C-91C3-9C4E7836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C1D424-3196-45F8-AA7B-9702E601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EE7E85-1F0F-40D4-9E6A-76E285A3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6204C2-CDC5-4D68-B323-F00EA9DB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597C8C-07AB-4FA4-B339-27D06FE2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67C6DF-CC03-486A-953E-257A914F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66B569-1EA8-489C-952C-B6BF293C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456EEB-DC97-4C20-9DEE-DCCF4FC2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A41760-AFEE-494A-B7BD-95531F07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EE778C-3401-471B-9C6F-52BD9D8E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E42C38-1324-431D-A949-F9991EA1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1F4729-E454-452F-A833-02EFFD05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32003083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5CD545-C684-4673-9F98-C540ACB7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E8682-08C0-4F5E-A2B0-0C39E6D5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The Preamble of Indian Constitution &amp; Key 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15CCB-6A27-48EE-942B-1E22AAA6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96F58-49A5-4A43-9B18-3D381971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BA797-FAFB-488C-80AF-D36E7400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C3B50-ACC8-4B8F-8481-52BE0BED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94410-446E-4E6F-9117-5A4C19CA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D1B1E-C1C4-488B-8385-BD468317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CF0AA-08E3-4BB9-8068-FFB72E59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537CC-135A-4A61-A780-A2F0440F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6E6A0-B22F-4704-B645-6FE4479C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A9E12-2E17-4D74-A1DF-FD794DEE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FAAB8-5A9C-43F9-85A8-F73C1DA9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50F0C-6D0D-41C7-ADDC-7DCB5D77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4230C3-0B8C-48D7-BC72-8E370F01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DD5D0-4548-43F9-9423-46F4FC1D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7D0FC6-1A26-46C4-A490-A934539A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C02BC-7CC1-44A7-8520-2777E74D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8D7DE5-BEB2-4F90-9D26-DF0C258C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0A5EC7-CA61-428F-B601-554D712F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771CAA-DCF3-48B7-AC59-BD8357FD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DCD73-CD8D-4E4C-B2D4-45EF9FA8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849962-1A89-411F-AFD2-CA548D1F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C28532-A838-4BF7-9CDF-A7E9C6D7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40BB8F-9183-4A75-9C2D-4DD916B1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D0A8C5-90AD-4FC6-A917-7CE237CB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62E2C7-AC80-4CFD-8EEA-3020F549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D19E5C-5DFF-49C6-9802-31794911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C97314-10C5-43D4-9FBD-C062DEA7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C910BB-5600-4CB0-AC3E-727B2613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D292FC-0881-41AB-8FC1-D1EC466D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C2E2D6-0DA7-4581-8EA4-FC021864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17350535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907A5A-D30C-4941-8D73-C1E3A31D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15961-BF4A-4AFA-96A0-0161D7FB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Salient features of India Constitution.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A77D6-AE82-4A4D-BFB9-AB71FADD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7FE6F-0208-43FD-B65F-6A6BEF0B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C9B6F-D498-4A20-BEA8-1D09A20B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D9BFE-A5D1-4295-8847-93DF0068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DA924-E407-4B66-AA60-6537DB4A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F503E-79AB-4D38-B85E-919A15DB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82A0F-D945-4F13-BBAC-0875F1D1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E69AD-44D7-4EB7-B091-BD2758D5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B27109-0049-457F-AEA0-B31435F5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6F680-5357-4AF0-971F-11C66DDF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CA359-D36E-469F-8ABF-082D2D9F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FAB9D6-ECD1-4D58-9128-4C956CDB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77AE3-6793-40C4-9216-3C7CCD0D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2CAB9-FAC6-465F-B7D1-57E26F4E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7549C-5D8E-473F-B909-EC942908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157144-841F-49FB-AC90-EA7B13C3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D11E73-F4C6-4D6B-A664-E01D888A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B44215-930F-4DC7-807B-460E57BC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4B2909-3012-454F-A39F-A4E8DBA0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F89C43-5826-4266-94DE-3107A421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469660-71EF-4523-9269-E22F8299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5C2A20-804D-4960-BF06-0669B7EB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5D6923-898A-46D6-B7FD-47E4635E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96CC88-12F9-4980-986C-4C67657F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62A6C3-4BAB-4781-A0E6-708E7E0A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55E553-90B5-4964-9A8A-25E1085A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7DBA22-EDFA-42AE-A217-618F14A8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75A364-CACF-4684-AED0-F93EF81D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ED4C16-9F0D-472F-8521-289FE86D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F7E358-BE99-4859-B3A9-C1D0343A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30988856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094ACC-32F0-4F0D-8C7D-9DDA962D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34E19-A334-4A5B-9AA5-B0D60F2A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Constitution: The Necessity of the Constitu...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C6194-C0AC-4679-8F0E-55E887BB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E34BC-5AD7-460D-8636-6D44E098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C7557-3C1F-4757-9E77-DA6FB5D5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1F41D-3043-49F5-8AF3-A3C362FD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8983B-2F75-4B19-B152-7B3FA0F0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F3214-753B-471A-83D6-F6D81497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A0151-6766-41CB-830D-9F922103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773D3-80E7-48E7-9DEC-E25F2B2B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E5651-BBEA-45B5-B2AF-23435302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9A800-8808-4E88-9AA6-FC0875B7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CC4A5A-8004-4D6B-B35E-E7822971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9C1F0-8C31-4803-908E-6BEA9F42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5D688-C3C0-498E-82DA-99080425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449E4C-220A-4B8D-BC60-551D2657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D4FCF-2115-4926-87CB-1A914039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8A7FB2-B7CD-42A7-91B3-CB60D199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525266-D6AB-497E-9F30-09F1020D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B04DFF-4FB9-4A52-A11E-CFBBA2C1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63D6FE-4BF7-4C93-8C92-C8F68677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DC318B-F090-4CDE-BD22-A756E6F7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327001-5D16-4828-98C6-B40E87B4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BD05EB-A1FE-40EA-8EEE-0A90E19A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02F82B-405D-4C1A-888E-48DAA629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EB83F7-A75A-4AE3-B7E6-B59986D3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94E13E-5F42-42C7-B2E5-83AD4A17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1F385C-DDCB-4FDC-A58A-EB45CE29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9E5291-D8E9-4590-8D7A-FE685A07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2A15B1-656A-4C8B-B04F-817C2706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5498A5-94FC-4C17-A138-1908CCB1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B0D99E-23B6-4FD2-9BF1-616D0C04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88285063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BB7B9E-207B-48D3-BD71-A52992E1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F7A49-CD75-499C-BE69-E5DEBE39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the Indian constitution, Th...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17821-DABF-47A2-9A78-AD95DE35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4B2CA-15F0-44FF-8897-A368E247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90F35-165F-4F9B-A6C2-C58ED7B0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94E54-E50B-46DB-87F2-0431458D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DDCCD-89CC-4DBF-A8EB-A21B7925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15AC0-C462-4FFE-8D1E-9FDA01FC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21A1D-046C-4B14-86E7-9FC36F35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B37EC-2855-4EE8-A778-50974187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D9F84-BFBB-4E69-9366-61A65E48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F83E8-3D9E-4F23-8040-E87712FC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5123D-51CE-4A3D-843C-D25B2355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19E69-AB14-495B-B9BA-BA0DFF21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7962CF-5ACD-434E-83EB-6777B551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43AE6A-54EE-45CA-A02E-4D106B19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AD919-E398-4458-9D82-87D7CFBD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C2F72B-E04C-4408-B8C4-821AACDC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DAB072-DB01-4DCA-9E4B-2FE5B3BE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7A8388-FD16-4877-A47C-EB84E69D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4B06D-E572-46F2-8C74-5E9A63BA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0F5B44-F4EB-4DE0-87D6-66550873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D4241C-168E-48CB-9A25-AB9BB63B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3EA9D5-7886-4D0D-A0FD-93F25111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7E203F-409E-4844-9C27-7C52A56C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0C2F94-477B-4E09-8FEC-D9B2D68C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CB5607-B384-42CB-82E2-4C14F078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A62115-FE6F-4495-822C-05CCFA17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4A651F-1DC9-4A55-9258-59C8E203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5DB9A4-4774-4531-901D-4F806355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33DD02-BDB2-42AD-9A84-18D3BA25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80D220-A3CB-4858-BC78-2D2985E0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96300126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C709DD-9847-4B01-9255-29EBDE02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22F1F-B7B4-41BA-A8D8-7E07E75E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The Preamble of Indian Constitution &amp; Key 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5B0B3-C93C-48B4-9152-985B6649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8F5E4-507D-4D42-ADCF-D1A67B8B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E8FCF-8096-4B87-8569-B70DDF35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D4534-97B5-4C70-BA03-5362E423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C337F-FA87-4B27-9223-AAA2F2DA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54FBD-0D4D-4EB3-A784-E7A1FD24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AFB28-3541-4536-920A-A0118E85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2D01C-6C31-43CC-8344-0A497876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5B5BB-293C-4298-AF47-17863DDA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FD1C6-9BDA-438C-B8B5-26A820F5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37057-7045-471E-9466-3E252ADA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85AA2-43C9-4FEC-8AB2-A761DB56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9CC052-F587-453E-9755-5DAAE756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1A335-1F13-45DC-88D9-B0DF290C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69FC46-5BFE-421D-91FB-E4288CFF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D3010E-9D0A-42A7-A642-E6893275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CE3694-1B95-439B-A2D8-7EFE02BF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EA17E9-FCB8-4A28-928E-E6188293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EF4AD6-DEE6-4B03-8584-BB9EB8DF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AD589E-D5BF-4CB1-AD7B-11E84B84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B6C38E-AC1B-4301-B3D5-D9AA5157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B49A39-A6C1-4248-83D2-6907BFCD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7BF878-99EC-496C-8285-DBE9B1A6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E4C031-3506-4DE8-A883-A92FC152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46CDA1-EA02-49B7-9EB9-C1CF84E3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AF20DA-1771-423F-AE4A-35FF73F9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727D31-0BB6-4B2B-9D07-C991F115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85570C-B063-4E15-8101-B90A2BBF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D67716-C22A-4D26-AD27-2CD03FC5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69B08A-8195-4F39-BF12-30A21227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93794443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BB7ACB-F311-4D17-9BFA-96A5F348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184A1-2E9D-4E7B-A217-9AD2CBED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Salient features of India Constitution.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62439-396F-4E99-AB88-E6BBEADC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08FBE-291A-4D40-8989-39CB54EB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4D50D-F3CE-406A-816A-049053A5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F6504-C82C-4AC9-8D8B-2B71592F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D9E08-E998-41C1-9685-717B50E8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3EC64-2D18-4400-A557-7382C320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90393-D798-4560-9E62-74498A9F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96580-79C9-4E30-B600-9D52DC68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1E9B5-BA28-4A81-BF00-1136D1A0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1B735-2160-4E86-A809-12032996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20662-124D-4847-AC7D-CD10E77F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1C546-FA7A-41B9-8F72-9DF0153F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AB0C2-2760-454B-8DBC-BB9200A9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1D6F44-BF7B-4345-947F-4F7816A8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71A67-4A88-4599-9B3E-83EC17AE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5E20D-63AC-4611-81ED-5B81C156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74EDA-3171-4CF0-8D54-9F0CFA96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68A93-545E-4417-8E82-857D1AB0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BC4797-F279-475B-AEB8-96F3D9F1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9B0ECE-79F2-44A3-8B95-4E790198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D80F38-4D78-4F21-94DD-66B86F7C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FF862E-9332-4292-9D49-614D0965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5DF7F0-7A09-4E5C-9EA6-9D9BA9B5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C38618-8BA4-4BA1-A532-05F919EA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177CBD-D7AE-490A-9665-E0519BAA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738AF3-A7F9-40E2-878D-AF09E496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FE7902-B5AB-4AC0-93A2-22EBB632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024651-24F9-43D4-B734-68B5D26D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2AE8BD-1553-4965-9187-D32A75F1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A32210-D314-4F17-83EE-8894C333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80334535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C85EE2-1EE9-494B-BB2D-F4C41F65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0DFC7-4EA9-4AC4-986F-D00FCC80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Constitution: The Necessity of the Constitu...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19C55-7898-4B75-B5FF-E96C7581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42F92-4BD7-4F41-B5BE-C0495EF2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32FFE-7D67-47BE-AE42-4DB12196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F9641-B5D4-48CF-8B02-E6E04DC1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36D98-E903-4677-BCF3-70DE71FD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1702B-7DA2-4187-8439-288DC5AE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7F45D-046F-43F8-AF0E-8D038779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505CD-DF5E-4886-B91B-1920B574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24E53-1763-4557-A90C-87DA7DDC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316FA-1A67-42A4-A96D-0DB2C715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EAAAF2-3176-45D6-9C6F-6E6179FE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82B62-B7E3-4552-B2D0-01529194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90217-92CB-40EF-AE60-5FD025E5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24429B-0F2B-4895-80D5-F3D3FA66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6C253D-9278-4A80-86CA-1B9BD7DB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24A47-95E4-4EC4-9A3F-AC214330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0408E-C577-4425-81FF-69685BB5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F1B8E8-16F6-4E00-9A40-D6E510DC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DFA1D1-6DAD-483D-B8FF-17AEA8EA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002097-6E89-45BB-8375-3FB1BA50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09A54C-BC68-4102-9820-2169BF0F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D016D1-F072-4165-894D-56B4E4C5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9239AC-4ED2-4100-B48F-101BA1BC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8EAA92-04D5-499C-A888-40A2D0A5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270BE0-38B2-4E5F-87DD-FDCDB5EE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137D2C-2064-4BFA-B988-144211E5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A3E03D-7AF3-422C-9F61-0372F4A4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3AF8E1-9E5E-400F-827F-E73E89D4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0E8576-DDE7-4739-B2FA-19BCE722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145DFC-5CCB-44E5-AB31-9AD32B03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2147269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6CF8E8-FE67-4F16-BC20-1DF5414E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B9681-7EF9-43D7-B60A-4DCFA83A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the Indian constitution, Th...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C4041-4E6C-45D4-A42E-ED5AADB3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BBDA1-714E-4445-BBE7-518ADE39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A3D03-1DE3-4A39-B2FD-8C103E3F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08A46-95F4-4EC4-A6AC-7187E085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681AB-B804-4C91-86D3-050DEC9B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E8252-1D23-4857-9B41-00BF3454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BF7A8-B140-45B6-80C4-2DAD4CA1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9BAFA-6F55-4BEA-93D7-BD8639B7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56C25-D8FB-4A78-8ABB-C5462199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54E0C-0B1A-4E3F-A575-AA0BFA64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36D09-49C5-47CC-88B9-7E4E3ADB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58352-846C-4E6B-8686-E627E3B6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7BFAD-F6F2-4002-8F29-3AF7142F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B85BF2-2ACC-483A-8645-959E491D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BA0A2-7EBC-49E7-B1FC-B9496D0D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3DC21-D713-40F5-8CEF-2C8B3EB5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D88EA-71AC-4C1D-91E1-D4FC5DEB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002E5-62AD-4972-AEC4-B0447F3D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C7A3F0-6D88-496C-953C-1C16E2BC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EC27E3-C261-453C-B64B-5176B20C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587D01-EE20-4779-A79F-BCCB6F21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ABB1CA-BAD6-48AE-8AC3-25262A5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7C10D3-9FE7-4964-806C-FE961651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607F0D-9EA8-4C52-A861-C770AF14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33B728-76F8-442D-8932-138F4CB4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1C2695-8E07-4C9F-9628-4C90D2E6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DC2D19-0F94-4792-BD24-E5088BB9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55E2F0-20A7-4D57-9702-C785782F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06AE35-65EF-48B3-9F05-D5E45279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3898AA-A78C-4104-B631-B494DA6F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92311635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8A81D7-73D6-48CE-A6A1-C19FEC11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5F4F4-5FB9-433F-8787-C7B55CB3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The Preamble of Indian Constitution &amp; Key 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8B533-C96B-4E73-8787-5AACBE0D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D7987-E53C-424D-A105-AADB1385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71AC0-6DC8-498E-BC8F-358C9999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5D928-513A-49EB-918F-360E3007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FB5FD-B32F-482F-BE4C-3AB7375E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4AECB-8A6C-41AB-8C72-8F4EE981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244B4-76E7-4578-A846-0E72EB88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D5B3B-358B-45F7-972A-5A6BD12F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87F55-1A40-4698-8275-041E2DEF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1832F-621E-4046-A29A-AEAB4F08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84692-7F73-4CA0-A403-BF4D1A10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F2ECC-EC3E-468B-9CCE-E23571C1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01A75-2602-44D8-A38E-49DE3412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BDDDF-B8C7-4C1D-9867-0A85CFA1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BDA16C-7014-4E35-9100-E3AEDD0D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F28C79-364A-4C59-908A-926372DD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0CC486-0A91-4DA4-BA2D-EB53941A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23F91B-8C7B-47EF-9DFB-645E4C5B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F3C926-5AA3-4393-A61C-2BC78D7E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48A0BB-1903-4939-B716-0D99683A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4CEF3A-987F-4123-9FD3-DFBB6905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E77D53-E43B-44BA-BF77-99F63753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79B8FC-EAA3-4E89-BD56-04016825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86F5DE-BED6-45AA-94B8-89C89F71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4A585A-75BE-4F0F-B251-1C5D84CE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62F3C1-09CA-4A4F-9397-E6EF27E1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E945B9-97A9-45EE-812C-EAF3542E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777F28-B090-4303-B680-8A871B66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F26B44-35A4-4DC2-94B8-9CD82068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E17386-918F-4AE2-9230-1DAB13D8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51474018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9CFC8C-A47D-4F8C-B864-C6A11561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07D66-8A23-4070-93A0-409C2FDA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Salient features of India Constitution.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1BE8D-EB01-4423-891E-8E26B3D0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385D9-ED78-4984-9AEF-D07CFADF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A1B12-9F9A-46D7-898E-EBE7B538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A00FA-3006-4880-9F76-7DAA91E2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B0883-6F80-421D-B6E3-9074B534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54632-01DF-4EE4-BBE3-8BD64364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F82B7-C086-4535-BFBA-2CAA82D2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F7669-55D0-4C9A-BACC-E23D4E57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511AE-B614-488B-B9A3-9A12CAEA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73C511-E12D-4D70-981C-25BD622B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B2C5E-ECCD-437E-8BC6-1978CEE8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463E1-F4E4-4DDF-8DE7-DE82DA31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AA3F82-84C7-4B3A-ACD0-37577972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32CC0F-DDA0-4686-91CA-9D22068A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06903-C674-4323-A539-840772CA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6003E-4A51-4AB1-AC06-3043E134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81667-974E-4D39-8BAD-D15AD6BB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D6DE86-5AFE-4B5D-9CEB-201ACF16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F5F5BE-235B-49DD-A24D-231869C9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917450-400B-4E50-B095-90EA73F5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80AD80-741A-4BB2-9035-CEF9D180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844942-93B8-4388-A7B7-C433E558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1C35D9-4602-48FD-99C9-AE6EB1E7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DD0E75-AFEB-4FFB-8FC6-5C1D090F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EC70E4-A5BA-4202-A952-43055F73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FD4FE4-F31F-4E8D-94D0-4747EA8C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25B681-4AA3-40C0-A32C-EB0C51C3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E8E60D-470D-4671-ADA1-3E0D9A39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22700B-CCCB-452A-836F-03224694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A9A51E-88FB-48AB-BDA6-BBE6E9CB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48764515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0E1728-4A34-47EB-8FFF-8C45165F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0C900-F3BD-4307-8BE0-EF5ECE33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Constitution: The Necessity of the Constitu...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DCBB0-7108-434B-82A9-81650F63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F432C-9EA4-4BC5-B01A-AC4EF58D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9DF52-4BAD-4E76-B563-22FB3EB8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ED154-7861-4B41-B77F-5234A100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1B761-D45C-43C8-BA1A-24D9EFEA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F6160-A67E-471F-95DB-55FE8AB0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EE9B5-BED5-43F6-AB08-6D01D884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8F5FB-CA26-42B7-9EB8-B0F91F02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1E8EF-D396-425E-83BB-BA8B43B1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BAE32-9FC4-4EA7-88D5-CE6B2FEF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EF8A81-E85B-4F63-AB5F-F8014112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6C1B3-909F-4E20-8FF4-5EE2666A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3FB11-4F2A-42E0-9921-A2C46DB8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27E518-F9FF-4738-9328-2FC75DF8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6B809C-25D7-4B2D-AED0-95404078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05D6D-BBF8-44D0-AD61-DAD9129E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347C9A-BF91-4FB3-B8D1-F6003084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B05E8-8DAD-4DCC-BEF4-302B61F5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18040-78A8-43D7-861E-2265D59C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54E6C-8FB2-4553-8D81-B29ED679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9A22D3-40E7-4680-B299-32A9CB96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EF8BC6-63B4-47CE-BCB6-05354EA4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E7933C-FE0A-4137-87DB-65C9CBAB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926296-1F4D-49BA-977F-4D16391B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EDB6DB-8E2B-4BDC-AB01-70C89D60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2B88BF-4A8C-487F-8E07-203A7362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4EEBE0-9C04-4767-BF03-6AFC3F5C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459C16-49C6-48D1-A5BC-71C5BDAC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586FAC-66C9-4331-9D3E-4708AD3D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92271E-2F65-46C1-9A5E-537A3E17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88967691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166270-0116-471E-943F-95C38A68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A94BE-93D7-41CC-8B2E-223C1BED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the Indian constitution, Th...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28795-FA51-49AF-AF63-15919E85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68859-BC56-4211-A3E1-8EA1B030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FAE25-A197-41C2-B538-43A8AC55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A536A-486B-4274-AF87-CDF83FF9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11A29-35EE-4B48-A6C3-E504FB6B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34040-2A69-485B-A0AB-3775F409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E558B-ED8B-46C0-97FF-B0CD8617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186E3-A5DC-44F2-AF68-66485FCE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AF283-484D-4E29-8D03-E8D8BFD8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58949-F17D-4627-916A-98DB266E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75883-9048-4E72-8B77-937278F4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7671B-8B9A-4CE2-B989-917700C7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F205A-DE5E-47E5-A294-70918C5A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D1A33-6257-4B8B-A7E3-D5D03376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07B7B-D780-4608-BB8E-60685154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395FE-F997-417B-8A66-E577BFEF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10F12-E026-4FAD-BE92-B5FD3611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88D5A-6DB0-43FF-9771-73CE92A1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AEB40C-549A-4EB3-97E7-EF3EC065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184964-E191-45EB-A0FC-C1523F9B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15640-7BA3-48A1-A139-1C84512B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1CBC84-F227-446F-B902-632AE6CD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BA8B8E-0022-4392-A92E-B32D1E20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851B96-9753-47E9-A7A4-C64AFB44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105327-A68E-4EB3-B469-F6A3E1FB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B4B5BC-920E-4D8C-ACFC-DA6E122A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E6A412-73CF-4C8F-80E6-0A0898F1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7FD635-E6F9-4486-8079-971D79B9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E028CF-669F-4D87-B3EB-7F2A7039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E44139-D9C8-4B25-B856-5EC7172C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26437178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413766-4EDA-44CB-9413-602D67CD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D1EF6-D37B-4627-8FB6-AD89D793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The Preamble of Indian Constitution &amp; Key 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D8EE1-DCB9-4F54-8671-63485552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47637-DBA3-44D7-9935-9FAB4AA0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75C5C-574A-4EBA-B358-FA436252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066B5-0179-4FCF-B9D1-86451C0D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17DE2-72C1-4B3A-8303-1E695245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EEAA2-08D5-4159-8355-DFECACF7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F68FB-8D27-4898-B1D1-93136925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66770-3267-4CCE-B7E9-E7E1104C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5F9F7-2BC3-44E9-B68C-6C725D1E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631A8-A2A7-4787-9D9D-7293AFA5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4D4CE-19C9-4855-9F21-74695F6C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130534-3DC6-4154-BBCC-06FC150B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8A42F-15D7-4A18-AB69-87C69D8D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63408-E47E-406E-BF3A-91234D01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DC27BB-E7A7-4616-B143-F5A6D757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F196D-B345-4E61-A7D5-ACCCA2AB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2EC6F9-685F-487E-9C1C-68ACB175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F246D4-4F62-420C-A7B9-855B953C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AE7A97-74EE-4A79-BE59-E3FAE1A6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B19886-88E6-438A-B8E5-0AF792EC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5CA283-0459-40F6-9F59-141D9637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7A1623-0276-4382-BECD-8E430C07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95FDBD-B9B0-4BED-AFF8-62DE270A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D03FCF-871A-4C1C-9948-0F58147D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42EB4B-FF8F-4B70-A6C6-C71BD63F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FE9B7B-D537-4EAE-BC04-6331E4B4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A1BB4F-C524-40AD-9942-B1181093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3D35F8-6170-4DE1-A9AD-D9B61D2B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56C8C0-0CB1-42E3-AF0C-C754386C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405C3F-5AEF-4351-B3D9-D06A6143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3952506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2026-08-24T16:02:51.8730000Z</dcterms:created>
  <dcterms:modified xsi:type="dcterms:W3CDTF">2026-08-24T16:02:51.8730000Z</dcterms:modified>
</coreProperties>
</file>