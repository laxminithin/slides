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84e9e01514249" /><Relationship Type="http://schemas.openxmlformats.org/officeDocument/2006/relationships/extended-properties" Target="/docProps/app.xml" Id="Rb655442d8baa4b65" /><Relationship Type="http://schemas.openxmlformats.org/officeDocument/2006/relationships/officeDocument" Target="/ppt/presentation.xml" Id="R26aedf6f75b746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96c14f1f2944b4"/>
  </p:sldMasterIdLst>
  <p:notesMasterIdLst>
    <p:notesMasterId xmlns:r="http://schemas.openxmlformats.org/officeDocument/2006/relationships" r:id="Rfa57e0430166422e"/>
  </p:notesMasterIdLst>
  <p:sldIdLst>
    <p:sldId xmlns:r="http://schemas.openxmlformats.org/officeDocument/2006/relationships" id="256" r:id="R7144a0113b0d4c7d"/>
    <p:sldId xmlns:r="http://schemas.openxmlformats.org/officeDocument/2006/relationships" id="257" r:id="R4374b59466974efe"/>
    <p:sldId xmlns:r="http://schemas.openxmlformats.org/officeDocument/2006/relationships" id="258" r:id="R6197050138ef48bc"/>
    <p:sldId xmlns:r="http://schemas.openxmlformats.org/officeDocument/2006/relationships" id="259" r:id="R3356b5c1df73451d"/>
    <p:sldId xmlns:r="http://schemas.openxmlformats.org/officeDocument/2006/relationships" id="260" r:id="R07176f4ad9a8455c"/>
    <p:sldId xmlns:r="http://schemas.openxmlformats.org/officeDocument/2006/relationships" id="261" r:id="R704a8cd2b4e5469a"/>
    <p:sldId xmlns:r="http://schemas.openxmlformats.org/officeDocument/2006/relationships" id="262" r:id="R44c5775d74f44776"/>
    <p:sldId xmlns:r="http://schemas.openxmlformats.org/officeDocument/2006/relationships" id="263" r:id="R5e6435e38dda4731"/>
    <p:sldId xmlns:r="http://schemas.openxmlformats.org/officeDocument/2006/relationships" id="264" r:id="Reb6cb48526f34854"/>
    <p:sldId xmlns:r="http://schemas.openxmlformats.org/officeDocument/2006/relationships" id="265" r:id="R088003d9688542dd"/>
    <p:sldId xmlns:r="http://schemas.openxmlformats.org/officeDocument/2006/relationships" id="266" r:id="R76891b54f94049f4"/>
    <p:sldId xmlns:r="http://schemas.openxmlformats.org/officeDocument/2006/relationships" id="267" r:id="R4b7a99ac82f44e9f"/>
    <p:sldId xmlns:r="http://schemas.openxmlformats.org/officeDocument/2006/relationships" id="268" r:id="R1ad48f4659594193"/>
    <p:sldId xmlns:r="http://schemas.openxmlformats.org/officeDocument/2006/relationships" id="269" r:id="Rd5240ec5f4104234"/>
    <p:sldId xmlns:r="http://schemas.openxmlformats.org/officeDocument/2006/relationships" id="270" r:id="R9a9750566a25424e"/>
    <p:sldId xmlns:r="http://schemas.openxmlformats.org/officeDocument/2006/relationships" id="271" r:id="R77a85ee41a1d4705"/>
    <p:sldId xmlns:r="http://schemas.openxmlformats.org/officeDocument/2006/relationships" id="272" r:id="R81d53242e3ef4ff7"/>
    <p:sldId xmlns:r="http://schemas.openxmlformats.org/officeDocument/2006/relationships" id="273" r:id="Re9a683beb74147ee"/>
    <p:sldId xmlns:r="http://schemas.openxmlformats.org/officeDocument/2006/relationships" id="274" r:id="Rf29ed986d2a44b22"/>
    <p:sldId xmlns:r="http://schemas.openxmlformats.org/officeDocument/2006/relationships" id="275" r:id="R29612a756d264640"/>
    <p:sldId xmlns:r="http://schemas.openxmlformats.org/officeDocument/2006/relationships" id="276" r:id="Ra04b6264a46f4e52"/>
    <p:sldId xmlns:r="http://schemas.openxmlformats.org/officeDocument/2006/relationships" id="277" r:id="R5a5c8dfda15b492d"/>
    <p:sldId xmlns:r="http://schemas.openxmlformats.org/officeDocument/2006/relationships" id="278" r:id="R2e63f643351b4af8"/>
    <p:sldId xmlns:r="http://schemas.openxmlformats.org/officeDocument/2006/relationships" id="279" r:id="R44f8d41ef5e941f8"/>
    <p:sldId xmlns:r="http://schemas.openxmlformats.org/officeDocument/2006/relationships" id="280" r:id="R028a487f6a3d441a"/>
    <p:sldId xmlns:r="http://schemas.openxmlformats.org/officeDocument/2006/relationships" id="281" r:id="R0f90a444dad0455d"/>
    <p:sldId xmlns:r="http://schemas.openxmlformats.org/officeDocument/2006/relationships" id="282" r:id="R170d419991d44e6e"/>
    <p:sldId xmlns:r="http://schemas.openxmlformats.org/officeDocument/2006/relationships" id="283" r:id="R4e75e3fd63034fe5"/>
    <p:sldId xmlns:r="http://schemas.openxmlformats.org/officeDocument/2006/relationships" id="284" r:id="R58dcd5bc302e49d6"/>
    <p:sldId xmlns:r="http://schemas.openxmlformats.org/officeDocument/2006/relationships" id="285" r:id="Rc5dcedd3dfe04410"/>
    <p:sldId xmlns:r="http://schemas.openxmlformats.org/officeDocument/2006/relationships" id="286" r:id="Rb755e41f1a08499c"/>
    <p:sldId xmlns:r="http://schemas.openxmlformats.org/officeDocument/2006/relationships" id="287" r:id="Re113ebb46f404cba"/>
    <p:sldId xmlns:r="http://schemas.openxmlformats.org/officeDocument/2006/relationships" id="288" r:id="R582c71eaaec34d46"/>
    <p:sldId xmlns:r="http://schemas.openxmlformats.org/officeDocument/2006/relationships" id="289" r:id="Ref799e60c5934664"/>
    <p:sldId xmlns:r="http://schemas.openxmlformats.org/officeDocument/2006/relationships" id="290" r:id="Rdc235daf75c44ff2"/>
    <p:sldId xmlns:r="http://schemas.openxmlformats.org/officeDocument/2006/relationships" id="291" r:id="R246dd5d40d8e4640"/>
    <p:sldId xmlns:r="http://schemas.openxmlformats.org/officeDocument/2006/relationships" id="292" r:id="R8bbb3ebd2d7e4a9a"/>
    <p:sldId xmlns:r="http://schemas.openxmlformats.org/officeDocument/2006/relationships" id="293" r:id="R3347340b7a8d4214"/>
    <p:sldId xmlns:r="http://schemas.openxmlformats.org/officeDocument/2006/relationships" id="294" r:id="R3055411497f54bba"/>
    <p:sldId xmlns:r="http://schemas.openxmlformats.org/officeDocument/2006/relationships" id="295" r:id="R373fd85ec3e948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be0c2d86dd4351" /><Relationship Type="http://schemas.openxmlformats.org/officeDocument/2006/relationships/slideMaster" Target="/ppt/slideMasters/slideMaster1.xml" Id="R0496c14f1f2944b4" /><Relationship Type="http://schemas.openxmlformats.org/officeDocument/2006/relationships/notesMaster" Target="/ppt/notesMasters/notesMaster1.xml" Id="Rfa57e0430166422e" /><Relationship Type="http://schemas.openxmlformats.org/officeDocument/2006/relationships/presProps" Target="/ppt/presProps.xml" Id="Rac749df40a5245c4" /><Relationship Type="http://schemas.openxmlformats.org/officeDocument/2006/relationships/tableStyles" Target="/ppt/tableStyles.xml" Id="R0c73ce63d89045f8" /><Relationship Type="http://schemas.openxmlformats.org/officeDocument/2006/relationships/slide" Target="/ppt/slides/slide1.xml" Id="R7144a0113b0d4c7d" /><Relationship Type="http://schemas.openxmlformats.org/officeDocument/2006/relationships/slide" Target="/ppt/slides/slide2.xml" Id="R4374b59466974efe" /><Relationship Type="http://schemas.openxmlformats.org/officeDocument/2006/relationships/slide" Target="/ppt/slides/slide3.xml" Id="R6197050138ef48bc" /><Relationship Type="http://schemas.openxmlformats.org/officeDocument/2006/relationships/slide" Target="/ppt/slides/slide4.xml" Id="R3356b5c1df73451d" /><Relationship Type="http://schemas.openxmlformats.org/officeDocument/2006/relationships/slide" Target="/ppt/slides/slide5.xml" Id="R07176f4ad9a8455c" /><Relationship Type="http://schemas.openxmlformats.org/officeDocument/2006/relationships/slide" Target="/ppt/slides/slide6.xml" Id="R704a8cd2b4e5469a" /><Relationship Type="http://schemas.openxmlformats.org/officeDocument/2006/relationships/slide" Target="/ppt/slides/slide7.xml" Id="R44c5775d74f44776" /><Relationship Type="http://schemas.openxmlformats.org/officeDocument/2006/relationships/slide" Target="/ppt/slides/slide8.xml" Id="R5e6435e38dda4731" /><Relationship Type="http://schemas.openxmlformats.org/officeDocument/2006/relationships/slide" Target="/ppt/slides/slide9.xml" Id="Reb6cb48526f34854" /><Relationship Type="http://schemas.openxmlformats.org/officeDocument/2006/relationships/slide" Target="/ppt/slides/slide10.xml" Id="R088003d9688542dd" /><Relationship Type="http://schemas.openxmlformats.org/officeDocument/2006/relationships/slide" Target="/ppt/slides/slide11.xml" Id="R76891b54f94049f4" /><Relationship Type="http://schemas.openxmlformats.org/officeDocument/2006/relationships/slide" Target="/ppt/slides/slide12.xml" Id="R4b7a99ac82f44e9f" /><Relationship Type="http://schemas.openxmlformats.org/officeDocument/2006/relationships/slide" Target="/ppt/slides/slide13.xml" Id="R1ad48f4659594193" /><Relationship Type="http://schemas.openxmlformats.org/officeDocument/2006/relationships/slide" Target="/ppt/slides/slide14.xml" Id="Rd5240ec5f4104234" /><Relationship Type="http://schemas.openxmlformats.org/officeDocument/2006/relationships/slide" Target="/ppt/slides/slide15.xml" Id="R9a9750566a25424e" /><Relationship Type="http://schemas.openxmlformats.org/officeDocument/2006/relationships/slide" Target="/ppt/slides/slide16.xml" Id="R77a85ee41a1d4705" /><Relationship Type="http://schemas.openxmlformats.org/officeDocument/2006/relationships/slide" Target="/ppt/slides/slide17.xml" Id="R81d53242e3ef4ff7" /><Relationship Type="http://schemas.openxmlformats.org/officeDocument/2006/relationships/slide" Target="/ppt/slides/slide18.xml" Id="Re9a683beb74147ee" /><Relationship Type="http://schemas.openxmlformats.org/officeDocument/2006/relationships/slide" Target="/ppt/slides/slide19.xml" Id="Rf29ed986d2a44b22" /><Relationship Type="http://schemas.openxmlformats.org/officeDocument/2006/relationships/slide" Target="/ppt/slides/slide20.xml" Id="R29612a756d264640" /><Relationship Type="http://schemas.openxmlformats.org/officeDocument/2006/relationships/slide" Target="/ppt/slides/slide21.xml" Id="Ra04b6264a46f4e52" /><Relationship Type="http://schemas.openxmlformats.org/officeDocument/2006/relationships/slide" Target="/ppt/slides/slide22.xml" Id="R5a5c8dfda15b492d" /><Relationship Type="http://schemas.openxmlformats.org/officeDocument/2006/relationships/slide" Target="/ppt/slides/slide23.xml" Id="R2e63f643351b4af8" /><Relationship Type="http://schemas.openxmlformats.org/officeDocument/2006/relationships/slide" Target="/ppt/slides/slide24.xml" Id="R44f8d41ef5e941f8" /><Relationship Type="http://schemas.openxmlformats.org/officeDocument/2006/relationships/slide" Target="/ppt/slides/slide25.xml" Id="R028a487f6a3d441a" /><Relationship Type="http://schemas.openxmlformats.org/officeDocument/2006/relationships/slide" Target="/ppt/slides/slide26.xml" Id="R0f90a444dad0455d" /><Relationship Type="http://schemas.openxmlformats.org/officeDocument/2006/relationships/slide" Target="/ppt/slides/slide27.xml" Id="R170d419991d44e6e" /><Relationship Type="http://schemas.openxmlformats.org/officeDocument/2006/relationships/slide" Target="/ppt/slides/slide28.xml" Id="R4e75e3fd63034fe5" /><Relationship Type="http://schemas.openxmlformats.org/officeDocument/2006/relationships/slide" Target="/ppt/slides/slide29.xml" Id="R58dcd5bc302e49d6" /><Relationship Type="http://schemas.openxmlformats.org/officeDocument/2006/relationships/slide" Target="/ppt/slides/slide30.xml" Id="Rc5dcedd3dfe04410" /><Relationship Type="http://schemas.openxmlformats.org/officeDocument/2006/relationships/slide" Target="/ppt/slides/slide31.xml" Id="Rb755e41f1a08499c" /><Relationship Type="http://schemas.openxmlformats.org/officeDocument/2006/relationships/slide" Target="/ppt/slides/slide32.xml" Id="Re113ebb46f404cba" /><Relationship Type="http://schemas.openxmlformats.org/officeDocument/2006/relationships/slide" Target="/ppt/slides/slide33.xml" Id="R582c71eaaec34d46" /><Relationship Type="http://schemas.openxmlformats.org/officeDocument/2006/relationships/slide" Target="/ppt/slides/slide34.xml" Id="Ref799e60c5934664" /><Relationship Type="http://schemas.openxmlformats.org/officeDocument/2006/relationships/slide" Target="/ppt/slides/slide35.xml" Id="Rdc235daf75c44ff2" /><Relationship Type="http://schemas.openxmlformats.org/officeDocument/2006/relationships/slide" Target="/ppt/slides/slide36.xml" Id="R246dd5d40d8e4640" /><Relationship Type="http://schemas.openxmlformats.org/officeDocument/2006/relationships/slide" Target="/ppt/slides/slide37.xml" Id="R8bbb3ebd2d7e4a9a" /><Relationship Type="http://schemas.openxmlformats.org/officeDocument/2006/relationships/slide" Target="/ppt/slides/slide38.xml" Id="R3347340b7a8d4214" /><Relationship Type="http://schemas.openxmlformats.org/officeDocument/2006/relationships/slide" Target="/ppt/slides/slide39.xml" Id="R3055411497f54bba" /><Relationship Type="http://schemas.openxmlformats.org/officeDocument/2006/relationships/slide" Target="/ppt/slides/slide40.xml" Id="R373fd85ec3e948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098a2b13448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e4895b59b4e95" /><Relationship Type="http://schemas.openxmlformats.org/officeDocument/2006/relationships/notesMaster" Target="/ppt/notesMasters/notesMaster1.xml" Id="R7413b2af36f34e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71b6d742764ba5" /><Relationship Type="http://schemas.openxmlformats.org/officeDocument/2006/relationships/notesMaster" Target="/ppt/notesMasters/notesMaster1.xml" Id="R3d5663d947cb41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ded6cbdb9e4563" /><Relationship Type="http://schemas.openxmlformats.org/officeDocument/2006/relationships/notesMaster" Target="/ppt/notesMasters/notesMaster1.xml" Id="Raa277c9a2ad442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92782acd9d425c" /><Relationship Type="http://schemas.openxmlformats.org/officeDocument/2006/relationships/notesMaster" Target="/ppt/notesMasters/notesMaster1.xml" Id="R3f01d7d8528543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3375f99a1e4821" /><Relationship Type="http://schemas.openxmlformats.org/officeDocument/2006/relationships/notesMaster" Target="/ppt/notesMasters/notesMaster1.xml" Id="Rf675cdcd71be45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ce8adc55194970" /><Relationship Type="http://schemas.openxmlformats.org/officeDocument/2006/relationships/notesMaster" Target="/ppt/notesMasters/notesMaster1.xml" Id="Rd86897f473c74e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81bd49a7ab4ea7" /><Relationship Type="http://schemas.openxmlformats.org/officeDocument/2006/relationships/notesMaster" Target="/ppt/notesMasters/notesMaster1.xml" Id="R943c8e94a2394f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b50eddd4b24fb0" /><Relationship Type="http://schemas.openxmlformats.org/officeDocument/2006/relationships/notesMaster" Target="/ppt/notesMasters/notesMaster1.xml" Id="R370df15ec02a4c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61adfaa38a47d9" /><Relationship Type="http://schemas.openxmlformats.org/officeDocument/2006/relationships/notesMaster" Target="/ppt/notesMasters/notesMaster1.xml" Id="R3ae81539848442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ffe568ed0c433b" /><Relationship Type="http://schemas.openxmlformats.org/officeDocument/2006/relationships/notesMaster" Target="/ppt/notesMasters/notesMaster1.xml" Id="R9118f5e59ee645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452860e772497c" /><Relationship Type="http://schemas.openxmlformats.org/officeDocument/2006/relationships/notesMaster" Target="/ppt/notesMasters/notesMaster1.xml" Id="R412c5bbcfe0240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9a4101061d49f5" /><Relationship Type="http://schemas.openxmlformats.org/officeDocument/2006/relationships/notesMaster" Target="/ppt/notesMasters/notesMaster1.xml" Id="R5165cdd437e841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8b46c1d2c54c5a" /><Relationship Type="http://schemas.openxmlformats.org/officeDocument/2006/relationships/notesMaster" Target="/ppt/notesMasters/notesMaster1.xml" Id="R8c8ff3ce19a146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98280599f147a9" /><Relationship Type="http://schemas.openxmlformats.org/officeDocument/2006/relationships/notesMaster" Target="/ppt/notesMasters/notesMaster1.xml" Id="Rac019188132a49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4bcec723c14e98" /><Relationship Type="http://schemas.openxmlformats.org/officeDocument/2006/relationships/notesMaster" Target="/ppt/notesMasters/notesMaster1.xml" Id="R1aa2e5c11e75436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73bb7ecf9a4287" /><Relationship Type="http://schemas.openxmlformats.org/officeDocument/2006/relationships/notesMaster" Target="/ppt/notesMasters/notesMaster1.xml" Id="Rf59f7e53fd6043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172c44e62848e1" /><Relationship Type="http://schemas.openxmlformats.org/officeDocument/2006/relationships/notesMaster" Target="/ppt/notesMasters/notesMaster1.xml" Id="R6bf8a0dceb0f48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c591f578cb47f9" /><Relationship Type="http://schemas.openxmlformats.org/officeDocument/2006/relationships/notesMaster" Target="/ppt/notesMasters/notesMaster1.xml" Id="R088c62fed1424f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418217802d4b84" /><Relationship Type="http://schemas.openxmlformats.org/officeDocument/2006/relationships/notesMaster" Target="/ppt/notesMasters/notesMaster1.xml" Id="R819b91ac7f22437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a15db1889f84e3f" /><Relationship Type="http://schemas.openxmlformats.org/officeDocument/2006/relationships/notesMaster" Target="/ppt/notesMasters/notesMaster1.xml" Id="Rd6de48009f73436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ee2cdf21043420e" /><Relationship Type="http://schemas.openxmlformats.org/officeDocument/2006/relationships/notesMaster" Target="/ppt/notesMasters/notesMaster1.xml" Id="R9481493f9ebe48d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69eee284c4418c" /><Relationship Type="http://schemas.openxmlformats.org/officeDocument/2006/relationships/notesMaster" Target="/ppt/notesMasters/notesMaster1.xml" Id="Rd2f91814eb0340a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48a851b8ce4894" /><Relationship Type="http://schemas.openxmlformats.org/officeDocument/2006/relationships/notesMaster" Target="/ppt/notesMasters/notesMaster1.xml" Id="Rd8aa76e007fd4e5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6ed809778f1469a" /><Relationship Type="http://schemas.openxmlformats.org/officeDocument/2006/relationships/notesMaster" Target="/ppt/notesMasters/notesMaster1.xml" Id="R7e7cbda7e0a441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21a407825941d0" /><Relationship Type="http://schemas.openxmlformats.org/officeDocument/2006/relationships/notesMaster" Target="/ppt/notesMasters/notesMaster1.xml" Id="R264a54c780ac4c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51d3a3db9dc404f" /><Relationship Type="http://schemas.openxmlformats.org/officeDocument/2006/relationships/notesMaster" Target="/ppt/notesMasters/notesMaster1.xml" Id="R1e18672e89c54a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31ef8851d604cf3" /><Relationship Type="http://schemas.openxmlformats.org/officeDocument/2006/relationships/notesMaster" Target="/ppt/notesMasters/notesMaster1.xml" Id="R752b6ac2d84149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d0c5be28b54740" /><Relationship Type="http://schemas.openxmlformats.org/officeDocument/2006/relationships/notesMaster" Target="/ppt/notesMasters/notesMaster1.xml" Id="R198a9a6d454e46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8478136f7424b7e" /><Relationship Type="http://schemas.openxmlformats.org/officeDocument/2006/relationships/notesMaster" Target="/ppt/notesMasters/notesMaster1.xml" Id="Rc6ae1df0adc2401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44fc25bedc4f28" /><Relationship Type="http://schemas.openxmlformats.org/officeDocument/2006/relationships/notesMaster" Target="/ppt/notesMasters/notesMaster1.xml" Id="Ra748618a617840d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47c4ac4badc4a6b" /><Relationship Type="http://schemas.openxmlformats.org/officeDocument/2006/relationships/notesMaster" Target="/ppt/notesMasters/notesMaster1.xml" Id="Rcd91dbb23468466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e38efe9b73148a7" /><Relationship Type="http://schemas.openxmlformats.org/officeDocument/2006/relationships/notesMaster" Target="/ppt/notesMasters/notesMaster1.xml" Id="R0d3fc5da385d44a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1fa0b46db6406c" /><Relationship Type="http://schemas.openxmlformats.org/officeDocument/2006/relationships/notesMaster" Target="/ppt/notesMasters/notesMaster1.xml" Id="R697a81839e27427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09faa5d7f7c49d5" /><Relationship Type="http://schemas.openxmlformats.org/officeDocument/2006/relationships/notesMaster" Target="/ppt/notesMasters/notesMaster1.xml" Id="R8a89c000b7fd418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f45b0cf07549a4" /><Relationship Type="http://schemas.openxmlformats.org/officeDocument/2006/relationships/notesMaster" Target="/ppt/notesMasters/notesMaster1.xml" Id="Ra8edde237c004a0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bdf17cd002c4a12" /><Relationship Type="http://schemas.openxmlformats.org/officeDocument/2006/relationships/notesMaster" Target="/ppt/notesMasters/notesMaster1.xml" Id="R43a0b05d9b7444f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1681b1e93b04fe2" /><Relationship Type="http://schemas.openxmlformats.org/officeDocument/2006/relationships/notesMaster" Target="/ppt/notesMasters/notesMaster1.xml" Id="Re3553640235849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c447bcb73d8418d" /><Relationship Type="http://schemas.openxmlformats.org/officeDocument/2006/relationships/notesMaster" Target="/ppt/notesMasters/notesMaster1.xml" Id="Rbcc999f7ac914a3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0c523e8d08c43e0" /><Relationship Type="http://schemas.openxmlformats.org/officeDocument/2006/relationships/notesMaster" Target="/ppt/notesMasters/notesMaster1.xml" Id="Red0f8a682f6345a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b8222dc3c144289" /><Relationship Type="http://schemas.openxmlformats.org/officeDocument/2006/relationships/notesMaster" Target="/ppt/notesMasters/notesMaster1.xml" Id="R9004f7c56c4040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f2c058d3f4c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1a8abb2f7540d6" /><Relationship Type="http://schemas.openxmlformats.org/officeDocument/2006/relationships/slideLayout" Target="/ppt/slideLayouts/slideLayout1.xml" Id="Rd2d26db515ae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d26db515ae4a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89c87cf5d44b2" /><Relationship Type="http://schemas.openxmlformats.org/officeDocument/2006/relationships/notesSlide" Target="/ppt/notesSlides/notesSlide1.xml" Id="R99c2ee92d45d41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ffdcd7d464da1" /><Relationship Type="http://schemas.openxmlformats.org/officeDocument/2006/relationships/notesSlide" Target="/ppt/notesSlides/notesSlide2.xml" Id="Raa5a948ac28a4e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22fd1f55f4e45" /><Relationship Type="http://schemas.openxmlformats.org/officeDocument/2006/relationships/notesSlide" Target="/ppt/notesSlides/notesSlide3.xml" Id="Rf60f9a9815dd41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34c1bf95d4949" /><Relationship Type="http://schemas.openxmlformats.org/officeDocument/2006/relationships/notesSlide" Target="/ppt/notesSlides/notesSlide4.xml" Id="R08260df557b143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0cb74bc024e49" /><Relationship Type="http://schemas.openxmlformats.org/officeDocument/2006/relationships/notesSlide" Target="/ppt/notesSlides/notesSlide5.xml" Id="R10426aae4c3646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46ce70e6e48bd" /><Relationship Type="http://schemas.openxmlformats.org/officeDocument/2006/relationships/notesSlide" Target="/ppt/notesSlides/notesSlide6.xml" Id="R86e04cbff27246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492d43a95455e" /><Relationship Type="http://schemas.openxmlformats.org/officeDocument/2006/relationships/notesSlide" Target="/ppt/notesSlides/notesSlide7.xml" Id="Rdf02822c3eb547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2e0cc853e4e41" /><Relationship Type="http://schemas.openxmlformats.org/officeDocument/2006/relationships/notesSlide" Target="/ppt/notesSlides/notesSlide8.xml" Id="R5acb8395162a44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d0e512b5d468e" /><Relationship Type="http://schemas.openxmlformats.org/officeDocument/2006/relationships/notesSlide" Target="/ppt/notesSlides/notesSlide9.xml" Id="R44379c29883046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a095b219648cb" /><Relationship Type="http://schemas.openxmlformats.org/officeDocument/2006/relationships/notesSlide" Target="/ppt/notesSlides/notesSlide10.xml" Id="R91eb1ecfe35848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5b38233964106" /><Relationship Type="http://schemas.openxmlformats.org/officeDocument/2006/relationships/notesSlide" Target="/ppt/notesSlides/notesSlide11.xml" Id="R68536580a6cd47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012fc1ab0463c" /><Relationship Type="http://schemas.openxmlformats.org/officeDocument/2006/relationships/notesSlide" Target="/ppt/notesSlides/notesSlide12.xml" Id="R7372934fb6914f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8b3ca3e9c4215" /><Relationship Type="http://schemas.openxmlformats.org/officeDocument/2006/relationships/notesSlide" Target="/ppt/notesSlides/notesSlide13.xml" Id="R162656c23af341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e904323004471" /><Relationship Type="http://schemas.openxmlformats.org/officeDocument/2006/relationships/notesSlide" Target="/ppt/notesSlides/notesSlide14.xml" Id="Rea077c473ebe4c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d0a6cabea48c9" /><Relationship Type="http://schemas.openxmlformats.org/officeDocument/2006/relationships/notesSlide" Target="/ppt/notesSlides/notesSlide15.xml" Id="R58b4d600e3ec45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ae27bee064ca6" /><Relationship Type="http://schemas.openxmlformats.org/officeDocument/2006/relationships/notesSlide" Target="/ppt/notesSlides/notesSlide16.xml" Id="R58f973be9d3e49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51d3603644b83" /><Relationship Type="http://schemas.openxmlformats.org/officeDocument/2006/relationships/notesSlide" Target="/ppt/notesSlides/notesSlide17.xml" Id="Ra64bbc66f60d42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edd749c794259" /><Relationship Type="http://schemas.openxmlformats.org/officeDocument/2006/relationships/notesSlide" Target="/ppt/notesSlides/notesSlide18.xml" Id="R7c9942b9467845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59d1f9a3a49e8" /><Relationship Type="http://schemas.openxmlformats.org/officeDocument/2006/relationships/notesSlide" Target="/ppt/notesSlides/notesSlide19.xml" Id="R05aff21139de42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ee6f4f8ce40ca" /><Relationship Type="http://schemas.openxmlformats.org/officeDocument/2006/relationships/notesSlide" Target="/ppt/notesSlides/notesSlide20.xml" Id="Rd0fc1371978f43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971f70b14e73" /><Relationship Type="http://schemas.openxmlformats.org/officeDocument/2006/relationships/notesSlide" Target="/ppt/notesSlides/notesSlide21.xml" Id="Rfda5c69736da4a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44c7eea4c4cfb" /><Relationship Type="http://schemas.openxmlformats.org/officeDocument/2006/relationships/notesSlide" Target="/ppt/notesSlides/notesSlide22.xml" Id="Rbbc19e947b28442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5e9275c674752" /><Relationship Type="http://schemas.openxmlformats.org/officeDocument/2006/relationships/notesSlide" Target="/ppt/notesSlides/notesSlide23.xml" Id="R7c8caaaa781844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dc7b4b3ac44dc" /><Relationship Type="http://schemas.openxmlformats.org/officeDocument/2006/relationships/notesSlide" Target="/ppt/notesSlides/notesSlide24.xml" Id="R5cadb468829c453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c85adfdf3429e" /><Relationship Type="http://schemas.openxmlformats.org/officeDocument/2006/relationships/notesSlide" Target="/ppt/notesSlides/notesSlide25.xml" Id="R8798c1abc0e447d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fe2ba701943e0" /><Relationship Type="http://schemas.openxmlformats.org/officeDocument/2006/relationships/notesSlide" Target="/ppt/notesSlides/notesSlide26.xml" Id="R4f9b5936fb9c455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9e7e670264bcd" /><Relationship Type="http://schemas.openxmlformats.org/officeDocument/2006/relationships/notesSlide" Target="/ppt/notesSlides/notesSlide27.xml" Id="R547ba49bea654c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6e157a849496e" /><Relationship Type="http://schemas.openxmlformats.org/officeDocument/2006/relationships/notesSlide" Target="/ppt/notesSlides/notesSlide28.xml" Id="R6bee5a048b6449a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caee51f0f47bd" /><Relationship Type="http://schemas.openxmlformats.org/officeDocument/2006/relationships/notesSlide" Target="/ppt/notesSlides/notesSlide29.xml" Id="R54b445dd7f0642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4c701b6544386" /><Relationship Type="http://schemas.openxmlformats.org/officeDocument/2006/relationships/notesSlide" Target="/ppt/notesSlides/notesSlide30.xml" Id="Rb68f678ee1514a8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38538098f46b1" /><Relationship Type="http://schemas.openxmlformats.org/officeDocument/2006/relationships/notesSlide" Target="/ppt/notesSlides/notesSlide31.xml" Id="R18d19b49b1d942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99c62d6e0407e" /><Relationship Type="http://schemas.openxmlformats.org/officeDocument/2006/relationships/notesSlide" Target="/ppt/notesSlides/notesSlide32.xml" Id="Ra1ab26a548be433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6dd2e4e75424d" /><Relationship Type="http://schemas.openxmlformats.org/officeDocument/2006/relationships/notesSlide" Target="/ppt/notesSlides/notesSlide33.xml" Id="R78f24472c5a94b3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fd262715046cd" /><Relationship Type="http://schemas.openxmlformats.org/officeDocument/2006/relationships/notesSlide" Target="/ppt/notesSlides/notesSlide34.xml" Id="Rc562c22f4d834f3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ff0a60c4c445a" /><Relationship Type="http://schemas.openxmlformats.org/officeDocument/2006/relationships/notesSlide" Target="/ppt/notesSlides/notesSlide35.xml" Id="Rc5662532281543f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94873859d4d4a" /><Relationship Type="http://schemas.openxmlformats.org/officeDocument/2006/relationships/notesSlide" Target="/ppt/notesSlides/notesSlide36.xml" Id="R9ca6c18011104de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03073a0e4420a" /><Relationship Type="http://schemas.openxmlformats.org/officeDocument/2006/relationships/notesSlide" Target="/ppt/notesSlides/notesSlide37.xml" Id="R90683b135c78477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69893d3e54b2a" /><Relationship Type="http://schemas.openxmlformats.org/officeDocument/2006/relationships/notesSlide" Target="/ppt/notesSlides/notesSlide38.xml" Id="R9be81aea2fbf4a9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89af49cf54816" /><Relationship Type="http://schemas.openxmlformats.org/officeDocument/2006/relationships/notesSlide" Target="/ppt/notesSlides/notesSlide39.xml" Id="Rb263725f5f7242d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85f25e5b64fb2" /><Relationship Type="http://schemas.openxmlformats.org/officeDocument/2006/relationships/notesSlide" Target="/ppt/notesSlides/notesSlide40.xml" Id="R2b99784f67c74c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B0EAB-CE62-464F-9662-99D49B97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B92CF-948B-4730-B146-E46AD47F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FR's, FD's and DPSP's: Fundamental Rights and its Restriction and limitations in different Complex Situations. Directive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B9971-2F1E-4819-9B5B-9BC046B6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Indian Constitution and Engineering Ethics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1BICO107/207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5C29C-9D92-43F1-A491-E59A0009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E7B99-3480-4A4E-B43E-432E3AA0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651B9-3A64-4B7C-969B-9BC4400D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D4F55-005F-48C9-99D4-6EE281F6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6EFA6-6CCA-4F42-811D-EBC2FCAF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017A7-7158-4627-B3D5-CE30CF9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FAF43-D824-4562-B163-7DFF203B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FC6F0-FB2E-4929-9EC3-EC12FB43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A2252-98CD-4B68-880A-90D321B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E1FA1-C814-48A9-A779-DCE64D32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52394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646A1-5798-4E13-B63C-9DEF8DF8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121AB-B96B-433F-B1AC-47FA67C3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C3041-B9CF-42E7-BFEF-741B015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382FD-6150-4BC4-950D-91FAF8F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4592F-ED51-481E-8F22-30D28F0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0207C-CB04-4217-9749-CEA07A2E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102C8-DBFD-4099-9F8B-AF17198E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ED34F-253D-44F8-96CE-C37DCB26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0A04E-3086-49C6-9181-836F8FCB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E86BF-B087-4BA9-A0EE-9F608953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67CF3-34E6-493F-93D6-6518512E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69748-9B39-4507-94DC-174B049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57E63-60F3-4F11-B87F-839A82CD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EBC09-E93D-4064-833D-BDAB24BB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355F3-9ED2-4152-91A4-B8A46B4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51801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CDF55-BA5D-4E0B-881A-2EF62FC1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0950E-899E-4FD2-9C0C-3407601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58F31-5225-4BF0-80B6-D3499CEE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5170F-1F23-4266-AF2D-62FB4443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6F1BA-4BF4-4B29-80E9-C5B603EF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A9D81-3364-463C-9C15-1A3AD44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1E77D-1021-4B06-AFDB-D84EFF59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771CF-B57B-43FF-AD32-D8D6982A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CBB04-EA36-4C3F-9109-74C8B93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FD's and DPSP's: Fundamental Rights and its Restriction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EBEC9-4C3D-4949-8A3A-E86ABAC4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3593D-A989-45B5-850C-15EEC9A4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81365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8BA85-98BE-4A1C-BD77-006A4814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1FF12-D77E-441B-AAFF-8D746CBC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CB1D3-09D9-4806-86E3-0042D58E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FC1CD-D12A-4692-99AC-99517E30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032F8-D310-4FE6-9794-63539893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58C3F-DA01-4DB5-B572-9C4687A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5D29F-6DCF-4986-9CD3-2DC328A5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A7A78-606D-45D8-801E-59C7CFE7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FD's and DPSP's: Fundamental Rights and its Restriction a...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07031-A622-4EC1-A4D0-21F4E0F8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D4735-D40E-4699-B9B9-65FE813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66FEE-837A-4A38-BB4C-3111DC66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59476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4F348-186D-426D-B35A-315DF686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5783-C38A-44C8-B40A-9FC0EEC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FCB83-5E41-48B0-9AE0-D547CF5B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68C0-4038-4818-83A1-D54E1B8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80D23-40DC-41C1-9617-F1C018E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DPSP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9D044-A906-4BF7-BD12-10BF8AA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Fundamental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11AE4-92B3-4715-BE23-1991DD2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0C24D-0522-43E0-8A23-71B8E138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Restriction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7D2B4-7D10-4B1C-BEC7-B79D4CA4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43640-8C09-450F-A760-08E7F8A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Complex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75F58-6689-4472-8FF7-3FE0C476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Situations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8B3D2-01E4-4A61-BA0B-364D60F7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Directive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2A6B8-71E0-49A3-A935-E88AE13F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Principles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4BE74-9665-4A7B-9D84-18B2B223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EA823-F16C-4E6B-A58F-0568F9B2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58445-71FB-4B53-B3F2-35B9CB84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9595620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6575F-DD10-4128-B16A-02E5B9BB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0609C-7B55-4857-82C2-5AD5C7A3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B4789-003E-4433-9984-406276E8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A0F0F-89B9-490A-91D4-FE6FC0EA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F4919-028A-43D1-A54A-431B2BB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FD's and DPSP's: Fundamental Rights and its Restriction and limitations in different Complex Situations. Direct...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B33F5-4563-4E3A-B9AC-9F5B30B1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FD's and DPSP's: Fundamental Rights and i...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68AE0-32A9-47BA-BE66-F90D4876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0099D-C74B-4C4C-88DC-5455DFE4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4FDAB-F330-45E0-AE03-B701B1C7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B56A8-864E-4FE8-941F-D7AF32C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6054E-D52A-4E87-98DB-C0870934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B11D8-D4CE-4F8A-AC24-9D5F21A2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61CA5-35F8-40C8-A406-16D7A5AB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E1D37-52DF-4942-9FA1-69A5F2F5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2766C-6020-49F6-8E1F-D6AAE61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A0C63-EFC9-4DE7-990B-35D87537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29149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987E7-F4C9-4766-8D3B-065EEF9F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94242-9424-416A-A2C4-4299782B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C34C2-FA4E-419B-B507-FDC4B813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DA4E2-3FB7-4AB3-9D90-6993186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428C4-8604-4A29-9D14-BDCE984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33408-FC7A-4198-8275-EA38D056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22B83-E0A4-476A-B59B-2D3D9503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9A874-8851-4568-830F-72509222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803E5-5861-4877-BDDE-2E53C280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FD's and DPSP's: 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72E8D-7167-40D0-B65F-52468C3D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DB891-6DF0-47BA-82F5-64E19213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EB01FA-5520-400F-AEE5-C6A66A3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FD's and DPSP'...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67D75-4C03-47CC-BBA9-0192A6A7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C4C56-80D2-4999-A56E-B2A15D16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DAC49-EBE2-4AE0-93C7-C33392C7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FD's and DPSP's: 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1853D-D1E0-4368-A774-8C510A3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33B8F-FD84-4C32-A2BE-83FB9507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A92E1-B3F5-47C2-82E2-142DC10C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FD's and DPSP's:...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AEC6E-1CFB-4A98-BBCB-5B53D1BF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90B91-5603-4B11-8115-104962A6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2924E-A56D-4E51-8A1C-9846E00A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FD's and DPSP's...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651C7-F409-44AE-A447-D80B2FE6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339B7-B309-490D-A578-B7224B29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47534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72BAF-D9AA-4E13-9BCF-2BCA4FCF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F370-B5E2-4EF1-A022-2FF51E4F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CE465-593D-4184-8560-E341DE80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01799-6479-4926-A723-07C2B695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F4C08-DF41-4E19-AD30-6C87409F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E10FB-3659-44EC-84CC-B26DFAF0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AE3C0-9FAE-42F1-BACF-A0D77EB5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2A37D-4C8A-4223-8983-F640B4D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5EB03-E8A8-49DB-96FE-A888AE05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81FAE-3528-4B3A-BE9E-1860044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D618F-FA1B-4696-8845-0EB9465D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A5024-FABE-401D-B9AB-20DE79CF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0AEDF-1415-4CDF-8F1D-21117048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0EBCE-CDB1-4BBD-A6D3-16C03854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E5DB0-D8D9-49BD-AFC6-D18224A5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1098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823E0-68E1-42A7-BB57-75A4AD2D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0E428-87CC-4390-A9F4-36D68CA2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EF62F-127E-41E7-93AE-3DE4A566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C0062-8D9B-45AE-8296-6DBD3CFF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2D894-31B8-464E-91AE-EC2388FA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8E64B-4F02-4EDC-96A6-3700A403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FD's and DPSP's: Fundamental Rights and its Restriction a...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56DBD-5CE4-4A5D-9DC8-45048295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549E-B5D4-45CF-8820-D6B13B3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8D4B9-67C0-495A-A049-2FD0293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8079F-5DC0-42D8-9B74-F177D43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460DD-14F3-4C63-914A-EDB1E990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50459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AC2A5-F135-494D-8943-8C8E96C5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3AE20-0754-4710-A322-C4C882EB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4BD75-32BD-43C1-91CF-C449F45E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1A44B-FAC5-4C92-972F-E93774B9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D77F5-36D2-405C-B96C-FECDE168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42C6A-FF7B-48EA-8A49-F5F675C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42146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E4652-09AE-47FB-A191-071C9585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55563-C91D-4677-A7B4-8D1095F3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4689E-A367-4619-9CD2-EFB2ACC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022D3-F648-421A-81F4-DBC67C0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B4A27-A1F9-43E2-9A31-B183442B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DPSP: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Fundamental: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Restriction: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limitations: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8095D-923C-41D5-8F5B-E9B67905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7801623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252CE-39E6-4542-BADD-729CAD7A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E3CA3-1731-4CF7-9AFF-1376671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D7F5A-AEB5-4874-917C-19BF23B3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1522C-4803-4F76-9884-DBABF33D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14932-9E5B-44B1-8A2C-568CD37D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D197E-6E89-4245-92DC-88330A4F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708578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0BB84-A492-44D3-AF33-A7387A6A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A59D5-4535-4D10-8B42-598A985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11D48-6534-4F37-AD98-83D3964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9D88D-8CDB-4EE9-B847-F37EF47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41A70-7209-4B1A-905E-8707DBED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B5FF5-5BFA-4A6C-A22A-925DEA65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561758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FBC28-9264-41C3-BD97-F94E8F9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51F90-2BD0-4C66-AACE-4F248AB3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20AAC-439D-4770-BE03-C188A32B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E0174-9C1B-40E9-A83A-30513816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A23B7-FE13-442D-9548-F86CF75E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FD's and DPSP's: Fundamental Rights and its Restriction and limitations...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D7092-3765-468B-AC03-9D21730F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DB250-FC8E-4E02-AA7D-074E5E4D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68CEB-CCB2-4D10-9160-6018203E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44194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7949E-8EEB-47F0-92AC-059FB03E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A482C-4D9D-437D-8A24-2DD28387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0247A-499F-4F1A-9804-4BE7F61B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6A9FA-2762-4025-9C51-17AC0E53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4BC94-3C93-43FA-AD63-21EF1F6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16AD3-402C-49E0-902B-242E92E2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0DD41-60BF-40B2-AD95-C25D7307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C1B75-1AC0-4F2E-8E85-3375FA23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21E46-87C5-42C3-9858-1E3CBCA3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31129-76D9-4CCA-BF2F-8779ED3D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413DC-12AA-4E51-9A3C-B1D5CE9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AFF48-E484-4FD2-A979-D69E452C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E3903-76B5-401A-8912-836601D5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8762B-7CF3-4D5A-A1F8-FB06E1CF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ED8BC-ED9B-424C-9363-92ED7A8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9ABFFA-0AC9-4DD5-8331-1436072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F55FF-85FE-4C32-AE87-48F845AB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50839-CD89-45BD-8EF2-B0D092EF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9756F-F1FA-4552-B910-6CAA01AC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9BB8D-B888-4940-A391-1039F884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A577D-C26C-42DA-8BAE-32B3EEB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33463-585C-4076-BBBA-12E589A5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8DAA9-907E-4C56-80A5-674FB733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78D4B-6E0E-440B-BC62-9C3600F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2B7C52-6F09-488E-9955-7592FEE6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F5AE62-FD90-4138-A9D7-F966573B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16DD4-CAAD-4FB1-BEF9-64115081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8D712-D0EC-4C59-8E81-B4D68496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D3D3D-4656-471E-AE2F-23661F6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A3922-3FA9-4FDC-8930-1AE5EC15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3A299-5C3C-4D75-8007-E7EA159C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CFF3BF-8791-429A-9E53-C9EABDD2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62651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B7F03-81BD-42FC-A6D4-BE3E32D5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22CD7-7E0C-4282-B9EA-638A031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6B15E-68D3-41EE-A218-9C097615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4D9CA-DD1B-42A3-AA16-8950A0D3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07A1B-69E9-4209-B606-70FBDE5B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275C5-A65A-41DB-8D71-4F2F4CBE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5F8BE-5BB2-46E5-8D01-03D26AF6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C71B4-0E2B-4DEA-9C4E-003C918C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20579-9F14-434B-B595-4B36EE64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D9CED-36F8-43F6-A047-1D265FCB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42950-B7C8-4D92-A056-AB77B87A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192B7-14AE-4C48-8BFE-29A82369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380E1-4770-40C5-9CAB-5C1664F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6A538-F4F1-4DEF-9A9D-780153D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5C98E-3C1A-4BD6-AB3E-F5CFE7B9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0C00E-8ED2-43D2-8A77-935D2A9C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7AE20-D66A-41B1-93B0-1616A233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9674E-B3F4-4F34-BC44-ADF98493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C4159-FB1F-4E64-A2B5-E249095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70DC4-3128-4A26-B76E-1B20976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E5892-005E-47D7-9682-C891DE4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6FDC6-77F9-47FB-BA6C-2BEFC698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7DB547-EF51-4F2B-9C0A-EBA47F0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B412F-DCEE-464F-B498-0161187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C07B2-3BD7-401C-B171-8A463E7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B806AF-407A-453B-8B72-B347E04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0CDB7-CA41-4093-A8BF-A1D0A3E3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64BB3E-A8BC-4974-B0FD-CC99DF29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896FF-5567-4362-9901-EF489C7C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3960F-5B93-45CD-99AE-208135D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C1683-AB48-4C04-8275-CEB44B1C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E7571-C344-4492-B563-62E5A19B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65924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18237D-B93F-4E6B-9888-1D0B0289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698EA-FD8B-4D00-BA61-D311ABD7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CAD54-B102-4970-93C2-F6564EDA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0DEC5-E0A3-4C3D-8631-AA9224EC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3F7D4-C2CF-4CC2-A36C-CEDD6B23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11D47-0ECD-44B7-88A1-AF576DFD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2BDED-88F6-4E83-8055-4852EADE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7A1B3-CD57-4BBC-9BF7-58A8DECC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C7B81-D84D-4CCE-B2B4-262B0F71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20D61-68E1-4B05-8195-8DF9D33E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F22BA-2617-43B3-8963-08475484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6AB79-B34B-4860-B436-F66E5D60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F478E-3433-4B1E-8325-76E4D227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6096B-4BE1-4718-B87F-A71A6BE9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C26E9-D9C9-436C-A0FE-C49D01A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5F579-E392-435A-9155-2FC599B0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17433-06FD-4513-8C4D-0B4F6461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9BAE7-D92F-443A-AFEB-66AC4F2F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3B013-062B-4536-96C0-886D4506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8603E-228E-4139-B796-418CE0C4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BD12A-4F06-4E12-BFAD-4199BB45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9AE28-96B4-4601-815F-2DDC2072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4EFE0-D876-4A3F-A35F-C02B16CE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58ADE-0FFA-4886-82A2-E0FAE3F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88027-F738-43B9-B0DF-82C0AD0E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641CD-57C0-488B-AB88-11499A3E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A2A69-AAB4-4B3A-A11A-49353D01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85342A-83C6-463F-8CFA-4FC7E57E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C4FD3D-26DD-40BC-AE3B-C60268E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E6F8EF-F7A1-4EE9-B802-F1A66D4C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867E7B-931E-4A81-AB30-486838FB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2B4FC-8F77-45D0-907A-64909911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3223524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3050A-5E14-40EC-B1AC-E5A4806C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FE723-DA4A-4174-8AC3-A04E11CB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60F72-C662-4624-85FB-257E0A2D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43D3D-8CDC-49DD-A129-9E2DAF2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7ED27-E540-4621-B302-BE985644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59558-0B87-4FD9-9635-BDCAFA17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D83A6-08E2-43AC-9116-D4050356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7D0BB-ED33-4FE4-87F1-5BFD2DAA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7EC03-3DFF-48F3-8DA6-84AB61FB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20040-6086-4CBF-BC9D-A3D10487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BAD06-4579-432E-8A39-552C2CC7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56904-13A9-4996-81B8-EB78422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353E1-D572-420F-9480-3BF27381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0401B-0A7B-42B4-960D-070C915F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26EB07-FD21-4198-8965-5ED96B51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0D81C-DD20-4EAE-B659-67CCA0C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CB50D-BB89-4E35-96C9-6859865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35CCA-FD2B-4AF9-8569-E1D3DE0A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F98CB-CA9C-4A67-B3F7-EF86205C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97A00-8337-4D94-B1AE-284605C9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F78E7-3E98-466F-8D22-F5E20163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32407-B2F5-429B-9CCB-9F0E89F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2C062-AE99-44A5-9AB2-E5BE57F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A8C22-4157-4B8D-B92F-ACD0CDD4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AD7308-3986-4326-A774-1D46004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C7ED6-45CD-49B1-871D-974A7050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DDCBA-CB06-4F99-B94C-B2619963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C39A5-8D4B-4784-86D5-1E6470FE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71EF8-D941-4D72-9012-B890BB0F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5B3F5-F41C-41AB-A61F-E2831E17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6105E-87A8-49A6-8F51-625815D9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AE234-9B88-4188-862D-46DC5C6F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9668727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DB9ED-E52A-49E1-9723-72F9DFB3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B6D8E-04C3-4966-80F7-BE7C7C0F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E9807-9FEF-4538-BA5A-FF22394C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D71DE-95C7-4957-9721-EA661F0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B5F60-E93E-4E37-B90D-D22241E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01083-5F1F-4F2A-8D74-ECF24A67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86627-68DE-423D-B058-DB350FD4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998F7-9452-4D20-9A14-C914A64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F43F3-714A-4593-94F6-9C68B7B1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46C77-C4E7-4268-8435-FB07419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7858A-94B8-4E2E-9E50-8C4B222D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E3A31-B279-4E0B-A39E-F9398CD9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EAFFA-93F5-4BA1-A49A-8376447B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EF0ED-9D10-4F22-9D90-83E0CA85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BC8F1-4FB9-4B44-A106-9985F037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7EBF1-5559-4646-B68F-5F03FE98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1C4DC-D2D3-4473-872A-7786BF3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055ED9-4263-446D-BB04-C901C531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5EF84-CC80-4852-8925-BA75913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3BFBD-6AEB-4159-A86A-55B78AC8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88E10-1D72-4C66-84AD-3DCB3F9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BE846-E30D-42AD-B54A-A0D33813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60E41-E014-4198-9619-C257E32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2A70A-35E6-49DC-9B13-C0E77E86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97080-46E9-40A5-9D97-622DA68F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A964E-7EA2-406B-8013-528B297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105550-8868-431B-8EE1-1ECBC584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09C85-7B37-4F9E-8E50-E3C97E1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8FC48-ACD0-4E43-9CDA-19C9C903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3AD10-7B87-4382-B86A-1461B2BA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24E8E-B70C-4E6F-B233-E8214461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943D5C-4477-4649-B8EC-8502339E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261069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A51F52-68D2-435B-BA46-0D09D147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31846-EDDE-424C-83E9-DA9717C5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94440-3D37-4CE3-AA53-562CD902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966D7-C2AB-4182-83EA-66D65690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E5D72-52D4-4DB8-9419-824EB33A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7DDBD-EDFC-4EB3-BB83-1D8FB53F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F41D8-0FE9-470F-BA53-8A5DD667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60119-9858-4133-A414-B333A078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1298D-78C2-48D1-9744-F1162ED3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37191-FE82-4F99-9491-730CE35F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CE107-1B81-4C13-BB8C-B04740C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0966D-DB76-4F1C-ACAD-4AB6781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96DEE-9248-4569-A84E-6538A67B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67FF8-352E-4004-958D-23EEFCA2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D0550-D4F5-4A0C-A039-575B4039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BCBDE-CA1E-4B82-BC4A-3AFECE6F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0B14B-E8E5-438B-9685-5903007F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030B6-7FD0-4DBB-ADF3-BCD14F41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D4ADF-F147-4D0C-8CF1-D219536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F9E43-9BF4-45A6-99A1-63291A10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78269-D49B-42E7-A5D7-32EFABD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B1359-DE64-4C73-8F0E-B577D24E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34775-94AB-4092-8308-522B321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03E46-3F3D-4578-800D-5CD3D71D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D3404-8091-47DC-A598-2FC111F0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38D36F-E2A7-4373-8DD0-F214C31F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F2E47-BDA9-49E4-9CA4-C13E5722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8D1C8-0940-4A6D-8900-E2C25E04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5B1E3-3EBC-4FE0-99FC-A4123BED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73BB95-073A-4E35-A604-CA1A6BDE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26B35-C111-4E3B-9C4B-9A18961D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315FC-F404-4F86-9662-1D47547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20975728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BF775B-C53B-4382-88B1-251A6F8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EEA7C-58AA-4864-97AA-A34B0E41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BE475-41C3-4342-9D39-70AA6AED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6F27B-FC0F-4C41-A55E-A9D17488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B9C1A-58BE-41C8-834B-75264FC0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DE2F6-4E2B-4DCB-9996-5FE9D7E1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C707B-0F1D-4893-9C46-B6C00CC0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78844-3060-481A-952C-51A2A535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1ED36-72FF-470F-A2D4-AA8E7634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0994A-1D3C-4324-B08D-A818872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85627-AB98-4B1D-90E6-6A805EBC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36F8A-F3BA-4A27-9DF7-0E7439DB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9D245-BDAF-4EE9-B2E0-8701467C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EEF92E-B1CB-44E9-B863-CAC3E007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3075F-1536-4E7D-A431-6ECF911B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DD179-27CC-4B08-81C0-1900ADE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93FCA-BD79-4E94-9462-04A00205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9C0F7-8DE6-46FB-913A-466BA1F9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ED155-6379-4BD5-B77F-52D8D384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70AD8-18D2-4D89-AD37-3E2226F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6D0B0-0DDE-4676-B3DD-222A7474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C59DB-F92E-4EC2-96AD-EFE3FEBC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C0201-837A-4A01-9823-40FC38BA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08A4D-8528-431D-902B-CCDA99C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765B8-3DD0-4EEA-86AD-78D4AB4A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1AD15-EE3B-4E60-A3AF-7CF0B0A8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827FD-7937-4E9A-AFE6-A873459E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450DA-BF7B-4F97-A34A-3F51A6A4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CDFB4-236F-46F9-9252-A7673B69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354CA-F37C-4DC9-9B7C-6D1F04DF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06D11F-B7BF-47AB-91C1-9C7E3C6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B9E693-FCF9-4372-84B4-B9AD9B6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148358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71762-8CAD-4F73-9F41-A631BC7B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3885E-CF67-49AC-AB28-82140F33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3B7A5-C935-4744-8CA6-72A6BF0C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60900-5C9C-42A3-8C51-1EDE43BA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FF417-E09D-47D7-A58B-8309B083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3F239-4F36-4075-99B5-628460C8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D6B4E-529C-42E0-9868-A524596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EEFA0-270A-4DCC-903E-C418985A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870ED-3546-4986-9365-4E9D321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2A568-2F35-406A-9663-0DB6591D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556A5-E9DA-4EC5-AF7B-492386D1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CB92E-8B87-4A86-83D3-13E5D0BE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6CD45-13E0-4AAF-8E15-F8E407D7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EA5B9-F9BF-43FC-BD77-3EA0E44F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81D35-3120-4E61-81B3-CD472251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393AF-0EC2-4D04-B3BF-98A154A9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7EA10-4984-44CF-BEC8-DDAC6CBC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C14A2-6B7A-4978-8978-2F51E611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57B2D-563B-4209-912C-71397CE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62D73-9602-4D77-A918-963C5BF8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A10EB-9BEB-4B3C-BADE-7F3E9D54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558EB-C5BE-409B-8DC1-C6D2DEF9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7F0E2-37A9-41DB-87A0-0DDBAE7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29CC5-288C-48B2-AFDE-DCBC9F96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D5B90-DBD4-4A2E-8C5F-C0FA3F01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00AC7-8ED8-44A1-9E10-3E25929B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19AAA-6EA0-407A-B95E-12BA4C0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DA0C6-9A19-4B0F-B198-FC5CF1B3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23996D-52C2-4E96-89CB-F59475E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8A634-C86E-4F04-AA84-E18CB564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FFC92-BCC1-4242-985B-AEFE0C8E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54D6D-2C4D-4F1A-806B-C3454427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317893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918190-1C52-46DE-9FD4-E115D6AE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C6468-0188-413B-ACCD-0A11311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312C7-8419-418D-8BBD-D5BAF7A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D63D-487D-4BAD-9F6A-50510154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5460D-0D66-40FA-A259-17C80A9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7D272-978B-402E-A8C7-8A97BC49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BB153-D799-488E-A769-1DC0AE93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96075-9C29-4F05-9B58-33179AC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98D5D-58C2-48F4-8AC5-8A4ECD48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CE27D-EEB8-4D34-A921-1EBD3AC0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91BC0-7CB3-4A98-96F7-B8C79D4A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DFFBC-B9A0-47C5-BE67-CB8ECED4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7E04E-EC6D-4E04-BDA3-1D4E6F36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89D5C-8D80-4BB8-A94E-0F845DF3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20956-04DC-4694-A364-4606658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48D03-42B3-441A-B6B9-97823745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A996E-BBF7-44B3-80B9-59FD69AD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F2B4C-2627-4409-9C49-822B5065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D87A5-332B-4409-A203-483E55B6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E9574-D560-4DF5-BEB3-06F19D1F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F22C1-0ACC-40DA-AE63-1836D27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3C665-F599-4ADB-84B7-EEAC4C9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9AB64-D688-4160-9932-826A3EF1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1DE7E-71B2-446F-A9E9-36741DF0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27B7E-4231-47FD-8A67-E16AD68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3C06F7-D1B9-4115-8CCD-26487814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36D19-8064-4682-8B96-2BB3EB0A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2E04D-8EA4-4CD0-9117-29B6619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F95DE4-8D2E-4D5C-A8EC-D9DC0991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E463D-D2AE-44E1-AD77-CBC983F1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1C9720-401D-413B-932C-404EBEB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1B138C-C433-425C-9BBA-6CA6E7F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166752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17E79-90DC-41A5-9153-0C49D14E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C814A-0D44-46D7-AB29-1C342277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5C90F-9E0E-43A2-ABF0-42B29F90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18ADB-43AD-4B98-B998-5DC44A0C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44D66-08AD-47A0-B40D-A1DB4A9B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EE0AB-859E-49FB-8317-BE9D422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51AA5-E05A-402F-B137-9DEC9213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2AD9E-813D-4B5B-9CA1-B60FC17D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7DD9D-AA29-4976-8964-3B4EF700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DC356-9ED9-4D72-B5D7-9B7948E3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3EDB2-9E39-4363-BED9-3FE08CE7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A37F4-4219-4091-A2BD-9A57ACAD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2BF60-3BBF-45C2-A344-99A0E62E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64522-ED1C-4783-ABF9-62F056A9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F4865-D2C9-40B6-B87D-BD1DC4E9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27B48-4103-49E0-9420-58F76182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2443A-E06C-41D0-8CE8-7234F084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FABDB-8840-4775-8B43-932F9E3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FB31D-27DF-469C-8688-CB02B6D2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40519-2BE9-4676-8D07-B4A84B52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2E126-1807-42E3-BEA1-461F7C64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D385F-C59E-4466-AF7F-2C94C6D5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9A73E-B9AA-4CD4-8B2B-3B0E4C52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1C06C-0CB5-40C1-BC7F-FE7E58E6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D1AF4-91BF-4BE9-9164-F74B5829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26F23-2CD2-420E-B804-EEA37586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F4CA4-E790-45FD-A0B9-96D417B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08ECE-0855-4F75-9DD1-8691AF56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55A9E5-1DBD-4512-BDB1-B44A162C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2B4432-7EA0-4254-8D23-EC01248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204A4-9256-4C3F-8930-857949B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FD1512-0E77-4C79-AE40-D27E4B4D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229126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5D0CF-8223-4857-93E7-5A3ABBA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D71CC-4AE0-45AF-A17F-170788D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6CECA-059D-437E-880F-DB9F4CCD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E62A8-7489-4BA4-B16C-3A38BC17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9DF1F-9195-4CF1-87BF-2A2253B2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87293-20F5-4F8D-B06E-468FC1D5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289AC-8AE5-4A33-9577-5ABF583D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61A86-AF48-491F-93C4-5B2619F7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F96DE-6F01-4918-B816-F678CB7D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347F7-6F56-47D0-A245-6E3F46F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D359F-F744-4763-9917-8B76FE0A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90ED2-7EFB-4CAD-8E8E-A5835C49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A0CCE-BF39-4437-84EC-EEC7F3A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09FB1-2A1E-4559-B423-6BA0621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476EC-E3EB-4F11-9D9F-494172C7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313AC-E37A-48F3-A9D7-CA7BD000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BAACA-F3F8-4230-B3C1-CE010476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7B6B9-4D3C-4166-933C-32D98E70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B54C71-573A-4D66-8502-6917FD7A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1EB8F-F9E0-425A-A850-A7086BDB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976E3-A429-4DA2-950D-38B439F9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87D45-803A-4631-8A22-33DC17A6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AA809-0E4A-4E5E-AED1-42C1F81A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A6FCD-EB1B-462C-8CC1-F411A931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C257D5-20E0-483A-99C2-20890A2B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D43A0-9BC8-4D27-B4FD-9B87E114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4D468-01AA-40FC-B12C-6688C6E0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8A867-5C72-4426-8F68-6BF482A6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6E588B-54EB-4AFE-9F9C-2A91436C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CA614F-D1B0-464B-A3BA-117B425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A7A7DC-B51D-4241-8EB6-20BF1791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52EC80-032D-4B23-9120-C9525CD4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28278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EE99E-E5EC-497B-AF4B-383356C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EFBCC-9A7A-4715-B15F-70E7706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88F78-6099-4DB6-A715-F6D9FF4F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A12A0-F917-407A-9972-F564E69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3D58B-781F-4D80-81EA-D47B7065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22DC9-4BCF-4CC1-AEDE-EFC7F7CD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D3894-FD7F-42BF-BF7C-7DD39DC2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A63C5-EF83-47BB-92F3-EA774EC5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2C3ED-6587-466C-A5BB-E6CD9786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87B21-0C8E-4E2D-98A1-5004A38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83A36-E110-4CEE-BFC9-E95E3F96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D5023-903B-486E-952F-674438A2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BBE81-94BF-4294-A3E0-BA4CDF9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14702-E586-427B-B142-4D2BC47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FF222-FA14-432A-9C8E-3D100DAF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5ACD2-772A-4F1A-A298-43225B36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A989C-A2B0-4B6E-BF7B-52182995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C8142-9B3C-4EEB-AA76-D8C10C0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4A2C8-EE21-486A-B9AE-D427A7AE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B56E0-0DAE-4420-89FA-FC3F7E9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7838E-B5CD-410D-8CAF-CEC93E6B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4CA5A-85E7-4526-A4DE-27973B8D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57E7F-61FE-4082-ABA8-4C7DA1C3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4C155-E963-4E77-8B7B-D973FB22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C31B4-C566-45C3-A64F-A66EEEAA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E02978-80C6-4D2B-B4FB-4D934E3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8D030-DB21-4A0C-B3F0-C8A30E58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A71229-C4E1-4965-94B9-3919DFD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56B6F-4C4D-41F9-881F-6DFCD527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E2BA74-F3C7-4123-BC5D-89F995F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5157BC-36E1-46FF-B262-E55CC1D6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62FB3-3A23-4CB0-A368-E3B54600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366198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7966A7-4EC2-49A9-A380-2B245950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E63C8-9D1D-4CE7-8854-B308722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77F33-6704-45A6-9C28-2F9355A1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42AE3-6F90-4F10-A03A-70B39ADD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B8672-4F2A-4C38-89A3-AD67A449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1DB70-7E7A-4FAF-A10A-5C923EBE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A4956-6EB0-430F-850C-F943C135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98FC3-F99A-4044-8343-EB77D89E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02760-DB7A-4792-9036-1D1F1F40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DDF5E-F1CE-4EE8-B2CA-1568B83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0D79C-61BC-497F-828C-D03D1A6A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CAD61-894D-4788-A246-AEF2801D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8160B-DC11-443D-A3B9-50AE2C4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78845-BD56-413A-9C65-AC261364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00771-A5F4-47DF-9EF9-58F875A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8C4E5-5844-46F5-AC9E-0EF301D2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34153-E2DF-47C6-8F73-D9739BA0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1C8CC-B2E7-4929-9C5A-63DA4862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A10D9-A20C-4493-BC94-AB8845E5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37476-907F-47BE-8DF7-B4BA4799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EE6A4-2DA2-49FC-806D-98D1646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60CAE-B5BA-4813-A560-FBC2D6A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9287A-F42B-441E-9B18-00DDE449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C0B67-3984-4E3D-8EE1-C111FC00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CB97A-EEDE-4C15-B6DC-95BD90E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382DF-8D10-4F11-927D-EE9F26D3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5DC16-B21C-4ED5-93BA-B21926D0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E0732-A73F-45D2-83D2-D35D5FB8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4FCA2-8885-4B71-888B-9B181951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FBF7EB-65D0-4816-A09C-79A09786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B3802-341B-4E9F-9474-02F551EA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411F0E-0246-481A-8977-AAF086C7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228660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A72E8E-2B55-4B60-B895-B931697C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8D472-0681-4B43-9C81-DFC29D9F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5FD4F-355C-4BEB-9687-3AD43058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F12B7-B7DF-4F65-BFCA-A3CDD37C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112D8-C991-4203-BDAD-CEDAF6B7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347B3-C7C7-4ED4-94A1-961E82E1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4D58E-E5A5-4EED-9B5C-1724BF4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50F1F-3314-47A3-8E38-BC74820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8C65F-983B-40D5-8B89-15E5A354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3385A-56C9-48B8-A470-19834F7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B5586-8917-417D-894B-6331E5C4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984A3-18BD-4C38-9FE2-768F8DC5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15259-2797-41B2-873D-FF379BA3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423C8-A861-4A50-B19C-6686F315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9C64C-668D-4DCC-BF4A-2B4459EC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1AA8B-5163-44F8-8AC8-3D9BE54F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117EB-1F3B-4134-9404-36322C96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14E22-6411-421A-B25D-DE52797D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1542A-B3C6-405A-B6E7-7738D5B8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CDDFC-F539-4A49-BAD1-783583AF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948855-5F09-48DB-AE1C-9C5876D5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681A2-57A9-4476-B963-2469A0A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F291A-47EF-420C-8E75-9EB2F4A0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39157-E0AC-43DA-8C4B-6B85A80E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40750-590A-47EB-B185-493ED36F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083DA-A33C-4CAE-86AE-0E655C53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8A607-7163-4448-ADE7-5468C9B3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86C12-C0D2-465C-99CC-C7AD985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BD024-0E9E-4B85-953A-06C59D18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287C89-7D18-4C29-B3CF-C6612EAF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243A35-0542-433B-A0D7-0820E99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0282CA-914E-4CFA-B3B8-7F1DA6CF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1016133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2E85CF-E36C-4DDD-8B24-F0C5F779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04284-514D-40FD-9992-4EF4B962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3DDA9-37F3-4835-8F32-8BB9E893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2269F-42F4-4DB7-9C0C-B6778E37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6823A-54F0-4B63-97D7-76D64E3F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9B90E-1F3D-43F5-A992-3864FB9D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2E977-DCC4-47F0-B083-D05494E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2FEFE-F05A-4225-A1D4-5B9799E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44A69-025B-4292-835E-5B1C5BFE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86745-1CE3-4807-969B-BB591AC5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13197-4F42-4AC4-8B79-65A8C4F1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6D9C7-FC54-4409-9E24-09895E7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A0D21-E345-478A-80F0-2332606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70332-A9CB-41A4-B116-03ACF6B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234E1-0202-4710-AD05-426748C4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C9A4F-D433-45B9-9504-13EA88A8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26CD4-426B-4CFB-9A7B-A03CCEB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1FB05-5340-442D-ACEA-4CBFF084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6F29C-223D-49DD-9E12-EB302D12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24010-964F-453A-96B4-E202497F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98898-79B4-4A41-A526-ECDBAFF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3C137-996C-4286-AA98-2A64608B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96AE1-E9BE-46E2-87CA-B3346E70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0AC51-C8B4-4FE2-88E6-64E73D63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A6366-AED9-4317-B766-05705FC4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07E6F-41C8-443F-80E4-B91F3001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7FCE6-6998-432C-982C-A890B644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C0D47-A027-4BB2-B824-89C1382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95ADD-00EC-4CAE-B922-834DB84E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7E4165-E4EE-45F7-BAB0-44C6B864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6DC7CC-9DF5-42A3-8B30-EA27E559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98DD0D-3E07-4367-87C5-010331B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210018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B8D784-2EA2-4D6E-8550-C9A88FE8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FB439-8D51-4125-86F8-47BDBB51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9245C-4D61-4EB9-B075-EF6ED912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3D9B9-92BD-4F3B-B920-3147DA62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E2E05-8FB9-4530-A948-313E19BA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E023E-27E7-4C6F-A67B-E64E5266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1864F-85BD-45D1-8993-C2287232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36EB5-6142-4D61-87EC-D9372FC7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B1F54-9A96-4C5B-9732-42F6DE0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38D1E-BC2C-4B4E-93A4-C9A11743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80EB9-0737-4840-AA74-A6BC6050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3FF2A-F84A-4CF9-9DFE-B926F40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3F2A3-4D8C-46A9-9D9D-0A4FE67A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EC0A4-3D38-4AFE-B92A-FE868B82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9D733-638D-42B4-B4E4-9F2C9156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8BC74-AA7E-4F88-86FA-2256890F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EB218-FF7F-46EE-B3C5-A84B02B2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EB520-4B76-4941-8754-2D198239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1EB3F-2186-4428-B2C2-69F11DC3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36FB9-D813-4721-921E-2B68AC4D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D08B6-2061-4761-BFA5-B9DC1B2A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70DD8-E326-4971-8C31-96111146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2D923-902E-4912-943F-1F44C17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A989D-5DDB-4859-BBBC-E582D6A4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9067A-9637-462D-AB93-36B171BB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9407A-CA28-4C0D-8CBA-FBD8E516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B91A0-B494-48D1-B60F-C0729628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E7AF10-8B46-47DC-9DAA-EAB6DA23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3E9BFB-25EC-49E7-9316-5396AD6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32166E-F483-4BB3-98C4-13E260E7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F6183C-2215-4679-94DA-0738F92D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735AE-4CB8-4F62-9539-FCC80F22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200215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DA0597-E232-4EC2-A0AE-73340AC9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E8368-9A4F-44E0-9673-1E7D14BB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C87A6-C690-49E3-AE07-6551B0AD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80F12-EB0A-4324-A53A-7223ADD9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037C0-3E71-4263-B51B-B26150B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64E2F-69C7-488C-9890-AC05E678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EE0A0-DA86-4A71-B470-D1F76D88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A1F18-128C-4197-90AA-3172E404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D17B3-CE40-4D38-A6FF-18012D8B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AE4FA-9B6F-4C7B-86F3-BACF28B0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8CA9E-3A34-4A68-ADBD-D13FE38B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D0F92-DEA5-4851-A6E5-4052ED2F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6A253-6DD7-40C8-9CE8-12BA85FD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981E5-6596-49AE-9708-D97BF2B8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D6A1B-22A9-4357-A82B-5FEA615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4F11F-22A2-4F84-BC6E-40FDE028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7ECD1-5C02-4C14-B938-21A48A51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F97D4-18AC-442D-9ED6-2BEC138A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5915C-7FE8-48AB-BBD3-D74E2AC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54FCC-AB81-4E25-8AF2-EB0E58C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4A6A3-8C4A-40F9-88B2-9D7970E2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FD4D3-3A87-490C-92EF-77BFF0E2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AAAC8-54DF-4AE3-A17E-E366164A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4DC22-8C1B-4964-83DD-531831EB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CBA6D-2115-4332-902E-61D992A9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E9900-CFBC-487E-BABD-1D60BE89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5F33F-CCAA-4CE6-A0B6-01760179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6F12E-A83C-4125-AC8F-1F9A0365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DA03C2-11D4-43FE-A874-F5658815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1B764-3850-460D-9B9A-21B29421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81995-5339-4545-B8BB-FA7427DB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EA6D0-C9DB-4E77-BF28-CD3CE34B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0638192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DE1529-4230-40AA-84AA-59C4854C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16D73-7E62-4F3A-A534-EA2D822A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81AF2-C314-429F-8793-4B72D4A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89E57-8553-43AF-81D6-C1BDB3FC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DF8A5-E374-4CB8-9A82-5B0E75D8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CB2F3-1B0D-4EFF-828D-08E960B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F7D98-64FD-48AA-9F02-37474BBA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FFB72-A737-47AD-863C-0B6B3902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24D0D-929B-49CE-B393-1BD1C508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C29F3-0BB1-4911-85B9-DEDC2E5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3E3C3-B0B4-4B12-8F77-9DE5BF78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D9E7D-95C3-4D0C-95C3-7F7470D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13A7C-394A-4097-81B4-1D7FBF87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CA17A-311C-4DCF-B141-D623D430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CE152-79D5-4531-A9D7-6629AF4F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C3346-1A5A-4FCD-8F82-E7AA32C6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3CE70-0B4A-4BC0-BDB2-95E8696C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11FA0-EEC3-4B31-BCFD-70BBE27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20A75-31ED-435B-BDD8-D5C5D3EE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2B62D-E336-4500-8DEF-268DF29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8835F-7E4D-44C5-A95B-15A9A977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B2EF2-DE31-4630-AFB4-A195C61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5EF6F-1153-4EAB-8311-5ED8D649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8003E-8EA2-4733-9F38-85EE72EA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2B5AB-BFEE-43D7-9DEF-3D797363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DBD7A-EDB1-4008-BA35-2B53C82F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8008B-E39F-4D16-B8BF-391BAE60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54207-EB39-4C9B-BDFA-2A1FC92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ECDE44-EF14-4077-B368-01C5C814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5C3BC-1EA5-4573-9368-37D06FD7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16D1D-40AD-4A0C-8F45-4E9D1A27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B2E0F-FB97-4823-9D17-90EFBE14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3015034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3D15E-018F-40EB-A503-40DB7E4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73E42-BA5A-4C8E-A660-BAB1DB50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C902A-85B7-40BC-8657-7523365F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9F69C-6974-4E5B-9617-29C68D58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B7363-91C3-4621-B640-548F76D7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48DFB-54F9-40F7-BEFF-98B4391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A7BF8-613B-4D8B-98F8-8E9CF45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6B0E1-A20B-4828-8E2A-DA4316DD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6AC76-53F2-4877-93A9-305DC6DB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72706-311A-4D5F-9F3D-250A5953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FA670-1A74-435D-9005-195FFF23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99398-683C-41D4-86AB-776B5430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32B6A-DFB0-44D9-B6F1-097BFD4B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6EC47-6B2D-4513-B016-5464E4FF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E6D7C-C930-4032-89E9-4385FAB9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FE985-6EA5-42B9-B761-F1A3E7E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83CBD-6015-4179-9570-2A9A9BCD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289BD-40DE-430E-897C-48EEC2B6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C809E7-2E25-4D2E-BB1F-C5B7B242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7C5BF2-0C8D-442B-B4FC-9C7ED941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EA34A-0670-4E83-8166-2E4E611F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1277F-08E9-4BE1-A700-7396DF05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EED5C-045A-4B49-9FC4-6AEB72E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F008A-543C-43B1-ACB8-41F5861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883A77-7AE1-43EE-ABAA-A616E14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125C6E-F231-4AF3-815F-756828B0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1116C-4D1F-4FB2-B378-A0CFFC49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1F96E-C19A-48BF-ADF7-3215D522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BB404-B690-48D2-95B4-9F475D76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563BDF-CE12-417B-83D4-9F6B8AC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5E8C7-9C64-4CEF-943F-BC5968C7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247E78-D619-4FE7-844C-B2889488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379608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76FC12-0722-4A24-8D01-E9F92CCB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E58F3-E4D3-4076-A727-92283252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A084A-3948-48EE-9A68-A8028AC8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A2FEE-89DD-432B-90C3-BEF53919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4C3D2-B2DE-4B78-BC1D-03DDB2F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1A7F2-A170-4BE9-810E-65FE14B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C6405-8225-450A-8013-84EEFADA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5B326-23AD-44C4-B297-95E699EA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CA0A7-5345-4BF7-A079-CC5CDC30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BFBE1-B789-4BEB-8D94-E24C29A0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EB5E5-E9E4-4D28-8032-832D4A61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04334-E80F-4E7E-AE84-79E9ECF1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FA6AC-A372-4791-9B95-CC372ACC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361B9-4B6A-4160-8863-68FEDF3B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0C808-2DC4-46B8-B15F-82CCDB75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1B2BD-4924-43EA-8CE4-B6DCEADF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88FF2C-F0D0-44F0-A993-DF979D9C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2A60B-7A24-49B4-9CDF-4163C342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1C8A0-DDB9-44C9-A601-639E7C7A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87FDC-4FE2-46E8-8D25-75AA8B43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EF62B-089C-4CB2-B15E-ACDF4BF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37B30-E465-4324-B189-7CA70D4D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12EB2-9AC4-493E-97C3-57BDEDB1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6B3DD-BCF5-4812-9E6C-1B27CE24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164E6-79B8-4484-A0C1-57FA456E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94DC3-C706-403B-B8D5-040D347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3861E-4E50-4E20-8963-8A1F8A59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A9EDA-A9F8-46DE-8036-55A5BAB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48494-8B4A-483E-9C98-D5445A3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A5684C-4E6A-4A0A-B3A8-E09E939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204C22-B66E-47A4-B9D2-A705FA74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FF8FE-6CE0-4578-8FCA-D682E07A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8270404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0BDF02-C421-4E73-8DBC-234024BE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11447-ADDB-492A-AF0A-C55CD323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B71CA-0FC8-4269-B940-4D1389CC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EA2DD-D31B-468F-A754-7E27F537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80B87-978B-4651-91A3-045798AE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99EC1-BB9A-4829-8CD5-9DB2E342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BA68D-B0EE-4E16-A78E-6D9F069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54C5B-D70F-4CBB-8FA3-B7EE5045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E644C-7910-476C-9A68-D8FE5144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926CD-57C8-4027-B996-7B8929A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5CB9A-6876-4AE1-A0BA-F2C56FE6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0FEED-73AE-47FA-9753-5DDA088C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8A2A4-293B-41D0-A67F-E105B836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02DBF-ED11-427E-806E-31D6C4ED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F54C3-BED8-4CB9-B0B6-85F47B6F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1834B-8FF4-4643-BFC1-60B82F49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340F8-311A-4BD2-8F81-A86CF525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C7CEB-C7C7-4093-80CB-5DA4556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E42F7-ECF2-43AB-8979-631FDBBE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5EB30-E3A3-4703-B138-5964C452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DB34C0-00ED-49B8-A8D5-96626F8A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3586F-1A8E-4609-BAC4-0B929E47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F9650-EBAD-471D-9526-6B77E2A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321E54-F558-4BF3-9B9A-76F1120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E6FA6-21E9-4A38-B013-971F34D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84724D-4CBB-4BF8-A3C3-E0B6751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D59CF-D077-4B1B-8DC8-9EAFF3BA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86AB3-EEE3-4183-9D33-B963F3A8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F17F8-1AAA-4E31-91E6-92BE443C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7F912-18D3-468B-92B8-126287AA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FC092-5D51-43B5-90E6-843A920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0D1988-35AF-42AD-9863-92F3C56D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2340425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F8E8B1-2E76-44F5-90D1-AEDA7F2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FF498-DA60-4A68-89BC-3866AA8D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81EFF-7053-4F2B-9414-66D39C44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11E71-36B3-4CB0-BD5D-0C85540F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3A4AC-84D4-4A94-93E3-13AA8608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A73E9-51D1-496A-B1EB-D3940BD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BA182-C6B6-45E4-8D69-A83061B3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3E354-96F3-4D23-809B-FC23C6B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F23EF-4E3E-44ED-9DA6-CB57DF8F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BBD50-5F36-4D9B-BD56-635B3922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7F250-F393-4422-9CCD-ED6EF453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21C86-5D69-49F3-8716-2AD21B98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EAFB2-4FFB-4511-B31E-4607145D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F340C-1635-465E-B29A-4978659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46628-1F73-4EA3-9ED7-4C7A636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9DCD3-F367-478E-892E-FF813C55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52A54-89D9-45E7-A578-CC497CCD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4DBE9-B9BA-4CC5-A6AD-1C1B9945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03ED1-7685-4634-9A5B-8435555C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5D30B-E589-4667-9BC6-3ADF1865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5A5BE9-CC3E-4B93-B89A-8C2F809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87C9A-1F7B-4E83-B35A-4E4CD88B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3A524-A58D-41D8-9BB0-D88A8F08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CF4E5-1311-44ED-92C2-1966D2AA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57C4E-6F93-41E1-A068-F951841E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5F280-5B84-4987-B23B-6BA11D79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26B99-57EE-446F-8860-414102D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D57D7-B97E-4069-B6D7-E3E4473C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0FBD2-9AED-4E2B-86B7-E5AEE2D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47FBAD-2722-45CD-B0C1-2A31C74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6BBDC7-978F-4C2C-8010-52B9FC6D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6A518-0FDE-4482-BA44-AEB33497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59112014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0BF595-3D83-408C-A2B3-BD69E071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A7AC0-6020-44E5-9956-A7F73BB9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7DE89-747B-4159-8F2F-3F9BEBD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DA508-D877-488E-9949-E7D5E67C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3842E-BF67-4588-9113-A10D1C97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21673-F0F4-4011-BBCC-DC882AF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F524B-DE3F-4A2F-8AA9-BA3CDFD1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D1D14-0FC7-4375-BF24-2E572014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12FA6-B0AD-4700-B19F-5D72CE39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91F58-63D7-477E-BAA9-782871E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8DEB8-5806-4B45-AEB8-C62386E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D9799-8BB2-4C7D-910A-979B4474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ECFA6-9B10-403B-A99F-DAA3E43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4598C-C53C-4636-8ACB-0E2A51CA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942A8-CF53-4A00-8A91-68A109A6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27314-6597-4077-9C77-FCDA273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1019E-DA35-4FE6-B32F-0865CBAC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6BA9B-E836-4B0A-B375-16CA89CD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2DE5A-4EC8-4B2D-80AC-623E5F81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5036F-5D00-44FE-9F57-39353AFA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CB808-D236-4653-BD08-725A96A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E193C-E508-4CB9-A885-C2D40FD7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AF1BD-5811-4059-950F-224EFD81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C74B4-FBF6-4A35-A0F5-35468314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0D750-AE9F-41BC-A668-219E724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F2425-12B7-4AD4-8C7F-0CCBAB26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D05C35-E545-4F16-B0C0-0B099D19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CC8EA-7D66-4A4F-8512-9F1C029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778E4-7344-4EE2-B0EC-626CE218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B71ADC-7875-4220-96C9-0767B57B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8683C-423C-4E14-8E3F-72770DF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B55297-94CC-4F05-A412-AFC94C9F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8764443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6E5F07-C184-4A09-9103-B2CF915A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BEDBF-922D-4AAB-B415-5E8E39D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98B52-6CA5-4359-BE0C-522C5234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7692E-E454-417B-9F17-E4E61E7C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B4D1B-7178-4FCD-B942-AFBC9CEA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43CB5-9A9E-449D-8A5D-72448031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8FFFF-3F63-489C-A389-C328F35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0DE4-17D6-4D24-BEBC-47D50B8D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DC4A7-7AF3-4721-B6FD-6CD39269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5D101-1F89-459E-A888-BF9D15F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13353-0012-4072-A087-81BEF6DB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9ED82-9118-49CC-BEDD-164433E1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C60DD-BBD3-4C50-9A85-E4AA2E02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82662-EF8C-479F-85F4-26808A07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44B97-69F6-4149-A017-8F5C4613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FF091-FDF6-4AE8-A36D-BA8613B5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EFFB4-0D30-4324-933C-5F859BA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D9EDF-5FAF-41A8-B512-B753A484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BCF93-8968-42C2-B9E7-EB086AFA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A3167-D3C9-42C3-AD36-5B701404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C4645-8D70-48B3-ADEB-C8C73F3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AA5FE-FE16-44E3-9900-F615D5D4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A121E-F999-4A07-8164-D9DDF84F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D3C9A-078A-4B82-ACE5-A37DABA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9D1BB-7D4B-4099-BEE0-EF8A9959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CEC90E-18DB-4D5E-84DC-879536C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73720-4A8D-427F-A47A-8B3A9F3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5660CC-2695-4FF0-B7D9-1593DE95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3CD36-E18C-45F8-A1B2-0FF492E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50D050-FCBF-4EC2-934E-15AB9D31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FA9DD-BB2D-4736-BCC8-B7D0F2B3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CA7EC-A968-49D1-954F-812F507D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6612103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FB061-01B9-45C8-9801-53A4EDF8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E77CF-DD7C-4854-BF92-595143FF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A03A8-DF23-4985-A72A-E6AFB5EE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6A2DA-99C3-4075-A3B8-63081B60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A7670-7AB1-48A3-B581-EEDABC22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CC98D-4230-4135-8B85-D6A413CA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25080-CAE0-4851-B3FF-2E91C141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F3464-FBFA-4FAC-A7B8-1DC8538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D1C7E-65EE-43DD-8C13-B5B24F6C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68842-3682-4731-A668-7C097967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DED35-AC47-4A55-BCA2-727A49DB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B26EE-A1C3-4A39-92D8-74E66412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5DE0C-BBFF-4C00-9C0B-38A727AE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40D66-B567-418E-9D8B-DBD89346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84898-1BB8-47C8-A065-F709560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8BA85-3439-4F4B-86BB-F529BBAA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C2236-C4BE-4155-9D9B-1F058D32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5E439-BA48-46D2-AC79-96B4017A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06FAC-3B67-4392-9400-B1BD8A96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A4C77-CBF5-437D-85F7-FC2E4FD9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1BCFC-58F2-4AC7-8FE6-33482A8C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D35C6-956A-4A14-A377-31CE0D11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8F72A-BDE5-4440-9AF4-F0A052B4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2B2C0-468C-4676-B1A3-23F7F359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B62D2-2871-475C-BA15-D73A098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056F4-D2CD-4359-A15A-882DD318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7FFC9-464C-43E4-8EAF-F39D4ABC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D582A5-3211-4F25-AA14-4783C79C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D1E99-BA26-4B4F-924C-74D84EC5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34BE73-D8EB-4E67-B854-8450E659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6E046-B246-4BFA-9E44-8C403A73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9518A6-DA58-4F40-84E2-5777CBB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7242141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2C8EE8-1ED6-4C30-8B9D-5BD2A10F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1BICO107/207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A053F-6AC8-4B3B-947D-BAA2803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FD's and DPSP's: Fundamental Rights and its...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BB9F6-F98F-4428-897E-34B51A33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145D6-7D23-4012-BAAA-65DA62AD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9CD29-DE7A-4FCE-A1BD-B13D1F46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7E0B4-6DBD-4A3A-82B7-A43A3FB2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9AE08-1D5A-4858-B497-0577FFB5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ACB45-A04E-4E15-BC81-519750E6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3D2A0-9B8D-4A5D-A95A-1839BF2B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42595-6E9F-44A2-863D-1E59E5DE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E0498-5321-4ACB-9617-C57B002D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CA238-08C5-4017-B4D5-621E497C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C1EB5-37F8-487E-AB5F-96833C05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5F56E-DAFE-4C76-AA21-80F1ECA0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10AD1-DCAF-4614-B56F-51A50BC5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F97C7-2B0C-4414-A398-A777DE13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8958C-528E-49BF-ADFE-59EDEFE8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95E2A-0820-4519-B5E0-ED518A7B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69BCC-83CB-4A66-BA83-3DD6EB5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E888C-ABBC-4CE0-B46D-4931E66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C4AF9-99CA-402D-A509-2A920D91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1712CD-2354-4E22-A6FA-85D513BA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EA479-EB92-4052-AB0A-42E3AA37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5D5A7-FA3E-460E-BCBA-B0C339A9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F9A82-22C8-4031-AF35-0130809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F5C7B-119B-4249-9008-48FAF893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7A758A-B384-4EC2-867D-E4207960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C845DD-8CEF-467E-8071-C404FF9F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BFFC5-53C7-4E21-ACEC-3E907948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9C638-A480-4564-AEDA-C592601F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653C5-9750-4AD7-8790-F53D5B1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63EC8-93C3-4C58-B2FC-9A9EC86C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Indian Constitution and Engineering Ethics</a:t>
            </a:r>
          </a:p>
        </p:txBody>
      </p:sp>
    </p:spTree>
    <p:extLst>
      <p:ext uri="{BB962C8B-B14F-4D97-AF65-F5344CB8AC3E}">
        <p14:creationId xmlns:p14="http://schemas.microsoft.com/office/powerpoint/2010/main" val="1446250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2026-08-24T16:02:52.1530000Z</dcterms:created>
  <dcterms:modified xsi:type="dcterms:W3CDTF">2026-08-24T16:02:52.1530000Z</dcterms:modified>
</coreProperties>
</file>