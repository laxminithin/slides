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f97c3d3ae24890" /><Relationship Type="http://schemas.openxmlformats.org/officeDocument/2006/relationships/extended-properties" Target="/docProps/app.xml" Id="R2514e214a9864912" /><Relationship Type="http://schemas.openxmlformats.org/officeDocument/2006/relationships/officeDocument" Target="/ppt/presentation.xml" Id="Re9428d59fbe941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2c2d9fc73b461a"/>
  </p:sldMasterIdLst>
  <p:notesMasterIdLst>
    <p:notesMasterId xmlns:r="http://schemas.openxmlformats.org/officeDocument/2006/relationships" r:id="R3568a86943f24079"/>
  </p:notesMasterIdLst>
  <p:sldIdLst>
    <p:sldId xmlns:r="http://schemas.openxmlformats.org/officeDocument/2006/relationships" id="256" r:id="Rb2c74a0057804561"/>
    <p:sldId xmlns:r="http://schemas.openxmlformats.org/officeDocument/2006/relationships" id="257" r:id="R9af1da34e8da4d23"/>
    <p:sldId xmlns:r="http://schemas.openxmlformats.org/officeDocument/2006/relationships" id="258" r:id="Rc12be9db7d4f42cf"/>
    <p:sldId xmlns:r="http://schemas.openxmlformats.org/officeDocument/2006/relationships" id="259" r:id="R31c2baf123fb4d17"/>
    <p:sldId xmlns:r="http://schemas.openxmlformats.org/officeDocument/2006/relationships" id="260" r:id="R728777e5c834499f"/>
    <p:sldId xmlns:r="http://schemas.openxmlformats.org/officeDocument/2006/relationships" id="261" r:id="Rb45fee71f1c64248"/>
    <p:sldId xmlns:r="http://schemas.openxmlformats.org/officeDocument/2006/relationships" id="262" r:id="R66d2053bf7ba4e75"/>
    <p:sldId xmlns:r="http://schemas.openxmlformats.org/officeDocument/2006/relationships" id="263" r:id="Rb965581c6e0b44f2"/>
    <p:sldId xmlns:r="http://schemas.openxmlformats.org/officeDocument/2006/relationships" id="264" r:id="R2668fee3771c4e97"/>
    <p:sldId xmlns:r="http://schemas.openxmlformats.org/officeDocument/2006/relationships" id="265" r:id="R8b87625a3de14c6d"/>
    <p:sldId xmlns:r="http://schemas.openxmlformats.org/officeDocument/2006/relationships" id="266" r:id="R76dd6065350247d6"/>
    <p:sldId xmlns:r="http://schemas.openxmlformats.org/officeDocument/2006/relationships" id="267" r:id="R7a0db87453cc4484"/>
    <p:sldId xmlns:r="http://schemas.openxmlformats.org/officeDocument/2006/relationships" id="268" r:id="R2e6be7baef9c4050"/>
    <p:sldId xmlns:r="http://schemas.openxmlformats.org/officeDocument/2006/relationships" id="269" r:id="R0fd21f42b9d14075"/>
    <p:sldId xmlns:r="http://schemas.openxmlformats.org/officeDocument/2006/relationships" id="270" r:id="Ra2dcd33ce42a433f"/>
    <p:sldId xmlns:r="http://schemas.openxmlformats.org/officeDocument/2006/relationships" id="271" r:id="R85ba123772dd4116"/>
    <p:sldId xmlns:r="http://schemas.openxmlformats.org/officeDocument/2006/relationships" id="272" r:id="R671d705ad9ea4ccc"/>
    <p:sldId xmlns:r="http://schemas.openxmlformats.org/officeDocument/2006/relationships" id="273" r:id="R816b0ae7c8f24379"/>
    <p:sldId xmlns:r="http://schemas.openxmlformats.org/officeDocument/2006/relationships" id="274" r:id="Rb97b4311eb674886"/>
    <p:sldId xmlns:r="http://schemas.openxmlformats.org/officeDocument/2006/relationships" id="275" r:id="Rd38576cfbec04e4e"/>
    <p:sldId xmlns:r="http://schemas.openxmlformats.org/officeDocument/2006/relationships" id="276" r:id="R73c9c67e94b946b7"/>
    <p:sldId xmlns:r="http://schemas.openxmlformats.org/officeDocument/2006/relationships" id="277" r:id="Refbc05780a3e4f06"/>
    <p:sldId xmlns:r="http://schemas.openxmlformats.org/officeDocument/2006/relationships" id="278" r:id="Ra24aac36306a41a4"/>
    <p:sldId xmlns:r="http://schemas.openxmlformats.org/officeDocument/2006/relationships" id="279" r:id="R4b6f1b80111049b6"/>
    <p:sldId xmlns:r="http://schemas.openxmlformats.org/officeDocument/2006/relationships" id="280" r:id="R29afed20ed614ef0"/>
    <p:sldId xmlns:r="http://schemas.openxmlformats.org/officeDocument/2006/relationships" id="281" r:id="R6d992aa67c03448e"/>
    <p:sldId xmlns:r="http://schemas.openxmlformats.org/officeDocument/2006/relationships" id="282" r:id="Rff044a8e7ffb495d"/>
    <p:sldId xmlns:r="http://schemas.openxmlformats.org/officeDocument/2006/relationships" id="283" r:id="Ra5d45e8ae44c4dfb"/>
    <p:sldId xmlns:r="http://schemas.openxmlformats.org/officeDocument/2006/relationships" id="284" r:id="R05d0c028a5384871"/>
    <p:sldId xmlns:r="http://schemas.openxmlformats.org/officeDocument/2006/relationships" id="285" r:id="R00585052fd444193"/>
    <p:sldId xmlns:r="http://schemas.openxmlformats.org/officeDocument/2006/relationships" id="286" r:id="R80e1865ec2eb4524"/>
    <p:sldId xmlns:r="http://schemas.openxmlformats.org/officeDocument/2006/relationships" id="287" r:id="R347df56a2bca48fd"/>
    <p:sldId xmlns:r="http://schemas.openxmlformats.org/officeDocument/2006/relationships" id="288" r:id="Rfeb71e4390694d47"/>
    <p:sldId xmlns:r="http://schemas.openxmlformats.org/officeDocument/2006/relationships" id="289" r:id="R050118f88b7c4e67"/>
    <p:sldId xmlns:r="http://schemas.openxmlformats.org/officeDocument/2006/relationships" id="290" r:id="R2e5b460a803d4910"/>
    <p:sldId xmlns:r="http://schemas.openxmlformats.org/officeDocument/2006/relationships" id="291" r:id="R05d321ecbf4644e1"/>
    <p:sldId xmlns:r="http://schemas.openxmlformats.org/officeDocument/2006/relationships" id="292" r:id="Rdbe28346dbf044bd"/>
    <p:sldId xmlns:r="http://schemas.openxmlformats.org/officeDocument/2006/relationships" id="293" r:id="R7b86e058dae946ac"/>
    <p:sldId xmlns:r="http://schemas.openxmlformats.org/officeDocument/2006/relationships" id="294" r:id="R6a91538a93154857"/>
    <p:sldId xmlns:r="http://schemas.openxmlformats.org/officeDocument/2006/relationships" id="295" r:id="Ra17da68c70dd45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8e7f28a833473f" /><Relationship Type="http://schemas.openxmlformats.org/officeDocument/2006/relationships/slideMaster" Target="/ppt/slideMasters/slideMaster1.xml" Id="Ra82c2d9fc73b461a" /><Relationship Type="http://schemas.openxmlformats.org/officeDocument/2006/relationships/notesMaster" Target="/ppt/notesMasters/notesMaster1.xml" Id="R3568a86943f24079" /><Relationship Type="http://schemas.openxmlformats.org/officeDocument/2006/relationships/presProps" Target="/ppt/presProps.xml" Id="R2858f263ade5443e" /><Relationship Type="http://schemas.openxmlformats.org/officeDocument/2006/relationships/tableStyles" Target="/ppt/tableStyles.xml" Id="R6f3054de38e74882" /><Relationship Type="http://schemas.openxmlformats.org/officeDocument/2006/relationships/slide" Target="/ppt/slides/slide1.xml" Id="Rb2c74a0057804561" /><Relationship Type="http://schemas.openxmlformats.org/officeDocument/2006/relationships/slide" Target="/ppt/slides/slide2.xml" Id="R9af1da34e8da4d23" /><Relationship Type="http://schemas.openxmlformats.org/officeDocument/2006/relationships/slide" Target="/ppt/slides/slide3.xml" Id="Rc12be9db7d4f42cf" /><Relationship Type="http://schemas.openxmlformats.org/officeDocument/2006/relationships/slide" Target="/ppt/slides/slide4.xml" Id="R31c2baf123fb4d17" /><Relationship Type="http://schemas.openxmlformats.org/officeDocument/2006/relationships/slide" Target="/ppt/slides/slide5.xml" Id="R728777e5c834499f" /><Relationship Type="http://schemas.openxmlformats.org/officeDocument/2006/relationships/slide" Target="/ppt/slides/slide6.xml" Id="Rb45fee71f1c64248" /><Relationship Type="http://schemas.openxmlformats.org/officeDocument/2006/relationships/slide" Target="/ppt/slides/slide7.xml" Id="R66d2053bf7ba4e75" /><Relationship Type="http://schemas.openxmlformats.org/officeDocument/2006/relationships/slide" Target="/ppt/slides/slide8.xml" Id="Rb965581c6e0b44f2" /><Relationship Type="http://schemas.openxmlformats.org/officeDocument/2006/relationships/slide" Target="/ppt/slides/slide9.xml" Id="R2668fee3771c4e97" /><Relationship Type="http://schemas.openxmlformats.org/officeDocument/2006/relationships/slide" Target="/ppt/slides/slide10.xml" Id="R8b87625a3de14c6d" /><Relationship Type="http://schemas.openxmlformats.org/officeDocument/2006/relationships/slide" Target="/ppt/slides/slide11.xml" Id="R76dd6065350247d6" /><Relationship Type="http://schemas.openxmlformats.org/officeDocument/2006/relationships/slide" Target="/ppt/slides/slide12.xml" Id="R7a0db87453cc4484" /><Relationship Type="http://schemas.openxmlformats.org/officeDocument/2006/relationships/slide" Target="/ppt/slides/slide13.xml" Id="R2e6be7baef9c4050" /><Relationship Type="http://schemas.openxmlformats.org/officeDocument/2006/relationships/slide" Target="/ppt/slides/slide14.xml" Id="R0fd21f42b9d14075" /><Relationship Type="http://schemas.openxmlformats.org/officeDocument/2006/relationships/slide" Target="/ppt/slides/slide15.xml" Id="Ra2dcd33ce42a433f" /><Relationship Type="http://schemas.openxmlformats.org/officeDocument/2006/relationships/slide" Target="/ppt/slides/slide16.xml" Id="R85ba123772dd4116" /><Relationship Type="http://schemas.openxmlformats.org/officeDocument/2006/relationships/slide" Target="/ppt/slides/slide17.xml" Id="R671d705ad9ea4ccc" /><Relationship Type="http://schemas.openxmlformats.org/officeDocument/2006/relationships/slide" Target="/ppt/slides/slide18.xml" Id="R816b0ae7c8f24379" /><Relationship Type="http://schemas.openxmlformats.org/officeDocument/2006/relationships/slide" Target="/ppt/slides/slide19.xml" Id="Rb97b4311eb674886" /><Relationship Type="http://schemas.openxmlformats.org/officeDocument/2006/relationships/slide" Target="/ppt/slides/slide20.xml" Id="Rd38576cfbec04e4e" /><Relationship Type="http://schemas.openxmlformats.org/officeDocument/2006/relationships/slide" Target="/ppt/slides/slide21.xml" Id="R73c9c67e94b946b7" /><Relationship Type="http://schemas.openxmlformats.org/officeDocument/2006/relationships/slide" Target="/ppt/slides/slide22.xml" Id="Refbc05780a3e4f06" /><Relationship Type="http://schemas.openxmlformats.org/officeDocument/2006/relationships/slide" Target="/ppt/slides/slide23.xml" Id="Ra24aac36306a41a4" /><Relationship Type="http://schemas.openxmlformats.org/officeDocument/2006/relationships/slide" Target="/ppt/slides/slide24.xml" Id="R4b6f1b80111049b6" /><Relationship Type="http://schemas.openxmlformats.org/officeDocument/2006/relationships/slide" Target="/ppt/slides/slide25.xml" Id="R29afed20ed614ef0" /><Relationship Type="http://schemas.openxmlformats.org/officeDocument/2006/relationships/slide" Target="/ppt/slides/slide26.xml" Id="R6d992aa67c03448e" /><Relationship Type="http://schemas.openxmlformats.org/officeDocument/2006/relationships/slide" Target="/ppt/slides/slide27.xml" Id="Rff044a8e7ffb495d" /><Relationship Type="http://schemas.openxmlformats.org/officeDocument/2006/relationships/slide" Target="/ppt/slides/slide28.xml" Id="Ra5d45e8ae44c4dfb" /><Relationship Type="http://schemas.openxmlformats.org/officeDocument/2006/relationships/slide" Target="/ppt/slides/slide29.xml" Id="R05d0c028a5384871" /><Relationship Type="http://schemas.openxmlformats.org/officeDocument/2006/relationships/slide" Target="/ppt/slides/slide30.xml" Id="R00585052fd444193" /><Relationship Type="http://schemas.openxmlformats.org/officeDocument/2006/relationships/slide" Target="/ppt/slides/slide31.xml" Id="R80e1865ec2eb4524" /><Relationship Type="http://schemas.openxmlformats.org/officeDocument/2006/relationships/slide" Target="/ppt/slides/slide32.xml" Id="R347df56a2bca48fd" /><Relationship Type="http://schemas.openxmlformats.org/officeDocument/2006/relationships/slide" Target="/ppt/slides/slide33.xml" Id="Rfeb71e4390694d47" /><Relationship Type="http://schemas.openxmlformats.org/officeDocument/2006/relationships/slide" Target="/ppt/slides/slide34.xml" Id="R050118f88b7c4e67" /><Relationship Type="http://schemas.openxmlformats.org/officeDocument/2006/relationships/slide" Target="/ppt/slides/slide35.xml" Id="R2e5b460a803d4910" /><Relationship Type="http://schemas.openxmlformats.org/officeDocument/2006/relationships/slide" Target="/ppt/slides/slide36.xml" Id="R05d321ecbf4644e1" /><Relationship Type="http://schemas.openxmlformats.org/officeDocument/2006/relationships/slide" Target="/ppt/slides/slide37.xml" Id="Rdbe28346dbf044bd" /><Relationship Type="http://schemas.openxmlformats.org/officeDocument/2006/relationships/slide" Target="/ppt/slides/slide38.xml" Id="R7b86e058dae946ac" /><Relationship Type="http://schemas.openxmlformats.org/officeDocument/2006/relationships/slide" Target="/ppt/slides/slide39.xml" Id="R6a91538a93154857" /><Relationship Type="http://schemas.openxmlformats.org/officeDocument/2006/relationships/slide" Target="/ppt/slides/slide40.xml" Id="Ra17da68c70dd45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202fee85f44c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eb8855d3e4484d" /><Relationship Type="http://schemas.openxmlformats.org/officeDocument/2006/relationships/notesMaster" Target="/ppt/notesMasters/notesMaster1.xml" Id="R7cf10e849b1c40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33b68b66574141" /><Relationship Type="http://schemas.openxmlformats.org/officeDocument/2006/relationships/notesMaster" Target="/ppt/notesMasters/notesMaster1.xml" Id="R464cd4d7f13849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052daa695c4eb4" /><Relationship Type="http://schemas.openxmlformats.org/officeDocument/2006/relationships/notesMaster" Target="/ppt/notesMasters/notesMaster1.xml" Id="Rc42863eadde94d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b1e58dbc51494f" /><Relationship Type="http://schemas.openxmlformats.org/officeDocument/2006/relationships/notesMaster" Target="/ppt/notesMasters/notesMaster1.xml" Id="R243d8b83073947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0b7640f14242ee" /><Relationship Type="http://schemas.openxmlformats.org/officeDocument/2006/relationships/notesMaster" Target="/ppt/notesMasters/notesMaster1.xml" Id="R6bb9aa7d81774c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9f7b0cd7174f73" /><Relationship Type="http://schemas.openxmlformats.org/officeDocument/2006/relationships/notesMaster" Target="/ppt/notesMasters/notesMaster1.xml" Id="R6c1e9a26f9d049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f5a31525b84c1d" /><Relationship Type="http://schemas.openxmlformats.org/officeDocument/2006/relationships/notesMaster" Target="/ppt/notesMasters/notesMaster1.xml" Id="Ra4c8c77a3f3946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49e3ccb86643ba" /><Relationship Type="http://schemas.openxmlformats.org/officeDocument/2006/relationships/notesMaster" Target="/ppt/notesMasters/notesMaster1.xml" Id="Rbde980f0396a42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da71de4ba04990" /><Relationship Type="http://schemas.openxmlformats.org/officeDocument/2006/relationships/notesMaster" Target="/ppt/notesMasters/notesMaster1.xml" Id="R0001eeea86394a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db5b28c8ff44c2" /><Relationship Type="http://schemas.openxmlformats.org/officeDocument/2006/relationships/notesMaster" Target="/ppt/notesMasters/notesMaster1.xml" Id="R2f157aaacce74f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89f907bf6145ee" /><Relationship Type="http://schemas.openxmlformats.org/officeDocument/2006/relationships/notesMaster" Target="/ppt/notesMasters/notesMaster1.xml" Id="Rc0c4300c9b644f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c5adbf46974d78" /><Relationship Type="http://schemas.openxmlformats.org/officeDocument/2006/relationships/notesMaster" Target="/ppt/notesMasters/notesMaster1.xml" Id="R22bf3b6674e74c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1d21a9024d4336" /><Relationship Type="http://schemas.openxmlformats.org/officeDocument/2006/relationships/notesMaster" Target="/ppt/notesMasters/notesMaster1.xml" Id="Rbbff6939739040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685a797cbc482c" /><Relationship Type="http://schemas.openxmlformats.org/officeDocument/2006/relationships/notesMaster" Target="/ppt/notesMasters/notesMaster1.xml" Id="R4c717868659647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ea365a6c0d4962" /><Relationship Type="http://schemas.openxmlformats.org/officeDocument/2006/relationships/notesMaster" Target="/ppt/notesMasters/notesMaster1.xml" Id="Re3c940beb71747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c486e715d24614" /><Relationship Type="http://schemas.openxmlformats.org/officeDocument/2006/relationships/notesMaster" Target="/ppt/notesMasters/notesMaster1.xml" Id="R0a137a68b3db4d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fbcb2b3b07f4bac" /><Relationship Type="http://schemas.openxmlformats.org/officeDocument/2006/relationships/notesMaster" Target="/ppt/notesMasters/notesMaster1.xml" Id="R54d68b14e9f44b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64067d79b84a55" /><Relationship Type="http://schemas.openxmlformats.org/officeDocument/2006/relationships/notesMaster" Target="/ppt/notesMasters/notesMaster1.xml" Id="R221d0c89015c4a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4671818cda4bbc" /><Relationship Type="http://schemas.openxmlformats.org/officeDocument/2006/relationships/notesMaster" Target="/ppt/notesMasters/notesMaster1.xml" Id="R8453590f2d604b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8acd45505254538" /><Relationship Type="http://schemas.openxmlformats.org/officeDocument/2006/relationships/notesMaster" Target="/ppt/notesMasters/notesMaster1.xml" Id="Rb7eb49a6d21c4e2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4f19491e91405b" /><Relationship Type="http://schemas.openxmlformats.org/officeDocument/2006/relationships/notesMaster" Target="/ppt/notesMasters/notesMaster1.xml" Id="R02c25597adda48f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b0afafb4aa145ca" /><Relationship Type="http://schemas.openxmlformats.org/officeDocument/2006/relationships/notesMaster" Target="/ppt/notesMasters/notesMaster1.xml" Id="R863ae7a6817a47e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5b7ae1ea214733" /><Relationship Type="http://schemas.openxmlformats.org/officeDocument/2006/relationships/notesMaster" Target="/ppt/notesMasters/notesMaster1.xml" Id="R74ae90b9d2254ee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40c8c042d34e88" /><Relationship Type="http://schemas.openxmlformats.org/officeDocument/2006/relationships/notesMaster" Target="/ppt/notesMasters/notesMaster1.xml" Id="R64d8e80fbbfc4a4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234655342dc4e50" /><Relationship Type="http://schemas.openxmlformats.org/officeDocument/2006/relationships/notesMaster" Target="/ppt/notesMasters/notesMaster1.xml" Id="R039e3aa1610b483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9c807e336a4255" /><Relationship Type="http://schemas.openxmlformats.org/officeDocument/2006/relationships/notesMaster" Target="/ppt/notesMasters/notesMaster1.xml" Id="R08f4843984014e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eb35c9a608b4cae" /><Relationship Type="http://schemas.openxmlformats.org/officeDocument/2006/relationships/notesMaster" Target="/ppt/notesMasters/notesMaster1.xml" Id="R3b645210d33b48f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caa7db3546b4fd0" /><Relationship Type="http://schemas.openxmlformats.org/officeDocument/2006/relationships/notesMaster" Target="/ppt/notesMasters/notesMaster1.xml" Id="R5d509e5032134b5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cae0ce896b342b3" /><Relationship Type="http://schemas.openxmlformats.org/officeDocument/2006/relationships/notesMaster" Target="/ppt/notesMasters/notesMaster1.xml" Id="Rb99d3fa615a7436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b4729c4c6ef4a56" /><Relationship Type="http://schemas.openxmlformats.org/officeDocument/2006/relationships/notesMaster" Target="/ppt/notesMasters/notesMaster1.xml" Id="R52944f609b2b40f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7bd7502126f41a3" /><Relationship Type="http://schemas.openxmlformats.org/officeDocument/2006/relationships/notesMaster" Target="/ppt/notesMasters/notesMaster1.xml" Id="R289d0cc7dd5f4a8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a435f284cce44ff" /><Relationship Type="http://schemas.openxmlformats.org/officeDocument/2006/relationships/notesMaster" Target="/ppt/notesMasters/notesMaster1.xml" Id="R939fd5ba23b04dc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10dd50a1df14dec" /><Relationship Type="http://schemas.openxmlformats.org/officeDocument/2006/relationships/notesMaster" Target="/ppt/notesMasters/notesMaster1.xml" Id="R4a08653479df4ae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baa9ed81e1e49bb" /><Relationship Type="http://schemas.openxmlformats.org/officeDocument/2006/relationships/notesMaster" Target="/ppt/notesMasters/notesMaster1.xml" Id="R889f8cad55fb4ea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04d5ea7372c4c76" /><Relationship Type="http://schemas.openxmlformats.org/officeDocument/2006/relationships/notesMaster" Target="/ppt/notesMasters/notesMaster1.xml" Id="Rd046b48be164452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64a45da38044b61" /><Relationship Type="http://schemas.openxmlformats.org/officeDocument/2006/relationships/notesMaster" Target="/ppt/notesMasters/notesMaster1.xml" Id="Raa3acc1cb1604db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a68150fbfb84e01" /><Relationship Type="http://schemas.openxmlformats.org/officeDocument/2006/relationships/notesMaster" Target="/ppt/notesMasters/notesMaster1.xml" Id="R5481978e65d6424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634846e64644aec" /><Relationship Type="http://schemas.openxmlformats.org/officeDocument/2006/relationships/notesMaster" Target="/ppt/notesMasters/notesMaster1.xml" Id="Rf74f95650878425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4d08cdf4b9a4a48" /><Relationship Type="http://schemas.openxmlformats.org/officeDocument/2006/relationships/notesMaster" Target="/ppt/notesMasters/notesMaster1.xml" Id="R2f6efc2e0994428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a62b5d762d541a3" /><Relationship Type="http://schemas.openxmlformats.org/officeDocument/2006/relationships/notesMaster" Target="/ppt/notesMasters/notesMaster1.xml" Id="R94bfa3b37506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f337863e244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1bb3aa168f403f" /><Relationship Type="http://schemas.openxmlformats.org/officeDocument/2006/relationships/slideLayout" Target="/ppt/slideLayouts/slideLayout1.xml" Id="R7e786d0b26b342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786d0b26b342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7a3e2110447f4" /><Relationship Type="http://schemas.openxmlformats.org/officeDocument/2006/relationships/notesSlide" Target="/ppt/notesSlides/notesSlide1.xml" Id="Reb4f8c64a2594b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02001e2d14803" /><Relationship Type="http://schemas.openxmlformats.org/officeDocument/2006/relationships/notesSlide" Target="/ppt/notesSlides/notesSlide2.xml" Id="R556d5bc5320b48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5da34b1d7468e" /><Relationship Type="http://schemas.openxmlformats.org/officeDocument/2006/relationships/notesSlide" Target="/ppt/notesSlides/notesSlide3.xml" Id="Rb8663f89d5cd49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a144cd3be4336" /><Relationship Type="http://schemas.openxmlformats.org/officeDocument/2006/relationships/notesSlide" Target="/ppt/notesSlides/notesSlide4.xml" Id="Re6c03b5296b142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7e32af15e4af0" /><Relationship Type="http://schemas.openxmlformats.org/officeDocument/2006/relationships/notesSlide" Target="/ppt/notesSlides/notesSlide5.xml" Id="Rdc74448ea8504f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a725367474ce8" /><Relationship Type="http://schemas.openxmlformats.org/officeDocument/2006/relationships/notesSlide" Target="/ppt/notesSlides/notesSlide6.xml" Id="Re349f5f3ea864d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3de9abc4f4936" /><Relationship Type="http://schemas.openxmlformats.org/officeDocument/2006/relationships/notesSlide" Target="/ppt/notesSlides/notesSlide7.xml" Id="R9a5624e43cd94b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478b9c0f246d0" /><Relationship Type="http://schemas.openxmlformats.org/officeDocument/2006/relationships/notesSlide" Target="/ppt/notesSlides/notesSlide8.xml" Id="R92486d2202924e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d974fe69e49e2" /><Relationship Type="http://schemas.openxmlformats.org/officeDocument/2006/relationships/notesSlide" Target="/ppt/notesSlides/notesSlide9.xml" Id="R36e5753e58e049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fe67b4c9349a9" /><Relationship Type="http://schemas.openxmlformats.org/officeDocument/2006/relationships/notesSlide" Target="/ppt/notesSlides/notesSlide10.xml" Id="R9721a0d75e3544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9c6b4fd0a47f1" /><Relationship Type="http://schemas.openxmlformats.org/officeDocument/2006/relationships/notesSlide" Target="/ppt/notesSlides/notesSlide11.xml" Id="R43fbe56bdb8341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e99e964f2405b" /><Relationship Type="http://schemas.openxmlformats.org/officeDocument/2006/relationships/notesSlide" Target="/ppt/notesSlides/notesSlide12.xml" Id="Rb0a800651e8248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e8d3249d44762" /><Relationship Type="http://schemas.openxmlformats.org/officeDocument/2006/relationships/notesSlide" Target="/ppt/notesSlides/notesSlide13.xml" Id="R3e188720eaa844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cc51c808d4dfd" /><Relationship Type="http://schemas.openxmlformats.org/officeDocument/2006/relationships/notesSlide" Target="/ppt/notesSlides/notesSlide14.xml" Id="R621d76fd2fe04f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7b8e6757e48cb" /><Relationship Type="http://schemas.openxmlformats.org/officeDocument/2006/relationships/notesSlide" Target="/ppt/notesSlides/notesSlide15.xml" Id="Rbd609edf92f943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9bdf617e84e63" /><Relationship Type="http://schemas.openxmlformats.org/officeDocument/2006/relationships/notesSlide" Target="/ppt/notesSlides/notesSlide16.xml" Id="R8e94ad758ec742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4c151db9c4c1e" /><Relationship Type="http://schemas.openxmlformats.org/officeDocument/2006/relationships/notesSlide" Target="/ppt/notesSlides/notesSlide17.xml" Id="Rf059638a223546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090f8ced749a9" /><Relationship Type="http://schemas.openxmlformats.org/officeDocument/2006/relationships/notesSlide" Target="/ppt/notesSlides/notesSlide18.xml" Id="R3f8b78bdeb7140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934ddcae14a28" /><Relationship Type="http://schemas.openxmlformats.org/officeDocument/2006/relationships/notesSlide" Target="/ppt/notesSlides/notesSlide19.xml" Id="R8224c84360d047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d041318b94360" /><Relationship Type="http://schemas.openxmlformats.org/officeDocument/2006/relationships/notesSlide" Target="/ppt/notesSlides/notesSlide20.xml" Id="R762c0957a68b4de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e84078407408e" /><Relationship Type="http://schemas.openxmlformats.org/officeDocument/2006/relationships/notesSlide" Target="/ppt/notesSlides/notesSlide21.xml" Id="R2c9b6feed6bd46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43caf62e84912" /><Relationship Type="http://schemas.openxmlformats.org/officeDocument/2006/relationships/notesSlide" Target="/ppt/notesSlides/notesSlide22.xml" Id="R7523ae559ad547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40313f0ec43e6" /><Relationship Type="http://schemas.openxmlformats.org/officeDocument/2006/relationships/notesSlide" Target="/ppt/notesSlides/notesSlide23.xml" Id="Rdc666bd1ad3745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5db031e8d4af0" /><Relationship Type="http://schemas.openxmlformats.org/officeDocument/2006/relationships/notesSlide" Target="/ppt/notesSlides/notesSlide24.xml" Id="R164cd553370c407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d7de7b1004e31" /><Relationship Type="http://schemas.openxmlformats.org/officeDocument/2006/relationships/notesSlide" Target="/ppt/notesSlides/notesSlide25.xml" Id="Re3d9e7cb6092410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a4e691b91431f" /><Relationship Type="http://schemas.openxmlformats.org/officeDocument/2006/relationships/notesSlide" Target="/ppt/notesSlides/notesSlide26.xml" Id="R5ce524277ad34ff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f9da3c2fe4fe3" /><Relationship Type="http://schemas.openxmlformats.org/officeDocument/2006/relationships/notesSlide" Target="/ppt/notesSlides/notesSlide27.xml" Id="R810f9408795b43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b0ff408e94aae" /><Relationship Type="http://schemas.openxmlformats.org/officeDocument/2006/relationships/notesSlide" Target="/ppt/notesSlides/notesSlide28.xml" Id="Rfcfe3f16ddff486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2c1c93ae943e4" /><Relationship Type="http://schemas.openxmlformats.org/officeDocument/2006/relationships/notesSlide" Target="/ppt/notesSlides/notesSlide29.xml" Id="R672cda72dce941f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cb6d6f9b94198" /><Relationship Type="http://schemas.openxmlformats.org/officeDocument/2006/relationships/notesSlide" Target="/ppt/notesSlides/notesSlide30.xml" Id="R86f431ce658643a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0333c3ce34766" /><Relationship Type="http://schemas.openxmlformats.org/officeDocument/2006/relationships/notesSlide" Target="/ppt/notesSlides/notesSlide31.xml" Id="Re430e28655c7435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158cb13634dac" /><Relationship Type="http://schemas.openxmlformats.org/officeDocument/2006/relationships/notesSlide" Target="/ppt/notesSlides/notesSlide32.xml" Id="Rfad77d09e0bb4cc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f1c91be4d4144" /><Relationship Type="http://schemas.openxmlformats.org/officeDocument/2006/relationships/notesSlide" Target="/ppt/notesSlides/notesSlide33.xml" Id="Rac551620fe74437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940b447ca4552" /><Relationship Type="http://schemas.openxmlformats.org/officeDocument/2006/relationships/notesSlide" Target="/ppt/notesSlides/notesSlide34.xml" Id="R62d6c990f10d48e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36cb03bd74d35" /><Relationship Type="http://schemas.openxmlformats.org/officeDocument/2006/relationships/notesSlide" Target="/ppt/notesSlides/notesSlide35.xml" Id="R472418d0aabf478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ce09788e94a3c" /><Relationship Type="http://schemas.openxmlformats.org/officeDocument/2006/relationships/notesSlide" Target="/ppt/notesSlides/notesSlide36.xml" Id="Rccd71c2e0c9244f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daec75b7a4a58" /><Relationship Type="http://schemas.openxmlformats.org/officeDocument/2006/relationships/notesSlide" Target="/ppt/notesSlides/notesSlide37.xml" Id="Rd36928f9e9c5430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5efc7479b4830" /><Relationship Type="http://schemas.openxmlformats.org/officeDocument/2006/relationships/notesSlide" Target="/ppt/notesSlides/notesSlide38.xml" Id="R2cea0031660f484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f9c2cb8654227" /><Relationship Type="http://schemas.openxmlformats.org/officeDocument/2006/relationships/notesSlide" Target="/ppt/notesSlides/notesSlide39.xml" Id="R4dd004bb723c47e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25d58103841f0" /><Relationship Type="http://schemas.openxmlformats.org/officeDocument/2006/relationships/notesSlide" Target="/ppt/notesSlides/notesSlide40.xml" Id="R730e56ab6d5540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9BE4E-32DA-452F-81BD-3716BB7B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68A9D-025B-4AD1-A7D4-1A4F951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State Executive &amp; Elections , Amendments and Emergency Provisions: State Executive, Election Commission, Elections &amp; Ele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8986D-9685-42EE-BB75-BA1E669B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Indian Constitution and Engineering Ethics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1BICO107/207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A53F2-9ED4-4CF8-9870-0EC21AC4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A3357-E722-49FC-8E60-249476DA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5B4C7-966B-4A49-B0B0-F0708E49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80FBF-B325-4F87-A2EE-001CB08C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5D1EF-5067-4FD3-BC69-44C02E87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AB121-B023-4E55-80A2-B32E7625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6C251-C4F0-40A4-BF55-B4AE34A5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2893D-949C-47A1-9679-6A2828D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3CBAA-2AF4-4A45-84C0-4B6A7CF9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EA924-759F-4B09-87F6-0CF6B568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496277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CFFB4-1225-4642-AD4C-BA4EA502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F57E3-97EE-4368-B7FB-640FE250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127EA-B226-42A0-AC47-4F094DDD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3A0B8-1A7D-4D6E-924B-500D3C6B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FDD45-D38D-44C9-A9D2-D1149BAB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A1FE1-0655-4123-BA68-848194F8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C24E0-23B6-4717-AB72-705C6008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708B9-476B-48A5-B21C-AE4B9D2D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2F94E-6137-42E0-9287-59A9760D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8633B-8C17-4B90-AFE9-28E23265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65F8D-AB66-413E-BB80-9DA7B92F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FA4B0-1E32-46DC-B24F-6C3F56E5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CCCFA-E8EA-485E-8FA7-1EE498C2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8AB78-A7DD-4199-9171-7EF074D6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D59DA-945A-4E73-A4E1-B2F1F745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86922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5D5462-5321-4B5A-AC84-048B9680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E31BA-42F7-45ED-8684-982274D5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DF2CD-612C-4626-8F00-173D668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06DE5-1341-4075-A971-618E9495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15A58-EEB8-46D2-9876-8E3E6FAA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6F6B5-C09E-4252-A3AF-A1298FDA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1780A-69BC-42BF-AEAF-9D24B862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AFD0F-43BA-4847-AAFE-60DEA78D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6E043-4275-40EA-BD6F-4F061365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Executive &amp; Elections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FBE81-5BAB-4F11-9C82-F14EAA1C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F9985-271A-4DBA-9AFE-7C24BF1D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6CCD1-469B-4554-813A-33641699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Provisions: State Executive, Election Commission, Electio...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B0B93-EEE6-4E25-AD4D-85942489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B7B89-93D3-428E-922D-BFD64909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F82D0-A97C-4852-A222-40CC3DA0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Amendment to Constitution (How and Why) and Important Con...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76F67-A917-440C-B4FF-398F6521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5C732-A44B-46DF-AFDD-1B935F5B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F0E25-19F2-4C0F-9C1B-946CCF4F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Emergency Provisions.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9FA23-A6B7-4C8C-A00B-45FFA7EC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6879B-B470-42D4-BD4F-3365487A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804553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D9349-BD18-4153-B03E-A528E333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F2E96-1DC7-49A4-9CC3-597ADAE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9AEEF-22B8-4178-A69E-A5D1D04D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A3BCC-3AD7-470E-9F38-326587DD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81A20-5209-49E0-9CB9-DD1DFA9E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FCDBF-4A7E-4A2A-A9DD-A7CCF2B0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184FE-2C0C-468E-AC84-53B45544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14B79-F3B6-4824-AC1C-D6499842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State Executive &amp; Elections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85F5B-C69F-4B11-813E-D4E3C9F9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5F3F2-9FBD-4C3B-99B9-3E0548BD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4CFAB-5585-4ABD-A389-688FEA8E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Provisions: State Executive, Election Commission, Electio...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8BBF1-A85F-4442-8000-BD08097E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B254E-9F73-4474-A72B-D7CE56FD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D0F64-18BD-403A-9E53-72D76AC9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Amendment to Constitution (How and Why) and Important Con...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2E447-5FD4-4B3D-90DD-C4E74CF8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5E450-FAE1-4A29-B68E-3996CB56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C6438-2F7C-4571-A4FE-E5F7DA90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Emergency Provisions.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8A297-E89B-4BFD-BAD5-394C65AF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B0E1C-DC50-41B0-A5F6-78EDE707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4B9B1-F0AA-45C3-89FD-BDFB7744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591882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28AF8-2387-4C6A-AE04-67337BBA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EAFBB-AD52-4EF0-8B76-51AAA9B8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0E61B-EECE-41C7-95DD-B20D61D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B62D2-4A17-4E53-A7D5-BB26B41A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60FB8-AD21-4225-A70B-C00BD884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27F74-8778-4FE5-A4AC-29A5F0C1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Executive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112D5-4C61-42DB-8E3F-6FEB3A75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AE9D8-8E0C-4C51-A6D3-8555418F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Amendments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6BD73-9A03-4924-960E-A9F43A4F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Emergency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DCA8E-D175-4D3A-937A-51BDFECC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Provisions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D7873-BC36-4B8C-87A7-F3F1DADB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65937-EB71-4C7D-B9D6-83E94C5F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C6C46-8627-4E8B-9315-1AC60A0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Electoral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5F9F1-A001-42D9-A314-2E23C523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Amendment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21A9F-8EF1-40BB-9D66-67CD4B6C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F3737-86C1-405E-A529-55ABC3EA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450848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EB595-B943-47A6-8CAA-F40BBA44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8FE97-6454-4199-9CAA-2C49339C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2A8BA-576C-4D90-8F97-B6F6BEC7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617F8-B401-4731-982A-38D40633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74DBA-FCE7-4796-A4F5-F44CA0A9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State Executive &amp; Elections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D68CD-084F-40A1-B809-85DD2664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Executive &amp; Elections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08D49-4124-4B5D-AC14-F59E5522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7E3C1-7668-40B6-915B-4652BAFF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46BFE-09DE-4255-A114-72BDE004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44381-C2CE-4B71-92F8-4397816C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1839A-7659-487F-B6F9-31E9BF37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BD859-F002-4D47-ABB8-23F6C14A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F3C8F-815D-402B-BCBC-A8A3A423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9BC54-6854-4325-B947-85E188C0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F8824-F081-44C8-BCAA-2CFB99E8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AA18F-292C-4A54-B478-C20DACE0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31396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8B9EC4-62ED-45A5-B887-1A38BF8B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1DAD5-7835-436B-B5B6-26E1BD1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CDB9B-44A0-4840-A169-E89AD9E7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999AA-7309-45C7-AF34-311C5400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2AC4D-CB8F-42EB-BB0A-7BBD940A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52474-C1E2-4F11-93A1-B964E09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F7B3B-7224-41BA-8DCC-F7173990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BA2F7-1F31-4D39-9061-43B22E8A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D7C8D-62A2-4E41-94E8-58C2963C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State Executive &amp;...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DDEC3-E09D-4733-8447-875EB4CA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11F27-58B0-4415-8F03-2B6603D1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34F27-5FCC-480C-9B93-12B7E946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State Executiv...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C19C1-E2E1-4129-95FA-F082AEAB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035C7-40DC-4D42-8281-70AA5B0A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9EF5A-C347-4776-8290-D1D61092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State Executive &amp;...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CA04D-290C-4BCE-8ED1-2FC81997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6A879-FC7E-4EFE-99C3-60E40BA9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1C040-5CBB-44BA-8C3B-791891A0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State Executive &amp;...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7CD6E-6023-45BE-9F5A-300F0641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C27A4B-548D-4EB4-A09F-C69E73C9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E0DF3E-5249-494E-9F96-9A365BF3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State Executive...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22F55-B13A-4FCA-9493-7ED24A63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E7AD9-2D05-401F-9B21-ABC7B8E8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689337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99642-2394-47EE-AFCF-7D06E3C1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3C55C-1854-466C-A461-2FE8AB75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2802D-EC39-4ABB-9B56-13AF50B4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17067-77E1-46BC-A4FD-0C64EE6D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58DC7-FD1E-49FD-9C62-1E8B5E38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13586-6532-4745-8F12-2E51D3BA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587D3-1375-4500-9BFE-9C682C82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412BD-04C9-4047-8677-960812A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8295E-AEE8-439C-B3D7-F7CA10FE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B5B13-F721-49AF-A151-1006E0B4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1A0D6-ECAE-440F-AA7F-98D0DB4E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E5CBD-AD2F-4655-9BA1-48C95FD3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83BEE-A430-45DF-B711-E1387623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24198-D17E-45A7-BC93-93C63ECC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EE946-5C59-42AB-9B67-3A68E63A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560540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64FD4-132B-46F4-B67B-20854BD0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52F8D-61D4-49A5-A11B-2EE699D8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323FC-0BD5-4E62-A68B-AD03479B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B1F19-93EF-48E3-9C83-823DB15D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2467D-0151-41C9-8E82-C85D88E5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EED60-CC77-4BB9-97C9-61E45A1B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State Executive &amp; Elections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FD2DB-D57D-447D-A723-0E150340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BB16B-23C1-4127-BEEA-AB5B0E5B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CF13D-CE1C-4F53-85D5-F1D92EE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CF55A-5485-4F5E-A94D-D0316C03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8E8DE-A817-4CDE-9C49-F3AF6EDA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288463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11A85-5722-418A-BA11-601AB98E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F5DCD-2F0C-4909-9E77-3B1DCBF8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AB48B-ADD9-443F-B326-D9A6CECF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B34C9-AC44-4EB3-80D7-B3B7388A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59CDA-AB43-4DDA-9879-F80AF783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Provisions: State Executive, Election Commission, Elections &amp; Electoral 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06146-6827-4D7C-A6B2-75F613A9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Provisions: State Executive, Election Com...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E51C3-97B5-4A10-B1AB-0F22BA85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84568-00A5-481C-8774-391A25E6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AB340-04F5-4637-AC02-557A3B43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6D5E3-E1C2-4436-B9BD-9968EEF7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BC44A-B8A0-4857-99E8-E59770D5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40565-BF93-4317-8B87-BE034BF5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7F2BF-D934-4545-A594-F78EDA3A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99C5C-1DF2-4B97-B6B0-63087215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489EC-A9D4-467C-B075-CEAA8A16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3B43E-6EB1-4E78-9A6A-C5317444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9326442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0241B-C70B-49E4-A3D3-6B06A3D8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8D950-AD11-4CE2-8649-F8DE7C2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83B5F-47E4-42B5-9976-D1DD331C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BE1A5-F742-45F4-8254-A1A078F1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09A80-8018-42CB-A388-839FE17F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D3B3D-0D2A-4BEC-B8C7-39A91ADE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8976D-58A5-4CAA-A412-BBBF558B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340EE-40C2-4DAD-8AFB-FCD12DBF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0C3F3-E097-429B-B036-A1AEE73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Provisions: State...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0F5B5-8723-4F48-8E59-3FDBF87F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1C68B-6D0C-4C73-AC76-6B8365C9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14C39-0535-49CC-93EE-0EB37DF0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Provisions: St...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DAAAA-A8B6-4F36-8330-6FA571C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7BBC1-A03F-4D02-A0E3-C5E13D47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0077F-ACC5-43B0-B0C4-28613665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Provisions: State...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FEDFE-726F-4809-AF09-5EED2352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C8B4E-F925-406C-9E40-FAC04070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5E068-45C6-4582-9AD3-99D6869A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Provisions: State...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3BBC3-681C-406C-A30C-5AD4F498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1115B-655A-4CEA-9D63-CF1F9A13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BD06E-3093-4A2D-8CDC-B96AAAA2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Provisions: Sta...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8279E-28C4-4B02-BD1F-7F72B241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EBB5A-A863-4607-B16F-89DEB81A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344366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E31F4-49E3-4ABA-907C-E8404E89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B911A-6C3C-474B-921A-0CBDA031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6F914-93B4-468B-8512-6A7B95DD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6A3B6-D495-462D-866B-B7837B2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56343-1B6E-4732-B460-391D9B97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AE7DD-9CB0-4972-85FB-070C3C12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0C8D3-FD5D-471A-A209-FDCF90EC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C3FF8-DAA0-40D3-8B68-C70A03CE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C5775-47EE-4137-91E1-F68B7B16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BCE94-A609-41BA-AA78-8EE2FCE1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E30E3-540F-4AE8-B374-3C39C223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F48B1-BF63-4DC0-8F70-00FABACC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90000-892A-48B2-B289-1CAAC916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E14D2-6407-440B-9C91-B00A7904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64CD7-046E-4508-98ED-DB8EC3D1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4670654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10D08-2E5E-4D6F-8C07-37BC6C9D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FE3C5-7B2C-4AA8-A261-EBF17BFD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9D2C3-FF2F-4202-B668-AF3FCB9E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07CF1-BE69-439E-AD32-2DE4DB15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5C225-DD83-4E66-B150-F17DCA97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5FD46-5D54-4652-8E5E-79E2C9C5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Provisions: State Executive, Election Commission, Electio...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9A970-F20B-49E0-B70D-E17D9359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A108D-31E2-4B24-8D5F-C0F1F4D6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9B930-94E7-406F-B2C1-9A82439F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E07FA-6DED-4201-864C-509D40F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F8905-E4DD-40F3-9372-2C786A17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875207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4AE11-2E50-43C6-AFC9-E054A695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CE0E8-53C4-4D2D-AA7C-54B8E8DD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C7925-9B0C-46D1-8740-8106911D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5AEA8-C39C-4E06-8AD1-3DF57A09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80115-02FD-4CAB-9A21-D417BEE4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Amendment to Constitution (How and Why) and Important Constitutional Amendments till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DC488-78C1-4D57-A024-BE8A6AC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Amendment to Constitution (How and Why) a...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B0700-7959-4266-B117-FD0CC4AB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BD81B-5B89-4B8B-9D66-B72635D3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98D31-ED87-4DCD-9944-CF6A7CAA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C16AA-771A-4A58-844B-0F5EE820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F177A-1853-4597-8001-F6CD091D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092FD-C1A6-4D66-AFF8-B9AE1319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8DF22-CFA4-405E-B84C-F8FEB85A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4203E-3E33-421C-85C3-81CE6B2E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A71E5-CFB7-4B7B-B55E-BF0D490B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24CEB-2AEF-4232-B7D1-AEB47B69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1555954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9E1C0-A103-4910-B3F5-FE9E6F07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DCEA8-1427-4772-A04A-EE64276F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6EAA9-4CE5-42E9-833D-344CA4A0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0CDB1-6928-46B0-99F7-2032251A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21CD4-B45C-4297-82DD-4DF38153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1210E-5B7B-493F-93E2-182F921F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6471C-950D-4B35-8309-CB9E48AC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E049B-A7D6-48D7-8FDF-2D2160E1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B1988-BFC1-4194-9846-BA9D2A1B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Amendment to Const...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43042-39F3-4B5B-B0AB-61954BE9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5784C-EA53-448A-BA97-8E1D9CAF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1FB0F-5B80-4F87-872B-C945020B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Amendment to 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F9145-DB31-472F-8EEA-7DD112C9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48352-181B-4225-90D7-735F852F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1B6E9-4800-42F3-9DB4-0E594B63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Amendment to Const...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85B33-0F19-4BC4-B008-E08ADD3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E5280-6F58-42CC-B0A2-C3619CA7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68EEB-BB4C-4B1A-8A73-FD1B09A2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Amendment to Cons...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80513-1C96-4486-9409-ED809257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EC699-5DE3-4FF3-93B7-2081894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80668-CA44-47E5-8384-6F8A7D4A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Amendment to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EA0F1E-B6C1-4076-AAE3-1164EBF4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3D06E-1F3B-4A3A-B134-950797D3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6386332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DE748-D85D-4E18-87B5-41EE221E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26A6F-A780-4856-AE6C-1A47832A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621B9-EC5D-4480-9468-03D30969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787C0-6C14-46CE-B0B9-044D8F09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3D374-87C7-4F1A-971D-96E540D2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F7E0A-41EB-44F0-A230-1A36B5F7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D991C-FF35-4D24-A52D-9C2D20FD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731D-2959-43E9-B5F9-412EA1FF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0988D-5C1F-42A2-8D9C-64D6062B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58BA2-F4C5-4477-BC69-988B4A24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D1E59-C351-4C24-A7C6-C331B707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FF939-4B17-4A7F-9532-BC027838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6C199-BEFC-4152-9B89-A5B24A07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6D7FD-9DE5-435B-9D3B-06DF81D1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CE643-D027-4CE4-A69F-8DF9E006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11508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981BA-8509-4315-9181-6327EB10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76229-F4C1-41C4-AFC8-277FC2DB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20748-00D7-444C-85AA-785FCDBA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75F84-1E4F-401D-9E57-53DCA1AB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36617-4169-444F-B1EF-CD46F097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DA5C1-B262-4E37-A720-29430A8F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Amendment to Constitution (How and Why) and Important Con...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37F0E-147B-445C-B35A-981556A8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05872-3D33-46C7-AB91-257A18C5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08D08-85B3-416A-B5CD-C5218F75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FBB39-75D1-40E1-B71E-CD68E1AE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C3827-8663-4168-A968-0ADD5C8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7518566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0D762-56BA-44BE-8733-90EF6B45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ED61A-50D6-459F-8F01-1644F379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2A948-AFA2-4BBD-9ECB-EFB5D422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0D93C-ACA3-4F10-B762-0A316706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F3FF0-F7DE-45A6-8CB5-CAF8EBFC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Emergency Provisions.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3093B-132E-463C-98A4-667D9207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Emergency Provisions.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0F646-ACB2-472B-9018-7665A9A4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80BFA-D534-4049-8701-79378D5F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A0C4A-E7F0-4AAF-AFB5-B795D567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4E21A-B8AC-4BED-AD43-2CE7B9B7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C88EF-D534-4BFB-AA23-F8B8F282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D5E1E-0CF1-4463-A7BF-D0479BC3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C5826-07E5-4127-9A29-0489EDE1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6073B-0650-4570-A239-F00DF550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EC177-17F9-4FD4-B358-462E1B34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D7936-D746-4E22-8AD8-6CEA244C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7901038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376F9-FB42-4B57-8FD5-A7208F15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51C02-4D89-430F-ACD1-D0FE578F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A34A0-5A1A-43B5-911B-86CDA236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2CC7E-2254-4E5E-8C3A-8474357D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F22CD-1313-4710-9200-AE87F2E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DEC54-7FB1-458F-BE1B-5ADCC94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37D25-BD04-43AC-AC4D-EF721E8A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86E8A-D2F7-45FD-BC64-881999DD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F5EC5-6ECE-41E0-A2C5-D9D33FE8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Emergency Provisio...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DB89A-7443-436C-9481-E3863DC8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69FC1-399E-447D-B330-69082B75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B0547-10C1-49F1-A101-441AB3FF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Emergency Prov...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B9AFA-90B9-4F35-ACBA-682EDABC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35AD9-E4FD-4323-9B70-18DB00F1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0DC63-CE9E-4041-9DE9-47CD9BD7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Emergency Provisio...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52817-304A-4063-B730-3A3211AF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66192-FEF4-428C-BF01-CFAF2C84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F343D-EFD0-4675-AF61-E421EB9B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Emergency Provisi...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99EF3-3E1B-4914-93ED-D8CC6663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E23AB-3FAE-4280-8388-DD9C9342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8EDEB-3D7F-46B1-A2ED-9E191D64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Emergency Provi...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76589-FF55-47C3-AF3F-A00ADB5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DC477-92DE-4FC5-AF05-91C20A87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366697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4F77F-2FBB-4DC3-8D0E-96359654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C9748-CDC2-4A01-ABD7-42AED80B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E5731-4D22-4E64-B6C5-E44531E3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9B2D3-0F87-44D6-9732-75C60CCA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C6FC4-8C41-4345-AD90-7ADA75AB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66021-E6B3-49BC-ACEC-E64C8245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F6AFE-7FF0-4BD8-9E79-6BAC58A8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81B6E-52D4-4D5C-A40D-5B36CD3D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1627D-A16D-4B48-8B19-B5A00138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45398-96E5-4AD1-A8B1-12FD8FC5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20750-5F01-464D-96D2-A879ED5B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9C755-9260-4C22-BF6D-5999F170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BB9E8-EFBA-4723-A9DD-4B401B85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5CB75-B98E-48CA-91FD-388E1CA6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AB28E-CEFA-43D4-8318-B2267173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5498837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24E30-FD5B-4AB8-9A8A-6AE96F38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92B63-A3C9-43D5-B1EC-EE2D880E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5EAC3-A32A-4B2A-8646-F7626CAD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EBA92-C161-46AD-9511-2EB55FAD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8111E-869D-4842-975A-57DF601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8123E-35A7-4498-821E-679FDB01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Emergency Provisions.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02881-5FB3-4D0F-BDC2-6EBA21A2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C8C45-8D63-4B75-9AA3-CF4269AB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84469-CCA1-4047-A6C2-3361CC44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83F6D-18EC-481B-8768-15A88E92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F314B-0869-402F-BDC5-3C367B56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441958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ECB8B-5DA4-4A7A-8BE5-6BED6C39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95DF0-5CDE-4107-8734-BB842820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22BA0-D7FD-4126-BA59-7EBAED93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1D5BC-1025-4142-9DC2-DFED8309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74385-2182-4738-9C8A-0A7BACEB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92A40-CF35-450E-9AA1-C532D1B5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861068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CF0C4-6552-4656-8022-B4B0F8ED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70E55-170D-4F89-970D-E2BCA159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3418F-1C79-4FB9-8FEA-A320C17D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D2B64-D987-4785-AD89-C31A5DB2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63039-ECF3-4C24-8A67-3910E18C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Executive: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Amendments: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Emergency: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1A359-17B3-41FC-981D-A800F512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4746869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1D830-4BD7-49EB-B640-EFF16B2F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B5FCD-8064-4818-92A7-9FDCD7C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6430E-BA6E-4FB8-AEFD-56CE94ED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FDB3B-7643-4432-910C-0AD0BE0F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DFC99-9568-4698-9EAE-4923D0D5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7E1A1-B54C-4B15-BC28-FA07AE65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9769983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8CC52-87B4-4840-8155-7E426D3A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ADB54-CC67-4612-A4AA-0F401808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8A263-1855-4779-8C1C-38EEB991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88150-10A4-4E59-BE2E-FB5C49B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D7DA5-9CA2-4C3C-A176-A1B0FF33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98833-5A8D-4E34-9F2E-738E60FC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4274253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7F891-4304-4778-B749-4779D0D7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E66F2-0B57-42DF-B438-3B87A5C4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6A787-7F8B-4FEF-81B7-4E170FFF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6498D-7C44-47F9-ACC9-0DF4697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EF3CA-49CC-4269-A8E8-2D3D7DF2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State Executive &amp; Elections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Provisions: State Executive, Election Commission, Elections &amp; Electoral...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Amendment to Constitution (How and Why) and Important Constitutional Am...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Emergency Provisions.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D4FFB-F9EB-46BA-9A69-9AE79CD3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16D5B-A594-43D4-99B4-53FE0215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0C4BD-2886-4CF3-81DB-5773AEC1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901997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B9588A-0063-46C8-A123-9A3F1FED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E6E97-79C8-4972-8E7A-B1376ABF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Provisions: State Executive, Election Commi...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FAEF4-8512-41F2-9F01-0A7AD137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91F4E-BA59-456A-B911-16A1B344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FF873-DD27-40CE-BDCA-9D602F4D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B4242-EFCE-4F71-82EE-E07F933B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F4D5B-ECA4-4D3D-A802-49E50A59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CD484-2C2F-4766-9C98-A7218AC7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A8FBE-2AB6-4C1B-A0C7-740A1D30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23D43-E825-40AC-B141-4D86A7C2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A6CBA-7781-4A6C-952D-F8B06FF6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8FA48-56A4-4531-9756-A18806A3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8E6BE-AFE8-4E8A-A3AA-C6E36DD1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CE804-1E2E-4F65-8087-3DAEC194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B7F85-E6BF-4061-9C84-CBA7F884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23409-9500-4506-A99E-0AA3CA00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4B753-9531-42A8-B7CF-FA274D15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CE933-F57F-4A7D-9131-9BA87137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6FC7A-3342-4761-9351-4850D88B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64ED8-18CB-48B7-9EA4-668E7A96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1440A-E0C4-48B9-A256-68FAF155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A7266-F09B-489B-A3D9-7AF6C091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8E40D-F159-488F-A4CC-393B563B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096BB-C2E0-44E6-86A8-BAB84382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3BDC22-EF05-477A-9145-F404C75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6D6077-03D9-4D21-8706-A8B45CEF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9B0770-499B-44BE-A40D-A6417AE5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612998-8660-45CB-A9F9-577C1DD8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2FCE8F-A8E4-4363-AAC3-91B8DA70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EEA81E-D98C-4539-8794-2FE3078A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50D3F-E6B5-4C59-9006-64824690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E1CCA2-4FC4-4EB8-A249-2390CC05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762129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483539-399E-4493-A120-242E4508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9B2AD-8E7F-48F5-98F0-05E0B60A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Amendment to Constitution (How and Why)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36E5D-BDE2-44B9-81FD-7520F14A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2A8DF-3632-4FF1-A3D4-EF5BB98F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99E9D-77CA-49D9-A465-FF1F860D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75A96-2C77-4FA3-B880-015FFA8A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CCB09-AF2F-44C1-8FB6-D7C6C31B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34CC7-CC99-428C-8BAB-F1FCCFF8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8C775-3C63-475A-A68B-9DBF0F0E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23DD7-CD6F-4EAB-99F3-71CB6057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0EC77-DED7-45EA-BD23-3FC0C6AC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12EC5-21CD-4E0A-BB4B-AA14242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F4A2B-8C45-4F85-8469-33FB8501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AB6B5-8AE2-4ACA-A5A7-C46633AE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FE678-ECAA-4DD2-A474-A06250D1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8574D-D4FD-4541-84A1-2D3FA371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15A36-E449-422D-94F3-B2850908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22246-438A-40F7-80F0-82FE2B54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D54F6-DE55-41AD-BA2B-D498EC1E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78A7B-CF2B-4F3C-9827-88F665B8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21E43-D96D-41AC-8D1C-5134142F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D209E-CC97-4704-A623-ADD54C67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D44EE-58AB-42DA-89C2-D0FFDE2A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BC4D0-FAC5-4A93-9553-5657B3E7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7499C4-A69E-4216-B190-72B19B53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2975D-E6DD-48E4-A909-20884103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15433E-2026-4315-AB37-BE44FCF2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96D20-F53E-423F-9649-209D159F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8BCD62-DE69-4420-BEB6-463036D5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26D979-0EBD-4D32-BDB0-38226C87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ECFDF5-5C5A-4CD7-B32D-25E4C56D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A5F66-BD4D-452A-BE08-4036140E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693042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559EC0-2D34-4886-9D9A-788AAF3B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881ED-8A21-4DDD-8D73-9A3148E0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Emergency Provisions.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01E28-2F01-406F-B2DE-97741C2F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FC498-DDC0-4052-BA67-A30B73E3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DE749-5512-4162-A93E-FD9124E6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A346F-5715-429E-8C2B-43BE0B7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BE5BA-6CA9-4764-BC1C-EC6F832B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70F3F-92A6-4066-ADF1-7F17D297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0041F-FCEA-4F9E-8A68-10C71921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6FA1B-C782-4BA0-A9A3-7F994171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08BE3-AE86-45AF-B140-6AFAB307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709CB-C57A-49F9-9B45-D66B04D3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07464-04B2-4B40-94B9-F9C2545C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15EEA-8E2D-4CAD-9058-8FDAF526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26A11-55B9-4D2B-9A0C-7E6134BE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984F5-8DB7-4DD0-A01A-E526D17B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47BB6-F095-4C19-B9DE-03B70C05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9AFAD-815B-43FE-9A99-FE035594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9759B-F7E2-473E-A47A-984C691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CDB26-E8A6-47CE-AAC3-895A1961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66612-FCB1-4CDD-8ED9-7490E059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A3043-84F2-4FED-A86C-8A75A903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FCD50-E921-4F74-8A93-CA64C4C1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CF675-0390-471B-8E6F-34CA7046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C52301-DCEC-4585-9424-6EC6D480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6EF986-2FC3-4B4F-BC1A-D2FAA24C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043569-2F44-421E-AA59-6BE81CBE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AE289-54E0-4289-8896-58293712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5007F-40BA-4AB4-B653-D6B91851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F28617-576B-45A1-BDBC-604D5816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F1186-461D-4D3F-87DB-165F6C17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42082F-B4F7-478D-A414-07385B74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01158353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DEC4E3-65F4-4E84-B0B1-565DC8EB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A59A0-3152-46DA-A139-46E81EC8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State Executive &amp; Elections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488BF-734F-4B2C-81FD-70277FE9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89E1B-D607-4538-A3B4-2902106A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C4E95-5FC6-4F95-804F-EF607E2C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9F2CF-1AC9-4F28-9BE1-9A0E78A7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E62A6-8AD1-473E-8618-E56E4FAD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22F80-1105-4B90-A75C-6FF71E00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DF8BA-5B8D-4F5D-A400-4C30B964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512F2-685B-4986-8C89-F2C237AC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24511-BD16-486B-8CFF-940960AB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92295-DE40-4A14-A9E8-84B6FFA0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959B3-62E0-4A9E-AE26-E2F8EE3E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413EB-9E26-43C6-A944-5460AB46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AF226-EA4A-424E-A943-C6A2A31F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D80EC-F610-4A36-AB08-D69C9DD9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6A28E-79CA-42C5-A306-A7767631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BF84C-41F0-4F4D-A451-2B4C16FC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02034-096D-4AAA-88E8-50E3C12A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08E76-750B-4D0C-AF66-D0B21B6C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703D1-712B-497C-B7D9-C20EE14D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9B57A-47FC-4866-A626-AB84AE43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67262-A18D-4F76-B806-51472B83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B024F-6A1A-4317-9EB5-0D83F3D4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68B54C-B56D-4B4C-BDA8-747A9B78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904A7-7CE9-444E-A8B2-0E55B8BF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759F47-4A96-4A82-9562-BB22B593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25F319-69F3-4F94-B337-8D4DF3A7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237D9C-5492-4E02-BC28-92CFAC98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2A5A40-4FD8-41B7-AA7D-A35F77A3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C27DCA-D153-4740-A8CB-A196DB85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47B68A-C091-4CCC-8CEF-CC137B72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679646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7D709B-037D-4CDF-833F-A1F34DC0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DB529-776B-4B43-A05E-890164CF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Provisions: State Executive, Election Commi...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45931-A071-4897-97A0-01995E9E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680A0-0675-480E-86D4-9B8E24A6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59478-1418-4010-A1A7-4637C719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D4D8C-3FE8-4F5B-A610-D458F80A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40645-3E85-411C-A8E1-CE28BD9F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75ADC-DDA0-4429-A558-A00BB082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075E3-1F7B-4D99-8108-78CA9FAB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471BD-0C16-41CE-9CE9-86C68801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AA1A5-6401-4517-91BA-639D98D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EFAC2-B5CF-4E5E-99A0-D27A435A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004BD-4621-48D0-8C60-27E6C0F6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791E5-573A-4620-BA31-741607BE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83654-D9F8-4BC6-8F6F-C008DE05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5D889-1680-429B-8423-BF63A66D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90036-246F-487A-922A-92D612B9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5C29A-859B-419F-8130-621CFF4B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AC60F-D046-478F-8B93-F6B5EF3B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44C7D-F216-461A-916D-A076725C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84272-05EC-44D5-BD0E-F6C8FCD2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075F2-AF6F-4326-B2A5-1F4F3F4D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590AE6-4E0C-4042-84A8-C67F4FC7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FAC1B-2756-445E-A7CA-92CF3DE3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E0113-5BB9-4A36-9400-719ED2FE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CD105-1429-4840-8AFB-0D308A84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79D805-82EB-410B-8DBA-942547BA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4DDC9A-4C5A-451D-8269-35902F8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DF62EB-3B91-4B8C-83A0-54126038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5756E2-3BC3-4EE1-89AB-4E257BF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A841AF-FE2E-42F0-8D8A-D3238831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DE0906-A256-4E6E-8010-82D62A51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738216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A213DC-0B7A-4C76-9BE2-03299B8C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658BD-61AB-4F5D-B805-6AA80918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Amendment to Constitution (How and Why)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AC3E6-E83E-4F15-8C9E-51D6038B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39290-3514-4E87-9DF4-6539D7A0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23AFB-D8A9-433E-B8BD-6FFCB9AD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66E0A-3CF4-449A-8F76-C30EC444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7AFF1-8536-4635-80A9-1FAC22E6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1A91D-2A07-4B49-8550-3FFCB9A6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899EC-8815-4590-AD23-90E42D62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5B1FE-6CC1-4CF3-BF8D-8415F1E2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226A0-447E-430C-AB39-9856F439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FC42F-2471-4D44-B0E3-EFF48721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D2782-6C5D-4285-BED2-4F9ADD8E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84653-A8C9-458A-8562-D98F4E71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DE878-FC0D-47F5-999A-22BA0DC5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4176B-1B24-407E-AC55-BE909382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06D3C-F53A-4AA7-BB47-1D4801A6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38364-E67A-4E0B-9003-723D12C2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36372-1F49-49F7-8886-FD3458FF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711F9-4094-49E2-A586-8BBD04F7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B7977-534A-4D97-9473-519FFC34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6FA43-8322-4865-B06F-61DD444C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23AE3-1AAA-4181-9A25-EEBC5BC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018138-FD86-4C97-8569-DDFAD220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6A13D-54DD-4A4A-9A37-A8BECBB8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B8D76-D2AB-41CC-B404-1B3324BA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E8739D-7C74-4B3F-881F-BD28E522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740749-BEA6-4F0E-9D14-61D38937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E4DA93-5B7C-4040-937A-266B19C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791F51-51FB-4277-90EF-1A7DA49A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FFE73-8B31-4428-8F3D-7E2E6BE0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86F958-5AC2-494B-9445-92DE94E5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633634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4D4E98-E2C4-46A4-A132-40394BA2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FC39C-E885-401C-8F60-3256A7F3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Emergency Provisions.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84BCF-5E09-40E7-9137-76A91A72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4A1A8-AA03-42D2-BBFD-57DF3D23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C86D5-28C3-4A38-9F59-6C4EC636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DDCC3-5ED3-444B-A209-0B0F33FE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BD23F-630D-4F40-BED9-53151148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53678-B96D-4FE4-8E42-BFFED3FA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73DF9-4FB1-461E-BB27-21CC546F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71745-0DB3-4EBA-B26D-BB98BB62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6B556-922B-4E7C-95D8-2125AEA4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B5A97-1F47-46B6-A70D-2B76AD85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7856D-86EE-4936-B1CA-E708B6AD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4CE50-0827-41CD-95DF-C6189D65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97056-7E8F-4C25-868B-DFF4F5C3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5C60A-6F17-4157-A0EA-131AF6E3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C72B3-E1A3-421F-B961-3CEB8C8E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876B4-F9E4-4772-A8F7-AD652AC9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DE291-6CFF-4F62-94CA-FB9AB845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144A0-988B-454E-9A4A-A7AB3D62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9DDA2-D6F7-482A-8025-69E249DF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9BA67-F88E-4588-8714-BC31A7C2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861EE-5F91-4BAD-8BD7-80784DB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9B45D-E9A2-4ED5-A395-B1C91C5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75A70-C596-444C-A5C2-6DA8865F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AD32F3-4B02-42F2-BD39-51BD4149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B7752-32A6-4645-920F-B811F9C1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F41B5-F073-476B-A0AB-F139D25F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39AABE-F407-4F70-A0A5-5FF325B6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CE81EB-39DB-4EE5-87FE-51F805F2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A5530F-3A94-4D3B-AE95-9E921CA5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56CA8E-C672-4FFE-8C54-9941AF6A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9619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5EF2BB-A1FB-4748-BABB-1A686789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F1516-6949-45FD-9AEC-28B3BCDD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State Executive &amp; Elections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A225D-EBDE-45EF-857A-0868AE68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49F90-E186-4941-9078-9B3C7F4C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EA4D3-A045-4DA4-8341-D93F8BED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1C49A-588F-4CA1-9C80-3F8681C7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94600-DE44-4991-89BB-FE6E6B92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68CCC-6DB7-4E67-9540-CFC2E602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A0FF-FBA5-4D65-99CB-2880DA4F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8B16A-5B08-40D6-8FB6-C77F9D9A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F5967-253A-4817-9A95-AF744BC7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8BAA1-CFFA-4DAF-853F-98D788BC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D090B-D13B-4235-958D-EEB0B85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E8091-5110-4A9A-9740-136D3FD9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99BB5-0F56-4673-9F08-91427C0F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69308-2C33-4B21-9428-9C3ABC82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299A8-A081-4545-9CAE-9CF7830B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0D969-E168-49E8-B856-4F284A1A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855D2-1079-4E12-89FF-E8A4FE20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2FA7D-833A-43B2-B32E-50604C5D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9A3F4-1305-4255-82A8-CC02DDF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68B5E-EE77-4264-8127-324A1836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C3A4A-9B30-4B57-ABB4-2C0DE074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5F7214-D658-4047-9115-BDC6839B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3A7C4-27BA-4E23-8482-3C58761A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A1CA43-4AA3-489F-A65B-348CFC18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0F0D1-2E12-4B6E-BAAC-B92372E8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9F00D9-8303-4169-ABF6-395E2EE9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35140-998D-4B72-ACEC-163E18C7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F0BEDC-B12A-47A8-971C-8819D19C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D26018-AFBC-4498-9859-8D9E8C95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46909C-DA97-4F16-A37E-81F0D825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74771623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F31C73-DE48-4BF3-8342-D57CB139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67475-3176-4EA3-8966-92EA54EC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Provisions: State Executive, Election Commi...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6379C-9800-4D0A-9046-DC748E5E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C88E2-57A9-425D-9ABF-B8E40DC4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9F795-06FC-468B-B711-32614B6C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F8A67-D19F-470E-8AC3-8D13D994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094F2-AC6E-4DF2-8131-6F2D2582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B6791-0941-48D7-8FC2-2F9F5B58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1237E-09B0-4CE4-869D-52A77EEE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63E3F-268D-489F-B8E4-24E5945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918E6-5762-4F2F-90F4-750F2735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E60D4-9B01-489E-80D3-0A660568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E6055-892D-4EA0-A95B-B47CA91D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30712-A58C-44F5-BF03-99376F8B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DAD67-8C0A-4C99-943A-4861DE84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1EAAF-54B2-4353-9F50-47E6E60A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CCBA2-74DD-40CD-8A80-C4E2C808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9C8C9-8BA2-49AE-BF52-0BF05D76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8A04E-3A5C-49F0-B5DD-E5E9315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6F368-A9A9-499B-88CC-7D17D343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F3EC8-8048-4C1C-A6EE-86B5CDD3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AC958-2B41-4F4F-8971-34B04846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1BC5F-70D6-438F-B99F-FF115A3A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AF5261-4C59-49E4-92DA-37C2A0E1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3E83CA-C377-4893-A2CE-693F812D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D19AA-DA4E-4BF2-9C66-376DB21A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8C9E9C-BDDE-4AB0-8D87-E8300A19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1DE98C-8F68-49B4-AEED-9E3198DD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1E1B9C-A65C-42C0-859C-FBA9ED3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2F53AE-80C1-4329-A793-C3BA8AED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9A7548-903F-482F-8E24-4465D55F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DA08B9-34BF-4BE4-A0D3-A37396B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8120810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688723-0D9B-471C-9B0D-3B4172DE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AC244-9ADE-48D6-B733-72611988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Amendment to Constitution (How and Why)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0A4E3-E69C-4EAC-9BF8-98A034F5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3FD0F-8285-4A9A-B7E2-92723F6C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1F88D-ABB5-44F3-ACEF-9B316272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9A93B-D746-49EF-911C-5807E4A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74AAB-57C7-4EBC-AAD8-D7730FF2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A239-9CA6-455F-8788-B99BDE7D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49F1E-D041-4C1F-AA17-87D89C75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83F17-DFC6-4FBC-B62F-EFC93F7D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2C619-6941-43EE-970B-CD0E7452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B5F84-A4E9-4805-B388-7F9E05F1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3664A-80A0-4D17-8236-67F64124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53B0D-A04B-417F-8856-2D3B1E76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4FB81-6DD3-4EEA-9771-83932578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E2C8C-F825-4F65-8213-5CB5AD7F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A7706-6292-4DF9-806D-BFBB710B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B57E0-E19A-4FD5-83AB-7C65AC01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A0FB7-511A-4777-83EA-F4256407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8E666-FAD4-4E71-87CB-A5B004AF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37A6D-5A51-468B-BB0D-69018B41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212C9-2442-4884-93E7-F903FCD7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4DBFF-A7C6-40DD-A70C-B0E28D49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8A1DE-026C-4613-A28C-9914BDBC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894A4-4FDF-4371-9F9B-92F9D0FB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0CB345-4BD4-4CCC-A93C-C894C768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BB865-3737-4210-B0E9-CA9C1E38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21597-71B6-4C01-BB36-EC222BB7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12589-D9C8-4A40-AC07-9AEA49B6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983268-4801-4C85-BF01-9BC6DEC7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556585-D073-4D6B-8B6F-C0E08C6F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C838E1-5811-4542-9E0B-F22770AA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53406965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69314A-5317-4562-9B61-23BF5594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8EC98-60A1-4027-85E3-4892F677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Emergency Provisions.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658E4-4C03-4850-AB70-8560FEDE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FDE38-7CC3-4DB2-879F-697B4096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74687-0F1F-40AA-B751-B676CB80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B34E9-9991-484F-9377-31B52CA4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34168-CF64-4EA6-91AE-E16D3BEE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2C88F-A038-440E-9BBB-22F3D158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BBB17-B480-42D0-90DF-26C81DB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2CF0D-453F-4148-81C3-63C1DEC5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EA783-E07F-41D8-8984-78A84B82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B1073-0A79-4601-BE70-BC2ED85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166F0-1E1B-43EA-B73D-FD20D2C0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BFE7C-99DC-4A2B-96DA-B9F87B9C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525DB-7673-45BC-B8FC-F2B34A8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F1053-E6A8-4695-AE4C-8CA838A7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7CAD7-FD2A-4A95-965D-F77520B7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2F567-42A4-4F14-9198-1B0FD3B6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A1ECE-C37E-4429-9DC6-1083CE98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09F1E-D421-45CA-8EA8-A5915D04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EC4D8-E8AE-43DA-A642-EBE1E95C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F45BA-4480-4FDF-BE63-A5FAD94C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EFB29-C45D-4F49-AFFF-3CD4357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7A948E-7004-4E97-B630-78BFBA20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77585-DD20-437B-AC55-AFA9B6CF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C531F-BC2D-4B08-8B8B-BD9662B6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48465-41D7-4AB8-A75E-B9977DFC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C7F942-AF85-4CF8-B3BE-0D49D4B7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CB3715-C342-4B07-A1D5-6CAD3F80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1C002F-A3D3-4003-83FA-2AA9F768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B5AF44-C2F4-4C96-BE48-D18B184D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8DDDF5-272B-42C2-8E2F-CB4D5782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464160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936E8C-4FEA-4F82-B29F-AA7058ED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B6F06-55A1-411B-B4AB-10D59ED7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State Executive &amp; Elections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14FC0-39EA-4411-9B8C-706AFED9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D1563-D3BE-4353-8034-5C87B23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45F4C-B8E7-4E19-BE82-F6A3E263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2A63E-E456-4BDA-B224-F92AB4DA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113C6-DEDD-4F4B-96AB-B2CF5E7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764F5-7DC3-44A4-97E7-0EF39AEC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4E42E-2898-42B3-B684-BB479160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C1D7A-330B-4C76-B5D9-73FB37B5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1EF04-3FE6-429E-AFDE-A30B0E58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72705-1E59-4495-8725-D33DFD66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4ABA9-21C5-4F94-A6F4-16DD3C49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48D77-2B75-411A-A7E2-8A28EFBD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0A9AA-10AC-49EA-844F-64D3A498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20205-F762-4AE1-9C29-E8B29C64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0352B-FDD1-4D90-AF06-19642287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ECFE6-0E0B-46F5-8E77-53597EB1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F9E2F-BFF6-4576-A0F2-90E10545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E93EB-AACE-44D2-9C44-D0555317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49293-450E-4E2F-B327-22908F2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B197E-B194-4817-A104-AF9E4820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4F254-B0B2-4F1A-9DE0-07433DE5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B5293-2BC0-4F50-9F05-082FEBB7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7B5569-ED82-4328-A5F6-805E4EA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65BD9E-0F1B-4F12-9441-FCC511A7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C1EC7C-BA0E-4018-8A6C-75131F6A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F0A8A-EDFD-43E3-8FE5-DA661761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ADC536-586E-432E-89C8-F27DF57B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5F42F5-6E0A-4C2C-B58F-E733E3D6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A3DA7-E4B2-4715-AC44-7D27F08F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F83C6E-BBDD-4D2A-A4FA-4188C361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71196157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D92D7-193D-411C-A737-3491A390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3CE69-02A6-43E9-B2B3-EA86D9ED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Provisions: State Executive, Election Commi...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E5597-84B8-436B-8295-8BC14770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D48D1-33B2-4B8A-940D-768A41D3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4D61C-8531-42AB-B7CE-5F3FD821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E7DA4-CA35-43FB-8E46-2E020039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93E3B-6053-49ED-8DB3-1EECF7DE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8C884-2A21-493B-BDBB-0E45E8B9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2DFE2-606D-4F72-8A01-A1A07D72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41611-DC1A-4CE9-8CDE-29D327ED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45B7A-4EF5-4564-82D1-9B9E1A5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B1358-F8DF-4FE7-A433-7590CD7D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73950-1ABA-4E84-9910-E2807BD0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81B59-F09A-49E6-8A45-CBBA0F49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7D673-07F0-4018-9797-1DA98BEC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721ED-D572-4DC2-9D70-931ED2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96FA4-9E20-42EC-9C09-3BBC1F04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587A3-C943-48B9-B881-433ED7E5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9738B-BF1F-4C49-A149-CE260641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D8582-7079-47BF-B292-788FB186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457A8-CA86-4BAF-BDA6-8B840956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3EEEA-012D-4050-AC41-E9811212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0A713-B745-4CED-923C-FA6DF96D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31192-84F9-4D92-A211-5E77C1CF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547466-4DEC-4031-809B-FE37EE30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7D73C-EC89-42E9-BFB2-E37EAB1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0D43D-0C8A-4C5F-9A70-C9663A07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19195A-0BEA-467D-8372-BE6F612E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A31D14-1BF9-45B3-B429-2090A8C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640908-8330-46EF-B239-9CC8101B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C3D57D-0C4A-48B8-A6B2-709D698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68953A-6EAA-40E6-9816-3E74DA9F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907322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9C591D-C4D9-42C2-94FA-062A57CC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E97E1-96AB-49BE-8B2C-BE894EB7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Amendment to Constitution (How and Why)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2694B-D703-44FE-B3CD-B01CAE3A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71886-2CB6-4D3F-A0F7-F7E4F6F5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27635-60C1-43C5-92E8-89F82A17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44471-E4A7-4A98-B327-1801EB06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0852F-5308-47DE-AEC1-DE8DB1C0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768EF-3F4B-41D8-9781-03FC79D7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91D24-C83B-4EA3-A4A9-C5306CB5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305E2-7986-4B91-BD41-42D5B58B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2F371-CBA2-45CB-AF47-56443728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4CA56-5E17-4ED7-8045-6A4A32B8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F2477-98E6-4F96-B788-2C571B97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00421-9DEE-4803-BB13-4D10CACE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7EF60-D575-42B9-8119-41E373CC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440AA-ECEA-409F-BCF4-E2BE1647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47E1B-D4EE-46DD-BDD4-FC71D70F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FFFF4-EF6D-4A02-A19F-028E626E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26C89-896B-408E-A413-917F9974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E8624-18E8-47CF-BB4F-4A5D8025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79ECD-0AAD-44C3-BC27-4DEE999D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98A25-8FE9-4308-A310-790FEFB9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32933-2FA5-476F-9F42-766F8F2A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544AE-B823-4ACB-B0AB-229F6F29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B67EA-FDD9-4E55-81C6-3CDDE9F3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AB718-14B4-4B7B-B875-9749C77D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93D030-D6E8-4181-9897-8771BF43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AEE81-8F02-4FB5-B0B8-3FAD286C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DF5CCC-1B45-4B91-9C79-DB8B6E06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F9B3A8-B083-4AFC-83D7-4464B809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2F90E2-0785-4572-8A09-CB88A8D5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FCAA68-DDD4-481B-ABBD-34E8DBF1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81793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2026-08-24T16:02:52.6890000Z</dcterms:created>
  <dcterms:modified xsi:type="dcterms:W3CDTF">2026-08-24T16:02:52.6890000Z</dcterms:modified>
</coreProperties>
</file>