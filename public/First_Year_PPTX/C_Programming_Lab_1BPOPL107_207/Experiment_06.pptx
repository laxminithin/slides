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b59c07311340be" /><Relationship Type="http://schemas.openxmlformats.org/officeDocument/2006/relationships/extended-properties" Target="/docProps/app.xml" Id="Red2e82d65c004d9f" /><Relationship Type="http://schemas.openxmlformats.org/officeDocument/2006/relationships/officeDocument" Target="/ppt/presentation.xml" Id="R1bc9f1f741e145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7fbba95c754be0"/>
  </p:sldMasterIdLst>
  <p:notesMasterIdLst>
    <p:notesMasterId xmlns:r="http://schemas.openxmlformats.org/officeDocument/2006/relationships" r:id="Rfc80f7bc55dd4c32"/>
  </p:notesMasterIdLst>
  <p:sldIdLst>
    <p:sldId xmlns:r="http://schemas.openxmlformats.org/officeDocument/2006/relationships" id="256" r:id="R2eac173f10334707"/>
    <p:sldId xmlns:r="http://schemas.openxmlformats.org/officeDocument/2006/relationships" id="257" r:id="R72c64371630042b8"/>
    <p:sldId xmlns:r="http://schemas.openxmlformats.org/officeDocument/2006/relationships" id="258" r:id="R3fa739ac198446ab"/>
    <p:sldId xmlns:r="http://schemas.openxmlformats.org/officeDocument/2006/relationships" id="259" r:id="Rb2ac3f35dd20447c"/>
    <p:sldId xmlns:r="http://schemas.openxmlformats.org/officeDocument/2006/relationships" id="260" r:id="R14a24d49ebec4689"/>
    <p:sldId xmlns:r="http://schemas.openxmlformats.org/officeDocument/2006/relationships" id="261" r:id="R3285119bdca845b6"/>
    <p:sldId xmlns:r="http://schemas.openxmlformats.org/officeDocument/2006/relationships" id="262" r:id="Rb25d6224afbc45b6"/>
    <p:sldId xmlns:r="http://schemas.openxmlformats.org/officeDocument/2006/relationships" id="263" r:id="Rd5853375a9244d27"/>
    <p:sldId xmlns:r="http://schemas.openxmlformats.org/officeDocument/2006/relationships" id="264" r:id="R3c8e7d912c1c4638"/>
    <p:sldId xmlns:r="http://schemas.openxmlformats.org/officeDocument/2006/relationships" id="265" r:id="Re31830c45b224b2b"/>
    <p:sldId xmlns:r="http://schemas.openxmlformats.org/officeDocument/2006/relationships" id="266" r:id="Rebd01c33d1a34c90"/>
    <p:sldId xmlns:r="http://schemas.openxmlformats.org/officeDocument/2006/relationships" id="267" r:id="Rffe3c603085846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fe47539e64596" /><Relationship Type="http://schemas.openxmlformats.org/officeDocument/2006/relationships/slideMaster" Target="/ppt/slideMasters/slideMaster1.xml" Id="Rc47fbba95c754be0" /><Relationship Type="http://schemas.openxmlformats.org/officeDocument/2006/relationships/notesMaster" Target="/ppt/notesMasters/notesMaster1.xml" Id="Rfc80f7bc55dd4c32" /><Relationship Type="http://schemas.openxmlformats.org/officeDocument/2006/relationships/presProps" Target="/ppt/presProps.xml" Id="R3703db6710734db2" /><Relationship Type="http://schemas.openxmlformats.org/officeDocument/2006/relationships/tableStyles" Target="/ppt/tableStyles.xml" Id="Rcee7087a94804811" /><Relationship Type="http://schemas.openxmlformats.org/officeDocument/2006/relationships/slide" Target="/ppt/slides/slide1.xml" Id="R2eac173f10334707" /><Relationship Type="http://schemas.openxmlformats.org/officeDocument/2006/relationships/slide" Target="/ppt/slides/slide2.xml" Id="R72c64371630042b8" /><Relationship Type="http://schemas.openxmlformats.org/officeDocument/2006/relationships/slide" Target="/ppt/slides/slide3.xml" Id="R3fa739ac198446ab" /><Relationship Type="http://schemas.openxmlformats.org/officeDocument/2006/relationships/slide" Target="/ppt/slides/slide4.xml" Id="Rb2ac3f35dd20447c" /><Relationship Type="http://schemas.openxmlformats.org/officeDocument/2006/relationships/slide" Target="/ppt/slides/slide5.xml" Id="R14a24d49ebec4689" /><Relationship Type="http://schemas.openxmlformats.org/officeDocument/2006/relationships/slide" Target="/ppt/slides/slide6.xml" Id="R3285119bdca845b6" /><Relationship Type="http://schemas.openxmlformats.org/officeDocument/2006/relationships/slide" Target="/ppt/slides/slide7.xml" Id="Rb25d6224afbc45b6" /><Relationship Type="http://schemas.openxmlformats.org/officeDocument/2006/relationships/slide" Target="/ppt/slides/slide8.xml" Id="Rd5853375a9244d27" /><Relationship Type="http://schemas.openxmlformats.org/officeDocument/2006/relationships/slide" Target="/ppt/slides/slide9.xml" Id="R3c8e7d912c1c4638" /><Relationship Type="http://schemas.openxmlformats.org/officeDocument/2006/relationships/slide" Target="/ppt/slides/slide10.xml" Id="Re31830c45b224b2b" /><Relationship Type="http://schemas.openxmlformats.org/officeDocument/2006/relationships/slide" Target="/ppt/slides/slide11.xml" Id="Rebd01c33d1a34c90" /><Relationship Type="http://schemas.openxmlformats.org/officeDocument/2006/relationships/slide" Target="/ppt/slides/slide12.xml" Id="Rffe3c603085846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deffb44f7f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198273a2024ac2" /><Relationship Type="http://schemas.openxmlformats.org/officeDocument/2006/relationships/notesMaster" Target="/ppt/notesMasters/notesMaster1.xml" Id="Rddfbca5a163a47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e607e5a444b9e" /><Relationship Type="http://schemas.openxmlformats.org/officeDocument/2006/relationships/notesMaster" Target="/ppt/notesMasters/notesMaster1.xml" Id="Reaeef589a41945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5642169edd4eac" /><Relationship Type="http://schemas.openxmlformats.org/officeDocument/2006/relationships/notesMaster" Target="/ppt/notesMasters/notesMaster1.xml" Id="R0e0c2638027e4d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9c019dfa04d4b" /><Relationship Type="http://schemas.openxmlformats.org/officeDocument/2006/relationships/notesMaster" Target="/ppt/notesMasters/notesMaster1.xml" Id="R927bd25a79d84a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eda50e08064af5" /><Relationship Type="http://schemas.openxmlformats.org/officeDocument/2006/relationships/notesMaster" Target="/ppt/notesMasters/notesMaster1.xml" Id="Rb8ef2b5fc1dc44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d3127f510a4a04" /><Relationship Type="http://schemas.openxmlformats.org/officeDocument/2006/relationships/notesMaster" Target="/ppt/notesMasters/notesMaster1.xml" Id="R1e2a3f947c92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c9f6fa1aab4ad4" /><Relationship Type="http://schemas.openxmlformats.org/officeDocument/2006/relationships/notesMaster" Target="/ppt/notesMasters/notesMaster1.xml" Id="Rf751d89ecb2445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9af402918a4394" /><Relationship Type="http://schemas.openxmlformats.org/officeDocument/2006/relationships/notesMaster" Target="/ppt/notesMasters/notesMaster1.xml" Id="R1b55a60fbbfd4d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82c2100ad14ca3" /><Relationship Type="http://schemas.openxmlformats.org/officeDocument/2006/relationships/notesMaster" Target="/ppt/notesMasters/notesMaster1.xml" Id="R7e8dd916baba43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662c32a556425c" /><Relationship Type="http://schemas.openxmlformats.org/officeDocument/2006/relationships/notesMaster" Target="/ppt/notesMasters/notesMaster1.xml" Id="Rcf78ba0d760447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919598a52145be" /><Relationship Type="http://schemas.openxmlformats.org/officeDocument/2006/relationships/notesMaster" Target="/ppt/notesMasters/notesMaster1.xml" Id="Rbeaf746b2d9c4b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97bf1706a8464f" /><Relationship Type="http://schemas.openxmlformats.org/officeDocument/2006/relationships/notesMaster" Target="/ppt/notesMasters/notesMaster1.xml" Id="R960a8d0ca0ca40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75db94df74f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73bcd93e5448f" /><Relationship Type="http://schemas.openxmlformats.org/officeDocument/2006/relationships/slideLayout" Target="/ppt/slideLayouts/slideLayout1.xml" Id="Ra910056369ad40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10056369ad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68352683d4b91" /><Relationship Type="http://schemas.openxmlformats.org/officeDocument/2006/relationships/notesSlide" Target="/ppt/notesSlides/notesSlide1.xml" Id="Ra407db12487f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28e1cb11a41a0" /><Relationship Type="http://schemas.openxmlformats.org/officeDocument/2006/relationships/notesSlide" Target="/ppt/notesSlides/notesSlide2.xml" Id="R29771904b00245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86f2aded04b91" /><Relationship Type="http://schemas.openxmlformats.org/officeDocument/2006/relationships/notesSlide" Target="/ppt/notesSlides/notesSlide3.xml" Id="R094c94d36375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2e495740b4573" /><Relationship Type="http://schemas.openxmlformats.org/officeDocument/2006/relationships/notesSlide" Target="/ppt/notesSlides/notesSlide4.xml" Id="R6a70a2c13db54c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807347384596" /><Relationship Type="http://schemas.openxmlformats.org/officeDocument/2006/relationships/notesSlide" Target="/ppt/notesSlides/notesSlide5.xml" Id="Rcce521ce9c2347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e12206674cd4" /><Relationship Type="http://schemas.openxmlformats.org/officeDocument/2006/relationships/notesSlide" Target="/ppt/notesSlides/notesSlide6.xml" Id="Rd09e05295ea848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b8fe3fa3c42f7" /><Relationship Type="http://schemas.openxmlformats.org/officeDocument/2006/relationships/notesSlide" Target="/ppt/notesSlides/notesSlide7.xml" Id="R57f5e206f51d4b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556181df349cf" /><Relationship Type="http://schemas.openxmlformats.org/officeDocument/2006/relationships/notesSlide" Target="/ppt/notesSlides/notesSlide8.xml" Id="R784b4bb5be6e47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92f71797d4690" /><Relationship Type="http://schemas.openxmlformats.org/officeDocument/2006/relationships/notesSlide" Target="/ppt/notesSlides/notesSlide9.xml" Id="R0c957ec7a15c4c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15a85ff3d45a9" /><Relationship Type="http://schemas.openxmlformats.org/officeDocument/2006/relationships/notesSlide" Target="/ppt/notesSlides/notesSlide10.xml" Id="Rc3e65e50b1ad4c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9f12330b14ed5" /><Relationship Type="http://schemas.openxmlformats.org/officeDocument/2006/relationships/notesSlide" Target="/ppt/notesSlides/notesSlide11.xml" Id="R5ec8c8690d714c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6d3ab05544f24" /><Relationship Type="http://schemas.openxmlformats.org/officeDocument/2006/relationships/notesSlide" Target="/ppt/notesSlides/notesSlide12.xml" Id="R1f8608fc10df49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D295A-A5AC-4D9C-B4A0-477D7CD0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C75AB-652F-4373-83EE-F766532C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Develop a C program that accepts a course description string and a keyword from the user. Search whether the keyword exi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F85B6-EFFA-48F6-A46A-812FC6E9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780AF-FF80-4254-B4B4-0B6C197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E9926-D3E9-4B5F-B1D5-8EE48760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B4E77-159C-4FAF-96AB-263E5B26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5EB0E-EB3A-4EF4-9EBC-52C52EB9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8BFA8-775D-47B7-BF95-518CFE51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0BC78-6D4C-4EC4-8B0B-8B7CC1A9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4AD93-C12C-4329-99F7-57E7E88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E4628-5D2D-4B2D-A72C-502D61E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66B97-3352-4114-BD7B-B27A771F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293A3-EC5D-4C77-8483-1393A14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61207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766C1-E46D-4CD6-A40E-8D4FC77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A335-94D6-4497-9A23-CF2FA824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382CE-F101-4BED-B33B-AF091B9F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2D44A-F606-4547-946A-72EB59CA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F8D30-4ECB-4203-AD67-05A19E3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Develop a C program that accepts a course description string and a keyword from the user. Search whether the keyword exi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F2D8F-7BEB-4F2B-B9B8-282DB665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256706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496C4-F14E-4D6C-9F38-87DEEBE2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071CF-689F-4FC8-BDA8-0425D433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EA63F-047A-4328-A5A1-055751D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4755D-D73E-42C0-827C-264FA04F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EFA16-7FE5-4B83-9357-F5811C4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Develop a C program that accepts a course description string and a keyword from....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E5471-500A-4883-9FBC-CC3E8D93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CA2D8-5F34-4EDF-8E13-A95C0170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C40E5-9B0E-4351-8D58-3C104FE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757CB-580E-4867-8A3B-640AEF2F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AD35A-BA58-4171-94AC-310DA64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6032F-81CB-4BEF-9288-5C8741E9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CA7453-9F00-408B-B26B-D08EBCA3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accepts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04922-6D42-4B4A-A287-406DF25B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6434C-0DB9-423B-8EDC-D3B67787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description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8A494-8F6C-4B32-ABAC-19230934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949837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536D5-BCA6-41B4-A29C-57D8A9A3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6C6CF-6C9D-4059-9565-DBF337ED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D3402-B93F-4E62-81D9-6724A1FD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A7C91-2C54-479A-842D-C36A93BB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8A133-E625-4D8E-AA92-8F58AD4F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F0AC-4EBD-434E-859D-32992D2C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109725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5300-32A5-48DB-8ACF-3BD7AB61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B10C4-4AED-4C89-9461-0B46FFEE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221DE-0DB9-4AFF-86E7-647FC8C7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914D1-4022-4509-98EB-7FB33C9D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F3254-1222-4779-B522-F0BB1746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F5B80-547D-4A21-AC0A-E6F22929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63945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54D60-3FA5-41CE-990D-594B4A7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30C9A-9DFD-43DA-87E7-EE783087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D2B47-55B3-491A-B3BE-33B4A7CB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B6157-2083-4059-A5EF-955D2299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5C4A1-241D-4CF7-8DE2-B2539A9F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4CDCA-51F7-4920-9C8B-7D3CBC90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EC91E-5891-4A31-9709-EDAE431C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BFB60-8BC3-4AA2-9B0C-30B177A7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B9B5C-0273-4824-A175-DC46F71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08252-B118-4B92-9159-31ED37C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FBAE8-D693-4FAD-9ED3-5142730A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E63E8-BCDF-4950-A9B3-9EB92988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5DF2E-C835-42DE-A4E7-EF2B7EA4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28085-8D7C-4DA9-BE82-74F909CD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C544D-26A3-4042-9EA0-06BB037A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90525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DCB29-CE2F-4D22-83B9-A55509CB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8D91B-EAE9-4469-85CD-F6CF821A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C2674-405C-4F29-BF92-DA7988A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56379-46C4-4439-8615-A0A9C89E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EA45-F7C5-43E1-BB57-3F01920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F2706-3EEB-4711-B45F-2BCD9970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6320D-A6F1-4D32-841D-E58365A2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81135-28BA-4FF9-95A4-8A8C9F81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576F2-BC2E-482C-A30D-287D0C8A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A18A1-ABE6-45B7-8C6F-348580C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D9D8D-F45A-4BE5-9574-9C411AB2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51BCE-882E-41D3-B566-BFD867A0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04752-F063-4B79-8D18-AA2F77A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C1F9B-8A88-4061-9E6E-CC5D105B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A0642-CB8B-4F0B-A950-0E83537A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87353-226C-40D7-9799-67DB2908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2B185-2B1C-4C6D-863D-0F7D994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AF01E-FE64-4DC0-AB36-D5ECE60C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B031F-1AF0-449A-A102-28DA7BDC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FD1CF-6E60-44F3-95A0-D493ABE0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D2716-1C4F-43A7-9F14-6DA77441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7CC5C-86AF-4B02-9F7F-AD0BD5A4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905E3E-4F26-4036-BE94-322EF662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94F6D-59E4-44E1-B651-EEB5603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139D97-98E8-4688-9AF6-ECD38B7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0499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D0F9-C073-4C7A-99A6-40461D2A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B977C-7BFD-4A40-B8F8-B30660B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F3121-FE3C-4DB1-BE83-6D13D551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14DF0-82CF-45F8-9435-99FED91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481A6-5A2E-44F0-BAE4-B20A1976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0D06A-1D7F-4517-9F63-6D22C12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6638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3394C-8ED6-42C8-ABD1-79267978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2788E-197C-4DBF-8D38-D049AE7E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00120-4789-4A23-A75C-0902E387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D190B-2787-4FBD-A7C8-4EEE9A09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FBF08-2DB2-427B-B6C8-A6A0AAC9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8E0FD-9E65-4D8B-9655-3EC9A2A6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972964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605E6-844A-4846-9DCD-AB8A9EFF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0F034-4335-45EA-BF36-6F4EB657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A234F-0673-40E0-AEB4-C913834F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9AC20-FB08-4829-9E5B-1D9D2433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7E0474-10DB-4DD0-8B36-A0E605B5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Develop a C program that accepts a course descr...?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BEC91-0B17-4DDB-A469-996D277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267331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8C852-5075-4E5D-BC99-05BA379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9EBF3-9F97-406E-AFA3-B893BB72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647E5-6BD4-432D-9437-643C9113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5EF65-E43F-4EEB-A0A2-7FA2D6C4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2B79B-BAFA-4839-BD7D-75317D0F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72D2C-8AEF-4F3C-826D-7B0DC249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891543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EF309-8459-4050-A8D8-1EBDBD6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D0A1F-CFE2-4F82-B804-B413992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ED229-0E17-4B9B-A07B-43DF6C4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F30C1-A884-4E14-81DB-2A40D67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D80A4-6D1A-44FD-900D-B71D36D6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73BB1-17E7-4136-9475-9D779F88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1C1A3-8C7F-4430-8526-8EB7334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812C2-AD21-4B41-BA3F-73D761D8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336AC-7FD5-4AA3-BA83-C97C24B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6FA11-9B18-410C-9E7B-0C45F084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EA384-353E-4380-9DCA-CED721D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C3B0B-A4C2-4F3C-AD70-8CC5A799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F9D63-C661-4090-A4E5-A22E0D14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7D16E-83CA-4658-BD62-DD3C1D41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53E04-AB1C-434C-98B2-986246FB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FE8A0-130F-4E27-81E3-4D6A5796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B11AE-9D5E-463D-BFF8-ADB1C1F8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DE65F-B27C-475C-B623-9143073A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8B4FC-8F6F-4675-B1F6-419AD894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C0F7F-E8B8-4DCD-9430-500E959B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F916F-0E10-4FB5-84CC-13F7145A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5185A-BDC9-4070-A1F1-8BF39921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F8585-7802-4456-83AF-7DD1C1BE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457220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2026-08-24T16:03:16.2820000Z</dcterms:created>
  <dcterms:modified xsi:type="dcterms:W3CDTF">2026-08-24T16:03:16.2820000Z</dcterms:modified>
</coreProperties>
</file>