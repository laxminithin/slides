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a31148666e4304" /><Relationship Type="http://schemas.openxmlformats.org/officeDocument/2006/relationships/extended-properties" Target="/docProps/app.xml" Id="R911731cf40914833" /><Relationship Type="http://schemas.openxmlformats.org/officeDocument/2006/relationships/officeDocument" Target="/ppt/presentation.xml" Id="Redfe84bd64fd47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9809ba37d34e7b"/>
  </p:sldMasterIdLst>
  <p:notesMasterIdLst>
    <p:notesMasterId xmlns:r="http://schemas.openxmlformats.org/officeDocument/2006/relationships" r:id="R2061b3a52e144814"/>
  </p:notesMasterIdLst>
  <p:sldIdLst>
    <p:sldId xmlns:r="http://schemas.openxmlformats.org/officeDocument/2006/relationships" id="256" r:id="Redab9aacfde540e6"/>
    <p:sldId xmlns:r="http://schemas.openxmlformats.org/officeDocument/2006/relationships" id="257" r:id="R7a7d3f0836624e91"/>
    <p:sldId xmlns:r="http://schemas.openxmlformats.org/officeDocument/2006/relationships" id="258" r:id="R494854a33db64c47"/>
    <p:sldId xmlns:r="http://schemas.openxmlformats.org/officeDocument/2006/relationships" id="259" r:id="Rd3f0f68587144c4e"/>
    <p:sldId xmlns:r="http://schemas.openxmlformats.org/officeDocument/2006/relationships" id="260" r:id="Re08d39b54dad4443"/>
    <p:sldId xmlns:r="http://schemas.openxmlformats.org/officeDocument/2006/relationships" id="261" r:id="R242edcfb63694b8a"/>
    <p:sldId xmlns:r="http://schemas.openxmlformats.org/officeDocument/2006/relationships" id="262" r:id="R8a8b2f9300294b71"/>
    <p:sldId xmlns:r="http://schemas.openxmlformats.org/officeDocument/2006/relationships" id="263" r:id="R873831fcba104d41"/>
    <p:sldId xmlns:r="http://schemas.openxmlformats.org/officeDocument/2006/relationships" id="264" r:id="Rf4c2c979b11e4367"/>
    <p:sldId xmlns:r="http://schemas.openxmlformats.org/officeDocument/2006/relationships" id="265" r:id="Rbfafc35b6ab04340"/>
    <p:sldId xmlns:r="http://schemas.openxmlformats.org/officeDocument/2006/relationships" id="266" r:id="R917c8cc2fd134af0"/>
    <p:sldId xmlns:r="http://schemas.openxmlformats.org/officeDocument/2006/relationships" id="267" r:id="Rb55053e09c4f4f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32157f93674ac0" /><Relationship Type="http://schemas.openxmlformats.org/officeDocument/2006/relationships/slideMaster" Target="/ppt/slideMasters/slideMaster1.xml" Id="Rf59809ba37d34e7b" /><Relationship Type="http://schemas.openxmlformats.org/officeDocument/2006/relationships/notesMaster" Target="/ppt/notesMasters/notesMaster1.xml" Id="R2061b3a52e144814" /><Relationship Type="http://schemas.openxmlformats.org/officeDocument/2006/relationships/presProps" Target="/ppt/presProps.xml" Id="Rae75c8ed91e84bc4" /><Relationship Type="http://schemas.openxmlformats.org/officeDocument/2006/relationships/tableStyles" Target="/ppt/tableStyles.xml" Id="R0135f839928f4318" /><Relationship Type="http://schemas.openxmlformats.org/officeDocument/2006/relationships/slide" Target="/ppt/slides/slide1.xml" Id="Redab9aacfde540e6" /><Relationship Type="http://schemas.openxmlformats.org/officeDocument/2006/relationships/slide" Target="/ppt/slides/slide2.xml" Id="R7a7d3f0836624e91" /><Relationship Type="http://schemas.openxmlformats.org/officeDocument/2006/relationships/slide" Target="/ppt/slides/slide3.xml" Id="R494854a33db64c47" /><Relationship Type="http://schemas.openxmlformats.org/officeDocument/2006/relationships/slide" Target="/ppt/slides/slide4.xml" Id="Rd3f0f68587144c4e" /><Relationship Type="http://schemas.openxmlformats.org/officeDocument/2006/relationships/slide" Target="/ppt/slides/slide5.xml" Id="Re08d39b54dad4443" /><Relationship Type="http://schemas.openxmlformats.org/officeDocument/2006/relationships/slide" Target="/ppt/slides/slide6.xml" Id="R242edcfb63694b8a" /><Relationship Type="http://schemas.openxmlformats.org/officeDocument/2006/relationships/slide" Target="/ppt/slides/slide7.xml" Id="R8a8b2f9300294b71" /><Relationship Type="http://schemas.openxmlformats.org/officeDocument/2006/relationships/slide" Target="/ppt/slides/slide8.xml" Id="R873831fcba104d41" /><Relationship Type="http://schemas.openxmlformats.org/officeDocument/2006/relationships/slide" Target="/ppt/slides/slide9.xml" Id="Rf4c2c979b11e4367" /><Relationship Type="http://schemas.openxmlformats.org/officeDocument/2006/relationships/slide" Target="/ppt/slides/slide10.xml" Id="Rbfafc35b6ab04340" /><Relationship Type="http://schemas.openxmlformats.org/officeDocument/2006/relationships/slide" Target="/ppt/slides/slide11.xml" Id="R917c8cc2fd134af0" /><Relationship Type="http://schemas.openxmlformats.org/officeDocument/2006/relationships/slide" Target="/ppt/slides/slide12.xml" Id="Rb55053e09c4f4f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e3fdbdb57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5a5f6a8e34511" /><Relationship Type="http://schemas.openxmlformats.org/officeDocument/2006/relationships/notesMaster" Target="/ppt/notesMasters/notesMaster1.xml" Id="R0586df9fb0f44d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77d32d4c3747c6" /><Relationship Type="http://schemas.openxmlformats.org/officeDocument/2006/relationships/notesMaster" Target="/ppt/notesMasters/notesMaster1.xml" Id="R71f4783dcc344f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eee61aa2af4fe3" /><Relationship Type="http://schemas.openxmlformats.org/officeDocument/2006/relationships/notesMaster" Target="/ppt/notesMasters/notesMaster1.xml" Id="Ra3f5151fc53b46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1d427be79429f" /><Relationship Type="http://schemas.openxmlformats.org/officeDocument/2006/relationships/notesMaster" Target="/ppt/notesMasters/notesMaster1.xml" Id="R174f52fad5c545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022fb186f6499d" /><Relationship Type="http://schemas.openxmlformats.org/officeDocument/2006/relationships/notesMaster" Target="/ppt/notesMasters/notesMaster1.xml" Id="R0133ded2eb664b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e4c86f81194cb3" /><Relationship Type="http://schemas.openxmlformats.org/officeDocument/2006/relationships/notesMaster" Target="/ppt/notesMasters/notesMaster1.xml" Id="R535b17390d3644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2b7939a144b3c" /><Relationship Type="http://schemas.openxmlformats.org/officeDocument/2006/relationships/notesMaster" Target="/ppt/notesMasters/notesMaster1.xml" Id="Reba26fe8099e41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6c455aad904b1b" /><Relationship Type="http://schemas.openxmlformats.org/officeDocument/2006/relationships/notesMaster" Target="/ppt/notesMasters/notesMaster1.xml" Id="R66712ba89b8046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2c6b103966452e" /><Relationship Type="http://schemas.openxmlformats.org/officeDocument/2006/relationships/notesMaster" Target="/ppt/notesMasters/notesMaster1.xml" Id="R98f3c7306bdb4e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0bdacfba964be0" /><Relationship Type="http://schemas.openxmlformats.org/officeDocument/2006/relationships/notesMaster" Target="/ppt/notesMasters/notesMaster1.xml" Id="Rff6eafc4178d4a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ec852309954a7f" /><Relationship Type="http://schemas.openxmlformats.org/officeDocument/2006/relationships/notesMaster" Target="/ppt/notesMasters/notesMaster1.xml" Id="R2230ed7f1cff4a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be1cb96ec047b1" /><Relationship Type="http://schemas.openxmlformats.org/officeDocument/2006/relationships/notesMaster" Target="/ppt/notesMasters/notesMaster1.xml" Id="R36c2e5498f66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6711035264b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ef2beb0104c61" /><Relationship Type="http://schemas.openxmlformats.org/officeDocument/2006/relationships/slideLayout" Target="/ppt/slideLayouts/slideLayout1.xml" Id="R14b4c2554a5f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b4c2554a5f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c89be77644c6a" /><Relationship Type="http://schemas.openxmlformats.org/officeDocument/2006/relationships/notesSlide" Target="/ppt/notesSlides/notesSlide1.xml" Id="R34b59e6d316c48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d9d10b0ca4343" /><Relationship Type="http://schemas.openxmlformats.org/officeDocument/2006/relationships/notesSlide" Target="/ppt/notesSlides/notesSlide2.xml" Id="Rf23c4e6beb46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da542a4094928" /><Relationship Type="http://schemas.openxmlformats.org/officeDocument/2006/relationships/notesSlide" Target="/ppt/notesSlides/notesSlide3.xml" Id="Rf8803ad4b374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ed07cdc6c4e65" /><Relationship Type="http://schemas.openxmlformats.org/officeDocument/2006/relationships/notesSlide" Target="/ppt/notesSlides/notesSlide4.xml" Id="R3444da9b58a24a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7040bfe6b4894" /><Relationship Type="http://schemas.openxmlformats.org/officeDocument/2006/relationships/notesSlide" Target="/ppt/notesSlides/notesSlide5.xml" Id="Rc4b434cc5f49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8f5d7694c4976" /><Relationship Type="http://schemas.openxmlformats.org/officeDocument/2006/relationships/notesSlide" Target="/ppt/notesSlides/notesSlide6.xml" Id="Re6ccd945af6f44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a40975124885" /><Relationship Type="http://schemas.openxmlformats.org/officeDocument/2006/relationships/notesSlide" Target="/ppt/notesSlides/notesSlide7.xml" Id="Rd697e46798504b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c7e185d6d4e39" /><Relationship Type="http://schemas.openxmlformats.org/officeDocument/2006/relationships/notesSlide" Target="/ppt/notesSlides/notesSlide8.xml" Id="R7bf71767cabe40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830443b9a4242" /><Relationship Type="http://schemas.openxmlformats.org/officeDocument/2006/relationships/notesSlide" Target="/ppt/notesSlides/notesSlide9.xml" Id="R0d712d054feb43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8b1b2463947e4" /><Relationship Type="http://schemas.openxmlformats.org/officeDocument/2006/relationships/notesSlide" Target="/ppt/notesSlides/notesSlide10.xml" Id="R40be275de3fc48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ae9efaa42495d" /><Relationship Type="http://schemas.openxmlformats.org/officeDocument/2006/relationships/notesSlide" Target="/ppt/notesSlides/notesSlide11.xml" Id="R9b8e8d1e51784b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481c1159c4ae0" /><Relationship Type="http://schemas.openxmlformats.org/officeDocument/2006/relationships/notesSlide" Target="/ppt/notesSlides/notesSlide12.xml" Id="Rf0349423fdf345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EB640-7AEF-44C1-A969-B454F19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32393-E703-4D9E-937F-DECE3D7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small warehouse tracks how many units of different products are shipped from multiple branches. Another dataset shows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567C6-E7FA-42B0-B501-FD10985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E5051-860E-41E0-A6AC-D55D54E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88AC4-C0AF-4967-B591-3AD7A62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2A029-63A5-4F04-8D96-0A1B95C5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4F1C0-D829-4BE4-926D-51476BF4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08D66-BBF5-424D-86FB-FE0B12BE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A2C81-05B8-428D-8AAD-F5ECA80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D286D-A13C-4560-9BC9-565EAEC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5C2CD-3FDD-4702-86B5-B4E951D4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0F319-7A8B-4EFD-BE43-D56529E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63A61-09D2-4999-8AEE-F21E8CA0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64900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34BA3-4FBA-401F-AA91-6E1F2DD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7A1AD-4105-424E-8215-065D9A0D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8BCA8-F2FF-42DE-9483-DE11C39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19DFF-31FD-41D6-B10E-C8B3AA1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9BB03-739A-45B4-9A68-66A6466C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small warehouse tracks how many units of different products are shipped from multiple branches. Another dataset shows 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6B53D-3E13-41A0-B241-A726A7CF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99180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8A76B-EF03-4D74-89BC-139D54D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A3A7B-FA9A-4EBC-8B94-91CD6957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D9B7A-624B-4845-8BC3-22ED38A7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90EB-3BF4-4E5E-A34A-AB416C46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1927E-BD36-4BEB-B8E7-9CF93A42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small warehouse tracks how many units of different products are shipped from....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E2E90-2681-4269-AA37-7B41A7F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small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5E7EE-A0C9-44FC-9686-2082226E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AD811-3741-4465-907D-15B83A66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warehouse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585DA-39BB-4F22-BA5E-108ED6D5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D294D-C481-4C46-870E-4CE5A407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21FFC-0CA5-4398-9FCE-D8E50C7D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87530-FB7E-49A5-9021-B1018645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32055-1743-47A1-AC41-EF26DC7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86928-A9F4-4004-8734-B4E28363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units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BD5F5-6C76-4B6A-A786-008DE13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49898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8C871-1F14-4D24-97B3-07926C8C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F2AD7-0905-4B3F-BD5A-4AEF494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8434-0842-4944-A608-E055F06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7A972-BC49-4CFB-8F28-828CAF62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851CE-033C-4F62-B78D-2E5CA8B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A8ED7-1DBE-4BF6-826F-F32CD6C9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79908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D710-5807-42C9-8FDB-D31E34E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4D330-0908-48E4-B0B0-6FB19487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BFBA-DE32-4A5A-B5FB-0DB52BD5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5B75C-F385-46BE-8711-813BE308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09DC0-26D0-409C-B462-7D4D02A7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FCEED-C42C-4AA6-82F2-BFD55A8B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54005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10A49-FB14-4EC5-A7CB-45757933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B841B-E242-47C1-92D8-0BBD405F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08417-B8C7-4F14-9657-85DF26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0239B-26E7-4BD4-B120-7638F30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8B10D-7442-4B9E-A503-C31ED785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44710-4B4A-4575-AE3D-791B824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25E6C-7B5E-4E2C-B38C-B2A7F978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08D4F-9333-4385-A566-E80791FB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EC510-8649-4A72-8475-352E9AE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FD237-251E-48A5-B295-E12480B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A9570-22B5-47D7-8529-AD1474CD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2204C-89FC-4B95-9E25-4863D6E2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6D748-2F2B-49B8-A2D8-2E11888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933E9-3AC7-4EF1-9D8C-540FB7A7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49B75-749D-42D2-81F8-4CB07F3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92887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4BFF3-10BE-46CD-89E0-327FDDA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D264E-C2B5-47FD-8118-362EFA3B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07D8E-9022-402E-B19E-1A46D53E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D021E-4A10-4F47-B50A-FE2596B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C864-695C-47F2-B4EF-CF5C0E6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21D3D-D61A-4755-AABD-7B147D70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FE4A2-7351-48B5-B542-010BC2FF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03206-48A2-4788-AA9E-FE19332F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78269-E8D8-439D-BCC1-7E8A4850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FA0DA-7E6F-4F68-833A-367DCB04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29C8F-A3D5-4FF0-AB1D-5E23FB37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7FB42-71A9-4F0B-BE22-136C290C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C8D80-1759-455D-973B-9BD384E7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E4E23-1CB3-4B7C-B7B7-ECBE5C81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47700-110F-4E2E-88ED-3C14255A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E1843-9D63-43C1-80C2-8C85C8B5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88EA9-2123-49F1-9705-EF71BB24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F5990-6CEA-44CF-9FEC-A7E15A93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B4A4C-A6D8-490A-9A0F-A2A223F6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9A456-781C-4CC3-A09A-20990448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4E9DB-7E8C-4037-8004-9EF441A6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63D8D-9E9C-48FC-A063-2BC169B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A850D-81BD-4B94-A07A-81C5DF86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7C1F7-F2BD-4087-9460-E829E5B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08EB42-7B9B-4370-B998-8FD97F4E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17812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2F4E6-5660-4710-805E-2FD965E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FD698-53C3-4534-927E-678E22F0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2BAA3-02B0-4000-B595-D2B115A2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48BAA-A18C-49BF-B66F-56C3974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477BF-EE96-4278-932F-98A009A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EF236-697C-4EE1-8994-E5CF3622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839926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FAE02-3FCD-49B5-B1E4-0CBDED6C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A3492-1344-46F0-A1D7-4673C3F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B775-78F4-4469-9A7D-45FB55EE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776A6-8250-4A8A-8B27-B4B934D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61EB-310E-4D6B-91FC-2B4E8749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5C832-7FFC-495B-B7BB-F2AD031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919532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B769D-6BE1-4686-BCF3-6C07ED2A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65B80-DE55-4565-BCB3-A34573B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06627-1913-4ED9-A4FB-95D8FFEE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689FE-0300-43E5-9E07-B3C6989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BE438-7E26-43DD-B71E-B3D7419D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small warehouse tracks how many units of diff...?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5D835-CD49-4028-BF5F-7DFB421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14601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12AD-E475-4FBD-B9F2-BAFA7C53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6677D-216D-4996-98BD-A16FF224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CEFF4-86D7-4EED-99D1-CD354676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40209-626E-465C-A4F6-6CA8EEBA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D2C15-73CD-402B-8948-A30FF92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0D426-C0AC-4E58-9E74-E179CA1F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493416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657D0-C223-4CD0-963C-E774F8CD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B8CA5-54EF-4E72-9059-E97E3CA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4EBB3-EFAE-4ECC-99D3-538ACE9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4026F-4EE6-4505-9162-DA2C56F7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9C5B7-D167-4F3E-8E55-855BA48B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35A48-5EE2-4DD5-A8DF-05257C6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E0B31-2B94-4A47-A2CA-6CA2036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6A06F-85C6-408B-9A8F-A8CE836D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0542C-455E-4CAA-B8C7-3AE6AE2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5A3FB-4FA6-46C3-B239-D662464C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8E7C9-5D1F-4811-9D57-4B9ACAA6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758CC-9432-44EC-B6C0-4AEBBE3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B46A6-BBC7-40F1-9D44-A8D2E5C2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D259D-D61C-4291-A3CA-376E3FC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7F0EB-9992-4C97-A5E5-5F04448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EE0A7-005E-4BC4-8836-143E9F3F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8DD31-ADC3-43D8-9226-68FEBE3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339DD-C86B-4810-8BF7-088DC954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0A39C-A6A7-4484-AF68-842414EB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61A69-813C-4245-9346-586C0F18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1F6BE-045E-4EEF-BDBE-37974067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B80D2-154A-429C-9488-389B4DE9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2D9735-A423-437F-92B3-3AB46092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51554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2026-08-24T16:03:16.5870000Z</dcterms:created>
  <dcterms:modified xsi:type="dcterms:W3CDTF">2026-08-24T16:03:16.5870000Z</dcterms:modified>
</coreProperties>
</file>