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b31d755fe439f" /><Relationship Type="http://schemas.openxmlformats.org/officeDocument/2006/relationships/extended-properties" Target="/docProps/app.xml" Id="R4cf194f2c4a644c9" /><Relationship Type="http://schemas.openxmlformats.org/officeDocument/2006/relationships/officeDocument" Target="/ppt/presentation.xml" Id="R181ebd0cb2b74a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02245150a4f6e"/>
  </p:sldMasterIdLst>
  <p:notesMasterIdLst>
    <p:notesMasterId xmlns:r="http://schemas.openxmlformats.org/officeDocument/2006/relationships" r:id="R8525e9e244bd4229"/>
  </p:notesMasterIdLst>
  <p:sldIdLst>
    <p:sldId xmlns:r="http://schemas.openxmlformats.org/officeDocument/2006/relationships" id="256" r:id="R2f3c18de17714d19"/>
    <p:sldId xmlns:r="http://schemas.openxmlformats.org/officeDocument/2006/relationships" id="257" r:id="Rc1ebc82bcc5141dc"/>
    <p:sldId xmlns:r="http://schemas.openxmlformats.org/officeDocument/2006/relationships" id="258" r:id="R7e8f0cf9684b472e"/>
    <p:sldId xmlns:r="http://schemas.openxmlformats.org/officeDocument/2006/relationships" id="259" r:id="R5095e8d473d7411e"/>
    <p:sldId xmlns:r="http://schemas.openxmlformats.org/officeDocument/2006/relationships" id="260" r:id="Ra74b2d4fcf0e469a"/>
    <p:sldId xmlns:r="http://schemas.openxmlformats.org/officeDocument/2006/relationships" id="261" r:id="R9c45ce2173794b9f"/>
    <p:sldId xmlns:r="http://schemas.openxmlformats.org/officeDocument/2006/relationships" id="262" r:id="R1df9cddc21324d67"/>
    <p:sldId xmlns:r="http://schemas.openxmlformats.org/officeDocument/2006/relationships" id="263" r:id="Rcb44bab89db845d5"/>
    <p:sldId xmlns:r="http://schemas.openxmlformats.org/officeDocument/2006/relationships" id="264" r:id="R2e18915e842b45f6"/>
    <p:sldId xmlns:r="http://schemas.openxmlformats.org/officeDocument/2006/relationships" id="265" r:id="R25e49ede387846c8"/>
    <p:sldId xmlns:r="http://schemas.openxmlformats.org/officeDocument/2006/relationships" id="266" r:id="R59c99010fa634ecb"/>
    <p:sldId xmlns:r="http://schemas.openxmlformats.org/officeDocument/2006/relationships" id="267" r:id="Re858d7b8d8a0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866f57f4fc430e" /><Relationship Type="http://schemas.openxmlformats.org/officeDocument/2006/relationships/slideMaster" Target="/ppt/slideMasters/slideMaster1.xml" Id="R8cd02245150a4f6e" /><Relationship Type="http://schemas.openxmlformats.org/officeDocument/2006/relationships/notesMaster" Target="/ppt/notesMasters/notesMaster1.xml" Id="R8525e9e244bd4229" /><Relationship Type="http://schemas.openxmlformats.org/officeDocument/2006/relationships/presProps" Target="/ppt/presProps.xml" Id="R99f8c5eadca54a9e" /><Relationship Type="http://schemas.openxmlformats.org/officeDocument/2006/relationships/tableStyles" Target="/ppt/tableStyles.xml" Id="R3c5e5406169147f4" /><Relationship Type="http://schemas.openxmlformats.org/officeDocument/2006/relationships/slide" Target="/ppt/slides/slide1.xml" Id="R2f3c18de17714d19" /><Relationship Type="http://schemas.openxmlformats.org/officeDocument/2006/relationships/slide" Target="/ppt/slides/slide2.xml" Id="Rc1ebc82bcc5141dc" /><Relationship Type="http://schemas.openxmlformats.org/officeDocument/2006/relationships/slide" Target="/ppt/slides/slide3.xml" Id="R7e8f0cf9684b472e" /><Relationship Type="http://schemas.openxmlformats.org/officeDocument/2006/relationships/slide" Target="/ppt/slides/slide4.xml" Id="R5095e8d473d7411e" /><Relationship Type="http://schemas.openxmlformats.org/officeDocument/2006/relationships/slide" Target="/ppt/slides/slide5.xml" Id="Ra74b2d4fcf0e469a" /><Relationship Type="http://schemas.openxmlformats.org/officeDocument/2006/relationships/slide" Target="/ppt/slides/slide6.xml" Id="R9c45ce2173794b9f" /><Relationship Type="http://schemas.openxmlformats.org/officeDocument/2006/relationships/slide" Target="/ppt/slides/slide7.xml" Id="R1df9cddc21324d67" /><Relationship Type="http://schemas.openxmlformats.org/officeDocument/2006/relationships/slide" Target="/ppt/slides/slide8.xml" Id="Rcb44bab89db845d5" /><Relationship Type="http://schemas.openxmlformats.org/officeDocument/2006/relationships/slide" Target="/ppt/slides/slide9.xml" Id="R2e18915e842b45f6" /><Relationship Type="http://schemas.openxmlformats.org/officeDocument/2006/relationships/slide" Target="/ppt/slides/slide10.xml" Id="R25e49ede387846c8" /><Relationship Type="http://schemas.openxmlformats.org/officeDocument/2006/relationships/slide" Target="/ppt/slides/slide11.xml" Id="R59c99010fa634ecb" /><Relationship Type="http://schemas.openxmlformats.org/officeDocument/2006/relationships/slide" Target="/ppt/slides/slide12.xml" Id="Re858d7b8d8a0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2cac28675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7cb2726777421f" /><Relationship Type="http://schemas.openxmlformats.org/officeDocument/2006/relationships/notesMaster" Target="/ppt/notesMasters/notesMaster1.xml" Id="R23f01cc43be648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f8f0a76fa4a8f" /><Relationship Type="http://schemas.openxmlformats.org/officeDocument/2006/relationships/notesMaster" Target="/ppt/notesMasters/notesMaster1.xml" Id="R70557434f61c41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405103eae45b5" /><Relationship Type="http://schemas.openxmlformats.org/officeDocument/2006/relationships/notesMaster" Target="/ppt/notesMasters/notesMaster1.xml" Id="R553f6059cab341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5af8c737674916" /><Relationship Type="http://schemas.openxmlformats.org/officeDocument/2006/relationships/notesMaster" Target="/ppt/notesMasters/notesMaster1.xml" Id="R2e4713903bda48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79a1dfbf2a4970" /><Relationship Type="http://schemas.openxmlformats.org/officeDocument/2006/relationships/notesMaster" Target="/ppt/notesMasters/notesMaster1.xml" Id="Rb7efce15676046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70d3f8cfbb4328" /><Relationship Type="http://schemas.openxmlformats.org/officeDocument/2006/relationships/notesMaster" Target="/ppt/notesMasters/notesMaster1.xml" Id="R574a6a0bae4f42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2c27cfaccc48c2" /><Relationship Type="http://schemas.openxmlformats.org/officeDocument/2006/relationships/notesMaster" Target="/ppt/notesMasters/notesMaster1.xml" Id="R35fd76078a01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4062d77ec4474b" /><Relationship Type="http://schemas.openxmlformats.org/officeDocument/2006/relationships/notesMaster" Target="/ppt/notesMasters/notesMaster1.xml" Id="R184f483c4e544d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5495ab30234e05" /><Relationship Type="http://schemas.openxmlformats.org/officeDocument/2006/relationships/notesMaster" Target="/ppt/notesMasters/notesMaster1.xml" Id="Rd5226b15b7274f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74664814394b82" /><Relationship Type="http://schemas.openxmlformats.org/officeDocument/2006/relationships/notesMaster" Target="/ppt/notesMasters/notesMaster1.xml" Id="R55695484283942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3e63badf3343a9" /><Relationship Type="http://schemas.openxmlformats.org/officeDocument/2006/relationships/notesMaster" Target="/ppt/notesMasters/notesMaster1.xml" Id="R6e67bf339cd04b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f783ec3ed40a6" /><Relationship Type="http://schemas.openxmlformats.org/officeDocument/2006/relationships/notesMaster" Target="/ppt/notesMasters/notesMaster1.xml" Id="R0b51d97406a2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e5499796b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045e75d574254" /><Relationship Type="http://schemas.openxmlformats.org/officeDocument/2006/relationships/slideLayout" Target="/ppt/slideLayouts/slideLayout1.xml" Id="Rdd832f0121e540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832f0121e540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339106dd4120" /><Relationship Type="http://schemas.openxmlformats.org/officeDocument/2006/relationships/notesSlide" Target="/ppt/notesSlides/notesSlide1.xml" Id="Rc0e441896967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bdeec33a14e23" /><Relationship Type="http://schemas.openxmlformats.org/officeDocument/2006/relationships/notesSlide" Target="/ppt/notesSlides/notesSlide2.xml" Id="R6b21511a7046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0c875ed1f46c5" /><Relationship Type="http://schemas.openxmlformats.org/officeDocument/2006/relationships/notesSlide" Target="/ppt/notesSlides/notesSlide3.xml" Id="R5dab651da6c141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af3adb4534acf" /><Relationship Type="http://schemas.openxmlformats.org/officeDocument/2006/relationships/notesSlide" Target="/ppt/notesSlides/notesSlide4.xml" Id="Re6a34a3737f44e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130611a604b62" /><Relationship Type="http://schemas.openxmlformats.org/officeDocument/2006/relationships/notesSlide" Target="/ppt/notesSlides/notesSlide5.xml" Id="R0fb9db53d7fe44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eaf619bd4991" /><Relationship Type="http://schemas.openxmlformats.org/officeDocument/2006/relationships/notesSlide" Target="/ppt/notesSlides/notesSlide6.xml" Id="R83e0de6b7b9d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26f90fe09427f" /><Relationship Type="http://schemas.openxmlformats.org/officeDocument/2006/relationships/notesSlide" Target="/ppt/notesSlides/notesSlide7.xml" Id="R17dcd9d37e9c45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04c7d7dc849fb" /><Relationship Type="http://schemas.openxmlformats.org/officeDocument/2006/relationships/notesSlide" Target="/ppt/notesSlides/notesSlide8.xml" Id="R6ec050e27a9640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c5a0cb78f4b7c" /><Relationship Type="http://schemas.openxmlformats.org/officeDocument/2006/relationships/notesSlide" Target="/ppt/notesSlides/notesSlide9.xml" Id="R76b6c76de01c41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992de5ae64234" /><Relationship Type="http://schemas.openxmlformats.org/officeDocument/2006/relationships/notesSlide" Target="/ppt/notesSlides/notesSlide10.xml" Id="R6454d99b34d044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5dc3adfbf4c53" /><Relationship Type="http://schemas.openxmlformats.org/officeDocument/2006/relationships/notesSlide" Target="/ppt/notesSlides/notesSlide11.xml" Id="R5e74e46e460148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204db509f448f" /><Relationship Type="http://schemas.openxmlformats.org/officeDocument/2006/relationships/notesSlide" Target="/ppt/notesSlides/notesSlide12.xml" Id="Rb5f1c8d5f7814f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D9EF0-7CE8-4541-8947-FDCEEBF1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D8C48-C8C5-439F-840A-DA03D22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In an ATM system, two account balances need to be swapped temporarily for validation. Develop a C program that accepts 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D872F-9C7A-4EA1-9194-1BA54C4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E16B0-E45F-467E-B3BA-D34E400A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5ECA3-198F-4CE2-ADA4-B87F541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1B4B6-FA24-42DD-83D6-9DB7C00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BFC3-5C59-41A9-A6B4-253E2B3C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BD07E-5E9F-438A-AF0C-3D97976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E3FAA-7BF2-449C-B290-2CCC3F19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8F22F-4DBF-41BE-AE04-8CE91369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3F8A0-8DF0-4B66-875C-7CF3AFAD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C6785-2FC9-42DB-BCF7-80853801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21491-5BAD-43DC-9834-A3FAE564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84273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4151E-6420-454F-9DD7-7295B20A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B5F4F-5F8C-4C3B-B179-430893AC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0BA62-D71E-43B6-905B-5A206CB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66935-4756-4F4E-A553-2DC4011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EEFBD-FDE1-43AC-9F61-B9A9D2C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In an ATM system, two account balances need to be swapped temporarily for validation. Develop a C program that accepts 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A4D28-6583-49C0-A376-2C40006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764281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A3BE3-1DA6-4CAE-A4EB-10E5741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395BB-A616-4F5F-9345-B05F002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BF233-BC26-451A-99D1-27AC61D4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F84E2-E501-44F2-8DB1-3D7B0667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AE267-25BA-40EC-B4A5-6BB8B08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In an ATM system, two account balances need to be swapped temporarily for valid....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4EAD-1A17-4D73-B35C-06F8C581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7C4FC-B491-4F37-8BFD-673E0EE3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46E45-59CF-45CD-ADF6-90252AE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balances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A1BD0-52B0-4DEE-9FEC-EDB9242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2293B-4941-4C5D-9DF7-38E3B54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69687-F690-4587-8A17-B6B21542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9160D-4484-4E80-83E1-6317293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swapped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8BAAE-AE3A-4763-903F-0430D893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7E84C-592F-4996-A821-D6AEDAD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temporarily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A6710-F454-4B00-B8C6-A006B3D7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63536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55C0C-547B-47B4-B749-A933EAE6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7750D-03C6-4EFC-A1DB-B38806E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28240-3966-4FC2-915B-640B4EC7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7A61A-6B23-4E86-88BD-D12DB81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6F2E2-F500-434E-BB0B-49C7D2C7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09CAC-B803-4C8B-ADA4-581562A0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126397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CD5B3-9791-4BBF-8A8E-4A24594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229AD-D11B-4CA9-ACC7-9114F49A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30057-5CE7-4DCC-AE53-01F5F674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739A1-1854-49E5-BC88-C1B5744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D7963-D677-4210-AFCD-82B7EC48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FB04C-825D-4FC3-A142-29E95D5C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712078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F18E7-3D32-4A28-AA6F-93764E3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B5614-D6C8-4BF5-9E0E-A425D54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D6CD2-DC55-40D7-993A-6CD9CDF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8AC73-529B-4DCE-8006-BFA8BFB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A3E0E-1B6B-47E8-8BA2-7DD52F7B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00701-B8AC-45F1-894A-BEDFF77D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A48DC-687B-4F5F-8507-0031B01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69E8D-DEA2-4096-A5BC-1E65631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CDA9A-C400-4C1E-A74A-47EE62A2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D8D31-474D-4E48-998C-AFABB606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A9B98-652E-4194-8BA0-3C466CB5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4CC0E-7A8C-4335-BDE8-C947650D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88973-317D-4EC8-884C-AFA9A80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FBD40-7D98-4E19-951C-531F44F9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A36C1-EE9F-4390-982D-F58E316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140124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8443B-4219-4742-82D4-B169099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7BCB-9A89-445A-95DC-428FA41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92E5-9021-4F2B-AEE5-D3F3A16C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8E6A5-2AA5-4BC1-A92E-381FF0D4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8FE3D-0FEB-4CC2-94E2-75D22F5A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29E59-9C35-4231-8653-F9A1AD47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C7BD6-56F8-4D55-BBE4-8AEF4A5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D23CC-8468-43E6-8821-D80CA45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D5B42-6D09-424F-8954-8C02FAD2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45BB2-7FB3-4979-8FE6-1E32E2A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5EAE1-A965-4273-8991-3CF4F37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23F78-F708-4FF1-B34F-FA707301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378F8-58F8-490E-87E5-6E5990B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C188C-C490-457A-B311-675C937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46789-3F83-41CB-8C08-C8080A9F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14BD0-EBF6-4A94-9FF3-04C09B22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4B032-FB1D-4860-B7A0-36042D5C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37E60-03BF-4A0C-B5ED-DE4483B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0627D-DF6C-4857-923F-C4C03979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2BA42-192D-41A7-9B8A-B2BCB199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88EDA-EA7B-4020-9EF5-6ADF5950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7F4F3-65E9-4D70-8FDD-53D83FF2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79C32-BBD1-4586-A5EE-F09386B2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D62A9-9274-44C3-9A34-DA7F6438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9D2DA-2EAC-42BE-9078-DCB2691C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30296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96DE4-778F-4584-924C-F931F92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A3163-8151-4A9A-8008-BA111EC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3E5C0-1125-41A8-84F7-410B76F2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E66ED-A73C-4BDA-938E-1DCB378F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BDBCA-4230-47F3-9819-0B74AEDB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E6F5B-6431-4189-BDA3-EF6E6471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81397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F9E57-0C2D-4C04-857E-5663395B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7E569-5B9C-4147-8841-DA9F2F9B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B1051-B146-4016-AAAE-9D053D8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0803B-8DAB-4016-89BA-9B2050C9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C880F-F1E4-4836-9FD2-E9AFDBB4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31B5D-5BD2-4117-B79D-A0A8E2C0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11411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6C758-6F24-4734-80AB-12D2D62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54F7F-7D11-4D01-989C-CD9070AF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DC864-9F76-4CCE-A845-6D3AEE71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85C97-6230-41A1-927B-3C204ED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A2BC1-D99A-4D2A-9672-4D61570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In an ATM system, two account balances need to...?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3D87D-7F6C-4057-9D6D-863C937C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779328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A05A0-E707-4BA7-8015-A7AC8E52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64D52-CCB4-4C35-9034-5B0FFA07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6E9DE-2340-4369-B5D6-B672C2B9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7A1E0-8FCF-491B-AB0B-BD44CC0F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842B1-F03C-449D-B2C9-B07DA48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51A91-850F-4162-9D87-7B16B3F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22332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58032-CCBB-44CC-9BF3-63D1258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EE88C-1BBA-4C5E-9C0C-06956A17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5C332-B74D-4D97-A849-A0EE0582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BE445-4D2A-4CD0-9710-592BA0D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D6F00-0C1B-4D20-9C20-974E3CC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82DDC-6B72-4E8E-833F-A63A104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53254-5975-4E2F-B1CE-B01DAE30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24602-7B08-44B1-97BB-6B545F6A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E9585-DEE3-4FC7-A3F7-CE683222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06A2D-CC5E-47F2-97F6-9BCCE7C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CCF97-A89C-4D92-ACA0-6AE81B79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4C08-FB44-4A08-81E8-DBB9009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801D4-23A9-44EE-82C5-CDF1809E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35F61-BCC6-4965-9C1A-11A5FB3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0738A-2FD8-4E27-9747-C223F743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14E50-B037-43C7-A09A-D87719ED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1FE98-A837-4A67-885E-FAB58143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E5ED9-4C08-4239-B115-04994875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98DE8-6C7B-4307-8A4C-2CF7A699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71A13-1673-4BC8-859E-E1DE07D8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FD508-CA4B-4052-B7DF-08B1B59B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E0A09-ED21-4AAE-941C-A11A15D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A309F-BF57-488D-9469-25FA818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47687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2026-08-24T16:03:16.4040000Z</dcterms:created>
  <dcterms:modified xsi:type="dcterms:W3CDTF">2026-08-24T16:03:16.4040000Z</dcterms:modified>
</coreProperties>
</file>