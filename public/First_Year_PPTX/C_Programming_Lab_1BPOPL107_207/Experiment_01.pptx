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c4d3f5b5b40e3" /><Relationship Type="http://schemas.openxmlformats.org/officeDocument/2006/relationships/extended-properties" Target="/docProps/app.xml" Id="R413e274fcd6746d0" /><Relationship Type="http://schemas.openxmlformats.org/officeDocument/2006/relationships/officeDocument" Target="/ppt/presentation.xml" Id="R764c98dfac87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961b139ddf4512"/>
  </p:sldMasterIdLst>
  <p:notesMasterIdLst>
    <p:notesMasterId xmlns:r="http://schemas.openxmlformats.org/officeDocument/2006/relationships" r:id="R1c83291989104427"/>
  </p:notesMasterIdLst>
  <p:sldIdLst>
    <p:sldId xmlns:r="http://schemas.openxmlformats.org/officeDocument/2006/relationships" id="256" r:id="Raf548add342a4613"/>
    <p:sldId xmlns:r="http://schemas.openxmlformats.org/officeDocument/2006/relationships" id="257" r:id="R2870fd66f20c434c"/>
    <p:sldId xmlns:r="http://schemas.openxmlformats.org/officeDocument/2006/relationships" id="258" r:id="R705afa7b323a44e5"/>
    <p:sldId xmlns:r="http://schemas.openxmlformats.org/officeDocument/2006/relationships" id="259" r:id="Re812c298b0eb44db"/>
    <p:sldId xmlns:r="http://schemas.openxmlformats.org/officeDocument/2006/relationships" id="260" r:id="Rdddf83c52fab4587"/>
    <p:sldId xmlns:r="http://schemas.openxmlformats.org/officeDocument/2006/relationships" id="261" r:id="R3d94e31757444939"/>
    <p:sldId xmlns:r="http://schemas.openxmlformats.org/officeDocument/2006/relationships" id="262" r:id="Radf2ef82ee23415a"/>
    <p:sldId xmlns:r="http://schemas.openxmlformats.org/officeDocument/2006/relationships" id="263" r:id="Ra6865476e50244bf"/>
    <p:sldId xmlns:r="http://schemas.openxmlformats.org/officeDocument/2006/relationships" id="264" r:id="R6462c892a1134576"/>
    <p:sldId xmlns:r="http://schemas.openxmlformats.org/officeDocument/2006/relationships" id="265" r:id="Ra5e1d2a857e44915"/>
    <p:sldId xmlns:r="http://schemas.openxmlformats.org/officeDocument/2006/relationships" id="266" r:id="Rcf4d5fe841974b7e"/>
    <p:sldId xmlns:r="http://schemas.openxmlformats.org/officeDocument/2006/relationships" id="267" r:id="R60b870c9fe094b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c5fb279dc5468f" /><Relationship Type="http://schemas.openxmlformats.org/officeDocument/2006/relationships/slideMaster" Target="/ppt/slideMasters/slideMaster1.xml" Id="R16961b139ddf4512" /><Relationship Type="http://schemas.openxmlformats.org/officeDocument/2006/relationships/notesMaster" Target="/ppt/notesMasters/notesMaster1.xml" Id="R1c83291989104427" /><Relationship Type="http://schemas.openxmlformats.org/officeDocument/2006/relationships/presProps" Target="/ppt/presProps.xml" Id="Rd895e23715e44bee" /><Relationship Type="http://schemas.openxmlformats.org/officeDocument/2006/relationships/tableStyles" Target="/ppt/tableStyles.xml" Id="R1196bc9e20554a35" /><Relationship Type="http://schemas.openxmlformats.org/officeDocument/2006/relationships/slide" Target="/ppt/slides/slide1.xml" Id="Raf548add342a4613" /><Relationship Type="http://schemas.openxmlformats.org/officeDocument/2006/relationships/slide" Target="/ppt/slides/slide2.xml" Id="R2870fd66f20c434c" /><Relationship Type="http://schemas.openxmlformats.org/officeDocument/2006/relationships/slide" Target="/ppt/slides/slide3.xml" Id="R705afa7b323a44e5" /><Relationship Type="http://schemas.openxmlformats.org/officeDocument/2006/relationships/slide" Target="/ppt/slides/slide4.xml" Id="Re812c298b0eb44db" /><Relationship Type="http://schemas.openxmlformats.org/officeDocument/2006/relationships/slide" Target="/ppt/slides/slide5.xml" Id="Rdddf83c52fab4587" /><Relationship Type="http://schemas.openxmlformats.org/officeDocument/2006/relationships/slide" Target="/ppt/slides/slide6.xml" Id="R3d94e31757444939" /><Relationship Type="http://schemas.openxmlformats.org/officeDocument/2006/relationships/slide" Target="/ppt/slides/slide7.xml" Id="Radf2ef82ee23415a" /><Relationship Type="http://schemas.openxmlformats.org/officeDocument/2006/relationships/slide" Target="/ppt/slides/slide8.xml" Id="Ra6865476e50244bf" /><Relationship Type="http://schemas.openxmlformats.org/officeDocument/2006/relationships/slide" Target="/ppt/slides/slide9.xml" Id="R6462c892a1134576" /><Relationship Type="http://schemas.openxmlformats.org/officeDocument/2006/relationships/slide" Target="/ppt/slides/slide10.xml" Id="Ra5e1d2a857e44915" /><Relationship Type="http://schemas.openxmlformats.org/officeDocument/2006/relationships/slide" Target="/ppt/slides/slide11.xml" Id="Rcf4d5fe841974b7e" /><Relationship Type="http://schemas.openxmlformats.org/officeDocument/2006/relationships/slide" Target="/ppt/slides/slide12.xml" Id="R60b870c9fe09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52472cb6a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c75a391ab042c0" /><Relationship Type="http://schemas.openxmlformats.org/officeDocument/2006/relationships/notesMaster" Target="/ppt/notesMasters/notesMaster1.xml" Id="R806ea614a3a343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d49ce407234c4a" /><Relationship Type="http://schemas.openxmlformats.org/officeDocument/2006/relationships/notesMaster" Target="/ppt/notesMasters/notesMaster1.xml" Id="R47e1370c3643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3cfc046a64e4e" /><Relationship Type="http://schemas.openxmlformats.org/officeDocument/2006/relationships/notesMaster" Target="/ppt/notesMasters/notesMaster1.xml" Id="R4d463546b4be48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81c9d65094e4c" /><Relationship Type="http://schemas.openxmlformats.org/officeDocument/2006/relationships/notesMaster" Target="/ppt/notesMasters/notesMaster1.xml" Id="R68a07893b88c45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361a24114147c6" /><Relationship Type="http://schemas.openxmlformats.org/officeDocument/2006/relationships/notesMaster" Target="/ppt/notesMasters/notesMaster1.xml" Id="R90ba1b0204004c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909b8a0154f01" /><Relationship Type="http://schemas.openxmlformats.org/officeDocument/2006/relationships/notesMaster" Target="/ppt/notesMasters/notesMaster1.xml" Id="R8a1c9c265a2f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188bcd71634f07" /><Relationship Type="http://schemas.openxmlformats.org/officeDocument/2006/relationships/notesMaster" Target="/ppt/notesMasters/notesMaster1.xml" Id="Ra7eda333d8594d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fd9d4b54524eb9" /><Relationship Type="http://schemas.openxmlformats.org/officeDocument/2006/relationships/notesMaster" Target="/ppt/notesMasters/notesMaster1.xml" Id="Rcfa39f9b4fcf4d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5ce2cb4ac64ebe" /><Relationship Type="http://schemas.openxmlformats.org/officeDocument/2006/relationships/notesMaster" Target="/ppt/notesMasters/notesMaster1.xml" Id="R14392a98f6474e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e971df81584059" /><Relationship Type="http://schemas.openxmlformats.org/officeDocument/2006/relationships/notesMaster" Target="/ppt/notesMasters/notesMaster1.xml" Id="R083cecbe0dda4b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bd2835dcdf4eff" /><Relationship Type="http://schemas.openxmlformats.org/officeDocument/2006/relationships/notesMaster" Target="/ppt/notesMasters/notesMaster1.xml" Id="R04325532d36040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df6c1a58014460" /><Relationship Type="http://schemas.openxmlformats.org/officeDocument/2006/relationships/notesMaster" Target="/ppt/notesMasters/notesMaster1.xml" Id="R489959666a0a4e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7dcedfb6c49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3e5602fad4107" /><Relationship Type="http://schemas.openxmlformats.org/officeDocument/2006/relationships/slideLayout" Target="/ppt/slideLayouts/slideLayout1.xml" Id="R5185b21de729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5b21de729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b937eb7ec4541" /><Relationship Type="http://schemas.openxmlformats.org/officeDocument/2006/relationships/notesSlide" Target="/ppt/notesSlides/notesSlide1.xml" Id="Rb5b1a59ad18b44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ad91b86a42cf" /><Relationship Type="http://schemas.openxmlformats.org/officeDocument/2006/relationships/notesSlide" Target="/ppt/notesSlides/notesSlide2.xml" Id="R0ef51fa8c0fc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2aecb2b43405a" /><Relationship Type="http://schemas.openxmlformats.org/officeDocument/2006/relationships/notesSlide" Target="/ppt/notesSlides/notesSlide3.xml" Id="R001aa78cd0e947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10136a8a64584" /><Relationship Type="http://schemas.openxmlformats.org/officeDocument/2006/relationships/notesSlide" Target="/ppt/notesSlides/notesSlide4.xml" Id="Re3d8415f53d94a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f42e9704748dd" /><Relationship Type="http://schemas.openxmlformats.org/officeDocument/2006/relationships/notesSlide" Target="/ppt/notesSlides/notesSlide5.xml" Id="R2b32fc82b86f4a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1178d5ee94535" /><Relationship Type="http://schemas.openxmlformats.org/officeDocument/2006/relationships/notesSlide" Target="/ppt/notesSlides/notesSlide6.xml" Id="R2a68a61b06384f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dda22fe5547a1" /><Relationship Type="http://schemas.openxmlformats.org/officeDocument/2006/relationships/notesSlide" Target="/ppt/notesSlides/notesSlide7.xml" Id="R84f3847f203a45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d939acd514467" /><Relationship Type="http://schemas.openxmlformats.org/officeDocument/2006/relationships/notesSlide" Target="/ppt/notesSlides/notesSlide8.xml" Id="Re68823ab01614b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93694b2a44743" /><Relationship Type="http://schemas.openxmlformats.org/officeDocument/2006/relationships/notesSlide" Target="/ppt/notesSlides/notesSlide9.xml" Id="R378a8e886ed341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0b4db843349a4" /><Relationship Type="http://schemas.openxmlformats.org/officeDocument/2006/relationships/notesSlide" Target="/ppt/notesSlides/notesSlide10.xml" Id="Rc08fd6ae1a0843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b78912994bd0" /><Relationship Type="http://schemas.openxmlformats.org/officeDocument/2006/relationships/notesSlide" Target="/ppt/notesSlides/notesSlide11.xml" Id="R67d392d81c0046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1d8fb0d224739" /><Relationship Type="http://schemas.openxmlformats.org/officeDocument/2006/relationships/notesSlide" Target="/ppt/notesSlides/notesSlide12.xml" Id="R291a018847ab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AEF6F-37F3-45FC-A097-E969CA1F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B4707-CC81-409A-BFD9-C137848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robot needs to find how far it must travel between two points on a 2D plane. Develop a C program to calculate the stra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396AB-9BA7-48DE-8F06-FB1DFA30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9C9E-C9D7-4691-A122-7452E318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DC4CF-D278-4386-9CBB-1148923B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B68BE-2EC1-4B79-9C41-DF5F1437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0956C-0844-481E-AFEC-FFA740E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FDA9-3DA9-4B95-B169-0CFF79C4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2D90-9B86-49D0-A8CF-2505CC6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0AE0D-81CE-46A7-AD86-B91C1901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257D1-5331-4061-B813-A1F18E09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D1223-0323-4113-A600-C025F1C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D34D3-61DB-4CA9-B57A-A956A4DC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91657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B5689-2627-44DB-97CC-4C6BB918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1FA83-EA37-410F-829E-64E045F9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1BBC5-BF5E-4006-A59C-CA593138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8F2F1-694E-4B3B-8B65-12B1E0C9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BDBCF-108D-401F-8A5D-2381800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robot needs to find how far it must travel between two points on a 2D plane. Develop a C program to calculate the stra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7EA04-4908-4C7C-99C5-11D14F8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10584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E7A97-1F8B-4BDC-839C-E5E650EB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6D01D-D5F5-4168-89BF-9DF04A18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4475D-70DC-4CE6-A36E-A192DAC6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7E8F9-FA1E-4A24-8C6E-017F3F9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550BC-45F6-42FD-8D04-C4104439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robot needs to find how far it must travel between two points on a 2D plane.....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52A7-C83C-41F8-8BBA-169B7E10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512FC-C843-4891-B3A6-D68785DC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47BFF-2B3F-4E07-AD89-DE78432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FCD73-6822-4C54-BF88-64F4138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3F689-DB2F-4F53-A1F8-98D90ECD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8699D-D66E-45E1-A370-A9330485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4C7B1-69CF-4C0D-A6F2-A9C4513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207DA-F8A4-4300-8781-27A2A1C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1C418-122E-4027-9923-B7D0C10C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E650B-DCF5-49CC-9E55-BED9C32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32332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9B37C-50B5-4123-8ACA-F21467E0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55748-F16C-4D8F-BC41-7C2BC423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BAA86-21F4-4632-A3A9-E53AB01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179EF-EB9F-447B-ABC1-D0A585EA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119D5-DCFC-45DF-92EA-445F119A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E1BCA-8AB8-4A16-AFBC-63B954F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0000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A4A9B-1CDA-4234-A6F1-C0F353E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4AD0B-A5CC-4EED-89F5-6F1674BD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F9835-2FD1-4C3D-82FD-8C62FE6B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31C8-BEE0-489A-86C2-DF379E5A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99F72-5C61-4262-B55F-F5514468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1538B-62ED-444E-AEDA-97F92CA2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25603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C590B-AF0F-4477-A4F5-715D36A6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6AFD6-A491-4597-A259-97CD0B08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ACDE0-808E-4A08-9E4D-6410610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C88F6-AA57-46FE-9680-60A0FA0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3244E-64BF-43AD-BDF9-91CC793A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9AC54-CF8B-4DD4-AC66-76075AD4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C52D5-0636-4EEA-93E9-D575274E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5F8BB-DB5C-4396-9EEE-0EE2222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3FF0-2A64-42E2-8E85-378810D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47044-5297-4D28-A940-F4F9DA84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0D6FF-39E6-43E0-B3D1-EA8B4B9E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1F236-33DA-40BA-B964-7DB08F9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C5E65-2632-4383-BDC6-90CA6807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22E5A-71E4-4728-AC7A-9746B1E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E69BE-35DC-4BF4-9446-D4106122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97126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132F1-A6ED-49D5-82D9-46A81FA9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2FD10-E3C9-4BFD-997F-4A95D4D2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6FC3-72EF-47D7-B59B-E1FC7C6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619F-B50F-4527-A405-B9980E3E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6AE84-5937-4B6B-AFA9-31CE0BD6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C5FF5-238E-412D-ADDB-2C38B8FF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B957C-7B0D-4352-9595-DAADF91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576ED-7832-4EE9-8486-988FDB7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B6709-B9F2-4AE6-A429-000B2A0D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DD406-A868-4679-9274-BB39628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034A6-067B-42EF-A3EA-A9CACE33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6DA53-ECAC-47D5-883C-7029CF8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06A72-96B5-4CCC-A263-BA94223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676FD-15C3-47E0-B4AF-993971A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24940-6654-49DA-88E6-0C43F269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23109-68F4-4866-A843-3DF8AA6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ADAE0-670E-42C8-90E7-053668BC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D56DD-AD66-416E-B634-20BBB6CE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F4DA8-41C9-44AB-A671-E10C57F7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C0C27-B694-4208-9BCB-316F511E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606F2-509E-43B0-A76D-DB7AD41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85A3B-8310-4CF6-84E0-3EE6EC18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8BC63-3F60-41C4-84A5-9470A3CD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4713B-620D-4E00-A768-5F21A7F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167B6-C76A-4180-804B-99C37ECD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62393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9EF0E-07F0-4E24-8E0B-22CAD56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EC013-C6E1-4FF3-AC1E-E497E0C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A27D0-AE57-4CF4-A24E-1F4D59C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8C9B5-2BB1-4617-8D9C-F2DCF246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C7F23-E48F-4C05-B1E5-E7CE2601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F5861-5C5E-4D6A-99B8-2540D61B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99550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C32DD-6B07-4AEC-9506-D0038A3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63044-66FB-4462-8646-44D44E9E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37952-0AB8-4C9E-B7C7-769B0BB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81AF5-53CF-40DB-8419-7EC83BFE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AAD05-5FAF-4E53-BA55-9FF5B235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BCDB6-12FE-4A31-9DBA-C1D12AE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84497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503D3-267F-44E2-9DE9-D5BA6602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99487-1CF2-4FC2-A0C0-D291DA29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E60A6-4134-4BD1-A9DB-CB5FD856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AEE96-C388-4E08-B7BC-B011DE74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B06EB-ADB5-4A3F-BC1C-F563613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robot needs to find how far it must travel be...?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6AF36-347F-4088-85E5-D199B42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884013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75CFE-E50C-4ABA-BBEE-33CB6FA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A81E2-C22D-4230-B6FB-43D4BD6A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3C785-ED7D-4D39-82B7-F31A9BA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24FAF-B897-4CFB-8515-46F3B15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8A3EB-4841-4C92-B202-C02406C1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6B0F2-71A2-4E96-A0F0-17392536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72671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9D59D-EBE3-4E6B-8282-55C48554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EB0AA-C1A9-41CE-BCD2-FD14380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88C18-329E-4DA2-BC66-57E8AFD6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9898F-03D4-4848-AC2D-5B81A66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DA556-D1B5-4283-805D-B2081949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D8ED6-D2BF-43CB-BBE7-F6B385AA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5F97D-5C94-4281-9A06-8D704EA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7EAC3-F0F6-44E4-85E4-3C8B1171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4B740-AA4E-471A-A92F-2934F7B1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BB9D5-BB56-4299-8759-35473E4E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9F39E-A20C-40C7-8DA4-E21DE981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24F87-696D-4AC7-ABE3-0EBFADE2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0AAB2-AC2C-4C6E-B2DC-F71AD10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C9354-20DE-433B-A0D2-1A2301E7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199C4-9C36-4AC5-93A1-532277E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58F50-444E-4DCB-A609-34F4786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7314B-0A04-4095-9DFA-C46BF02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4FF39-B551-43D2-BFD1-5F2F41E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D1788-D24A-4EE3-9C7D-E8723709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99082-6DE1-4D6D-8B18-BA7B2A6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D2DFD-4ED4-428E-B3D1-9ED233B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BEBF5-3494-423F-84F4-359980C3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ABCB5-785F-4939-A9DB-98DF6BF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76742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2026-08-24T16:03:15.9730000Z</dcterms:created>
  <dcterms:modified xsi:type="dcterms:W3CDTF">2026-08-24T16:03:15.9730000Z</dcterms:modified>
</coreProperties>
</file>