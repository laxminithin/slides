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21f30440f0471c" /><Relationship Type="http://schemas.openxmlformats.org/officeDocument/2006/relationships/extended-properties" Target="/docProps/app.xml" Id="R88b00cf45c494054" /><Relationship Type="http://schemas.openxmlformats.org/officeDocument/2006/relationships/officeDocument" Target="/ppt/presentation.xml" Id="R0b6f21c391ac49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b64fbf4ae54c7f"/>
  </p:sldMasterIdLst>
  <p:notesMasterIdLst>
    <p:notesMasterId xmlns:r="http://schemas.openxmlformats.org/officeDocument/2006/relationships" r:id="R9b4bb36b908a4b9e"/>
  </p:notesMasterIdLst>
  <p:sldIdLst>
    <p:sldId xmlns:r="http://schemas.openxmlformats.org/officeDocument/2006/relationships" id="256" r:id="Rff60649f32314f31"/>
    <p:sldId xmlns:r="http://schemas.openxmlformats.org/officeDocument/2006/relationships" id="257" r:id="R04891bd043e34214"/>
    <p:sldId xmlns:r="http://schemas.openxmlformats.org/officeDocument/2006/relationships" id="258" r:id="R5afd2dd95a944124"/>
    <p:sldId xmlns:r="http://schemas.openxmlformats.org/officeDocument/2006/relationships" id="259" r:id="Re4301a3d37524fb1"/>
    <p:sldId xmlns:r="http://schemas.openxmlformats.org/officeDocument/2006/relationships" id="260" r:id="R01b50552b1e04aa2"/>
    <p:sldId xmlns:r="http://schemas.openxmlformats.org/officeDocument/2006/relationships" id="261" r:id="R434a9130eae5462c"/>
    <p:sldId xmlns:r="http://schemas.openxmlformats.org/officeDocument/2006/relationships" id="262" r:id="R23a71748cf7f48ad"/>
    <p:sldId xmlns:r="http://schemas.openxmlformats.org/officeDocument/2006/relationships" id="263" r:id="R27e47deabfad47c6"/>
    <p:sldId xmlns:r="http://schemas.openxmlformats.org/officeDocument/2006/relationships" id="264" r:id="Rd13dfcdb937a41a9"/>
    <p:sldId xmlns:r="http://schemas.openxmlformats.org/officeDocument/2006/relationships" id="265" r:id="R80047124cdaf4c71"/>
    <p:sldId xmlns:r="http://schemas.openxmlformats.org/officeDocument/2006/relationships" id="266" r:id="R34f42ed41e92494d"/>
    <p:sldId xmlns:r="http://schemas.openxmlformats.org/officeDocument/2006/relationships" id="267" r:id="R1b79f86cda9245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e84176dd124b6b" /><Relationship Type="http://schemas.openxmlformats.org/officeDocument/2006/relationships/slideMaster" Target="/ppt/slideMasters/slideMaster1.xml" Id="R7db64fbf4ae54c7f" /><Relationship Type="http://schemas.openxmlformats.org/officeDocument/2006/relationships/notesMaster" Target="/ppt/notesMasters/notesMaster1.xml" Id="R9b4bb36b908a4b9e" /><Relationship Type="http://schemas.openxmlformats.org/officeDocument/2006/relationships/presProps" Target="/ppt/presProps.xml" Id="Rbf322a1faf16448d" /><Relationship Type="http://schemas.openxmlformats.org/officeDocument/2006/relationships/tableStyles" Target="/ppt/tableStyles.xml" Id="Rafc1ffc731ec4015" /><Relationship Type="http://schemas.openxmlformats.org/officeDocument/2006/relationships/slide" Target="/ppt/slides/slide1.xml" Id="Rff60649f32314f31" /><Relationship Type="http://schemas.openxmlformats.org/officeDocument/2006/relationships/slide" Target="/ppt/slides/slide2.xml" Id="R04891bd043e34214" /><Relationship Type="http://schemas.openxmlformats.org/officeDocument/2006/relationships/slide" Target="/ppt/slides/slide3.xml" Id="R5afd2dd95a944124" /><Relationship Type="http://schemas.openxmlformats.org/officeDocument/2006/relationships/slide" Target="/ppt/slides/slide4.xml" Id="Re4301a3d37524fb1" /><Relationship Type="http://schemas.openxmlformats.org/officeDocument/2006/relationships/slide" Target="/ppt/slides/slide5.xml" Id="R01b50552b1e04aa2" /><Relationship Type="http://schemas.openxmlformats.org/officeDocument/2006/relationships/slide" Target="/ppt/slides/slide6.xml" Id="R434a9130eae5462c" /><Relationship Type="http://schemas.openxmlformats.org/officeDocument/2006/relationships/slide" Target="/ppt/slides/slide7.xml" Id="R23a71748cf7f48ad" /><Relationship Type="http://schemas.openxmlformats.org/officeDocument/2006/relationships/slide" Target="/ppt/slides/slide8.xml" Id="R27e47deabfad47c6" /><Relationship Type="http://schemas.openxmlformats.org/officeDocument/2006/relationships/slide" Target="/ppt/slides/slide9.xml" Id="Rd13dfcdb937a41a9" /><Relationship Type="http://schemas.openxmlformats.org/officeDocument/2006/relationships/slide" Target="/ppt/slides/slide10.xml" Id="R80047124cdaf4c71" /><Relationship Type="http://schemas.openxmlformats.org/officeDocument/2006/relationships/slide" Target="/ppt/slides/slide11.xml" Id="R34f42ed41e92494d" /><Relationship Type="http://schemas.openxmlformats.org/officeDocument/2006/relationships/slide" Target="/ppt/slides/slide12.xml" Id="R1b79f86cda9245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df97dd1da746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9498d7dc4847f0" /><Relationship Type="http://schemas.openxmlformats.org/officeDocument/2006/relationships/notesMaster" Target="/ppt/notesMasters/notesMaster1.xml" Id="R9de70144d1824c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85b60eef9548cf" /><Relationship Type="http://schemas.openxmlformats.org/officeDocument/2006/relationships/notesMaster" Target="/ppt/notesMasters/notesMaster1.xml" Id="R0461650743ce45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428de17cc9436e" /><Relationship Type="http://schemas.openxmlformats.org/officeDocument/2006/relationships/notesMaster" Target="/ppt/notesMasters/notesMaster1.xml" Id="R526b2639c5c74a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33bb06e8634389" /><Relationship Type="http://schemas.openxmlformats.org/officeDocument/2006/relationships/notesMaster" Target="/ppt/notesMasters/notesMaster1.xml" Id="R5da0819368b74c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5c19c89fb64152" /><Relationship Type="http://schemas.openxmlformats.org/officeDocument/2006/relationships/notesMaster" Target="/ppt/notesMasters/notesMaster1.xml" Id="R98f49ca322e249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29d2fe1ef24339" /><Relationship Type="http://schemas.openxmlformats.org/officeDocument/2006/relationships/notesMaster" Target="/ppt/notesMasters/notesMaster1.xml" Id="Re63e4ea71b3c4d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fca946a44a4995" /><Relationship Type="http://schemas.openxmlformats.org/officeDocument/2006/relationships/notesMaster" Target="/ppt/notesMasters/notesMaster1.xml" Id="R7f3ae742478a48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3f28c2c5d84455" /><Relationship Type="http://schemas.openxmlformats.org/officeDocument/2006/relationships/notesMaster" Target="/ppt/notesMasters/notesMaster1.xml" Id="R5e62a3d12a4948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b1ac022d6c4c4d" /><Relationship Type="http://schemas.openxmlformats.org/officeDocument/2006/relationships/notesMaster" Target="/ppt/notesMasters/notesMaster1.xml" Id="R0fea0c18752f43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07cdd1d6804088" /><Relationship Type="http://schemas.openxmlformats.org/officeDocument/2006/relationships/notesMaster" Target="/ppt/notesMasters/notesMaster1.xml" Id="R12be265878864a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3153ce17b241ba" /><Relationship Type="http://schemas.openxmlformats.org/officeDocument/2006/relationships/notesMaster" Target="/ppt/notesMasters/notesMaster1.xml" Id="R6d4bd5a144f444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26ebca7778404d" /><Relationship Type="http://schemas.openxmlformats.org/officeDocument/2006/relationships/notesMaster" Target="/ppt/notesMasters/notesMaster1.xml" Id="R0240d3d7305c46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9968cd1444d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2909278c724cf3" /><Relationship Type="http://schemas.openxmlformats.org/officeDocument/2006/relationships/slideLayout" Target="/ppt/slideLayouts/slideLayout1.xml" Id="R8c1d00a0c5ae4d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1d00a0c5ae4d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1aebc5fae4eaf" /><Relationship Type="http://schemas.openxmlformats.org/officeDocument/2006/relationships/notesSlide" Target="/ppt/notesSlides/notesSlide1.xml" Id="R793a60ca4bff44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8a54a127d4487" /><Relationship Type="http://schemas.openxmlformats.org/officeDocument/2006/relationships/notesSlide" Target="/ppt/notesSlides/notesSlide2.xml" Id="R877fd219429641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75893a3fb4b40" /><Relationship Type="http://schemas.openxmlformats.org/officeDocument/2006/relationships/notesSlide" Target="/ppt/notesSlides/notesSlide3.xml" Id="R27421930a2d747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89c4b0d0140fe" /><Relationship Type="http://schemas.openxmlformats.org/officeDocument/2006/relationships/notesSlide" Target="/ppt/notesSlides/notesSlide4.xml" Id="R832b2c5cf4a54d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ccabb1cf64610" /><Relationship Type="http://schemas.openxmlformats.org/officeDocument/2006/relationships/notesSlide" Target="/ppt/notesSlides/notesSlide5.xml" Id="R405d25c2154f4c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04a679a394a47" /><Relationship Type="http://schemas.openxmlformats.org/officeDocument/2006/relationships/notesSlide" Target="/ppt/notesSlides/notesSlide6.xml" Id="R200c72e47b424e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fdf4bf6a440bb" /><Relationship Type="http://schemas.openxmlformats.org/officeDocument/2006/relationships/notesSlide" Target="/ppt/notesSlides/notesSlide7.xml" Id="R8a5b0f256d8c4a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c8ffe3204404d" /><Relationship Type="http://schemas.openxmlformats.org/officeDocument/2006/relationships/notesSlide" Target="/ppt/notesSlides/notesSlide8.xml" Id="R7c49129471f046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0e0b9778d4713" /><Relationship Type="http://schemas.openxmlformats.org/officeDocument/2006/relationships/notesSlide" Target="/ppt/notesSlides/notesSlide9.xml" Id="R07cfe19c4c194e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0d741be9e4306" /><Relationship Type="http://schemas.openxmlformats.org/officeDocument/2006/relationships/notesSlide" Target="/ppt/notesSlides/notesSlide10.xml" Id="R8f2be6d006d942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5880e919244c0" /><Relationship Type="http://schemas.openxmlformats.org/officeDocument/2006/relationships/notesSlide" Target="/ppt/notesSlides/notesSlide11.xml" Id="R7dbd7007f65449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b35efcb394557" /><Relationship Type="http://schemas.openxmlformats.org/officeDocument/2006/relationships/notesSlide" Target="/ppt/notesSlides/notesSlide12.xml" Id="R058a5ee30ca24a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A3EEC-F6CE-48DA-BE9B-98F16F05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9EF9B-C9BD-4C4B-8480-7B8C48A8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Develop a C program that takes a unique identification input like PAN Number, AADHAR_Number, APAAR_Id, Driving License,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AA899-11AA-4E97-A532-36699710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82D34-860D-439C-AFD2-A598952A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CD4CA-DCA3-43C1-AF06-50B86F69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2CCB4-9604-4F13-95ED-4865BF7B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34B9B-06CE-44DC-96E6-05368B66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35439-6B1F-4761-A492-6420A3C1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22E58-57FB-4329-BD8F-4F4918C4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4CA7F-8B08-466A-AD8A-DED02C6A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57FFB-6BFC-47BB-AF7D-468944D4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F3676-EBA2-462E-8ACF-EA57B408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EAE06-78E9-400F-A3F7-7F00D1DA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408370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409CD-5E6A-41F1-B2D3-FC0547FE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66496-26AF-4B50-8F7E-29950A34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23C2B-6B77-44D8-96D8-9ED4C30F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1C57B-B9E1-42EC-9DBB-698C7A3F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3B92B-E4D6-4AFB-8281-F5253DE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Develop a C program that takes a unique identification input like PAN Number, AADHAR_Number, APAAR_Id, Driving License, 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6E14D-E072-4C75-9D75-87C001CD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2360520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9AF54-E499-4601-B933-057F9919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DA69F-D44F-473D-8AD4-44CEB432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A753C-C1E3-4E5E-B747-5F03D44D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24A67-590E-46E6-9312-1EE4B7A3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1B67C-9763-4A6F-BECD-E29E3189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Develop a C program that takes a unique identification input like PAN Number, A....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8F813-910F-4050-AEEC-2454299C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Develop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983DE-6A67-4724-912B-C51DB99C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EDBFE-CCE2-46AC-A021-61CB6B80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79A06-99FB-412A-9BF1-905E89A8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890B4-1E8D-4B69-8AFA-7E807831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that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D58A7-96FC-4102-8851-6B1E192E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27347-3DAB-481D-958B-483352F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takes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102FE-EE59-4205-AEC9-AECDD269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6CA85-2CC5-4ACD-82A1-5C3F3C50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unique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0BFF6-B43C-41AA-8F31-B7812430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0965163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A7E6D-6094-47C9-9421-671072F4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797F9-249A-461D-89FA-EE6A9E57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2B5D4-3742-4238-A384-4AF5BD60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0DD1E-34B3-4891-A6DE-EE5B474A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B89DC-4EB2-4532-B7CA-0196BE32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AF2A0-0022-4D50-839A-5DFB00A4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653857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38FA6-6633-4850-8E37-841871C4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602FC-6050-45E5-84C5-D8170399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5B528-A62F-40E6-8531-32728213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CB42B-4BC9-43B8-8308-A66B45FB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7F833-B3E4-4570-A803-BA1B4F51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C4E1E-51A8-42BE-ABFE-A6EE47DA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888983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4F3D4-09F4-4D4D-A9E4-4BEBFEFE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72420-7482-4D48-A35C-CFE7671A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E7EC2-352E-41BF-AC77-8D2FF359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5F7CF-A2EC-47E8-832E-8CDA96AD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D4343-8683-4C94-BDEC-C8A113E4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59B34-C18C-43B3-B06C-36972FC5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768FD-078D-459F-9BF5-F66B531E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F19B1-91BF-4BD5-939C-5694F996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5D83A-64A0-4D8A-8EC4-9DD7D4B9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D685D-8D7A-489D-B003-24F71C6F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17225-B225-42BC-9685-2667F2BD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71BD9-50D7-4DC1-AD9D-662552DD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624D8-9055-4D4E-8E68-BE874071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E5C13-AA7C-4F93-97F1-9CAC47EE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E4DCC-99CF-41C1-9E75-D70EB295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1482809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645D8-9881-4B0D-BC3E-4ADB7969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6192B-0A29-4E15-B8C0-781833CC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3864C-7758-4140-AE01-7359870E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86063-38AD-4BF8-8043-AFBE5DE3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C9168-F585-4A41-B7E5-9689C032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E21D4-C071-4EF1-83DB-A7903C93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F98D2-315B-4242-B62C-0F8933C6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2ED84-6657-4508-AD3B-11ADBC91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84C58-574A-4870-B5D9-70C32947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23947-1D14-4A39-BE57-10C5E861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164B8-E572-4E0C-BA43-BDC6E3D2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128B1-4C04-4DD1-8C2F-5CC06182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69868-43AD-469D-B178-73E27630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470A7-9509-4ED9-8389-5A85CF2F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7AEDC-F61D-45C2-8F35-C6E0E3B5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4C86F-2D60-420E-A7F6-433AF2CB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FB9B6-6037-4392-B882-FE1ADD68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B2515-41CC-4C68-BDC2-D1D7B642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010B6-7EE3-4590-A3AE-C5DA1B2C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08632-99C9-47CF-8C41-1CE130A5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3B7A08-A5C0-4236-8F02-FB06727B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6F73D-B064-4DC9-83D6-930FC143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93FB59-8BF0-4321-AFE3-F24F85E7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0738F3-FA62-45A0-A443-FE61700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E7A539-914D-4F35-97D5-5D24DF70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196911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31EE1-9F67-44A9-95DB-3A76402B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FD836-640B-41A4-B37B-E16D98DD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BF652-E574-4B89-A9A6-7DEA7493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43977-20BF-458E-A6D6-E3089CF7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6C014-05D0-4AD7-B744-5A8C411F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CD35D-1B5C-4319-A1E6-E435B25A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9276749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CEFF5-2358-4A0B-938C-A416DC05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2D1A9-B4E5-4396-9439-B1C9280C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60B36-E492-4956-9079-5AC30880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F7148-1764-404A-BFDC-FB0CC120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083EF-B4CC-4A30-8E49-DD0ABD37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85D6E-804E-4530-B348-4E119599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996969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4C78C-2342-40BB-9782-E9D8102D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667B9-267D-459E-A8BB-631B5FB0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34900-19B6-4CD1-A534-D5858E2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7BB67-7D0F-49A4-B39F-E68D664F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6C9F8-0A25-420D-A0B8-96AA6208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Develop a C program that takes a unique identif...?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E3D8C-E940-4653-A48E-4876DD9F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4386051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5C2F7-2654-4493-BF46-DA02030D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6BC94-4A30-452A-98C9-A3B3C4FB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74C1F-92E4-438E-A7C3-B8093531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BF0BC-E3C9-40C5-9A6E-E740453B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25A00-E692-4C59-84A6-4D45B64E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88985-760F-4490-BB69-F001244D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983817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ACB84F-EAAF-49D8-8CB6-BD9E2B36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0AEB6-D8DA-4FDA-A2D0-1398A848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E7886-02B8-4C50-9F2A-085AA1DB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1B914-E4B4-4716-9C45-787E1D31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E0C36-4CDB-4F6E-B48B-9E0951A5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8D5DE-6952-4A65-9939-569555DE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D2417-250E-4AC4-A3E0-B24778B3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262B4-2F8A-4498-A4B5-9122E820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64F16-3E51-446D-BB38-CD0F365E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22C49-74CA-484E-A8AE-CCCE2312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6B42B-0625-4FE1-98F6-5255F8F8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30CE8-049F-48AC-96B4-5AC63163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E86D3-0D70-4418-A2D1-2A5ED347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D13B5-E45D-4B98-B0AC-56977FE7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9A0D9-0A2B-4465-8C71-69DAF815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E262E-DC2D-47CD-BF81-823BFF5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BD268-3108-41A3-A998-6624013C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9A943-1B32-43CD-95B7-506336AB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2E0E8-D0D1-4538-A0F1-20DD040A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690C1-27FA-4638-9EA1-DDDAD32C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8012D-4D3D-43B0-946C-303EE523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10EB6-7AE8-44D9-AB43-644F7C0E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FABB56-016D-4EB2-A369-25BA8184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09849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2026-08-24T16:03:16.1020000Z</dcterms:created>
  <dcterms:modified xsi:type="dcterms:W3CDTF">2026-08-24T16:03:16.1020000Z</dcterms:modified>
</coreProperties>
</file>