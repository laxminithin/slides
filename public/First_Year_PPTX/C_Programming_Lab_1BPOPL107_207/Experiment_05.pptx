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94b74845564d1f" /><Relationship Type="http://schemas.openxmlformats.org/officeDocument/2006/relationships/extended-properties" Target="/docProps/app.xml" Id="R0fc3c7318b984ef5" /><Relationship Type="http://schemas.openxmlformats.org/officeDocument/2006/relationships/officeDocument" Target="/ppt/presentation.xml" Id="Rc58f4cbea1ac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f2e94cdc34adb"/>
  </p:sldMasterIdLst>
  <p:notesMasterIdLst>
    <p:notesMasterId xmlns:r="http://schemas.openxmlformats.org/officeDocument/2006/relationships" r:id="R2936d9e9ecbe4593"/>
  </p:notesMasterIdLst>
  <p:sldIdLst>
    <p:sldId xmlns:r="http://schemas.openxmlformats.org/officeDocument/2006/relationships" id="256" r:id="Raf42b292d6f545e0"/>
    <p:sldId xmlns:r="http://schemas.openxmlformats.org/officeDocument/2006/relationships" id="257" r:id="R6b98bdf1a5844523"/>
    <p:sldId xmlns:r="http://schemas.openxmlformats.org/officeDocument/2006/relationships" id="258" r:id="R1740f4756c984cd1"/>
    <p:sldId xmlns:r="http://schemas.openxmlformats.org/officeDocument/2006/relationships" id="259" r:id="Ra0879af3d57f4e77"/>
    <p:sldId xmlns:r="http://schemas.openxmlformats.org/officeDocument/2006/relationships" id="260" r:id="Rbbe0d2be1c19448d"/>
    <p:sldId xmlns:r="http://schemas.openxmlformats.org/officeDocument/2006/relationships" id="261" r:id="Rf12f321199f24684"/>
    <p:sldId xmlns:r="http://schemas.openxmlformats.org/officeDocument/2006/relationships" id="262" r:id="Rb6cf7a880830407e"/>
    <p:sldId xmlns:r="http://schemas.openxmlformats.org/officeDocument/2006/relationships" id="263" r:id="Rcabb7e989e294f33"/>
    <p:sldId xmlns:r="http://schemas.openxmlformats.org/officeDocument/2006/relationships" id="264" r:id="R904a507db64c45ef"/>
    <p:sldId xmlns:r="http://schemas.openxmlformats.org/officeDocument/2006/relationships" id="265" r:id="R07f169dc28844f62"/>
    <p:sldId xmlns:r="http://schemas.openxmlformats.org/officeDocument/2006/relationships" id="266" r:id="R352854a894c343a6"/>
    <p:sldId xmlns:r="http://schemas.openxmlformats.org/officeDocument/2006/relationships" id="267" r:id="Ree7ece0be63f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8c5c33aaf04ef9" /><Relationship Type="http://schemas.openxmlformats.org/officeDocument/2006/relationships/slideMaster" Target="/ppt/slideMasters/slideMaster1.xml" Id="R11ff2e94cdc34adb" /><Relationship Type="http://schemas.openxmlformats.org/officeDocument/2006/relationships/notesMaster" Target="/ppt/notesMasters/notesMaster1.xml" Id="R2936d9e9ecbe4593" /><Relationship Type="http://schemas.openxmlformats.org/officeDocument/2006/relationships/presProps" Target="/ppt/presProps.xml" Id="R78a00fbf47704e54" /><Relationship Type="http://schemas.openxmlformats.org/officeDocument/2006/relationships/tableStyles" Target="/ppt/tableStyles.xml" Id="R0e512aaa0c414f00" /><Relationship Type="http://schemas.openxmlformats.org/officeDocument/2006/relationships/slide" Target="/ppt/slides/slide1.xml" Id="Raf42b292d6f545e0" /><Relationship Type="http://schemas.openxmlformats.org/officeDocument/2006/relationships/slide" Target="/ppt/slides/slide2.xml" Id="R6b98bdf1a5844523" /><Relationship Type="http://schemas.openxmlformats.org/officeDocument/2006/relationships/slide" Target="/ppt/slides/slide3.xml" Id="R1740f4756c984cd1" /><Relationship Type="http://schemas.openxmlformats.org/officeDocument/2006/relationships/slide" Target="/ppt/slides/slide4.xml" Id="Ra0879af3d57f4e77" /><Relationship Type="http://schemas.openxmlformats.org/officeDocument/2006/relationships/slide" Target="/ppt/slides/slide5.xml" Id="Rbbe0d2be1c19448d" /><Relationship Type="http://schemas.openxmlformats.org/officeDocument/2006/relationships/slide" Target="/ppt/slides/slide6.xml" Id="Rf12f321199f24684" /><Relationship Type="http://schemas.openxmlformats.org/officeDocument/2006/relationships/slide" Target="/ppt/slides/slide7.xml" Id="Rb6cf7a880830407e" /><Relationship Type="http://schemas.openxmlformats.org/officeDocument/2006/relationships/slide" Target="/ppt/slides/slide8.xml" Id="Rcabb7e989e294f33" /><Relationship Type="http://schemas.openxmlformats.org/officeDocument/2006/relationships/slide" Target="/ppt/slides/slide9.xml" Id="R904a507db64c45ef" /><Relationship Type="http://schemas.openxmlformats.org/officeDocument/2006/relationships/slide" Target="/ppt/slides/slide10.xml" Id="R07f169dc28844f62" /><Relationship Type="http://schemas.openxmlformats.org/officeDocument/2006/relationships/slide" Target="/ppt/slides/slide11.xml" Id="R352854a894c343a6" /><Relationship Type="http://schemas.openxmlformats.org/officeDocument/2006/relationships/slide" Target="/ppt/slides/slide12.xml" Id="Ree7ece0be63f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d01e4d2e3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d5733694941f2" /><Relationship Type="http://schemas.openxmlformats.org/officeDocument/2006/relationships/notesMaster" Target="/ppt/notesMasters/notesMaster1.xml" Id="R53b63427089d4c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62a112bbe4e5b" /><Relationship Type="http://schemas.openxmlformats.org/officeDocument/2006/relationships/notesMaster" Target="/ppt/notesMasters/notesMaster1.xml" Id="Ra3789a4a2a33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1b09761044001" /><Relationship Type="http://schemas.openxmlformats.org/officeDocument/2006/relationships/notesMaster" Target="/ppt/notesMasters/notesMaster1.xml" Id="R7512d1d7f633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c1199dc9b54a4b" /><Relationship Type="http://schemas.openxmlformats.org/officeDocument/2006/relationships/notesMaster" Target="/ppt/notesMasters/notesMaster1.xml" Id="R95eb15ec0d3849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a6c09d1b094306" /><Relationship Type="http://schemas.openxmlformats.org/officeDocument/2006/relationships/notesMaster" Target="/ppt/notesMasters/notesMaster1.xml" Id="Rc7488d1bd5fb4a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99c5f3c604578" /><Relationship Type="http://schemas.openxmlformats.org/officeDocument/2006/relationships/notesMaster" Target="/ppt/notesMasters/notesMaster1.xml" Id="R4e4283c734b740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1ccbd1bb94076" /><Relationship Type="http://schemas.openxmlformats.org/officeDocument/2006/relationships/notesMaster" Target="/ppt/notesMasters/notesMaster1.xml" Id="Rfcdb968c70a74d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bcbc629e64029" /><Relationship Type="http://schemas.openxmlformats.org/officeDocument/2006/relationships/notesMaster" Target="/ppt/notesMasters/notesMaster1.xml" Id="Rc94fe4373cba4f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41a4e96f5549ce" /><Relationship Type="http://schemas.openxmlformats.org/officeDocument/2006/relationships/notesMaster" Target="/ppt/notesMasters/notesMaster1.xml" Id="R77c07ec66d514b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d37d9a44e84c13" /><Relationship Type="http://schemas.openxmlformats.org/officeDocument/2006/relationships/notesMaster" Target="/ppt/notesMasters/notesMaster1.xml" Id="R83ad8ebb79d642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0a840037c245b6" /><Relationship Type="http://schemas.openxmlformats.org/officeDocument/2006/relationships/notesMaster" Target="/ppt/notesMasters/notesMaster1.xml" Id="Rbb727cab076e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0a2ed774634874" /><Relationship Type="http://schemas.openxmlformats.org/officeDocument/2006/relationships/notesMaster" Target="/ppt/notesMasters/notesMaster1.xml" Id="R8159fa688c10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fe7bf6ed94c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c41e3a8274130" /><Relationship Type="http://schemas.openxmlformats.org/officeDocument/2006/relationships/slideLayout" Target="/ppt/slideLayouts/slideLayout1.xml" Id="Ra9ac7121c7f6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c7121c7f6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7e627f7c84df2" /><Relationship Type="http://schemas.openxmlformats.org/officeDocument/2006/relationships/notesSlide" Target="/ppt/notesSlides/notesSlide1.xml" Id="R1e9e57cce74148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fee02f78444f1" /><Relationship Type="http://schemas.openxmlformats.org/officeDocument/2006/relationships/notesSlide" Target="/ppt/notesSlides/notesSlide2.xml" Id="Rb73d6cd52b58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0d7352cf4403c" /><Relationship Type="http://schemas.openxmlformats.org/officeDocument/2006/relationships/notesSlide" Target="/ppt/notesSlides/notesSlide3.xml" Id="R055f64b2f6124a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2b9dbcde34e9e" /><Relationship Type="http://schemas.openxmlformats.org/officeDocument/2006/relationships/notesSlide" Target="/ppt/notesSlides/notesSlide4.xml" Id="R3ad562ea49ad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ed059dcad4792" /><Relationship Type="http://schemas.openxmlformats.org/officeDocument/2006/relationships/notesSlide" Target="/ppt/notesSlides/notesSlide5.xml" Id="Rf7c5c6f00ff0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5d8bfab442fc" /><Relationship Type="http://schemas.openxmlformats.org/officeDocument/2006/relationships/notesSlide" Target="/ppt/notesSlides/notesSlide6.xml" Id="R5791af31662b4b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554e6416429b" /><Relationship Type="http://schemas.openxmlformats.org/officeDocument/2006/relationships/notesSlide" Target="/ppt/notesSlides/notesSlide7.xml" Id="Rb101c76adfa748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f45fad834baa" /><Relationship Type="http://schemas.openxmlformats.org/officeDocument/2006/relationships/notesSlide" Target="/ppt/notesSlides/notesSlide8.xml" Id="R20c5a0adf62743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ec2b98f544d36" /><Relationship Type="http://schemas.openxmlformats.org/officeDocument/2006/relationships/notesSlide" Target="/ppt/notesSlides/notesSlide9.xml" Id="R10a55d0e685445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18fe3956b470d" /><Relationship Type="http://schemas.openxmlformats.org/officeDocument/2006/relationships/notesSlide" Target="/ppt/notesSlides/notesSlide10.xml" Id="R2b0f64e45d2a40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c64b2d4484589" /><Relationship Type="http://schemas.openxmlformats.org/officeDocument/2006/relationships/notesSlide" Target="/ppt/notesSlides/notesSlide11.xml" Id="R9550b87bb70a43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6ffd0e2a44f7a" /><Relationship Type="http://schemas.openxmlformats.org/officeDocument/2006/relationships/notesSlide" Target="/ppt/notesSlides/notesSlide12.xml" Id="Rc8829dee6f8d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C37EC-29C3-48D2-A437-53719CC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3F1C-BCA3-485C-8BAF-4AE0A900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sensor in a robotic arm needs to calculate the angle of rotation in real -time, but the hardware doesn't support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84007-EB58-4040-8E77-F613C3A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C783D-69C4-4EC2-9978-84BDBDF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3AF27-9ABB-493B-AFE8-28CC283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7E13A-6127-4215-878A-ADBDD0E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8829-3D9D-4840-AB02-2BC5FB2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7EAC5-9364-4F19-9C4B-B26164AD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16E1D-A513-4B86-B37D-D0C9F3F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B400E-D4BC-4085-929C-81A6BDA4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2122D-3D8F-41B2-AAD5-63EC6D70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4684-1C64-483C-831B-BD2C2E0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70319-1A0D-4907-BDD8-8B6D496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05019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3F3FD-39D4-4A72-AFDF-00A8B74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80358-1CED-4488-AC79-38EB8D34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F5EEF-1DC2-4092-B5CC-D8C80E4C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ED0A9-D715-47C1-8552-750FE88D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37E39-2C14-4158-AACB-0A102580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sensor in a robotic arm needs to calculate the angle of rotation in real -time, but the hardware doesn't support built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6B3B1-ABFF-40B1-91AA-B418D17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16414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9C1AE-9273-44B1-9C1F-CCD064B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E79A-09BE-4EF9-A40F-9EAF210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D0E3-A8C8-4DE5-899E-8C784934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A55A-B17C-43A6-A6A6-D58FA7A7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955B-ED16-449E-B02C-7BF4DFB2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sensor in a robotic arm needs to calculate the angle of rotation in real -tim....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A5F8C-F267-4B20-97F8-86040D1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F585A-0E35-4D93-A06D-4FB89675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4BDB1-2F9E-4934-8AB0-B95FFAF3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robotic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EF916-57BB-416A-98DE-4442F841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46BE-3C22-4E5B-9DE9-E24AFE1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C7C36-C757-4BF7-98CA-374C08E7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203CB-A8C1-4026-BD50-B806D21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16415-3FB6-45E8-9874-7B86A90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192CE-714C-4587-8814-380E5118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224BB-4D6F-4D1D-97C6-8BDAAE30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11364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0DFF-14B3-48D9-9E4B-72F1AF5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9E9B1-94B3-436F-8C4B-716A361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F39F8-E565-4D15-852A-D8A73F95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7BF7-214C-4394-8083-6BA9A8A7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8A242-EB4B-4558-9772-3B0A74E9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2934-89A7-478E-9C4F-3A96B469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80451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6643F-B25E-4812-8138-7324A521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11AD-632E-4FBB-BD5A-153753D4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2D6BA-3B9A-4E90-95FE-EBA05E6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D2834-1E28-49D1-BC12-F90A7950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1929F-87FA-45FD-8D7B-0620DC66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7912-65AC-4DEA-80BE-442DA69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53036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12BC0-4383-4008-8E60-9B6BE9B1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D8260-EA90-4CDD-9C13-498AF04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CC241-4570-4103-9949-6E9FB1BB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CC0A-7615-470D-9230-326CAA2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3E1E-B474-4074-9126-8DC35C7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C8D82-1AE9-4E31-8139-4207496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33453-EDAF-4E9E-B185-988547A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580B-5583-4D58-9269-7A855AD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262D4-F9F8-4B66-82C7-F7F706C2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3F3E0-8255-4EF2-B056-3BE1E3E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99B27-077A-4E21-A44A-DCEF1292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E770F-FBF8-4CFB-BF71-ECEE62ED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B2042-8DCA-42FD-902B-88FE27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D4BD9-B07B-4CCF-9ED0-637F7B1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E46E5-9123-444C-8A14-BA2FCD6D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73425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04B86-77F7-4111-9205-01813125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38AE-CA8C-4311-9FC9-D18AE52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65429-18FF-4346-8947-45FDFB1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3EF90-9B99-45E2-ACA6-8079BBB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3FED7-BF00-42BC-9DCD-AA95400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288D9-5838-4F41-90E2-C080B21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AD25D-1D19-41C4-86F8-7B9A2B2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6238D-0B71-4297-8A64-B13A3CED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0A645-CFA2-4CB6-9549-292399E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B263F-AA5C-4697-826D-567FEBD8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3BC4B-62CD-457E-905F-093A905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32E30-A2CF-43F9-85E7-EDFAF05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C03FB-F623-4EDD-AF4B-B276FE38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3A538-F843-4F78-98D3-7A290281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D27A3-0A21-4A62-8EA0-A5022FA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A4D2E-D13B-4FB9-8639-63B617D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D1123-1029-4198-975A-4AD5D91F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8AF0D-8E91-4319-BAF6-D8B3C00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BAEF1-0DCE-4691-8E80-7B5502C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D8C4C-F831-469E-8BEA-A712DE37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E5D44-E80F-4539-A034-D6665A8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97FF3-F41E-4EBE-982D-3CA4301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2D23E-B30B-4D62-8000-C36B5699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41D46-B509-4515-9177-F8268E5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9060E-0BB9-43F1-A66C-6500FB8D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54775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494DB-F97D-4A3D-8206-EA87BB6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334E7-B5F8-46B8-B43F-7706E58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C9863-01B9-4184-B02F-41B2A3B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71F9F-F239-4BE0-AA4A-3A6B5FD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1F963-B415-4EBA-A384-AEDB531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3F269-0BE3-4796-9BC5-5E90C56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91753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C4139-7764-4B9E-9B9A-CCDDB54D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F9784-FF86-42FA-8051-156E02F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FD22-32AD-4EE8-8DE0-196CF099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73892-65B9-4479-A957-31DCDD6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6441-AA9D-4A1B-AD22-3688358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C981-4B09-4C42-AD16-1D32DE8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31797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F14A8-40B3-4272-A76C-AD1FE38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619C3-29BE-4E71-8529-6C111D92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EA875-FF06-4C2F-851D-548F0315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307E-D474-42D6-8B68-6C2278C0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76954-56C0-4034-A60D-CD206CFE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sensor in a robotic arm needs to calculate th...?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A6FF2-836D-48BA-A68B-6F89B62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46201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8BF3-1314-423E-9A9D-64CC035F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4100A-F82E-4402-B84E-B40CAAA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0B99E-98CF-4903-B304-C7FDBF8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904B5-367B-400E-B581-6213091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283D-408C-4388-97A0-F9A9BAD3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F34F1-5755-4501-AE17-CE5B095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27359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29607-9D5D-4226-B5EB-116E8DF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2809-F77B-4413-AA53-63AD8D8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06A93-1914-474F-831F-12D4B51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592C-9A09-480D-85C0-C539829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78C0-B3E7-4660-A533-C21286C4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B860B-6D78-4CF4-9BD4-C2DB15E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5BDAB-E80E-420C-899A-1A3D7C5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E8975-00FF-4E40-A7DE-E3D79A1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4947C-57F7-48A3-B7E4-16DEA24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DA95-A780-45F9-89ED-2682E1AF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2AD57-4C9F-4D8B-BD5F-B9917A1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BDE94-9063-4506-AA1C-8D362F5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03581-E5D1-4FCA-8AD5-E56F3BF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15881-9C50-4656-AE51-8529B523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02F34-0378-4F1B-A4B6-6457DBB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A975B-3377-4CF0-83EE-C1397C29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83A92-4815-4FF3-85BA-96427DF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AC6EE-D46A-43A9-AF7D-5ED7469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25D9A-F7EA-41AE-BF65-18C7F8C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C6E1C-FDA5-4A93-98F7-6D5A4549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02528-B101-4F21-9F11-026E69A9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5BFE8-2793-4546-B777-1B383BC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604D3-A6BA-41DC-9BEF-C0DCA2AC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915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2026-08-24T16:03:16.2210000Z</dcterms:created>
  <dcterms:modified xsi:type="dcterms:W3CDTF">2026-08-24T16:03:16.2210000Z</dcterms:modified>
</coreProperties>
</file>