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988af3f3945f1" /><Relationship Type="http://schemas.openxmlformats.org/officeDocument/2006/relationships/extended-properties" Target="/docProps/app.xml" Id="R7d40de5b44ee4863" /><Relationship Type="http://schemas.openxmlformats.org/officeDocument/2006/relationships/officeDocument" Target="/ppt/presentation.xml" Id="R0b64f9a87b8e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a3026ec1146af"/>
  </p:sldMasterIdLst>
  <p:notesMasterIdLst>
    <p:notesMasterId xmlns:r="http://schemas.openxmlformats.org/officeDocument/2006/relationships" r:id="R28144530923c4232"/>
  </p:notesMasterIdLst>
  <p:sldIdLst>
    <p:sldId xmlns:r="http://schemas.openxmlformats.org/officeDocument/2006/relationships" id="256" r:id="R8e6c8c47a7df4f81"/>
    <p:sldId xmlns:r="http://schemas.openxmlformats.org/officeDocument/2006/relationships" id="257" r:id="Rc634cdbfb8ca4d23"/>
    <p:sldId xmlns:r="http://schemas.openxmlformats.org/officeDocument/2006/relationships" id="258" r:id="Rde5239a742694076"/>
    <p:sldId xmlns:r="http://schemas.openxmlformats.org/officeDocument/2006/relationships" id="259" r:id="R90f387f2e8444162"/>
    <p:sldId xmlns:r="http://schemas.openxmlformats.org/officeDocument/2006/relationships" id="260" r:id="R1bf919a0906e4c22"/>
    <p:sldId xmlns:r="http://schemas.openxmlformats.org/officeDocument/2006/relationships" id="261" r:id="Ra95ba94d83364ebf"/>
    <p:sldId xmlns:r="http://schemas.openxmlformats.org/officeDocument/2006/relationships" id="262" r:id="R08dcf45a7bbb489a"/>
    <p:sldId xmlns:r="http://schemas.openxmlformats.org/officeDocument/2006/relationships" id="263" r:id="Rf537247da8b94198"/>
    <p:sldId xmlns:r="http://schemas.openxmlformats.org/officeDocument/2006/relationships" id="264" r:id="R30fca09fe993463f"/>
    <p:sldId xmlns:r="http://schemas.openxmlformats.org/officeDocument/2006/relationships" id="265" r:id="R88268965d59f4a29"/>
    <p:sldId xmlns:r="http://schemas.openxmlformats.org/officeDocument/2006/relationships" id="266" r:id="R5c36f14cd8c545ba"/>
    <p:sldId xmlns:r="http://schemas.openxmlformats.org/officeDocument/2006/relationships" id="267" r:id="R91fe957801e7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39ea29118648fc" /><Relationship Type="http://schemas.openxmlformats.org/officeDocument/2006/relationships/slideMaster" Target="/ppt/slideMasters/slideMaster1.xml" Id="Re1aa3026ec1146af" /><Relationship Type="http://schemas.openxmlformats.org/officeDocument/2006/relationships/notesMaster" Target="/ppt/notesMasters/notesMaster1.xml" Id="R28144530923c4232" /><Relationship Type="http://schemas.openxmlformats.org/officeDocument/2006/relationships/presProps" Target="/ppt/presProps.xml" Id="R32f01b47e9934073" /><Relationship Type="http://schemas.openxmlformats.org/officeDocument/2006/relationships/tableStyles" Target="/ppt/tableStyles.xml" Id="Rb71a1c4a20f048ad" /><Relationship Type="http://schemas.openxmlformats.org/officeDocument/2006/relationships/slide" Target="/ppt/slides/slide1.xml" Id="R8e6c8c47a7df4f81" /><Relationship Type="http://schemas.openxmlformats.org/officeDocument/2006/relationships/slide" Target="/ppt/slides/slide2.xml" Id="Rc634cdbfb8ca4d23" /><Relationship Type="http://schemas.openxmlformats.org/officeDocument/2006/relationships/slide" Target="/ppt/slides/slide3.xml" Id="Rde5239a742694076" /><Relationship Type="http://schemas.openxmlformats.org/officeDocument/2006/relationships/slide" Target="/ppt/slides/slide4.xml" Id="R90f387f2e8444162" /><Relationship Type="http://schemas.openxmlformats.org/officeDocument/2006/relationships/slide" Target="/ppt/slides/slide5.xml" Id="R1bf919a0906e4c22" /><Relationship Type="http://schemas.openxmlformats.org/officeDocument/2006/relationships/slide" Target="/ppt/slides/slide6.xml" Id="Ra95ba94d83364ebf" /><Relationship Type="http://schemas.openxmlformats.org/officeDocument/2006/relationships/slide" Target="/ppt/slides/slide7.xml" Id="R08dcf45a7bbb489a" /><Relationship Type="http://schemas.openxmlformats.org/officeDocument/2006/relationships/slide" Target="/ppt/slides/slide8.xml" Id="Rf537247da8b94198" /><Relationship Type="http://schemas.openxmlformats.org/officeDocument/2006/relationships/slide" Target="/ppt/slides/slide9.xml" Id="R30fca09fe993463f" /><Relationship Type="http://schemas.openxmlformats.org/officeDocument/2006/relationships/slide" Target="/ppt/slides/slide10.xml" Id="R88268965d59f4a29" /><Relationship Type="http://schemas.openxmlformats.org/officeDocument/2006/relationships/slide" Target="/ppt/slides/slide11.xml" Id="R5c36f14cd8c545ba" /><Relationship Type="http://schemas.openxmlformats.org/officeDocument/2006/relationships/slide" Target="/ppt/slides/slide12.xml" Id="R91fe957801e7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212d165ec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e11bbff1494d67" /><Relationship Type="http://schemas.openxmlformats.org/officeDocument/2006/relationships/notesMaster" Target="/ppt/notesMasters/notesMaster1.xml" Id="R11cd1eb4b58b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dd2f3269ae4ed9" /><Relationship Type="http://schemas.openxmlformats.org/officeDocument/2006/relationships/notesMaster" Target="/ppt/notesMasters/notesMaster1.xml" Id="R13b66406c936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03b7748cd456b" /><Relationship Type="http://schemas.openxmlformats.org/officeDocument/2006/relationships/notesMaster" Target="/ppt/notesMasters/notesMaster1.xml" Id="Rfea06ea9d27b42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ade3b46834e22" /><Relationship Type="http://schemas.openxmlformats.org/officeDocument/2006/relationships/notesMaster" Target="/ppt/notesMasters/notesMaster1.xml" Id="Red569f18733841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da177d21a4f47" /><Relationship Type="http://schemas.openxmlformats.org/officeDocument/2006/relationships/notesMaster" Target="/ppt/notesMasters/notesMaster1.xml" Id="Re7da6f55d81e4d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fd83af5ff94bd9" /><Relationship Type="http://schemas.openxmlformats.org/officeDocument/2006/relationships/notesMaster" Target="/ppt/notesMasters/notesMaster1.xml" Id="R432ec32c2a4648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a6e3229294cc1" /><Relationship Type="http://schemas.openxmlformats.org/officeDocument/2006/relationships/notesMaster" Target="/ppt/notesMasters/notesMaster1.xml" Id="Rcdbf38c73ecd49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b1969b49ae4cb7" /><Relationship Type="http://schemas.openxmlformats.org/officeDocument/2006/relationships/notesMaster" Target="/ppt/notesMasters/notesMaster1.xml" Id="Rab9753406b9a48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b653cc78d94fa7" /><Relationship Type="http://schemas.openxmlformats.org/officeDocument/2006/relationships/notesMaster" Target="/ppt/notesMasters/notesMaster1.xml" Id="R9f858cab0a2144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6828840de0492a" /><Relationship Type="http://schemas.openxmlformats.org/officeDocument/2006/relationships/notesMaster" Target="/ppt/notesMasters/notesMaster1.xml" Id="R888e39daa2fc43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401705774b485a" /><Relationship Type="http://schemas.openxmlformats.org/officeDocument/2006/relationships/notesMaster" Target="/ppt/notesMasters/notesMaster1.xml" Id="Ree6c014922814e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d771d6eb094a9c" /><Relationship Type="http://schemas.openxmlformats.org/officeDocument/2006/relationships/notesMaster" Target="/ppt/notesMasters/notesMaster1.xml" Id="R366b9779108b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1fe5426b44c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42d98d1a7f4d1a" /><Relationship Type="http://schemas.openxmlformats.org/officeDocument/2006/relationships/slideLayout" Target="/ppt/slideLayouts/slideLayout1.xml" Id="R19a643a03685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643a03685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d124810bf4338" /><Relationship Type="http://schemas.openxmlformats.org/officeDocument/2006/relationships/notesSlide" Target="/ppt/notesSlides/notesSlide1.xml" Id="R48dc9520fdc645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2d5d923d543e0" /><Relationship Type="http://schemas.openxmlformats.org/officeDocument/2006/relationships/notesSlide" Target="/ppt/notesSlides/notesSlide2.xml" Id="Rfa6ae29aad06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9ba96bec42b1" /><Relationship Type="http://schemas.openxmlformats.org/officeDocument/2006/relationships/notesSlide" Target="/ppt/notesSlides/notesSlide3.xml" Id="R33277100db8e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678d6b7246b1" /><Relationship Type="http://schemas.openxmlformats.org/officeDocument/2006/relationships/notesSlide" Target="/ppt/notesSlides/notesSlide4.xml" Id="R183c4b3d6801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a833aa04345c2" /><Relationship Type="http://schemas.openxmlformats.org/officeDocument/2006/relationships/notesSlide" Target="/ppt/notesSlides/notesSlide5.xml" Id="R5a9e31768881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9b0dfe274eab" /><Relationship Type="http://schemas.openxmlformats.org/officeDocument/2006/relationships/notesSlide" Target="/ppt/notesSlides/notesSlide6.xml" Id="R8c11ebb05b8a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83ac6bfdc4940" /><Relationship Type="http://schemas.openxmlformats.org/officeDocument/2006/relationships/notesSlide" Target="/ppt/notesSlides/notesSlide7.xml" Id="R0b2245e351ec46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8cb739834475f" /><Relationship Type="http://schemas.openxmlformats.org/officeDocument/2006/relationships/notesSlide" Target="/ppt/notesSlides/notesSlide8.xml" Id="R88c3a058722846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d596fd824cba" /><Relationship Type="http://schemas.openxmlformats.org/officeDocument/2006/relationships/notesSlide" Target="/ppt/notesSlides/notesSlide9.xml" Id="R0287df120b9641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7513c6fa24a8a" /><Relationship Type="http://schemas.openxmlformats.org/officeDocument/2006/relationships/notesSlide" Target="/ppt/notesSlides/notesSlide10.xml" Id="Rab43207a5faa40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cf62634864280" /><Relationship Type="http://schemas.openxmlformats.org/officeDocument/2006/relationships/notesSlide" Target="/ppt/notesSlides/notesSlide11.xml" Id="Rf40d88bd6a6643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5d82ecfa74191" /><Relationship Type="http://schemas.openxmlformats.org/officeDocument/2006/relationships/notesSlide" Target="/ppt/notesSlides/notesSlide12.xml" Id="R0157c87825ef4f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7F1B5-ECE3-483B-82FD-86A69F11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3DB95-B379-486F-886F-17A1ADA4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currency exchange booth allows users to convert between two currencies. Before confirming the exchange, the system 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CD5BC-D5FC-4BE1-8039-724BB16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EFFE-6EA1-4F21-AC8F-53CB20DD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2D7C2-9F20-4B02-9E67-A3C808F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85846-1A0D-48FC-9E5A-946350F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3869E-5924-4623-BFE5-3371E44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9DB25-72ED-4BD9-8B32-FDE070D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5FD9E-DAB5-4D6F-93F8-FEB54EF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9978C-49F3-45E6-B26F-2A1939ED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0103E-5ED5-482E-9F7A-DED62EFA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E9EEA-B16C-4F8F-ACDD-3CD3976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645C6-F508-4D92-BC20-FFFB600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32414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878BE-BB4E-4143-82F4-8C5E8B4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D47F8-EA1A-4B54-86EE-ADE83F6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1DB3C-BAEC-4EDE-A3AE-73ADE933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8DD54-E1F0-4A98-AD3C-7DB0EFB1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49D1C-2E7F-42A7-8827-A789CA4C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currency exchange booth allows users to convert between two currencies. Before confirming the exchange, the system sim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BE08D-04DE-4C61-AE4F-3990F05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32917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19900-9CE3-4B9B-B85C-49860309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530DD-94F4-49E7-AC9B-485E148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7D425-27C6-4082-8153-1AF5D4E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98C48-B6C6-4CD6-8F17-34B4966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A3030-9790-480C-B5AC-E924C4E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currency exchange booth allows users to convert between two currencies. Befor....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0FD94-8CD8-4AB2-B860-3E90DF4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currency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CA903-CA0A-4F4C-A1FC-40C3F62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5013-C03A-4FC6-A2C9-48A0DAD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0547B-2A96-4677-AA37-F2F3C50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8297-2CFD-4E9C-8A52-2E2AC69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booth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4E30C-AF12-41D5-8FC3-57FA027D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FE8DC-63B3-404F-A8B5-0589A13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allows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31593-4A86-40A4-A361-82445F1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6504B-4D33-44F6-8C71-C905ABD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1A3D5-1195-454C-B439-D685E26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41273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E8F73-6C30-4C42-AE87-A40553E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D7CAC-AC90-4A74-BAA6-CE10A47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E11FD-6F49-4376-B9C5-270FEE90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5CDFA-58C2-4C67-AB35-5E2B4E8C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388D8-30F4-43E9-AF43-12BC5F99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85BF-AC3B-4ADC-A4B7-67EA040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93002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9E72D-2E14-4920-896A-FB78873B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B3A41-EEEA-466B-9D69-3AAE9265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DA2E4-6178-4923-BA08-960ED1E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85739-8AA3-4BD3-AF89-0E15B2E6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B4249-F0DF-44EF-9838-F271CD1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56482-DD90-4C3F-B9D4-8E075FA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4921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25F32-2590-488A-A6CE-6DFBA704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F54A0-64A8-472C-A8CA-9E89A1D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FC70A-E849-4B12-A176-3B30283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BFE63-044A-4970-9E4A-40C0607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B4A16-08C8-4EAD-9ED2-F14EBD8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C3ED-8D91-4318-8FF6-36B6805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84286-85FD-4016-BB7F-788653FE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ADB3-212E-40DF-B0DC-E4946A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95A25-74D2-4E65-8217-45C7C610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ED4B8-94D3-4E40-95F9-1CF2DE76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EC299-B4B8-46AC-A58F-9362110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66E7D-F60A-4BBD-8D30-8AC1227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C44E8-E7AD-4F46-89B8-FD27EA1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47DF-822C-468C-B641-244E577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87FCA-5E96-457A-A038-2DBC544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33919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866A7-5632-43EA-B6C5-C8867D5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F5CB-7554-480D-8300-F04B4B4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B2DF5-34BE-490D-9375-D989BD7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BE783-C7FA-4062-9C22-7C3D0F0A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3A83F-8161-4DDA-A237-D1BE75D3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7C0D-85DC-4F0E-A16A-586A7614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EBC9F-6CC0-43B5-BEA9-50AA320D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664F0-E578-4D7E-9D87-3BED2CC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7BC10-FB38-457D-996B-BCF495E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EAED3-E865-4512-B649-63E9572A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B8CDE-B055-4DA6-B7B0-C30B238E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7FDF3-3860-4AEA-97E9-89FFF0D2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9F298-AFB1-444A-BCEB-6089B6C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CAB9E-3D24-412C-B549-7E3191F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B2CDD-7A49-41E9-B988-18497415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66364-98C6-47CE-822A-D125408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E3C0A-83D7-4F50-811D-EC4E6A05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AB525-95E3-4EE6-8EB3-AE915BF7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C58E1-5E38-4DB8-A875-7160B4C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81C61-BD0F-4A28-BB11-D52EAAAD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E9873-D1E6-4C52-BECF-F47B16BE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3C292-428F-49DE-887B-AA1A7FA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69F7D-014D-4E78-A428-3A36EBE1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7AE18-D7D5-40EB-BE3E-7911AB22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4E46D-A20C-4AEF-906F-B5C47449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46682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82D40-6845-4FFD-AEAE-EC0C8357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9AB6-5969-46F6-BA76-BA6CC001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5D4C1-A1BF-4EE5-A305-451DE3D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BFC34-C255-4686-9130-2EBF6ADF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7E8D6-F0E1-44CD-9550-C376E147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2A2C9-776C-449B-81DC-AF726F6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46002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2D638-9F38-42E7-92DA-CF20D7AA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6472D-9923-4BCF-BE0E-29463E89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906CC-1C83-46CA-8534-2ADDA0A8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22366-5799-4159-84BD-E3F5D6F9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81E56-5622-426A-8D70-10FE6CF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F596-493D-48FD-B73B-B77F7746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41655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ADE8A-A243-4562-B73A-C9CB348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8C0FC-2225-40AB-8784-5A8D9061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357A4-F723-45C9-AA28-80C391E1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F582F-3D57-470D-B3BB-A19CE04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0B434-A261-4673-A650-9BA2061C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currency exchange booth allows users to conve...?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5C0EE-6E4C-4479-9D8A-B863B28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254148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4602E-5C19-4315-AC0C-2791691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0D48E-B4E6-4099-AC79-84D51BF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4CA7B-09B7-43CE-8040-0872B7BF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2BD7A-0653-4718-94C7-203BFE1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04CE7-D15F-451F-BFD3-D818243A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7A7D2-C9DC-4953-BD1B-22BDE13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537547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F96CC-3CF9-4E4B-A74D-E4AFFA3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A74FB-D0F2-4751-9F3B-E59A530E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2AED-22B2-4569-B192-DFA7704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14BDC-A601-4710-B192-C327D6D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2D74-39A4-40F3-A840-19192346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9F659-6CBF-43A1-9476-7EA38687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5CF7A-C69B-4148-A2A2-CA8F295B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FEE7-10C1-475B-9A33-E95F7E2B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53DAF-DD9A-4975-9D0A-3B65A81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46F6C-8351-40D8-9849-DF5CD3D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E0343-B988-4791-9E37-993C6A3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61684-FA44-4CBA-9173-6CE495C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3D69F-B962-428A-8ACF-FD2E8139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E0FC1-D7FF-4A91-B004-E2C9BC7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D221E-9B83-4C99-BFA5-13EA597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EA24C-4A1F-48A6-A49A-810F36E8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9ABD-ADF8-4B1D-9C0B-DB2871A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C655E-AD44-4924-BE35-140788E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6F4A6-3A8C-4E67-83A0-0F2BDB40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D15B7-C439-4431-8493-B309F10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32036-7CBE-46BE-AF8A-E2009AE1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94B5B-9FCE-453E-A46A-4CA056B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9FB67-CC8B-4B5F-A377-1A675A13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40346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2026-08-24T16:03:16.7050000Z</dcterms:created>
  <dcterms:modified xsi:type="dcterms:W3CDTF">2026-08-24T16:03:16.7050000Z</dcterms:modified>
</coreProperties>
</file>