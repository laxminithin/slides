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43268f785dc4f27" /><Relationship Type="http://schemas.openxmlformats.org/officeDocument/2006/relationships/extended-properties" Target="/docProps/app.xml" Id="R79894942e2434ad4" /><Relationship Type="http://schemas.openxmlformats.org/officeDocument/2006/relationships/officeDocument" Target="/ppt/presentation.xml" Id="Re61787c2325a431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23e547266304bcf"/>
  </p:sldMasterIdLst>
  <p:notesMasterIdLst>
    <p:notesMasterId xmlns:r="http://schemas.openxmlformats.org/officeDocument/2006/relationships" r:id="R4da8ed0cd1aa49c2"/>
  </p:notesMasterIdLst>
  <p:sldIdLst>
    <p:sldId xmlns:r="http://schemas.openxmlformats.org/officeDocument/2006/relationships" id="256" r:id="Rbaac297e76bf438f"/>
    <p:sldId xmlns:r="http://schemas.openxmlformats.org/officeDocument/2006/relationships" id="257" r:id="R8629e8d2ebe54351"/>
    <p:sldId xmlns:r="http://schemas.openxmlformats.org/officeDocument/2006/relationships" id="258" r:id="Rfcaa602c8ef045b3"/>
    <p:sldId xmlns:r="http://schemas.openxmlformats.org/officeDocument/2006/relationships" id="259" r:id="R6353138bc75b490b"/>
    <p:sldId xmlns:r="http://schemas.openxmlformats.org/officeDocument/2006/relationships" id="260" r:id="R7e7f7db9b6744cf9"/>
    <p:sldId xmlns:r="http://schemas.openxmlformats.org/officeDocument/2006/relationships" id="261" r:id="R2fab142fd95c49ec"/>
    <p:sldId xmlns:r="http://schemas.openxmlformats.org/officeDocument/2006/relationships" id="262" r:id="R7b215c8e2b2e4533"/>
    <p:sldId xmlns:r="http://schemas.openxmlformats.org/officeDocument/2006/relationships" id="263" r:id="R4a895b14b1f843b8"/>
    <p:sldId xmlns:r="http://schemas.openxmlformats.org/officeDocument/2006/relationships" id="264" r:id="R47bc2992e2f649eb"/>
    <p:sldId xmlns:r="http://schemas.openxmlformats.org/officeDocument/2006/relationships" id="265" r:id="R6b176bc19a1f4212"/>
    <p:sldId xmlns:r="http://schemas.openxmlformats.org/officeDocument/2006/relationships" id="266" r:id="Rf4c5485319704d23"/>
    <p:sldId xmlns:r="http://schemas.openxmlformats.org/officeDocument/2006/relationships" id="267" r:id="R3e579475cb0b43e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e6c3eadf3fd431e" /><Relationship Type="http://schemas.openxmlformats.org/officeDocument/2006/relationships/slideMaster" Target="/ppt/slideMasters/slideMaster1.xml" Id="R923e547266304bcf" /><Relationship Type="http://schemas.openxmlformats.org/officeDocument/2006/relationships/notesMaster" Target="/ppt/notesMasters/notesMaster1.xml" Id="R4da8ed0cd1aa49c2" /><Relationship Type="http://schemas.openxmlformats.org/officeDocument/2006/relationships/presProps" Target="/ppt/presProps.xml" Id="Rfcf375731a014d6e" /><Relationship Type="http://schemas.openxmlformats.org/officeDocument/2006/relationships/tableStyles" Target="/ppt/tableStyles.xml" Id="R73378c30bf5d44d9" /><Relationship Type="http://schemas.openxmlformats.org/officeDocument/2006/relationships/slide" Target="/ppt/slides/slide1.xml" Id="Rbaac297e76bf438f" /><Relationship Type="http://schemas.openxmlformats.org/officeDocument/2006/relationships/slide" Target="/ppt/slides/slide2.xml" Id="R8629e8d2ebe54351" /><Relationship Type="http://schemas.openxmlformats.org/officeDocument/2006/relationships/slide" Target="/ppt/slides/slide3.xml" Id="Rfcaa602c8ef045b3" /><Relationship Type="http://schemas.openxmlformats.org/officeDocument/2006/relationships/slide" Target="/ppt/slides/slide4.xml" Id="R6353138bc75b490b" /><Relationship Type="http://schemas.openxmlformats.org/officeDocument/2006/relationships/slide" Target="/ppt/slides/slide5.xml" Id="R7e7f7db9b6744cf9" /><Relationship Type="http://schemas.openxmlformats.org/officeDocument/2006/relationships/slide" Target="/ppt/slides/slide6.xml" Id="R2fab142fd95c49ec" /><Relationship Type="http://schemas.openxmlformats.org/officeDocument/2006/relationships/slide" Target="/ppt/slides/slide7.xml" Id="R7b215c8e2b2e4533" /><Relationship Type="http://schemas.openxmlformats.org/officeDocument/2006/relationships/slide" Target="/ppt/slides/slide8.xml" Id="R4a895b14b1f843b8" /><Relationship Type="http://schemas.openxmlformats.org/officeDocument/2006/relationships/slide" Target="/ppt/slides/slide9.xml" Id="R47bc2992e2f649eb" /><Relationship Type="http://schemas.openxmlformats.org/officeDocument/2006/relationships/slide" Target="/ppt/slides/slide10.xml" Id="R6b176bc19a1f4212" /><Relationship Type="http://schemas.openxmlformats.org/officeDocument/2006/relationships/slide" Target="/ppt/slides/slide11.xml" Id="Rf4c5485319704d23" /><Relationship Type="http://schemas.openxmlformats.org/officeDocument/2006/relationships/slide" Target="/ppt/slides/slide12.xml" Id="R3e579475cb0b43e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9121b05266a4d4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6350b62b28244de" /><Relationship Type="http://schemas.openxmlformats.org/officeDocument/2006/relationships/notesMaster" Target="/ppt/notesMasters/notesMaster1.xml" Id="Rfdb42b4e509a4bb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6b957eaa0fa472b" /><Relationship Type="http://schemas.openxmlformats.org/officeDocument/2006/relationships/notesMaster" Target="/ppt/notesMasters/notesMaster1.xml" Id="Rdfebe763a681427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637c9d16f874ea8" /><Relationship Type="http://schemas.openxmlformats.org/officeDocument/2006/relationships/notesMaster" Target="/ppt/notesMasters/notesMaster1.xml" Id="R2341c29433ac480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aa91fe5121a496b" /><Relationship Type="http://schemas.openxmlformats.org/officeDocument/2006/relationships/notesMaster" Target="/ppt/notesMasters/notesMaster1.xml" Id="R50b4d1c2bb3d4ee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b2f4dd37a104ec6" /><Relationship Type="http://schemas.openxmlformats.org/officeDocument/2006/relationships/notesMaster" Target="/ppt/notesMasters/notesMaster1.xml" Id="R3e522c4c91f2498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1da2eefe4234193" /><Relationship Type="http://schemas.openxmlformats.org/officeDocument/2006/relationships/notesMaster" Target="/ppt/notesMasters/notesMaster1.xml" Id="R2ff0bbc7f0c8477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9f737fbbba94d42" /><Relationship Type="http://schemas.openxmlformats.org/officeDocument/2006/relationships/notesMaster" Target="/ppt/notesMasters/notesMaster1.xml" Id="R08d41f96f0124b6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5c545726b4645b4" /><Relationship Type="http://schemas.openxmlformats.org/officeDocument/2006/relationships/notesMaster" Target="/ppt/notesMasters/notesMaster1.xml" Id="R008beac15ee9431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10a354321c34942" /><Relationship Type="http://schemas.openxmlformats.org/officeDocument/2006/relationships/notesMaster" Target="/ppt/notesMasters/notesMaster1.xml" Id="Rc2a272d7eb43413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0f2bed7e9834250" /><Relationship Type="http://schemas.openxmlformats.org/officeDocument/2006/relationships/notesMaster" Target="/ppt/notesMasters/notesMaster1.xml" Id="Raa76d1abec30447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f3f2566be154a48" /><Relationship Type="http://schemas.openxmlformats.org/officeDocument/2006/relationships/notesMaster" Target="/ppt/notesMasters/notesMaster1.xml" Id="Rb23faff23b1a4c1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d0c347f46654929" /><Relationship Type="http://schemas.openxmlformats.org/officeDocument/2006/relationships/notesMaster" Target="/ppt/notesMasters/notesMaster1.xml" Id="Rc2d8b184c92b42a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cfef4e97b648b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e3a66fb28b943e3" /><Relationship Type="http://schemas.openxmlformats.org/officeDocument/2006/relationships/slideLayout" Target="/ppt/slideLayouts/slideLayout1.xml" Id="Raec36e70a8d4432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ec36e70a8d4432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86c713656047f9" /><Relationship Type="http://schemas.openxmlformats.org/officeDocument/2006/relationships/notesSlide" Target="/ppt/notesSlides/notesSlide1.xml" Id="Rdaf1cd96b9284c6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850a637d4b4920" /><Relationship Type="http://schemas.openxmlformats.org/officeDocument/2006/relationships/notesSlide" Target="/ppt/notesSlides/notesSlide2.xml" Id="R32acf0356874425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a917ef8ea544df" /><Relationship Type="http://schemas.openxmlformats.org/officeDocument/2006/relationships/notesSlide" Target="/ppt/notesSlides/notesSlide3.xml" Id="Rfdc06135f17b44f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0e678409174139" /><Relationship Type="http://schemas.openxmlformats.org/officeDocument/2006/relationships/notesSlide" Target="/ppt/notesSlides/notesSlide4.xml" Id="R80eb9c4ab1a447d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5bfd48f1084848" /><Relationship Type="http://schemas.openxmlformats.org/officeDocument/2006/relationships/notesSlide" Target="/ppt/notesSlides/notesSlide5.xml" Id="Racb402b5e8b546c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c6eca46aee46e3" /><Relationship Type="http://schemas.openxmlformats.org/officeDocument/2006/relationships/notesSlide" Target="/ppt/notesSlides/notesSlide6.xml" Id="Ra76abcb1073046e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e811ea01ab4cbc" /><Relationship Type="http://schemas.openxmlformats.org/officeDocument/2006/relationships/notesSlide" Target="/ppt/notesSlides/notesSlide7.xml" Id="Ra6d182226216437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0ba63bb53f4822" /><Relationship Type="http://schemas.openxmlformats.org/officeDocument/2006/relationships/notesSlide" Target="/ppt/notesSlides/notesSlide8.xml" Id="R9178acc7e490426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3de831ade24b58" /><Relationship Type="http://schemas.openxmlformats.org/officeDocument/2006/relationships/notesSlide" Target="/ppt/notesSlides/notesSlide9.xml" Id="Re2c52f5bc5994ec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f29c9348ef465c" /><Relationship Type="http://schemas.openxmlformats.org/officeDocument/2006/relationships/notesSlide" Target="/ppt/notesSlides/notesSlide10.xml" Id="R6ccc09d228da4ea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80b58862734051" /><Relationship Type="http://schemas.openxmlformats.org/officeDocument/2006/relationships/notesSlide" Target="/ppt/notesSlides/notesSlide11.xml" Id="Rd79c5102ff7f48c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a71553db854e3f" /><Relationship Type="http://schemas.openxmlformats.org/officeDocument/2006/relationships/notesSlide" Target="/ppt/notesSlides/notesSlide12.xml" Id="Rc2f78138512745c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FC25BC-72CF-4100-9EA3-2DB7DFFE7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Experiment 14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B8EDE8-6A75-48DD-ACB0-0E2E896BA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001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33"/>
                </a:solidFill>
              </a:defRPr>
            </a:pPr>
            <a:r>
              <a:rPr sz="2550" b="1">
                <a:solidFill>
                  <a:srgbClr val="182033"/>
                </a:solidFill>
              </a:rPr>
              <a:t>A local library needs to store and display details of its books, including title, author, and year of publication. Desig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848D89-5052-4D7E-A776-9BAC2035D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61912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Subject: C Programming Lab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Code: 1BPOPL107/207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Depth pass: 7 -&gt; 12 slides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005FA9-6F3B-4155-97BD-E69B2CB49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B68D9E-6122-42B1-894E-09DBA6A29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AC9257-70EC-448C-A69E-4CED399CB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4F6EB6-4716-4351-8F5D-2BD722EB2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A026F5-9640-41B0-BCB3-EB8A9EDE8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56D346-29FC-433C-B909-5FE1E125C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BFF546-17C1-4AF0-AD6D-6954596D7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9AFA59-422F-4C45-9782-066EEBAD2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08B8A8-FE93-4D4D-8D17-6812AC8E6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7A1999-2D7F-4AC0-A7E7-756016F13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18292993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E90E5D-9C93-4813-8B4E-99A4E0CEC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14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762D02-15AD-4AE9-BFD8-900EDB7E9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AEDE58-786E-4584-A539-999B5D781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8B27C1-6F30-47DC-9CFA-0C4C39221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550D8C-826C-405D-BF97-D70C03020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A local library needs to store and display details of its books, including title, author, and year of publication. Desig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State the measurable or demonstrable outcome before starting.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B2D0A0-F4E3-40DA-BF00-E1BF7D50C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14969231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6DC6DE-015D-425A-B116-22D9CB56D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14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DBEDF7-D62A-44B1-9CB0-32A181614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0E602F-3332-4D5B-924B-9266D8906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A97129-8698-476B-924B-2B7257B0C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AFC8C0-B344-4AEA-8B2C-AD8A10244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This experiment demonstrates A local library needs to store and display details of its books, including titl....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Connect the observation to the principle, algorithm, circuit, setup, or design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FE5CFA-6CBD-4783-964D-74CF788C7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local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953EE0-ED21-4707-A243-E7ADB6FD4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FE2C13-B675-406B-A916-545EB005A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library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BE6CD3-C472-4B7A-AE75-0DE970A36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D4118B-3045-45C0-9AB1-B3E3DA743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needs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A8274F-CBDC-49B1-A99C-566C74475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621D44-B911-4C0D-855F-9B273A744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store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9FB119-D216-4BCA-AB01-F1FBB7389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FF477F-DACA-4AE8-A551-3666EAD4C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display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0DFF6C-E04F-4F78-9674-DACB1D874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9394542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6E952F-9E69-4930-B673-EBE8E3DF8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14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FBC42E-28B4-4B8A-895D-73A72A8D2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Tools and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64A2FA-E61C-4858-8952-4297A4EE3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1D2402-B0DC-4E13-BD52-304493AFC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68EDD6-AE34-488A-83D8-97AF67338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Required apparatus/software/components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table or lab record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Safety and calibration checklist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6F939F-5ADA-464A-BB3B-4DE522E57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15371418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B1BD6A-DF49-4039-A826-C4DCC79C4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14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F16C07-DE61-4921-812D-58C58F599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066ACD-18F8-4D2C-AC3E-9628272C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D405C2-D358-46E5-BB4D-02064B99C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E64592-1072-4D94-B34E-5F86641E8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Prepare the setup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Execute the steps in order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readings/output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Verify result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Conclude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F8F6B7-74F6-4821-BBBC-A0207E324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10181508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2FEA18-85A6-491D-AE28-B18AA4A58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14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AEBB7F-7E09-4275-82FB-324F742CB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Algorithm / circuit /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6C0F03-5976-429F-B2CB-13BC739E5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1EA888-5D3D-4542-A21A-931F0C2EC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BD16ED-95A7-49D2-A97D-074E58936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788A87-2031-46D1-833B-424526115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98D2F4-6E4C-4F6D-A0E7-128AA88ED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8C7A50-15C8-4B06-BA22-607EA443F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55B57A-2B25-4972-AC6D-2347B1780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ED4FF4-6570-4941-95F4-637B23177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86D17F-21E3-48C2-B524-AF4705FB5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E32508-F0BF-4D50-AED9-F5B415E23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85C96B-46DF-462F-B068-BFEFB2794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336269-B2B1-49B3-83C5-3C5566032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0"/>
            <a:ext cx="895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Draw or write the working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Label inputs, outputs, units, and constraints.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AC1EA4-8E5E-4476-A8DC-3E73BFE45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10550409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FE7257-2FB8-4D4F-A623-EC948AC22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14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70C9BA-545C-4512-8C2E-2B9F18C6C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Observation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F19E36-03C9-4F9D-904D-7BBCE85F0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1AB666-ABB1-41A0-ABE0-34B05E400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BF92E9-7A29-4D2F-BF72-350FD3658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573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02101E-9B75-47D6-9FDE-4713A2D71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6573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44F833-CF0C-4B5C-98BE-0454C17FD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6573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BFD370-92F1-4D01-96FE-D93944CAE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573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Inference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F05CDC-5DD0-4F8F-95A2-494E707B1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98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EC868B-D0B0-4022-88AB-B93123B86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2098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B2B84C-2DED-4D2F-90D0-6214600E6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098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B210F2-AD93-4503-AFBA-ACB7712AD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98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272A9E-756F-4C54-A4EC-3D6970C09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03D713-3170-4D13-B433-12D93DE11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7622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53C8DE-B119-433D-8D3F-0206A1FDE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622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C29AE1-05B8-4FF3-B0FF-D239B5046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622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1F70A3-BBF2-4400-8C37-920F08FC1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147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62AD89-1CD4-4CC9-A1AE-FEF4CE292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3147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2BECC5-9179-4A19-A445-EC3471D86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3147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AFA2C6-A7F2-4EEA-98CD-610493FE2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147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0168FE-03DB-4FBA-8E1F-A8AF3B387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671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B96A6A-20F8-480F-8269-74C340FB2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8671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AF3F88-0566-464D-9520-19341AA10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8671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8740D5-BA9E-4AF5-BE18-31B45FD25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671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3C0E4A-29B6-4E8E-81FF-F1CB30F3C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6697406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018860-DE9A-468C-B83C-CF183D700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14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977C64-0190-4691-B453-00A131998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Expected output /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E59402-A262-461A-8974-F05DBFB51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3E78DE-D6C7-419C-AE4D-22CA2CF8C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E5A6AF-94D9-4689-8F53-5A841F7CF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 result should match the stated aim and be explainable from the theory.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deviations and possible causes.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CDDC16-7350-4BF2-8CD0-EB21834C1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91724374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D2DB64-1ED8-4A72-BBF2-5ED79B345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14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6CCB5C-C40D-4890-ABB1-0CEE3CD1B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C61BF9-CE37-43E2-BD6F-EEE05F33F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26267A-8D95-49C3-B6FF-253C73D15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4116D9-4255-4CC6-AB80-C96FFF693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Wrong connection/input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No units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Skipping calibration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Unclear result statement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904C6E-CFB8-4A45-AEF5-9EEE921C2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146533441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AA8BFC-6BE2-42CB-AA2A-12A52C033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14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C69096-A9F5-45E1-8A74-680BEBC50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Viva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DB200E-ED15-4262-8497-72E72E2D3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611291-743A-44BC-96CF-FFE78E280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5A89C0-CECE-4939-8E18-446F8115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is the aim of A local library needs to store and display deta...?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Which principle is used?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How is error detected?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changes if input/setup changes?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83ED01-BB7B-423B-88E6-643603182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103883563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DF63C6-12F3-4B53-A2D2-16B5BE2CB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14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0F6BF3-FD1F-4CDE-A286-4AE38093B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Lab record checklist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36A0A8-6733-4A92-8FD0-014982DCB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6CD63B-6380-44DF-8EB5-9D92E86E1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924B7F-9BB2-41C7-B7E8-016E442E1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Aim written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Theory summarized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Setup labeled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complete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Result stated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767609-53B8-454F-B120-DA3E7966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139850840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B91412-EB1E-4A82-A4B8-9DB48168F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14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69A19F-400C-4ED3-83D6-E2F0BC907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Experiment completion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1BB224-9D4A-4375-9DBD-359E7470B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C96330-A2D1-4339-9F98-A2C6809B4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CF92DE-2077-4279-A31C-483DAC703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19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Element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80FEAD-8E89-4548-9150-E333F1243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619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Complete when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EBDA85-3475-4BAD-A5D0-13318D049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619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66FC0A-F50F-48A5-9FDA-96A31B17D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613027-9DAE-4D88-BDC4-1CD2541A0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526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Outcome is stated clearly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B6E0FC-2DDD-44BA-9736-B743B9523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526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34BA73-42FA-441A-9E1F-A017FE8C3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5ABAA5-F9F9-469E-B08E-715EF2C31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860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Principle is connected to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26B7DF-DAA0-434F-B362-8130CC8E5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860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8A19D1-F991-4054-BE1C-01FB0A489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194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1F5683-1900-4C61-B4CC-DB4452755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194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Steps can be followed safely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C8E679-F3C9-4FC7-A417-A47ADEE98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194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873753-6C42-45C6-A55F-61428DF09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1A12E2-691A-42A4-8CB7-7BC5700ED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528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Values/output are recorded with units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70BE05-9412-458F-A02B-D9CDB8A53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528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D3B9C3-0987-468B-B8E5-54FD618D3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86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28079A-F2C9-43F7-916C-E42C285AA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286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Student can defend the result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142069-BD82-45F1-A119-F7D468183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86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8C17DE-39DE-4855-B92B-3D4C2EEE3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9718074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2026-08-24T16:03:16.7680000Z</dcterms:created>
  <dcterms:modified xsi:type="dcterms:W3CDTF">2026-08-24T16:03:16.7680000Z</dcterms:modified>
</coreProperties>
</file>