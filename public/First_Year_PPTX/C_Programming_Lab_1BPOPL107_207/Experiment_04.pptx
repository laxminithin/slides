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9f9ba042844e15" /><Relationship Type="http://schemas.openxmlformats.org/officeDocument/2006/relationships/extended-properties" Target="/docProps/app.xml" Id="R2e6d6db1e5c244e8" /><Relationship Type="http://schemas.openxmlformats.org/officeDocument/2006/relationships/officeDocument" Target="/ppt/presentation.xml" Id="R26837e272b304a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80d2ffb02b4f39"/>
  </p:sldMasterIdLst>
  <p:notesMasterIdLst>
    <p:notesMasterId xmlns:r="http://schemas.openxmlformats.org/officeDocument/2006/relationships" r:id="R8d25e86a828e4ef1"/>
  </p:notesMasterIdLst>
  <p:sldIdLst>
    <p:sldId xmlns:r="http://schemas.openxmlformats.org/officeDocument/2006/relationships" id="256" r:id="Rb7fb862b7fdd45b5"/>
    <p:sldId xmlns:r="http://schemas.openxmlformats.org/officeDocument/2006/relationships" id="257" r:id="R9dce65a54afd44c5"/>
    <p:sldId xmlns:r="http://schemas.openxmlformats.org/officeDocument/2006/relationships" id="258" r:id="R18a0b1b00d8243a1"/>
    <p:sldId xmlns:r="http://schemas.openxmlformats.org/officeDocument/2006/relationships" id="259" r:id="R6614d55769c04240"/>
    <p:sldId xmlns:r="http://schemas.openxmlformats.org/officeDocument/2006/relationships" id="260" r:id="Rc72b6abf4c8f445a"/>
    <p:sldId xmlns:r="http://schemas.openxmlformats.org/officeDocument/2006/relationships" id="261" r:id="Rd94190dc4c574b9c"/>
    <p:sldId xmlns:r="http://schemas.openxmlformats.org/officeDocument/2006/relationships" id="262" r:id="R0afee2c6f40040c3"/>
    <p:sldId xmlns:r="http://schemas.openxmlformats.org/officeDocument/2006/relationships" id="263" r:id="R83994e17918c497d"/>
    <p:sldId xmlns:r="http://schemas.openxmlformats.org/officeDocument/2006/relationships" id="264" r:id="Rbb8ff429f00842b6"/>
    <p:sldId xmlns:r="http://schemas.openxmlformats.org/officeDocument/2006/relationships" id="265" r:id="Red3aef58d42347b4"/>
    <p:sldId xmlns:r="http://schemas.openxmlformats.org/officeDocument/2006/relationships" id="266" r:id="R3712e6c0782d4053"/>
    <p:sldId xmlns:r="http://schemas.openxmlformats.org/officeDocument/2006/relationships" id="267" r:id="Re6754cecf28140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853c9bb9fe420a" /><Relationship Type="http://schemas.openxmlformats.org/officeDocument/2006/relationships/slideMaster" Target="/ppt/slideMasters/slideMaster1.xml" Id="R7480d2ffb02b4f39" /><Relationship Type="http://schemas.openxmlformats.org/officeDocument/2006/relationships/notesMaster" Target="/ppt/notesMasters/notesMaster1.xml" Id="R8d25e86a828e4ef1" /><Relationship Type="http://schemas.openxmlformats.org/officeDocument/2006/relationships/presProps" Target="/ppt/presProps.xml" Id="Raafb8e23cf4a4f2c" /><Relationship Type="http://schemas.openxmlformats.org/officeDocument/2006/relationships/tableStyles" Target="/ppt/tableStyles.xml" Id="R6987b5c04a02468d" /><Relationship Type="http://schemas.openxmlformats.org/officeDocument/2006/relationships/slide" Target="/ppt/slides/slide1.xml" Id="Rb7fb862b7fdd45b5" /><Relationship Type="http://schemas.openxmlformats.org/officeDocument/2006/relationships/slide" Target="/ppt/slides/slide2.xml" Id="R9dce65a54afd44c5" /><Relationship Type="http://schemas.openxmlformats.org/officeDocument/2006/relationships/slide" Target="/ppt/slides/slide3.xml" Id="R18a0b1b00d8243a1" /><Relationship Type="http://schemas.openxmlformats.org/officeDocument/2006/relationships/slide" Target="/ppt/slides/slide4.xml" Id="R6614d55769c04240" /><Relationship Type="http://schemas.openxmlformats.org/officeDocument/2006/relationships/slide" Target="/ppt/slides/slide5.xml" Id="Rc72b6abf4c8f445a" /><Relationship Type="http://schemas.openxmlformats.org/officeDocument/2006/relationships/slide" Target="/ppt/slides/slide6.xml" Id="Rd94190dc4c574b9c" /><Relationship Type="http://schemas.openxmlformats.org/officeDocument/2006/relationships/slide" Target="/ppt/slides/slide7.xml" Id="R0afee2c6f40040c3" /><Relationship Type="http://schemas.openxmlformats.org/officeDocument/2006/relationships/slide" Target="/ppt/slides/slide8.xml" Id="R83994e17918c497d" /><Relationship Type="http://schemas.openxmlformats.org/officeDocument/2006/relationships/slide" Target="/ppt/slides/slide9.xml" Id="Rbb8ff429f00842b6" /><Relationship Type="http://schemas.openxmlformats.org/officeDocument/2006/relationships/slide" Target="/ppt/slides/slide10.xml" Id="Red3aef58d42347b4" /><Relationship Type="http://schemas.openxmlformats.org/officeDocument/2006/relationships/slide" Target="/ppt/slides/slide11.xml" Id="R3712e6c0782d4053" /><Relationship Type="http://schemas.openxmlformats.org/officeDocument/2006/relationships/slide" Target="/ppt/slides/slide12.xml" Id="Re6754cecf28140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0762cf31404d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539851458a414e" /><Relationship Type="http://schemas.openxmlformats.org/officeDocument/2006/relationships/notesMaster" Target="/ppt/notesMasters/notesMaster1.xml" Id="R06407c0da32d45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64292b50004002" /><Relationship Type="http://schemas.openxmlformats.org/officeDocument/2006/relationships/notesMaster" Target="/ppt/notesMasters/notesMaster1.xml" Id="Ree7f33f47c2e4c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e399da5dc142e8" /><Relationship Type="http://schemas.openxmlformats.org/officeDocument/2006/relationships/notesMaster" Target="/ppt/notesMasters/notesMaster1.xml" Id="R91d73bd568974c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141c9ab72045b9" /><Relationship Type="http://schemas.openxmlformats.org/officeDocument/2006/relationships/notesMaster" Target="/ppt/notesMasters/notesMaster1.xml" Id="R59cf90b318d44c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bdce58b2ec4071" /><Relationship Type="http://schemas.openxmlformats.org/officeDocument/2006/relationships/notesMaster" Target="/ppt/notesMasters/notesMaster1.xml" Id="R763aaf3086d349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822bac885e47c4" /><Relationship Type="http://schemas.openxmlformats.org/officeDocument/2006/relationships/notesMaster" Target="/ppt/notesMasters/notesMaster1.xml" Id="R43124e284c0144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d1436dcf2e495b" /><Relationship Type="http://schemas.openxmlformats.org/officeDocument/2006/relationships/notesMaster" Target="/ppt/notesMasters/notesMaster1.xml" Id="Rb7a8265cd84745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c72fcb52a64cad" /><Relationship Type="http://schemas.openxmlformats.org/officeDocument/2006/relationships/notesMaster" Target="/ppt/notesMasters/notesMaster1.xml" Id="R81399aa571844c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1d7dad8f5e4829" /><Relationship Type="http://schemas.openxmlformats.org/officeDocument/2006/relationships/notesMaster" Target="/ppt/notesMasters/notesMaster1.xml" Id="R9c4e69f7bea94f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18a2b0d3f941bc" /><Relationship Type="http://schemas.openxmlformats.org/officeDocument/2006/relationships/notesMaster" Target="/ppt/notesMasters/notesMaster1.xml" Id="R597e29064fa944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728b5582bb460d" /><Relationship Type="http://schemas.openxmlformats.org/officeDocument/2006/relationships/notesMaster" Target="/ppt/notesMasters/notesMaster1.xml" Id="Rabd15b66499942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6cc40243244734" /><Relationship Type="http://schemas.openxmlformats.org/officeDocument/2006/relationships/notesMaster" Target="/ppt/notesMasters/notesMaster1.xml" Id="R4c8b60abf1d74f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3f6f1a4ed41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810ae25d3546f4" /><Relationship Type="http://schemas.openxmlformats.org/officeDocument/2006/relationships/slideLayout" Target="/ppt/slideLayouts/slideLayout1.xml" Id="R637e2a4f72624a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7e2a4f72624a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1686b7b144510" /><Relationship Type="http://schemas.openxmlformats.org/officeDocument/2006/relationships/notesSlide" Target="/ppt/notesSlides/notesSlide1.xml" Id="R70c227adcb9a4d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c1e9fd11141d9" /><Relationship Type="http://schemas.openxmlformats.org/officeDocument/2006/relationships/notesSlide" Target="/ppt/notesSlides/notesSlide2.xml" Id="Rf3a0dfdaaaf240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6ce41a6cb4701" /><Relationship Type="http://schemas.openxmlformats.org/officeDocument/2006/relationships/notesSlide" Target="/ppt/notesSlides/notesSlide3.xml" Id="R2de40eaa37cc4e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485967a414f75" /><Relationship Type="http://schemas.openxmlformats.org/officeDocument/2006/relationships/notesSlide" Target="/ppt/notesSlides/notesSlide4.xml" Id="R6f9c9a011ea54a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dbb48b5da4a68" /><Relationship Type="http://schemas.openxmlformats.org/officeDocument/2006/relationships/notesSlide" Target="/ppt/notesSlides/notesSlide5.xml" Id="R868bebc0b31a43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34ab29860492a" /><Relationship Type="http://schemas.openxmlformats.org/officeDocument/2006/relationships/notesSlide" Target="/ppt/notesSlides/notesSlide6.xml" Id="R61b9a38f41aa48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6b4842a144871" /><Relationship Type="http://schemas.openxmlformats.org/officeDocument/2006/relationships/notesSlide" Target="/ppt/notesSlides/notesSlide7.xml" Id="Rce32c8352a0f44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e7ff6c02a488a" /><Relationship Type="http://schemas.openxmlformats.org/officeDocument/2006/relationships/notesSlide" Target="/ppt/notesSlides/notesSlide8.xml" Id="R01fccc940f1a45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a98e2176f4161" /><Relationship Type="http://schemas.openxmlformats.org/officeDocument/2006/relationships/notesSlide" Target="/ppt/notesSlides/notesSlide9.xml" Id="Rdbf076f4577e4c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218e03f3c4b67" /><Relationship Type="http://schemas.openxmlformats.org/officeDocument/2006/relationships/notesSlide" Target="/ppt/notesSlides/notesSlide10.xml" Id="Rfcae2aa07a094e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493c40515447b" /><Relationship Type="http://schemas.openxmlformats.org/officeDocument/2006/relationships/notesSlide" Target="/ppt/notesSlides/notesSlide11.xml" Id="R2934c966b59443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8e97d78c94ed1" /><Relationship Type="http://schemas.openxmlformats.org/officeDocument/2006/relationships/notesSlide" Target="/ppt/notesSlides/notesSlide12.xml" Id="R78bd414830f948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B82CC-FF04-4E17-9553-2B92B423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2F928-ADED-4324-A90D-7C8FA2B8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A math app needs to determine the type of roots for a quadratic equation based on user input. Develop a C program to 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75D40-1CE2-4A1F-AC0D-6CBEE4D1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57D4C-F1C2-4597-892E-3CF02EDC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6C58F-1483-4192-A3A9-46886DE5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92B08-D533-47A5-B0CD-22E10AA8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066AD-9EAA-46DF-9AC8-7A9D48C9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1F948-D19C-4E1D-B7FE-B49A41E9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3C64B-5A52-4F74-8478-21F7776B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526E5-94DE-4C95-82C9-4527BBE7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EC8A1-3DFA-432E-8A55-35128293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C5192-8E26-4A2D-8DA4-64041E5A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1ACE9-551C-485B-8C90-A420141F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5846334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54A2C-69D4-44B0-AC21-CAEE96B9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BD03E-DAA9-4E8A-B803-B540FBCD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44E88-1486-4A45-9A94-494661B6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A0D6E-EDDE-47F7-AAEC-014A57B4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19C94-471A-4F38-B22E-CEFA1935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 math app needs to determine the type of roots for a quadratic equation based on user input. Develop a C program to cal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383FA-FF72-4BCF-80E6-AF8880FA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9966619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7B1C9-4EFE-4069-B763-2CB1C7AC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7DA16-5BED-4B87-B72D-6A7C10B1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2DDDD-0688-45B7-AA6B-7E613C4F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224CC-0BF6-45C5-86AD-5A922943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481E0-FDAA-4245-B68C-8D52816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A math app needs to determine the type of roots for a quadratic equation based....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0418D-F268-4384-B18C-52753B64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79FC2-118B-401F-906F-25FC1807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EDE78-1D95-4FB1-BFA8-B37EED81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needs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58562-4FCE-4408-B20A-86D57C69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172F1-279C-4921-8174-7CCAC840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determine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F060B-3628-4C86-B21A-31AF7F01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8F774-0FEE-4C0E-97CC-CA20FCE1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7DCC4-F8AB-4410-87D8-29327B9A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E650F-3895-46C8-BA19-1910EB7E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roots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7FA16-3102-49B2-9EB4-62356FAE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130597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312CD-FD45-4733-97C4-DFD532CE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B6255-22BD-492C-BC78-9C2C8D46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1F7C9-B333-4BE5-B439-E3D8E22D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3C590-C3E6-4B38-A4AB-DAF35FF3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6428F-2DB7-4320-89CE-926E5D7A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FBD05-D02F-4E92-8431-8FB0DCA7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610525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4919C-5B36-4715-B520-10202CE4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97923-0B41-4F82-9839-926C7765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B9AC4-AD75-4861-B564-233BF802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68CD9-22C2-4FE3-8827-E5279F80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5C9A2-CA9A-43D4-980F-C67F06EE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8B22E-814C-4B6F-B8F5-6F698C4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822078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5E17B-8EFC-4C93-A694-BF1F9F28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3A681-8FD8-40A8-BE0A-908BEF1B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49626-C858-406B-87C6-DA972A66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B46EA-C9EE-4259-9500-6BB01E79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2A42F-0D2D-4620-8E32-50383C3D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EF501-A36E-4E21-A99A-C623C854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B5720-F640-4E90-93A9-7D7630A6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AB3FE-D446-4BC7-BFBB-7C0FC4AC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3BC5C-DBDA-478E-9CD3-644DA795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0BA28-DC75-4C6F-860D-4E5BC19A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37146-704B-400C-86D5-5C9EBFD3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C4563-2558-4DCE-9328-F425C568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7C28A-9D83-477E-AF7D-C5BBF284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46469-1D09-4C6D-933A-3A0B1789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968882-5C92-4C2D-B095-B8427E11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810427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ECB7D1-7944-457C-AB1B-82216E87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2A203-6E4C-4A9A-AA78-3DFA7643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7A3F1-45F5-4729-AEA9-DED4EFCA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016C9-0049-4BBB-AC82-032707B2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7A737-1984-4A9A-A12D-19461C32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09CE0-C026-4EB3-BFFB-510FF350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25176-346B-404B-9A73-2D86CE9A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F4D9F-F7F3-46FB-AA1E-16405FE0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D01C2-388F-46F9-8FE1-CBB4726D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0443D-7EE8-49F2-87F1-6CC75BAF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8AF53-E231-4CF8-8DB0-CF76DAAD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D665B-FF1E-428E-9FF4-C5BA358D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8C4EE-37B2-4FF4-B618-690C5049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23A34-27AC-4300-910F-A9B8A57C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D42EF-BF66-44D5-AE9C-F0E8AA49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7D507-EE3A-4465-8B1A-4DA826F2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0BB74-DF5B-401E-8BEE-1392599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D06DE-02ED-4CAB-8FBD-061A9112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6285B-BFF7-4382-BF9D-C23CBDB0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B9DC63-E1D4-4EDE-8B7E-509D8CF2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48A38B-8317-424A-A5D5-DE561DA1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6B3D2-5C15-4734-B0AF-06B07CD2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1C705B-B857-4289-A7A0-C616079A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ACDACC-B314-491D-9F7E-B980437C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3CDEE7-552C-4FF4-BED4-6538B56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3659204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9896F-2211-4293-B9D5-0C2167D7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02CFD-9B9D-4BF0-B354-A720B8C1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92694-75D1-486F-986B-4A0BC56D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FB038-D29B-491B-84ED-6DD90037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7D930-B324-453C-AFA4-EA3BBED8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26B85-B52B-48D6-92A1-45B15FF3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0187273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659DE-0F6B-46D0-83F5-441C2C36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01A84-F88A-49B0-8C02-1DAE6367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4E18B-6863-44B5-8EEB-E579AFC2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7360E-DEF9-441E-8DAC-4B68752F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17F61-FF8D-437A-9E5B-B96F0A03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909DF-83D5-4BBF-9475-84646885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5822459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55F75-39F9-4873-ACE8-415A57E3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B456E-73CF-4A11-AF7B-09AD9909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6F21E-9D9A-45A9-9887-DF77F205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969C7-6EA2-40BA-B476-1567796D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82AF2-38C3-441A-9007-215A025D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A math app needs to determine the type of roots...?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B8DB7-48FC-4BFF-908D-1AE91D35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4374255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EB906-CA0A-48DF-88CE-F33D7E72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C04C6-0E5D-49F4-985E-081E918B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212CD-F052-4CD4-8B2D-10D5943A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ECF14-9C2C-4009-AC2A-27876166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3F5A2-71BD-4F8E-8E92-B8DB7794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86AEA-8DEC-4376-9E78-6F2A9C3A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7444496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55817-CF95-4231-BF4C-09FC56A9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5F1AC-FD27-487F-AA0A-331AC8F0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B0898-3AB2-4458-8CE1-DF566B4A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2B2A4-8DAB-40F3-BCB6-6920216E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C1086-2154-4291-8EDF-87A003C4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4DE39-C137-496C-B459-A15AEF78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92A8D-B284-441B-A107-070694D8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CA0F4-28DB-472F-8512-BF61C2EC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FE21E-AB5E-4809-A529-6A8880D7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B1CF6-FBEA-4BBD-919C-F0D47D75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C6A18-A625-4C91-BAB4-EB74177B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D8AFB-EDD6-434E-945F-2C38DECA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FEF47-5E9B-4D93-BD47-16B8DC31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2439E-2F53-4828-8F00-1D434946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B58F7-112B-42EE-9647-FCA87703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61EA6-2FB2-472D-8840-12FF075B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9C928-679F-49EE-9DB3-3239B13A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3043B4-039C-4A0D-9AA6-AC9C99C2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ED4D1-C374-4535-A1F4-D6916C00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92873A-24E8-4838-99B0-83D73191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3ABCF-26C4-4B5C-B2A2-6C59DB01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57467E-C923-4049-BB5A-016068B2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1BF219-B448-47E2-AADB-CCDDEA29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5544941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2026-08-24T16:03:16.1620000Z</dcterms:created>
  <dcterms:modified xsi:type="dcterms:W3CDTF">2026-08-24T16:03:16.1620000Z</dcterms:modified>
</coreProperties>
</file>