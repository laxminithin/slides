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930f8fc7bb4cb5" /><Relationship Type="http://schemas.openxmlformats.org/officeDocument/2006/relationships/extended-properties" Target="/docProps/app.xml" Id="Rf1afd4da24784767" /><Relationship Type="http://schemas.openxmlformats.org/officeDocument/2006/relationships/officeDocument" Target="/ppt/presentation.xml" Id="R73985dadd3a54b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3b1b9ad6e74696"/>
  </p:sldMasterIdLst>
  <p:notesMasterIdLst>
    <p:notesMasterId xmlns:r="http://schemas.openxmlformats.org/officeDocument/2006/relationships" r:id="R8c3701d43c444f19"/>
  </p:notesMasterIdLst>
  <p:sldIdLst>
    <p:sldId xmlns:r="http://schemas.openxmlformats.org/officeDocument/2006/relationships" id="256" r:id="R8efa2bd9c7d14285"/>
    <p:sldId xmlns:r="http://schemas.openxmlformats.org/officeDocument/2006/relationships" id="257" r:id="R6dbf83508a93484b"/>
    <p:sldId xmlns:r="http://schemas.openxmlformats.org/officeDocument/2006/relationships" id="258" r:id="R7bd89bc8b69c46dc"/>
    <p:sldId xmlns:r="http://schemas.openxmlformats.org/officeDocument/2006/relationships" id="259" r:id="R90211478fa5c49e2"/>
    <p:sldId xmlns:r="http://schemas.openxmlformats.org/officeDocument/2006/relationships" id="260" r:id="Rd80e985f026a4fab"/>
    <p:sldId xmlns:r="http://schemas.openxmlformats.org/officeDocument/2006/relationships" id="261" r:id="R7656d3899f4a4018"/>
    <p:sldId xmlns:r="http://schemas.openxmlformats.org/officeDocument/2006/relationships" id="262" r:id="Rbb10c66222554d1a"/>
    <p:sldId xmlns:r="http://schemas.openxmlformats.org/officeDocument/2006/relationships" id="263" r:id="Rda07134867d44af8"/>
    <p:sldId xmlns:r="http://schemas.openxmlformats.org/officeDocument/2006/relationships" id="264" r:id="R820a6f8d40e241a9"/>
    <p:sldId xmlns:r="http://schemas.openxmlformats.org/officeDocument/2006/relationships" id="265" r:id="R0093c5de77794fb1"/>
    <p:sldId xmlns:r="http://schemas.openxmlformats.org/officeDocument/2006/relationships" id="266" r:id="R258c40f1cfbb4e84"/>
    <p:sldId xmlns:r="http://schemas.openxmlformats.org/officeDocument/2006/relationships" id="267" r:id="R954bb9e6584646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245a0d6b1449ed" /><Relationship Type="http://schemas.openxmlformats.org/officeDocument/2006/relationships/slideMaster" Target="/ppt/slideMasters/slideMaster1.xml" Id="Rbc3b1b9ad6e74696" /><Relationship Type="http://schemas.openxmlformats.org/officeDocument/2006/relationships/notesMaster" Target="/ppt/notesMasters/notesMaster1.xml" Id="R8c3701d43c444f19" /><Relationship Type="http://schemas.openxmlformats.org/officeDocument/2006/relationships/presProps" Target="/ppt/presProps.xml" Id="Rfe2ffe57269049ba" /><Relationship Type="http://schemas.openxmlformats.org/officeDocument/2006/relationships/tableStyles" Target="/ppt/tableStyles.xml" Id="R8cd8ec66278c4051" /><Relationship Type="http://schemas.openxmlformats.org/officeDocument/2006/relationships/slide" Target="/ppt/slides/slide1.xml" Id="R8efa2bd9c7d14285" /><Relationship Type="http://schemas.openxmlformats.org/officeDocument/2006/relationships/slide" Target="/ppt/slides/slide2.xml" Id="R6dbf83508a93484b" /><Relationship Type="http://schemas.openxmlformats.org/officeDocument/2006/relationships/slide" Target="/ppt/slides/slide3.xml" Id="R7bd89bc8b69c46dc" /><Relationship Type="http://schemas.openxmlformats.org/officeDocument/2006/relationships/slide" Target="/ppt/slides/slide4.xml" Id="R90211478fa5c49e2" /><Relationship Type="http://schemas.openxmlformats.org/officeDocument/2006/relationships/slide" Target="/ppt/slides/slide5.xml" Id="Rd80e985f026a4fab" /><Relationship Type="http://schemas.openxmlformats.org/officeDocument/2006/relationships/slide" Target="/ppt/slides/slide6.xml" Id="R7656d3899f4a4018" /><Relationship Type="http://schemas.openxmlformats.org/officeDocument/2006/relationships/slide" Target="/ppt/slides/slide7.xml" Id="Rbb10c66222554d1a" /><Relationship Type="http://schemas.openxmlformats.org/officeDocument/2006/relationships/slide" Target="/ppt/slides/slide8.xml" Id="Rda07134867d44af8" /><Relationship Type="http://schemas.openxmlformats.org/officeDocument/2006/relationships/slide" Target="/ppt/slides/slide9.xml" Id="R820a6f8d40e241a9" /><Relationship Type="http://schemas.openxmlformats.org/officeDocument/2006/relationships/slide" Target="/ppt/slides/slide10.xml" Id="R0093c5de77794fb1" /><Relationship Type="http://schemas.openxmlformats.org/officeDocument/2006/relationships/slide" Target="/ppt/slides/slide11.xml" Id="R258c40f1cfbb4e84" /><Relationship Type="http://schemas.openxmlformats.org/officeDocument/2006/relationships/slide" Target="/ppt/slides/slide12.xml" Id="R954bb9e6584646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c81cf339e446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a9fdfe6e1145de" /><Relationship Type="http://schemas.openxmlformats.org/officeDocument/2006/relationships/notesMaster" Target="/ppt/notesMasters/notesMaster1.xml" Id="R2d974066601440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5c45cefdf94f8e" /><Relationship Type="http://schemas.openxmlformats.org/officeDocument/2006/relationships/notesMaster" Target="/ppt/notesMasters/notesMaster1.xml" Id="R610c657a158d4d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410c3ec26a437d" /><Relationship Type="http://schemas.openxmlformats.org/officeDocument/2006/relationships/notesMaster" Target="/ppt/notesMasters/notesMaster1.xml" Id="R6d966557655147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08902978e34629" /><Relationship Type="http://schemas.openxmlformats.org/officeDocument/2006/relationships/notesMaster" Target="/ppt/notesMasters/notesMaster1.xml" Id="Raf20c6d339524c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ca7a0e80d34857" /><Relationship Type="http://schemas.openxmlformats.org/officeDocument/2006/relationships/notesMaster" Target="/ppt/notesMasters/notesMaster1.xml" Id="R9abcd1383bb74f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fa94bfb82f49c8" /><Relationship Type="http://schemas.openxmlformats.org/officeDocument/2006/relationships/notesMaster" Target="/ppt/notesMasters/notesMaster1.xml" Id="R9adc6899093241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1281b095b54f80" /><Relationship Type="http://schemas.openxmlformats.org/officeDocument/2006/relationships/notesMaster" Target="/ppt/notesMasters/notesMaster1.xml" Id="Recaf21dae8574a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2797db77cb490c" /><Relationship Type="http://schemas.openxmlformats.org/officeDocument/2006/relationships/notesMaster" Target="/ppt/notesMasters/notesMaster1.xml" Id="R4916ea59e03643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3313f3a77c4cce" /><Relationship Type="http://schemas.openxmlformats.org/officeDocument/2006/relationships/notesMaster" Target="/ppt/notesMasters/notesMaster1.xml" Id="Rc6f4b31d0cee44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fa40e85abd4512" /><Relationship Type="http://schemas.openxmlformats.org/officeDocument/2006/relationships/notesMaster" Target="/ppt/notesMasters/notesMaster1.xml" Id="R255fb0fb04d94e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31561ae3a54e1d" /><Relationship Type="http://schemas.openxmlformats.org/officeDocument/2006/relationships/notesMaster" Target="/ppt/notesMasters/notesMaster1.xml" Id="R3f4cc15182b44b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ee5bd9dea246e2" /><Relationship Type="http://schemas.openxmlformats.org/officeDocument/2006/relationships/notesMaster" Target="/ppt/notesMasters/notesMaster1.xml" Id="R77379d932eb34a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575db74dc4e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a2d3315764f5e" /><Relationship Type="http://schemas.openxmlformats.org/officeDocument/2006/relationships/slideLayout" Target="/ppt/slideLayouts/slideLayout1.xml" Id="R15ed5f12f94641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d5f12f94641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4d13c361b4ca1" /><Relationship Type="http://schemas.openxmlformats.org/officeDocument/2006/relationships/notesSlide" Target="/ppt/notesSlides/notesSlide1.xml" Id="R8144d3e4bc5742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183538e624180" /><Relationship Type="http://schemas.openxmlformats.org/officeDocument/2006/relationships/notesSlide" Target="/ppt/notesSlides/notesSlide2.xml" Id="Rdd572cff1d3d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ab0b128404039" /><Relationship Type="http://schemas.openxmlformats.org/officeDocument/2006/relationships/notesSlide" Target="/ppt/notesSlides/notesSlide3.xml" Id="Rcaafed81949241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96c5be0f04934" /><Relationship Type="http://schemas.openxmlformats.org/officeDocument/2006/relationships/notesSlide" Target="/ppt/notesSlides/notesSlide4.xml" Id="Rc2b766a5870a45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dbd76b6b2427e" /><Relationship Type="http://schemas.openxmlformats.org/officeDocument/2006/relationships/notesSlide" Target="/ppt/notesSlides/notesSlide5.xml" Id="R535858063b564f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9090e9c1649ca" /><Relationship Type="http://schemas.openxmlformats.org/officeDocument/2006/relationships/notesSlide" Target="/ppt/notesSlides/notesSlide6.xml" Id="Rd8126a0372a1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7198c08014b32" /><Relationship Type="http://schemas.openxmlformats.org/officeDocument/2006/relationships/notesSlide" Target="/ppt/notesSlides/notesSlide7.xml" Id="R227509de607e4e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f4b7bfac5413b" /><Relationship Type="http://schemas.openxmlformats.org/officeDocument/2006/relationships/notesSlide" Target="/ppt/notesSlides/notesSlide8.xml" Id="R257d2ab9210c41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171879fe440ba" /><Relationship Type="http://schemas.openxmlformats.org/officeDocument/2006/relationships/notesSlide" Target="/ppt/notesSlides/notesSlide9.xml" Id="R48e6d2f8a72c46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064fcc46a467a" /><Relationship Type="http://schemas.openxmlformats.org/officeDocument/2006/relationships/notesSlide" Target="/ppt/notesSlides/notesSlide10.xml" Id="R08cc7ca9dd7f41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a82184b804b32" /><Relationship Type="http://schemas.openxmlformats.org/officeDocument/2006/relationships/notesSlide" Target="/ppt/notesSlides/notesSlide11.xml" Id="R209282822d1b44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8bed581e94803" /><Relationship Type="http://schemas.openxmlformats.org/officeDocument/2006/relationships/notesSlide" Target="/ppt/notesSlides/notesSlide12.xml" Id="Rfbbb4a87abf74d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CCB71-5F1F-4E38-9FDB-B9AF84A7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1A865-9859-4AC7-AC7A-5DF573A8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Develop a C program that takes marks for three subjects as input. Use a function to check if the student has passed (min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62F7B-62B6-41AF-B2AD-B14F93B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9926A-4542-4C25-BD7B-B353872F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D1498-AFB7-467B-9D91-11BC59B4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D2E8A-8CF9-4601-96DA-E5332B1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17779-0E97-4ADE-9EE0-8783A40D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4DB61-1322-496F-AFF9-47CC8AF5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02F75-19A0-4523-A8D3-D1C4E4A6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B4F43-1414-46CB-B9C4-2FBB2422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682E4-E163-43CC-8FF5-424DE23D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755C6-2AB1-48E1-B2B4-32761134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293C5-5599-4644-90C4-F0CF8E5F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86549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37E86-6D4C-468E-AB7F-697191A1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1E746-4DDD-438E-8233-85739A7A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2DBE7-D875-4010-917F-76DBBF56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C2E47-2000-4BAE-891D-7CA69F47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FD562-5E4D-429D-BFA2-95916B5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Develop a C program that takes marks for three subjects as input. Use a function to check if the student has passed (min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53919-EC58-40E2-8FB2-E3A7D735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92865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C738E-6AE6-47F4-B126-661F0337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2FF05-76FC-4BBE-B616-6C048450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A2492-37BF-450B-B384-FA49209C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DF53D-3299-4B8F-AB07-08C20987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9CD8E-9BF9-4664-A9F2-8BBCECB2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Develop a C program that takes marks for three subjects as input. Use a functio....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0D868-7DFD-47AD-936D-7EAC90DD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Develop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DA9C2-48BE-43E6-BB62-F05E8579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B34FC-1D34-4982-A2EF-F426F539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3C4F8-40D9-4037-9019-8C381AED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4BE1D-E796-4B93-94FE-B7FE0FBD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1ACC3-8448-4B36-99C8-290F3B23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12946-9C40-414F-86AF-318D3D11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takes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B94F1-D216-4A8A-9133-D097EB12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BBDF9-4AAD-4039-9EF1-016E8375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BB64F-3379-4555-B06C-D0B10810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658759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17E3A-2E8B-406C-9BF3-23B9C53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932C8-ABD2-4ADB-80FF-5D7D398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465FE-B7A7-4AD9-9A79-28828B67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69636-45D2-478F-B835-E4C05B69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FCC79-8A94-461A-B748-407A0A40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59887-540D-4236-BD2B-F44856FA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15029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2A771-BA23-435E-8F81-408787FC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78F2A-3861-46C1-8E1D-29E8E2D9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A8A51-F280-403A-83A8-D2B3281C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8BF6D-FC21-48D8-8EB7-78A55B2A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F76FD-EDC3-48BD-94A3-1193BB4B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67EB1-E6F6-4A17-AF2C-4C779E7F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21483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751E3-7042-4FAA-B8F8-106E2394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95209-7A6E-459B-8158-B95473BC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5B0EE-2C52-43B6-89E7-863C684C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6F3AF-45C5-4AD3-BD95-4799E7CF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4D22F-0CA3-4A45-A6F6-77BE0886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6E747-579E-4821-931F-63462DAB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91EA5-50C9-49A2-822C-E8518E3B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9888B-3E1A-4E45-ABA8-47E5A880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5C7CC-6DDB-439F-BA2F-75D7B3C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51FD6-E5E1-4787-9A58-134FCCD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7DB6A-D4C1-4B43-93D4-84392CB0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A0E1B-8252-4033-9C0A-A903705A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4DC60-CAD7-4841-8792-5D7A8C6D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EDD17-CAD7-4BBD-86A9-DAEC55C7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AF51F-5A10-48D6-B8DD-CE3475C3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544698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28AD3-4FFF-45EC-9D06-DFF188D0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8BBF7-EEDA-490B-8BB2-A27615B4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EE73B-4C64-4DA8-B4E9-0C993059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72A24-2E8F-4EEC-8D1F-AC32D3D1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E07CA-A67C-4BC4-85BD-381299C4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CE830-A71A-4CEB-9480-69535CDC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1FC27-0AA6-4288-AF57-E53A9BAD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2E6BE-DC37-4671-B269-A557B9A6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CA36E-9888-40E9-9A43-B118FAE5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31D30-106A-49CF-BC67-A6D54591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8110C-A3B6-4602-AAE0-E66F7886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505CF-27F3-4D30-B418-C8AFD04E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57974-9CA5-4D35-94DB-89907FB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B23C1-B102-4558-AF8F-7691883E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13DAA-1B3C-4EFB-A014-57128E40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62869-6941-48F2-86E9-47AE1EDD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9F4D9-1CFF-4E36-BB2C-78CFDCF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CBC11-FA96-4BAB-8E7F-7E4149AB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2F9C7-5F17-4C05-BEEF-8B6033BA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227B5-8808-4DF7-8CB6-CDB845F2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E0C0C-567B-4ED6-9376-9CA1FCE5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CF312-A0B9-4339-94F5-7AC023E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C165F-1DCB-41CF-B8BB-CF255646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71131-9294-4097-BF76-8F4AA11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76C13-B8A6-4B58-B6BC-7CD17D18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06642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788E7-A96C-4C8C-AE0B-0F21EF5F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6CE11-29E8-48EA-90D0-777D0354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A0E73-C604-4DA6-B2C6-BCD8256C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2F0F9-55E2-4F20-8D42-F652D0E8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535AE-41E0-4B78-8086-B0AFBF81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3199B-F8B9-4D98-832E-58AA05F6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494424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317AD-510F-4228-8236-E7376781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62F1A-0B72-45CB-8C3C-BF1EF1BC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2171D-6120-46D6-A305-9031DEF2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F0EBB-B29B-4286-9BA0-3CCF7D69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7450E-23B2-47A3-A728-E82642F5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B04C6-B9CE-46DA-A1C9-F31D1F61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660072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7D54B-4AD6-4E26-95BB-420778D0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73BB3-A7FA-4E6A-8D8B-55809495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50693-EE24-4E7E-B868-37D822CC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770FB-4E49-4EEE-BAD6-B053B765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6C724-EA09-41FE-8231-863DF6E6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Develop a C program that takes marks for three...?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978B0-FFF5-4D91-972A-CEF115D4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5661524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D7A87-6C58-495E-80AC-3B408F6D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49728-CA58-48BF-9A03-9278F01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23F1B-98AA-47B7-9205-8C369D43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608FA-62AF-4562-BF43-6D93131C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3995F-7FBC-4FD0-A009-60C90757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53CD5-3852-42FA-8C3C-54818DD0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939460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AD34D-93BB-40F1-B6F8-4AB294CD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0A8E0-C90C-4DA9-9357-50D066E2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50773-E194-4C09-BC96-A99A6EED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645ED-6275-4B6F-B5F8-07B3AAD8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D7DD0-3024-4057-ACD0-58E2942F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E469D-DD10-4CC1-AF4B-21BD65F2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AAD92-A477-44A1-B37A-479F73D3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C27B5-ECA7-4E6F-ADB6-7018352A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41949-0C67-4330-8897-AD627DB8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58C95-AEA1-464C-95A6-F74E0BF3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ECCE4-439A-409F-A681-49E0D28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C4C35-8C4F-4188-AAEF-909A0FD8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DB93F-DD52-40C7-BB73-6D34F927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3FBA5-6AA6-4027-AC6B-CCFFE2E1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8B795-56E6-4522-9EE9-15082968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839A8-EB69-44D8-9142-460E3217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3C086-453B-4366-A6B9-182E07B6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41762-8BF5-4AF2-A6D3-333F8BF8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FBB0B-81D8-4A65-97DA-6659CB48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13809-C337-4B8C-BC54-61CE740E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C94D1-9F69-45E7-995D-280DFB7C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4D525-3178-4E47-8B0E-5A58C734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9FC5E-BBE4-4FED-83C4-E6E0893A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774330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2026-08-24T16:03:16.3440000Z</dcterms:created>
  <dcterms:modified xsi:type="dcterms:W3CDTF">2026-08-24T16:03:16.3440000Z</dcterms:modified>
</coreProperties>
</file>