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af21951e54e3f" /><Relationship Type="http://schemas.openxmlformats.org/officeDocument/2006/relationships/extended-properties" Target="/docProps/app.xml" Id="R66fcb3f1819c404d" /><Relationship Type="http://schemas.openxmlformats.org/officeDocument/2006/relationships/officeDocument" Target="/ppt/presentation.xml" Id="R1ee347339a13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92dd328dd64f5e"/>
  </p:sldMasterIdLst>
  <p:notesMasterIdLst>
    <p:notesMasterId xmlns:r="http://schemas.openxmlformats.org/officeDocument/2006/relationships" r:id="Rd2fb45f9d8184d0a"/>
  </p:notesMasterIdLst>
  <p:sldIdLst>
    <p:sldId xmlns:r="http://schemas.openxmlformats.org/officeDocument/2006/relationships" id="256" r:id="Rc7ea1d9c7e25464c"/>
    <p:sldId xmlns:r="http://schemas.openxmlformats.org/officeDocument/2006/relationships" id="257" r:id="Re5e541fde1a2499e"/>
    <p:sldId xmlns:r="http://schemas.openxmlformats.org/officeDocument/2006/relationships" id="258" r:id="R018b56e2900a459b"/>
    <p:sldId xmlns:r="http://schemas.openxmlformats.org/officeDocument/2006/relationships" id="259" r:id="Rc1970d5a0c1b4654"/>
    <p:sldId xmlns:r="http://schemas.openxmlformats.org/officeDocument/2006/relationships" id="260" r:id="R944c1b8427ea44f7"/>
    <p:sldId xmlns:r="http://schemas.openxmlformats.org/officeDocument/2006/relationships" id="261" r:id="R624eb64f3eed422b"/>
    <p:sldId xmlns:r="http://schemas.openxmlformats.org/officeDocument/2006/relationships" id="262" r:id="R90bf30dab53d4aea"/>
    <p:sldId xmlns:r="http://schemas.openxmlformats.org/officeDocument/2006/relationships" id="263" r:id="R87cde3c102bb4aef"/>
    <p:sldId xmlns:r="http://schemas.openxmlformats.org/officeDocument/2006/relationships" id="264" r:id="R86b2ae17ea0e47f8"/>
    <p:sldId xmlns:r="http://schemas.openxmlformats.org/officeDocument/2006/relationships" id="265" r:id="Rb0386da6965b432b"/>
    <p:sldId xmlns:r="http://schemas.openxmlformats.org/officeDocument/2006/relationships" id="266" r:id="R0b168f28e59d4fa0"/>
    <p:sldId xmlns:r="http://schemas.openxmlformats.org/officeDocument/2006/relationships" id="267" r:id="R09d6704deddb4e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e7d1e910d4ce6" /><Relationship Type="http://schemas.openxmlformats.org/officeDocument/2006/relationships/slideMaster" Target="/ppt/slideMasters/slideMaster1.xml" Id="Rf892dd328dd64f5e" /><Relationship Type="http://schemas.openxmlformats.org/officeDocument/2006/relationships/notesMaster" Target="/ppt/notesMasters/notesMaster1.xml" Id="Rd2fb45f9d8184d0a" /><Relationship Type="http://schemas.openxmlformats.org/officeDocument/2006/relationships/presProps" Target="/ppt/presProps.xml" Id="R08e1c874ae124334" /><Relationship Type="http://schemas.openxmlformats.org/officeDocument/2006/relationships/tableStyles" Target="/ppt/tableStyles.xml" Id="R8fc85ab4a82e4755" /><Relationship Type="http://schemas.openxmlformats.org/officeDocument/2006/relationships/slide" Target="/ppt/slides/slide1.xml" Id="Rc7ea1d9c7e25464c" /><Relationship Type="http://schemas.openxmlformats.org/officeDocument/2006/relationships/slide" Target="/ppt/slides/slide2.xml" Id="Re5e541fde1a2499e" /><Relationship Type="http://schemas.openxmlformats.org/officeDocument/2006/relationships/slide" Target="/ppt/slides/slide3.xml" Id="R018b56e2900a459b" /><Relationship Type="http://schemas.openxmlformats.org/officeDocument/2006/relationships/slide" Target="/ppt/slides/slide4.xml" Id="Rc1970d5a0c1b4654" /><Relationship Type="http://schemas.openxmlformats.org/officeDocument/2006/relationships/slide" Target="/ppt/slides/slide5.xml" Id="R944c1b8427ea44f7" /><Relationship Type="http://schemas.openxmlformats.org/officeDocument/2006/relationships/slide" Target="/ppt/slides/slide6.xml" Id="R624eb64f3eed422b" /><Relationship Type="http://schemas.openxmlformats.org/officeDocument/2006/relationships/slide" Target="/ppt/slides/slide7.xml" Id="R90bf30dab53d4aea" /><Relationship Type="http://schemas.openxmlformats.org/officeDocument/2006/relationships/slide" Target="/ppt/slides/slide8.xml" Id="R87cde3c102bb4aef" /><Relationship Type="http://schemas.openxmlformats.org/officeDocument/2006/relationships/slide" Target="/ppt/slides/slide9.xml" Id="R86b2ae17ea0e47f8" /><Relationship Type="http://schemas.openxmlformats.org/officeDocument/2006/relationships/slide" Target="/ppt/slides/slide10.xml" Id="Rb0386da6965b432b" /><Relationship Type="http://schemas.openxmlformats.org/officeDocument/2006/relationships/slide" Target="/ppt/slides/slide11.xml" Id="R0b168f28e59d4fa0" /><Relationship Type="http://schemas.openxmlformats.org/officeDocument/2006/relationships/slide" Target="/ppt/slides/slide12.xml" Id="R09d6704deddb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5080bcc2f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54e61c1614873" /><Relationship Type="http://schemas.openxmlformats.org/officeDocument/2006/relationships/notesMaster" Target="/ppt/notesMasters/notesMaster1.xml" Id="Rce4e99f49b12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0b2690816e46d8" /><Relationship Type="http://schemas.openxmlformats.org/officeDocument/2006/relationships/notesMaster" Target="/ppt/notesMasters/notesMaster1.xml" Id="R49cc8f5506844e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4d86fb694945c9" /><Relationship Type="http://schemas.openxmlformats.org/officeDocument/2006/relationships/notesMaster" Target="/ppt/notesMasters/notesMaster1.xml" Id="R5c7de6ccaffb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599f4a64224233" /><Relationship Type="http://schemas.openxmlformats.org/officeDocument/2006/relationships/notesMaster" Target="/ppt/notesMasters/notesMaster1.xml" Id="R42e3f0b37af3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4ada93fd4412f" /><Relationship Type="http://schemas.openxmlformats.org/officeDocument/2006/relationships/notesMaster" Target="/ppt/notesMasters/notesMaster1.xml" Id="R69f2394f28b04f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2564b4b1f49a9" /><Relationship Type="http://schemas.openxmlformats.org/officeDocument/2006/relationships/notesMaster" Target="/ppt/notesMasters/notesMaster1.xml" Id="R8a6562d1dafa4c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202cf1144a4e4b" /><Relationship Type="http://schemas.openxmlformats.org/officeDocument/2006/relationships/notesMaster" Target="/ppt/notesMasters/notesMaster1.xml" Id="Re7753d7509e442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035ab89e894348" /><Relationship Type="http://schemas.openxmlformats.org/officeDocument/2006/relationships/notesMaster" Target="/ppt/notesMasters/notesMaster1.xml" Id="R0884d9ef68b94c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90d8f4d4224e97" /><Relationship Type="http://schemas.openxmlformats.org/officeDocument/2006/relationships/notesMaster" Target="/ppt/notesMasters/notesMaster1.xml" Id="R6494fcbd6c0a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8aedc33bc460e" /><Relationship Type="http://schemas.openxmlformats.org/officeDocument/2006/relationships/notesMaster" Target="/ppt/notesMasters/notesMaster1.xml" Id="R0cfd9e7d5e1042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95d29b8f464879" /><Relationship Type="http://schemas.openxmlformats.org/officeDocument/2006/relationships/notesMaster" Target="/ppt/notesMasters/notesMaster1.xml" Id="R58b8d457fd08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ec25f607c84e5b" /><Relationship Type="http://schemas.openxmlformats.org/officeDocument/2006/relationships/notesMaster" Target="/ppt/notesMasters/notesMaster1.xml" Id="Rdab20b74fb83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e7afbd04947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b56b863a94f4a" /><Relationship Type="http://schemas.openxmlformats.org/officeDocument/2006/relationships/slideLayout" Target="/ppt/slideLayouts/slideLayout1.xml" Id="Rcca065eb73f7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065eb73f7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6bbfece74852" /><Relationship Type="http://schemas.openxmlformats.org/officeDocument/2006/relationships/notesSlide" Target="/ppt/notesSlides/notesSlide1.xml" Id="Red85129661464f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3dc07e874c43" /><Relationship Type="http://schemas.openxmlformats.org/officeDocument/2006/relationships/notesSlide" Target="/ppt/notesSlides/notesSlide2.xml" Id="R0defb061134d42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46078c0d74fa8" /><Relationship Type="http://schemas.openxmlformats.org/officeDocument/2006/relationships/notesSlide" Target="/ppt/notesSlides/notesSlide3.xml" Id="Rfdcd9b9c1120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56cba45cf4fea" /><Relationship Type="http://schemas.openxmlformats.org/officeDocument/2006/relationships/notesSlide" Target="/ppt/notesSlides/notesSlide4.xml" Id="Re9e15fa619154f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2806ab58040af" /><Relationship Type="http://schemas.openxmlformats.org/officeDocument/2006/relationships/notesSlide" Target="/ppt/notesSlides/notesSlide5.xml" Id="R66e78e6f825446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91b3315d34811" /><Relationship Type="http://schemas.openxmlformats.org/officeDocument/2006/relationships/notesSlide" Target="/ppt/notesSlides/notesSlide6.xml" Id="R4fbb44cddb51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472fe4080471a" /><Relationship Type="http://schemas.openxmlformats.org/officeDocument/2006/relationships/notesSlide" Target="/ppt/notesSlides/notesSlide7.xml" Id="Ra79783342fe140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d0b55c0dc45e9" /><Relationship Type="http://schemas.openxmlformats.org/officeDocument/2006/relationships/notesSlide" Target="/ppt/notesSlides/notesSlide8.xml" Id="R97ec7e605c9f41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7669d262b4cae" /><Relationship Type="http://schemas.openxmlformats.org/officeDocument/2006/relationships/notesSlide" Target="/ppt/notesSlides/notesSlide9.xml" Id="R7084a85414f545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59c1546084f0d" /><Relationship Type="http://schemas.openxmlformats.org/officeDocument/2006/relationships/notesSlide" Target="/ppt/notesSlides/notesSlide10.xml" Id="R1d5fd4058ad348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57ccd0c344ca5" /><Relationship Type="http://schemas.openxmlformats.org/officeDocument/2006/relationships/notesSlide" Target="/ppt/notesSlides/notesSlide11.xml" Id="R1c558eb325cf41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7fbbe5df14162" /><Relationship Type="http://schemas.openxmlformats.org/officeDocument/2006/relationships/notesSlide" Target="/ppt/notesSlides/notesSlide12.xml" Id="R33eb3b898bf3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F0D18-9961-48DC-AEF1-58580326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C764B-3A10-4FC2-8446-A78F0792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college library has a digital bookshelf system where each book is assigned a unique Book ID. The bookshelf is organize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CB2AD-8648-4D65-B7FA-D3F8327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027C-C8BD-438D-A019-68F70ED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877E2-4D4A-4D89-9217-CA380A6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9521C-4D1F-4172-8E22-4BAAFFEB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0EA22-DC78-402C-925F-39FEEAC3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6F10F-A346-4525-B45C-D030A4D8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3B8A9-37CF-4000-8397-9049973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3939B-5F7A-4D83-9878-5FA5CAC2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0485B-0AC4-461A-9DA0-1B8A3C7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BFD61-87D9-4474-90BC-F8726AA9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06C57-C7BA-41D1-9AE4-78733DE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93293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37DE9-53CC-460D-92EE-9A00113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34CDA-7587-4123-BD4F-6841D74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CA15C-C662-44DA-86C2-A757604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5058-78D5-4142-BF11-F8DAF6B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E2B46-C84A-4505-9E13-01E63913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college library has a digital bookshelf system where each book is assigned a unique Book ID. The bookshelf is organize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2577C-8D90-4F29-ABC2-45CCBAD3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1607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D21A5-32E4-49FE-A3E4-C32AE22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C4E3E-25A9-40ED-971C-46D8F77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B9A4C-8F0E-496C-BAE2-85AB2E85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DFA8-7D57-48AE-B11E-699741E7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3A7DE-C7A6-4A65-8AAA-253A7C74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college library has a digital bookshelf system where each book is assigned a....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ACFF1-661F-4428-98FE-A3767F7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college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9577-1160-4F75-B6D4-8F00CEBC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F3C55-E0EF-4891-BD82-F005387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library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5BF62-9A95-422F-8F96-230D43D1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6910B-36E9-47A0-94C8-4F093EC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digital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BCF7B-8149-4C92-A662-E5897CD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0C992-530F-4B51-9E56-47BD44F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bookshelf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E3FAE-28AD-4554-8C6A-029D8D8A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68952-9A1C-447F-9B38-6F402471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2A321-40F1-4971-AEC6-C32495F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076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E899-E9CE-4424-BE4E-117F0B61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1318-E4B8-4D07-8979-2BDE5DE6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A9E10-2DB6-4426-9BCC-E617CA1E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865B0-B6A7-4CAA-9584-4647B612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DEED-6545-493A-BEEB-DE4C492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443E-84CB-4049-9FBA-44098C43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99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11D5-C002-4DB2-8A32-FF0D638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FE58A-4F30-4D17-9CEA-CD66986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FFCCA-0273-4A12-BF66-778FE29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ACBA2-6678-47D7-BB8F-3CD2609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2161-3FCB-4A36-B339-F9D6150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A550A-E5B1-48F8-A6C7-F6885243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00363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F0D17-9FF7-48EE-AEFC-82318F86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4A6C-F395-489D-8131-9DA676F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3E998-EE6A-46A3-A904-B268D873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03B02-F4F7-4344-94F6-19E5B5B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B181-65D3-4F08-BE14-CF7DB6B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C8D69-0A92-4CB6-8D78-FE7682B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E0B19-2356-463B-A176-40301851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C3384-F205-4A24-B8B1-023CBC3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1A382-7205-4396-B7C8-86A9EC58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07122-D4CE-4A8A-8FBD-475F568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83ACD-9232-4FF4-8E43-FF9C78C2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A249C-4CB3-4A12-936A-90C209B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685B9-600E-4637-A617-2D0D4B1D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90DCC-304D-4D31-9611-68473FC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5C085-B3AB-4448-BCE8-D609F59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1446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4882B-06CD-4F6D-A1B1-8581FE3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B2245-315F-40E0-BBA0-A83288B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2279E-5BCE-4886-BF03-488D525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93052-C7C5-4F2C-96C3-02C02A7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4BFAF-768A-4E14-B246-680224C3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25D2-BCF0-4D83-81C8-26B7764E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A3C94-FF8C-4FE4-B4E2-88AF8EA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3D182-A807-4D2F-BDAF-2188BDA1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A2682-EBF0-4B8B-8184-EDB7258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372FD-804E-483C-9483-6C9B60C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1454E-B716-4398-B38C-7B1BC26E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5E71D-B776-49E4-A789-19469EFA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0A597B-8B7A-4C70-8F26-0CB27C1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28DE4-AF1A-4832-A8AA-C145E14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EA8A3-5B4C-40C1-8D52-00F7AF20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11351-FDDF-4F9F-AE66-C3E534B6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7EF83-9B75-4ABA-B794-7D3BD57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1CC80-D6F3-416B-9987-AB520180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0D866-7659-4C7D-BBC9-6ACDF904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E86BB-E4DF-406F-BA89-98AA51C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9E7B6-472F-412E-86E6-C66632A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D5236-CE83-4DE2-84B2-10D86218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148E0-94A5-4D73-8B53-3127D58E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50BBB-42D7-40B4-852D-0DF0ABC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69BAE-9106-49F3-A69B-5658378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53500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9B302-3066-498E-B031-6779AC8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D1FB5-2F71-427A-9FBD-1B869807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6F408-5F4A-432A-890D-0C476570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1CCB7-AF49-46C9-8456-955281E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583E-557B-468E-B313-42DC8267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8958-7BDE-4AEB-8148-0141CEC8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2248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FC272-112B-440B-A770-9B97CB4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646DA-2C06-4F22-938E-3DD09CB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9BEFB-F891-42A9-BDEE-15952AD1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ADFAF-090D-4025-97AB-7539195C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97AE2-721B-4B55-A9B8-27C10B7C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5C97-71C6-4782-9613-9440D222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26016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21CA4-189B-4B29-9502-D73F0E7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3AC0-EB13-4528-B668-2EE8BA6B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FF75-EE86-4814-BB8F-BB8E5FF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41E52-A401-4D95-8F5A-8391AB6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39937-DEE3-40C2-BAD1-9F4C0BC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college library has a digital bookshelf syste...?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D016-04A3-4F17-9665-2A0299A5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64121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FD17B-71A6-45C6-B478-7FFCCEB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19CBE-87D8-4340-BE3A-152DE127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EC5A7-6AA4-4A88-B1C8-25E22147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6C3D2-23BE-40ED-A2F8-2E39873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2D250-365B-4126-83AF-5D3EDB71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4FE35-6C3E-4416-9B68-4D7AB8AB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078782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B18A4-15C2-4308-AA94-44364698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F15E7-F6C5-4477-BC62-B311BC20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519D-2B09-4812-A28E-BF64B35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69D6A-A61B-4CFC-B5AB-A170E4B8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C823E-4706-4A65-8C12-F6879F1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0B436-9999-4073-83FD-31E4EF4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FC25E-CE09-493E-91E7-D08482C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43644-B611-4AB6-B47A-7DC1457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89715-4601-4B6F-A811-C240782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44CA4-C0FC-483B-A8EA-5E9640A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53A40-FF26-4C7D-9360-DC25DAFB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B4188-4DE5-4D5F-83E6-52A1B612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7580B-E9E6-4AA0-B8CC-0B796E21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7DD69-1C96-4376-B46D-1F0E9C93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6D108-1873-4A8C-9D7C-B12B51FD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3023A-0995-4AB5-93C2-B8A501D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CF9B2-E067-4FC9-8FCA-FFEAFC8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E22D3-6F53-447E-9467-AB11813C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17CED-5238-4CCD-B1F1-3A07E04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6A178-EAA3-4C99-A0EA-BA6A1C8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2F795-87EA-43A3-94E6-0D7F06B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B1782-3DE3-402F-963E-3178776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27C14-790D-4401-B63F-96029531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224022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2026-08-24T16:03:16.4630000Z</dcterms:created>
  <dcterms:modified xsi:type="dcterms:W3CDTF">2026-08-24T16:03:16.4630000Z</dcterms:modified>
</coreProperties>
</file>