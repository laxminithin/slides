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a85f5e2a9b41d0" /><Relationship Type="http://schemas.openxmlformats.org/officeDocument/2006/relationships/extended-properties" Target="/docProps/app.xml" Id="R5f3cda6056e84703" /><Relationship Type="http://schemas.openxmlformats.org/officeDocument/2006/relationships/officeDocument" Target="/ppt/presentation.xml" Id="R6bfe110340be4a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8e2246f74344f1"/>
  </p:sldMasterIdLst>
  <p:notesMasterIdLst>
    <p:notesMasterId xmlns:r="http://schemas.openxmlformats.org/officeDocument/2006/relationships" r:id="Rffca85d46d604e0c"/>
  </p:notesMasterIdLst>
  <p:sldIdLst>
    <p:sldId xmlns:r="http://schemas.openxmlformats.org/officeDocument/2006/relationships" id="256" r:id="Rd1f91ff8cb584bcf"/>
    <p:sldId xmlns:r="http://schemas.openxmlformats.org/officeDocument/2006/relationships" id="257" r:id="Rd4aafa8636144f9e"/>
    <p:sldId xmlns:r="http://schemas.openxmlformats.org/officeDocument/2006/relationships" id="258" r:id="R5d8ef731d2794622"/>
    <p:sldId xmlns:r="http://schemas.openxmlformats.org/officeDocument/2006/relationships" id="259" r:id="Rb5edca3305e1495e"/>
    <p:sldId xmlns:r="http://schemas.openxmlformats.org/officeDocument/2006/relationships" id="260" r:id="Rcf4d88e502d64d67"/>
    <p:sldId xmlns:r="http://schemas.openxmlformats.org/officeDocument/2006/relationships" id="261" r:id="R263becd0b74b450e"/>
    <p:sldId xmlns:r="http://schemas.openxmlformats.org/officeDocument/2006/relationships" id="262" r:id="R6a1625306d7b4cc2"/>
    <p:sldId xmlns:r="http://schemas.openxmlformats.org/officeDocument/2006/relationships" id="263" r:id="R8791bf6657544126"/>
    <p:sldId xmlns:r="http://schemas.openxmlformats.org/officeDocument/2006/relationships" id="264" r:id="R48234f43e1784dcf"/>
    <p:sldId xmlns:r="http://schemas.openxmlformats.org/officeDocument/2006/relationships" id="265" r:id="R7d8a977f308c4011"/>
    <p:sldId xmlns:r="http://schemas.openxmlformats.org/officeDocument/2006/relationships" id="266" r:id="Ra84fa8f4b10742a0"/>
    <p:sldId xmlns:r="http://schemas.openxmlformats.org/officeDocument/2006/relationships" id="267" r:id="Rd9b9895104f840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c02666ba1449bb" /><Relationship Type="http://schemas.openxmlformats.org/officeDocument/2006/relationships/slideMaster" Target="/ppt/slideMasters/slideMaster1.xml" Id="Rc88e2246f74344f1" /><Relationship Type="http://schemas.openxmlformats.org/officeDocument/2006/relationships/notesMaster" Target="/ppt/notesMasters/notesMaster1.xml" Id="Rffca85d46d604e0c" /><Relationship Type="http://schemas.openxmlformats.org/officeDocument/2006/relationships/presProps" Target="/ppt/presProps.xml" Id="R3be93040fa834e5c" /><Relationship Type="http://schemas.openxmlformats.org/officeDocument/2006/relationships/tableStyles" Target="/ppt/tableStyles.xml" Id="R9e1ae9f138db4957" /><Relationship Type="http://schemas.openxmlformats.org/officeDocument/2006/relationships/slide" Target="/ppt/slides/slide1.xml" Id="Rd1f91ff8cb584bcf" /><Relationship Type="http://schemas.openxmlformats.org/officeDocument/2006/relationships/slide" Target="/ppt/slides/slide2.xml" Id="Rd4aafa8636144f9e" /><Relationship Type="http://schemas.openxmlformats.org/officeDocument/2006/relationships/slide" Target="/ppt/slides/slide3.xml" Id="R5d8ef731d2794622" /><Relationship Type="http://schemas.openxmlformats.org/officeDocument/2006/relationships/slide" Target="/ppt/slides/slide4.xml" Id="Rb5edca3305e1495e" /><Relationship Type="http://schemas.openxmlformats.org/officeDocument/2006/relationships/slide" Target="/ppt/slides/slide5.xml" Id="Rcf4d88e502d64d67" /><Relationship Type="http://schemas.openxmlformats.org/officeDocument/2006/relationships/slide" Target="/ppt/slides/slide6.xml" Id="R263becd0b74b450e" /><Relationship Type="http://schemas.openxmlformats.org/officeDocument/2006/relationships/slide" Target="/ppt/slides/slide7.xml" Id="R6a1625306d7b4cc2" /><Relationship Type="http://schemas.openxmlformats.org/officeDocument/2006/relationships/slide" Target="/ppt/slides/slide8.xml" Id="R8791bf6657544126" /><Relationship Type="http://schemas.openxmlformats.org/officeDocument/2006/relationships/slide" Target="/ppt/slides/slide9.xml" Id="R48234f43e1784dcf" /><Relationship Type="http://schemas.openxmlformats.org/officeDocument/2006/relationships/slide" Target="/ppt/slides/slide10.xml" Id="R7d8a977f308c4011" /><Relationship Type="http://schemas.openxmlformats.org/officeDocument/2006/relationships/slide" Target="/ppt/slides/slide11.xml" Id="Ra84fa8f4b10742a0" /><Relationship Type="http://schemas.openxmlformats.org/officeDocument/2006/relationships/slide" Target="/ppt/slides/slide12.xml" Id="Rd9b9895104f840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8211f3b67942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6636bb4d264778" /><Relationship Type="http://schemas.openxmlformats.org/officeDocument/2006/relationships/notesMaster" Target="/ppt/notesMasters/notesMaster1.xml" Id="Rad66772ffa5046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beeb0264f04784" /><Relationship Type="http://schemas.openxmlformats.org/officeDocument/2006/relationships/notesMaster" Target="/ppt/notesMasters/notesMaster1.xml" Id="Rf8bd354a5c3249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fb52e815e442a2" /><Relationship Type="http://schemas.openxmlformats.org/officeDocument/2006/relationships/notesMaster" Target="/ppt/notesMasters/notesMaster1.xml" Id="R1e7a0d16d4f446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fc945deefc498d" /><Relationship Type="http://schemas.openxmlformats.org/officeDocument/2006/relationships/notesMaster" Target="/ppt/notesMasters/notesMaster1.xml" Id="Rdb4b6b0ab85641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576d0ab3124445" /><Relationship Type="http://schemas.openxmlformats.org/officeDocument/2006/relationships/notesMaster" Target="/ppt/notesMasters/notesMaster1.xml" Id="Red551d201a3746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9d8453171c476d" /><Relationship Type="http://schemas.openxmlformats.org/officeDocument/2006/relationships/notesMaster" Target="/ppt/notesMasters/notesMaster1.xml" Id="R49dab43552f74c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64d51012244c0e" /><Relationship Type="http://schemas.openxmlformats.org/officeDocument/2006/relationships/notesMaster" Target="/ppt/notesMasters/notesMaster1.xml" Id="R31b83477d29f4e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c8d52b2982414e" /><Relationship Type="http://schemas.openxmlformats.org/officeDocument/2006/relationships/notesMaster" Target="/ppt/notesMasters/notesMaster1.xml" Id="Rabcc654264c344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d8f682113041fc" /><Relationship Type="http://schemas.openxmlformats.org/officeDocument/2006/relationships/notesMaster" Target="/ppt/notesMasters/notesMaster1.xml" Id="R6f6cec273e9646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41fc07cd3d4530" /><Relationship Type="http://schemas.openxmlformats.org/officeDocument/2006/relationships/notesMaster" Target="/ppt/notesMasters/notesMaster1.xml" Id="Re95b5902126742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3c1a1e37ab453e" /><Relationship Type="http://schemas.openxmlformats.org/officeDocument/2006/relationships/notesMaster" Target="/ppt/notesMasters/notesMaster1.xml" Id="R5d7ff4b0734d499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15e6dcb557b4505" /><Relationship Type="http://schemas.openxmlformats.org/officeDocument/2006/relationships/notesMaster" Target="/ppt/notesMasters/notesMaster1.xml" Id="Rff40e26c350b40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aebbe9f72544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d588ded870498e" /><Relationship Type="http://schemas.openxmlformats.org/officeDocument/2006/relationships/slideLayout" Target="/ppt/slideLayouts/slideLayout1.xml" Id="R52348eeecf1c48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348eeecf1c48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8ff3bc3104d58" /><Relationship Type="http://schemas.openxmlformats.org/officeDocument/2006/relationships/notesSlide" Target="/ppt/notesSlides/notesSlide1.xml" Id="Rf12e9f77c4e849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618cd91f843ae" /><Relationship Type="http://schemas.openxmlformats.org/officeDocument/2006/relationships/notesSlide" Target="/ppt/notesSlides/notesSlide2.xml" Id="R22b9941b85ed46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bc1c3e0f94094" /><Relationship Type="http://schemas.openxmlformats.org/officeDocument/2006/relationships/notesSlide" Target="/ppt/notesSlides/notesSlide3.xml" Id="Rcaed509c6f7248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2f8111b0042ff" /><Relationship Type="http://schemas.openxmlformats.org/officeDocument/2006/relationships/notesSlide" Target="/ppt/notesSlides/notesSlide4.xml" Id="R937b595c140649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176fa248f4e6f" /><Relationship Type="http://schemas.openxmlformats.org/officeDocument/2006/relationships/notesSlide" Target="/ppt/notesSlides/notesSlide5.xml" Id="R3d62839c365847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2be43db704de3" /><Relationship Type="http://schemas.openxmlformats.org/officeDocument/2006/relationships/notesSlide" Target="/ppt/notesSlides/notesSlide6.xml" Id="Rd4165ffa255b43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77d15835b489f" /><Relationship Type="http://schemas.openxmlformats.org/officeDocument/2006/relationships/notesSlide" Target="/ppt/notesSlides/notesSlide7.xml" Id="R53b74c92eff345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0ebd6fb90941cb" /><Relationship Type="http://schemas.openxmlformats.org/officeDocument/2006/relationships/notesSlide" Target="/ppt/notesSlides/notesSlide8.xml" Id="R7f8821f67d7342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aed5b30d54227" /><Relationship Type="http://schemas.openxmlformats.org/officeDocument/2006/relationships/notesSlide" Target="/ppt/notesSlides/notesSlide9.xml" Id="R527f32d32446437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c14ed5add4d74" /><Relationship Type="http://schemas.openxmlformats.org/officeDocument/2006/relationships/notesSlide" Target="/ppt/notesSlides/notesSlide10.xml" Id="Rc292ba76008b48a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6f3de08a348eb" /><Relationship Type="http://schemas.openxmlformats.org/officeDocument/2006/relationships/notesSlide" Target="/ppt/notesSlides/notesSlide11.xml" Id="Red0357f82b384a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22555be2fe4ed7" /><Relationship Type="http://schemas.openxmlformats.org/officeDocument/2006/relationships/notesSlide" Target="/ppt/notesSlides/notesSlide12.xml" Id="R3d725934b32041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FFD611-4699-49CC-8699-96FEBA18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41498-5B40-4921-9925-AB9AF00E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Develop a C program that takes a student's marks as input and displays their grade based on the following criteria: 90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B5794F-4C70-4D39-89B4-34348782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C Programming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1BPOPL107/207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4D2E4-53C4-448A-A827-EFE5D356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F20030-3C30-46D0-B87B-AF9E454D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A14DC0-F862-4E92-8179-7F7A863F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F5407-0329-4F37-AE88-C02B451B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7088AB-DBB7-4915-9AA4-9322B78E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0E7B53-140E-4DE0-A5C8-DEE2982B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9DB59F-C29B-4844-881E-2AF66B27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033966-ADAC-45C4-BC5E-BC77A980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EC724E-4975-45C7-8378-F691112E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E1BF18-BAC2-4EEA-ABC1-7DE5657C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6591730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DD165C-FEDD-4A1E-BDE7-FE6223CD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32081-8F67-4909-82C1-6A298D6B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AE739-D5FF-4753-97EA-C704E472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9E0F8-D619-4FAA-B94C-1ED2947C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09DF3F-BC0C-4395-A6C5-B5E01460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Develop a C program that takes a student's marks as input and displays their grade based on the following criteria: 90 a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32499A-06F6-48EB-B1A3-6B8622B3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3693614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F162DE-1C58-481E-BD9D-5E6565D7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B4E3A-C311-4F9A-99BB-115F0AC8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41405-2D3F-4943-9A9D-268B1DF9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845AC-D25B-4C6E-8FC4-4F8443D7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74AE6-411D-4425-A8BB-7BCDC8BE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Develop a C program that takes a student's marks as input and displays their gr....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308B15-7804-4A2B-BCFC-8CBB485B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Develop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70C21-4D1C-4ABF-B4F4-56365672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55600C-E58F-471C-9FC7-ADF16EA7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program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499E59-19BE-4D98-8666-44108646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B5863-9E99-42B5-82C9-E2655A75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that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E3FC7F-7A11-4ADC-B5D4-859F8A40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33EF1-0B4A-4DBD-A668-54182AD3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takes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2C8924-FAC2-407A-8FCC-0FAF689F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93A855-78F8-4285-B6AE-BBFD8A9F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student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8DE0EF-347F-4218-8161-B7153817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38936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DE3AEC-FC1D-452A-A406-0549699A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BC89F-74F1-4AA0-8021-14CFB175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424169-9413-4597-8BF8-057BDF4B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4C192C-F21C-4521-AC1D-BB7F53FC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7EDC1-C415-445B-8E64-6697501E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CD975B-9724-4D59-8E45-B3A0BDE4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9181011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23CA23-48BF-4255-A855-5A852E39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53071-EB2E-4700-9152-0AC51C07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3B942-DE3D-43CD-90E3-E8B5F041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1EBA0F-93BE-44D5-A542-19FC2275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4F601B-28B7-471A-AE6D-52DF8A32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CF5C95-5298-4375-A048-7DBE5AF3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687801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2D7017-E21D-4E23-84C3-6C1FAA7C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85BEA-1A2A-491A-AB4B-81B02003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C69C95-3E01-4DA6-A478-A06BFBEF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F484F-3676-48DD-8AFD-C2810D35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EF7D9-8A5D-44D2-900F-9D3AED1B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B0680D-3815-4950-B857-FB18C47F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867DF5-8C95-4590-8DAF-B4FB8D1E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6D7FB5-C868-459C-B939-C93550C8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B3961-3BE8-4CBF-9810-EE33B25F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E3977F-2DBE-498E-9EA3-687C88FE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C5FC60-79CD-4A1A-91EA-CC97D8CF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3F0EA0-9430-469C-B2D9-2F68363C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6ABDCA-3A56-4736-B245-62B7CE59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B95F55-EF0B-414E-A1BA-54315BFD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4F61BC-E7CC-40C9-8768-939E8D42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20604873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6B38C2-E273-4153-86BB-4ADB03C4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C74F88-C7EF-4191-BEF1-CE8C6426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A79D72-68C8-4F32-A898-303F99EC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FDB30F-DA74-46BB-9E73-A32600A8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09A43-A6C9-4F60-B7FB-EC945535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ED805-6CD2-4427-913F-746C89E9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224F2A-240E-4CDA-BD8A-2B23605F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7D18A7-C18D-4A13-96EE-59B13545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F47D27-06DA-4A80-A4BC-35B72F56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458293-11FF-4B22-B277-BB5B9348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CA8A62-478C-4AC3-8353-91D61B8E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8A2A57-759B-4213-A539-EFD8C3D9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FA3FAE-26F9-4505-9FDB-AC4C026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19A192-CC9F-4C67-840D-5E5EA31E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00D422-4BC9-4DD5-B2D3-3BDBA411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AEDB22-6EB2-475A-B61A-43AB1E5C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5DEA06-B6D6-49CE-8B99-208CEABB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69E601-6EEC-4C0C-9866-B78C3ACB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4085E8-A709-43A6-84A8-A8486ECC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AE276F-13CA-400A-9F03-19109C3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03775E-BC15-4589-B02F-859F3CDB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AD83A0-12FE-4C71-B4CB-D898D755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7670B9-E2C2-4CD2-AE50-2998F1E5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47477A-5C19-4253-9699-8D98849E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1A14FE-E313-4164-86E2-2414B455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9567424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29A62-35BE-4C02-88F8-E9779320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2E156-1199-4B8D-9C9F-51E626CC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205821-2C13-4267-86A1-E478BD84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97CD21-A604-45EB-9C55-933FC2F6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B6CD39-4FFB-44E3-A3F3-E572813F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27514E-98F6-43D2-8B9A-8AEA72BA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2507257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FF8BF6-14BF-46FC-B513-5CA72D15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EE264-5A76-40A1-A110-7A8CE42F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9C829-E1DF-43E3-BA3A-DBB95E66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FE449D-6D29-4805-A6FB-4AD41B04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E0E9D-D028-4ADC-8037-EFAE82BD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BA7AD-9E48-41BE-A4DA-451BFB5D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9444338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35782D-CE35-4269-8C2D-D0E34863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8DF88-06A5-4792-9167-0FF16D64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4C9FD-3F12-4617-B877-31853CED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065AB8-53ED-4330-8A9C-BE99E3C4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24D38-E18A-4C93-BCAA-7B13AA49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Develop a C program that takes a student's mark...?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6A4E8-A71B-4783-BF76-C3DF8400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9904249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E6FBF3-8583-4109-9042-0489D4E8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11C71-831D-4398-B9FD-74EB51BA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7596B-41C1-41B9-83FE-34443009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656835-9C4F-47E3-B408-313401DC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F9350-CF95-4B98-A0D0-67868776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5B3DE-C640-4B6C-B358-83B97EC3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849963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F0C75C-5C6C-4387-B830-E9BBFAD6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97162-1DBC-4914-8381-5755EF39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32C90-AE0E-4A39-9BC6-757CF1BA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7FF8C-DF19-48D1-A6E2-0CEA47B6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E1760-EFFB-4B9E-B855-70208812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FF63F0-49C6-48B7-B71E-B1138F03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51B8DB-C46D-43FC-9C43-EFA7CEDD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823D3-C69D-4DD7-AC13-4073D420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95012B-AFE1-4550-A2BE-67DCC6D8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178F12-87C3-4D6C-AB4A-66B139B0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B62C04-CE3E-4347-A222-6F419EB8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9BCEE2-7EA9-49B2-9C4D-53050175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67BECA-FDF8-46BC-83A4-39E522E1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0676D8-3731-4E34-97F9-91D01D98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5AF679-D0BE-4B9C-B51A-8EAE2B4A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A249CC-8287-43E0-9956-65BE7361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B8B0D6-A60D-4C10-A0BA-52D7D35B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73BB9D-4BF5-49D8-B5D1-8FD9F353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DAAF1B-1595-462D-8170-83AEBD36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0122D3-73D7-4C45-BEFA-78EA61F9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F8BB1B-FF1E-45F2-A797-F55133C9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C33ACE-A53D-436C-8E72-BA736A20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5E9AE2-C11B-49E3-8A56-692267B7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20653010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2026-08-24T16:03:16.0420000Z</dcterms:created>
  <dcterms:modified xsi:type="dcterms:W3CDTF">2026-08-24T16:03:16.0420000Z</dcterms:modified>
</coreProperties>
</file>