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dae1320d54efe" /><Relationship Type="http://schemas.openxmlformats.org/officeDocument/2006/relationships/extended-properties" Target="/docProps/app.xml" Id="R9cc2c2b9caad4065" /><Relationship Type="http://schemas.openxmlformats.org/officeDocument/2006/relationships/officeDocument" Target="/ppt/presentation.xml" Id="Rb970c0253ef34f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e9a829e514de5"/>
  </p:sldMasterIdLst>
  <p:notesMasterIdLst>
    <p:notesMasterId xmlns:r="http://schemas.openxmlformats.org/officeDocument/2006/relationships" r:id="R6aba1504c7cc40c8"/>
  </p:notesMasterIdLst>
  <p:sldIdLst>
    <p:sldId xmlns:r="http://schemas.openxmlformats.org/officeDocument/2006/relationships" id="256" r:id="Rfc402e675b234ec2"/>
    <p:sldId xmlns:r="http://schemas.openxmlformats.org/officeDocument/2006/relationships" id="257" r:id="R67d2b7c76a9e4c8b"/>
    <p:sldId xmlns:r="http://schemas.openxmlformats.org/officeDocument/2006/relationships" id="258" r:id="R98d2e7fe0f0c44f5"/>
    <p:sldId xmlns:r="http://schemas.openxmlformats.org/officeDocument/2006/relationships" id="259" r:id="R3787670c08ed46c3"/>
    <p:sldId xmlns:r="http://schemas.openxmlformats.org/officeDocument/2006/relationships" id="260" r:id="R922dc6a794ed4fc5"/>
    <p:sldId xmlns:r="http://schemas.openxmlformats.org/officeDocument/2006/relationships" id="261" r:id="Rfdada91aa85f4aa1"/>
    <p:sldId xmlns:r="http://schemas.openxmlformats.org/officeDocument/2006/relationships" id="262" r:id="R141339544c974498"/>
    <p:sldId xmlns:r="http://schemas.openxmlformats.org/officeDocument/2006/relationships" id="263" r:id="Rb677742320784ed1"/>
    <p:sldId xmlns:r="http://schemas.openxmlformats.org/officeDocument/2006/relationships" id="264" r:id="R22a1b4f4bc3f4893"/>
    <p:sldId xmlns:r="http://schemas.openxmlformats.org/officeDocument/2006/relationships" id="265" r:id="R9f6993823f1b4ccd"/>
    <p:sldId xmlns:r="http://schemas.openxmlformats.org/officeDocument/2006/relationships" id="266" r:id="Re676ff03eb774f6e"/>
    <p:sldId xmlns:r="http://schemas.openxmlformats.org/officeDocument/2006/relationships" id="267" r:id="R5d383090c9c144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889320c6cd4a9f" /><Relationship Type="http://schemas.openxmlformats.org/officeDocument/2006/relationships/slideMaster" Target="/ppt/slideMasters/slideMaster1.xml" Id="R353e9a829e514de5" /><Relationship Type="http://schemas.openxmlformats.org/officeDocument/2006/relationships/notesMaster" Target="/ppt/notesMasters/notesMaster1.xml" Id="R6aba1504c7cc40c8" /><Relationship Type="http://schemas.openxmlformats.org/officeDocument/2006/relationships/presProps" Target="/ppt/presProps.xml" Id="R5edaf00eb9a541e1" /><Relationship Type="http://schemas.openxmlformats.org/officeDocument/2006/relationships/tableStyles" Target="/ppt/tableStyles.xml" Id="R247711477e2c40af" /><Relationship Type="http://schemas.openxmlformats.org/officeDocument/2006/relationships/slide" Target="/ppt/slides/slide1.xml" Id="Rfc402e675b234ec2" /><Relationship Type="http://schemas.openxmlformats.org/officeDocument/2006/relationships/slide" Target="/ppt/slides/slide2.xml" Id="R67d2b7c76a9e4c8b" /><Relationship Type="http://schemas.openxmlformats.org/officeDocument/2006/relationships/slide" Target="/ppt/slides/slide3.xml" Id="R98d2e7fe0f0c44f5" /><Relationship Type="http://schemas.openxmlformats.org/officeDocument/2006/relationships/slide" Target="/ppt/slides/slide4.xml" Id="R3787670c08ed46c3" /><Relationship Type="http://schemas.openxmlformats.org/officeDocument/2006/relationships/slide" Target="/ppt/slides/slide5.xml" Id="R922dc6a794ed4fc5" /><Relationship Type="http://schemas.openxmlformats.org/officeDocument/2006/relationships/slide" Target="/ppt/slides/slide6.xml" Id="Rfdada91aa85f4aa1" /><Relationship Type="http://schemas.openxmlformats.org/officeDocument/2006/relationships/slide" Target="/ppt/slides/slide7.xml" Id="R141339544c974498" /><Relationship Type="http://schemas.openxmlformats.org/officeDocument/2006/relationships/slide" Target="/ppt/slides/slide8.xml" Id="Rb677742320784ed1" /><Relationship Type="http://schemas.openxmlformats.org/officeDocument/2006/relationships/slide" Target="/ppt/slides/slide9.xml" Id="R22a1b4f4bc3f4893" /><Relationship Type="http://schemas.openxmlformats.org/officeDocument/2006/relationships/slide" Target="/ppt/slides/slide10.xml" Id="R9f6993823f1b4ccd" /><Relationship Type="http://schemas.openxmlformats.org/officeDocument/2006/relationships/slide" Target="/ppt/slides/slide11.xml" Id="Re676ff03eb774f6e" /><Relationship Type="http://schemas.openxmlformats.org/officeDocument/2006/relationships/slide" Target="/ppt/slides/slide12.xml" Id="R5d383090c9c144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864bd52ec04e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49540cf2d49cc" /><Relationship Type="http://schemas.openxmlformats.org/officeDocument/2006/relationships/notesMaster" Target="/ppt/notesMasters/notesMaster1.xml" Id="R661fa2a4417147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7d7353c72d4844" /><Relationship Type="http://schemas.openxmlformats.org/officeDocument/2006/relationships/notesMaster" Target="/ppt/notesMasters/notesMaster1.xml" Id="Re51e0d2a3aef4b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b5db380d164ac2" /><Relationship Type="http://schemas.openxmlformats.org/officeDocument/2006/relationships/notesMaster" Target="/ppt/notesMasters/notesMaster1.xml" Id="R4a3fab9cb86b4f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81bfaa7a1a4f85" /><Relationship Type="http://schemas.openxmlformats.org/officeDocument/2006/relationships/notesMaster" Target="/ppt/notesMasters/notesMaster1.xml" Id="Rd37ae1a25b5c47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09bb7208064d13" /><Relationship Type="http://schemas.openxmlformats.org/officeDocument/2006/relationships/notesMaster" Target="/ppt/notesMasters/notesMaster1.xml" Id="R5e10abac5bb44e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7276dacd084b14" /><Relationship Type="http://schemas.openxmlformats.org/officeDocument/2006/relationships/notesMaster" Target="/ppt/notesMasters/notesMaster1.xml" Id="R67c0ac1370824a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0d2ff1c02f43fd" /><Relationship Type="http://schemas.openxmlformats.org/officeDocument/2006/relationships/notesMaster" Target="/ppt/notesMasters/notesMaster1.xml" Id="R1ed2211e188e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34e36b80d843d0" /><Relationship Type="http://schemas.openxmlformats.org/officeDocument/2006/relationships/notesMaster" Target="/ppt/notesMasters/notesMaster1.xml" Id="R9a4610fb4d8646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7ed59923724b7f" /><Relationship Type="http://schemas.openxmlformats.org/officeDocument/2006/relationships/notesMaster" Target="/ppt/notesMasters/notesMaster1.xml" Id="R547fbab42fae40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c84aad369b46ad" /><Relationship Type="http://schemas.openxmlformats.org/officeDocument/2006/relationships/notesMaster" Target="/ppt/notesMasters/notesMaster1.xml" Id="Rbb0f6618933947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ebd237774c4897" /><Relationship Type="http://schemas.openxmlformats.org/officeDocument/2006/relationships/notesMaster" Target="/ppt/notesMasters/notesMaster1.xml" Id="R6951b777a2e146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15aedfe91148a5" /><Relationship Type="http://schemas.openxmlformats.org/officeDocument/2006/relationships/notesMaster" Target="/ppt/notesMasters/notesMaster1.xml" Id="Rcca8f5e586da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b48f8c0f3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a35bede306439e" /><Relationship Type="http://schemas.openxmlformats.org/officeDocument/2006/relationships/slideLayout" Target="/ppt/slideLayouts/slideLayout1.xml" Id="Rf3d995aa47a74f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995aa47a74f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eefa976424142" /><Relationship Type="http://schemas.openxmlformats.org/officeDocument/2006/relationships/notesSlide" Target="/ppt/notesSlides/notesSlide1.xml" Id="R91a1b151aaf748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ca94882274c8d" /><Relationship Type="http://schemas.openxmlformats.org/officeDocument/2006/relationships/notesSlide" Target="/ppt/notesSlides/notesSlide2.xml" Id="R62e6f7ccc7404d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648a7b3ed4dad" /><Relationship Type="http://schemas.openxmlformats.org/officeDocument/2006/relationships/notesSlide" Target="/ppt/notesSlides/notesSlide3.xml" Id="R0af1509363bc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87fb1c1e344e6" /><Relationship Type="http://schemas.openxmlformats.org/officeDocument/2006/relationships/notesSlide" Target="/ppt/notesSlides/notesSlide4.xml" Id="R083aa7758f3044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ea7433179447f" /><Relationship Type="http://schemas.openxmlformats.org/officeDocument/2006/relationships/notesSlide" Target="/ppt/notesSlides/notesSlide5.xml" Id="Rdc10d2055d954b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f395a90d4448b" /><Relationship Type="http://schemas.openxmlformats.org/officeDocument/2006/relationships/notesSlide" Target="/ppt/notesSlides/notesSlide6.xml" Id="R8514c16c2ddb48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21e560e984542" /><Relationship Type="http://schemas.openxmlformats.org/officeDocument/2006/relationships/notesSlide" Target="/ppt/notesSlides/notesSlide7.xml" Id="Recf2b62ef0884b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53e007fcb4f77" /><Relationship Type="http://schemas.openxmlformats.org/officeDocument/2006/relationships/notesSlide" Target="/ppt/notesSlides/notesSlide8.xml" Id="R70c7c3ac38b949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c59af66da4eb0" /><Relationship Type="http://schemas.openxmlformats.org/officeDocument/2006/relationships/notesSlide" Target="/ppt/notesSlides/notesSlide9.xml" Id="R0c989b03bd97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cce6a11f640b6" /><Relationship Type="http://schemas.openxmlformats.org/officeDocument/2006/relationships/notesSlide" Target="/ppt/notesSlides/notesSlide10.xml" Id="Rd7d5cc7cd6084c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e27bf5e0e46d7" /><Relationship Type="http://schemas.openxmlformats.org/officeDocument/2006/relationships/notesSlide" Target="/ppt/notesSlides/notesSlide11.xml" Id="R324f7efcd7154d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b887c83734ced" /><Relationship Type="http://schemas.openxmlformats.org/officeDocument/2006/relationships/notesSlide" Target="/ppt/notesSlides/notesSlide12.xml" Id="R704c0c3540594b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F271F-8866-4066-8505-61BACD21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7C5AD-2627-4251-A04E-5E5393F9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sports teacher has recorded the scores of students in a 100 -meter race. To prepare the result sheet, the teacher want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F6188-DA83-42F9-AB64-F6A515A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4B240-97B8-4FFC-B937-1629939B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65BE4-385C-4CB0-9B4C-7FA4241E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B23DB-AB3E-4AC2-A127-5AAD8EC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A13B9-F336-4D41-A1FE-7F0B5850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0012B-AE64-4796-91A1-F3E50CE3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838FA-A2C3-4CDF-9758-D8AE69E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BC54A-95F8-4BE5-87D7-D9A680C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DEC01-BA1E-4D27-A86F-CFFAA406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D4688-E0B6-4F55-B1D9-17250244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B9EABE-071A-44E2-A926-BF15C81A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618166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B3984-71BA-427F-ABF0-C3B92319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6FEA5-30BA-4992-A689-920BAE6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E4F16-C597-4509-8F1E-147E1A0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183D4-BBFF-4ABB-9965-35D79F5A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E73B5-958F-431E-A274-1499C5B9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sports teacher has recorded the scores of students in a 100 -meter race. To prepare the result sheet, the teacher want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BF8A3-DD15-477C-A9D1-AF59EED5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67114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0F653-C099-4467-8ED1-61BA6F58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3FA2C-BD67-4505-BF10-66D283D6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B9EE8-34C8-4E96-AC11-6490111D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753F7-0CF4-4963-9E18-DD2CC96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4D8AB-C1B4-4B18-BBD0-EEAF383C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sports teacher has recorded the scores of students in a 100 -meter race. To p....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C2491-A64A-476E-A55B-0C559950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C2E17-6D32-404E-9A4F-9252C565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A3436-8CB8-4F88-A787-2C79FB67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teacher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8193A-67FC-42EB-93A6-63FAA626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DC426-57D3-4B00-8CE0-C55A5740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recorded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92921-632E-4122-B426-3A6750B2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3B2DB0-EFFF-4E56-9C46-DE98A84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86084-C258-4180-8D85-33D0C7FD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75991-DF81-445A-9969-F71C677E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5E982-DB95-4C85-ACF7-3AD82FE3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3703616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61420-F878-4F28-86C3-1EDEBFBC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4DCAD-65FF-4622-ABBB-226FDA99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92901-E998-4C41-BD90-1C05D31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CA1E2-2BCE-4C37-9D5F-A8FCCA6C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2DD1F-C829-4EC8-A320-4A9B10A6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26C3-3786-405D-956A-41BB6A93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26142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C4047-C38D-412E-B344-4231534C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47DF0-0A5B-44A4-87E7-F74F8740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8407A-5917-41C9-A544-4B18918D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7653-3A9C-46B7-82F0-894896C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CD3B6-D1D8-4A54-9450-0DDF8E68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273EA-4D2A-4E54-88C6-6C7C5712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830478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15A26-39F9-4E56-8E7A-4CC7BBF3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850C9-02C2-4F60-8FE1-C6886993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96C9A4-F696-4D6B-8BBE-3BC0E86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9A6E5-213E-4DCC-8174-FE815E44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10CB7-48DD-455B-8E04-B5610F3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3F58B-A9AD-4D3E-B05A-68327F3C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7CAA5-A0C7-4755-A242-2F33413C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6724-E1F2-440A-822B-D76209C9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8547B-A8AC-4B4E-BBCE-2B5817AC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8D8FB-B9A5-49A6-9C26-950CA31A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FA910-AD52-4C27-8592-021D99B7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54AE7-CAE8-47C9-A7CE-D39AD7A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DAD49-9995-4D61-BE49-2A9DA895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A1824-530F-4E06-A8E0-4E38300D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605CE-355F-4D79-85DC-5E61D42C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44059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792C9-C18A-4E34-BFFB-1161F0B9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BF0BA-EA6F-4079-82CC-184CAC9C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96256-2C79-4B75-A1C5-8AE7B0F8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327A9-C33B-4206-AAE8-D3459C6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BF0AB-3927-4AD1-93D0-E47ADECD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B8AC8-CC4B-428F-8560-DDCFC24A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11C9D-6448-4BCB-BAAB-FB683CF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4FDA4-4697-4E27-B49C-83BCE8CC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A3308-3D65-47EC-96F1-29856BDA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3AB70-CAAD-4E25-8ACE-CE36EB0E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45FE4-F343-455A-BE3D-CB141CB0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5B274-C8D8-407E-AD48-1453F33D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1EF03-A05D-43CF-B9C7-0F625B5C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1E15A-FBB2-4BD2-9EF7-A2CC2CFB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41E68-983C-47FE-90B2-8071E14F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F1118-F468-48DE-BEF1-5EAD6A06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45A86-D9DA-4215-A702-C8EAF389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B07C7-7F00-4211-8D7F-2A0FFDD8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967FD-92AD-446B-8F45-C9EEE89B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7C80C9-2F48-4B5D-B63A-038758C2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46D12-5DCE-4419-8664-64357ACF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95A46-B372-4322-97A5-BABACBEA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65BFD-CD44-4C7B-BFF7-31EB131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6454C-9248-47D5-BBC5-440FD9C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E4566-7012-47E4-9725-420F606F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51864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04F5E-C935-443E-AC29-F1167029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FE801-BE45-4D9B-A641-309F466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5DC32-7C32-48D9-AEA6-E4226095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3A886-22EE-47EF-A509-9B7EACA5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0FEEE-5F10-44FD-BBCA-6F407E0A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5552E-0548-4BB4-83CE-E8CCA576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41767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A6773-90E1-4344-99E9-AA63B48E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DB8A-27C9-4DD6-A36C-39529F96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B2220-628E-4E17-8DFC-22AD62F9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213F-5EF8-43C5-889D-04F18BA3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42466-21BA-43DC-BD2C-E4336931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8B72E-661E-41C6-B6BD-DF33F320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807900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E273F-D151-4BC6-A457-26506F1A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F9709-B922-4B22-94C4-0047D998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D11D4-677F-4165-AD06-F3B7A2D5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CE765-008C-4DF5-8E8B-4284179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51DF2-F1AD-4EEF-BC26-B98979BB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sports teacher has recorded the scores of stu...?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99153-E181-408C-B996-8D63277A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884141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341C5-7D72-4AAE-B7C3-CED78486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1FC94-7DED-423D-A4CA-9312E3C95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93B70-6ED9-4A68-AC77-07FB374B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E3B1C-7F6E-4574-893A-CDEFDE8D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5062D-6FA2-447F-8D29-55520551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4F485-7586-4DFB-9779-4880A426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6707921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EA9C0-7386-49F1-8965-74F94A9B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33DE8-9DD6-49D0-8657-3A694786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F82A5-8C53-4A0F-8510-D962C4B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D078EA-A3AC-41CF-8C1F-23268F99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66151-68BC-414C-B6FD-7287C556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C31A8-E333-4E17-8961-8C5C6654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8AAD5-9F7B-4E08-91BF-EF50F17E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7ADE-D1B2-45B4-B005-09A2A73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EDA57-3F94-4D9C-9CDC-4CF3DB6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11E69-41DA-4240-BD1C-4A73C2A5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0A69C-CBFB-48EA-9EA4-2310AAFE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4B3A8-B5E7-4EDB-9571-9B2E5E74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77B92-477B-4A2D-BF18-7B1424B1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F5642-C54A-4995-9255-FFF85ECB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8C0FB-19CC-432E-A602-D3E89A07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F1738-9CA2-442B-8E2E-CE247D2A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1D3B4-F64F-42B9-B5A1-1EF9EF3C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60C7D-958B-4847-883B-FF654054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1711F-907A-4F58-AEF0-D7B339FF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DBDC0-75B6-4F3B-AC77-EBAE86A0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879078-38C7-48D4-A872-4B922A28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2816A-99A5-4B74-969F-7D7F24EF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DEF78A-C361-4CB8-8737-AE815613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5347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2026-08-24T16:03:16.5230000Z</dcterms:created>
  <dcterms:modified xsi:type="dcterms:W3CDTF">2026-08-24T16:03:16.5230000Z</dcterms:modified>
</coreProperties>
</file>