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d32d0273854f27" /><Relationship Type="http://schemas.openxmlformats.org/officeDocument/2006/relationships/extended-properties" Target="/docProps/app.xml" Id="R3ebe6a9d5d254be2" /><Relationship Type="http://schemas.openxmlformats.org/officeDocument/2006/relationships/officeDocument" Target="/ppt/presentation.xml" Id="R26337ab4f9b6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5b126cb1164da3"/>
  </p:sldMasterIdLst>
  <p:notesMasterIdLst>
    <p:notesMasterId xmlns:r="http://schemas.openxmlformats.org/officeDocument/2006/relationships" r:id="Re7e771d370174be5"/>
  </p:notesMasterIdLst>
  <p:sldIdLst>
    <p:sldId xmlns:r="http://schemas.openxmlformats.org/officeDocument/2006/relationships" id="256" r:id="R8f3616e597af4436"/>
    <p:sldId xmlns:r="http://schemas.openxmlformats.org/officeDocument/2006/relationships" id="257" r:id="Rb2b3d3e99b544a9b"/>
    <p:sldId xmlns:r="http://schemas.openxmlformats.org/officeDocument/2006/relationships" id="258" r:id="R0f8dc423c7fe4378"/>
    <p:sldId xmlns:r="http://schemas.openxmlformats.org/officeDocument/2006/relationships" id="259" r:id="Rd610376c06ad454b"/>
    <p:sldId xmlns:r="http://schemas.openxmlformats.org/officeDocument/2006/relationships" id="260" r:id="R145d2f3938d24270"/>
    <p:sldId xmlns:r="http://schemas.openxmlformats.org/officeDocument/2006/relationships" id="261" r:id="Rce00efbd6a9d41fb"/>
    <p:sldId xmlns:r="http://schemas.openxmlformats.org/officeDocument/2006/relationships" id="262" r:id="Rcd9da5e5feee4eaa"/>
    <p:sldId xmlns:r="http://schemas.openxmlformats.org/officeDocument/2006/relationships" id="263" r:id="R2416b92578594277"/>
    <p:sldId xmlns:r="http://schemas.openxmlformats.org/officeDocument/2006/relationships" id="264" r:id="R18d16067c8004263"/>
    <p:sldId xmlns:r="http://schemas.openxmlformats.org/officeDocument/2006/relationships" id="265" r:id="R770ff41f2a354919"/>
    <p:sldId xmlns:r="http://schemas.openxmlformats.org/officeDocument/2006/relationships" id="266" r:id="R6736ea2cf25f4844"/>
    <p:sldId xmlns:r="http://schemas.openxmlformats.org/officeDocument/2006/relationships" id="267" r:id="R7daff2a90afe41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39562712d24dcd" /><Relationship Type="http://schemas.openxmlformats.org/officeDocument/2006/relationships/slideMaster" Target="/ppt/slideMasters/slideMaster1.xml" Id="Rd05b126cb1164da3" /><Relationship Type="http://schemas.openxmlformats.org/officeDocument/2006/relationships/notesMaster" Target="/ppt/notesMasters/notesMaster1.xml" Id="Re7e771d370174be5" /><Relationship Type="http://schemas.openxmlformats.org/officeDocument/2006/relationships/presProps" Target="/ppt/presProps.xml" Id="R288006abacc640ab" /><Relationship Type="http://schemas.openxmlformats.org/officeDocument/2006/relationships/tableStyles" Target="/ppt/tableStyles.xml" Id="Rc87937a718264df3" /><Relationship Type="http://schemas.openxmlformats.org/officeDocument/2006/relationships/slide" Target="/ppt/slides/slide1.xml" Id="R8f3616e597af4436" /><Relationship Type="http://schemas.openxmlformats.org/officeDocument/2006/relationships/slide" Target="/ppt/slides/slide2.xml" Id="Rb2b3d3e99b544a9b" /><Relationship Type="http://schemas.openxmlformats.org/officeDocument/2006/relationships/slide" Target="/ppt/slides/slide3.xml" Id="R0f8dc423c7fe4378" /><Relationship Type="http://schemas.openxmlformats.org/officeDocument/2006/relationships/slide" Target="/ppt/slides/slide4.xml" Id="Rd610376c06ad454b" /><Relationship Type="http://schemas.openxmlformats.org/officeDocument/2006/relationships/slide" Target="/ppt/slides/slide5.xml" Id="R145d2f3938d24270" /><Relationship Type="http://schemas.openxmlformats.org/officeDocument/2006/relationships/slide" Target="/ppt/slides/slide6.xml" Id="Rce00efbd6a9d41fb" /><Relationship Type="http://schemas.openxmlformats.org/officeDocument/2006/relationships/slide" Target="/ppt/slides/slide7.xml" Id="Rcd9da5e5feee4eaa" /><Relationship Type="http://schemas.openxmlformats.org/officeDocument/2006/relationships/slide" Target="/ppt/slides/slide8.xml" Id="R2416b92578594277" /><Relationship Type="http://schemas.openxmlformats.org/officeDocument/2006/relationships/slide" Target="/ppt/slides/slide9.xml" Id="R18d16067c8004263" /><Relationship Type="http://schemas.openxmlformats.org/officeDocument/2006/relationships/slide" Target="/ppt/slides/slide10.xml" Id="R770ff41f2a354919" /><Relationship Type="http://schemas.openxmlformats.org/officeDocument/2006/relationships/slide" Target="/ppt/slides/slide11.xml" Id="R6736ea2cf25f4844" /><Relationship Type="http://schemas.openxmlformats.org/officeDocument/2006/relationships/slide" Target="/ppt/slides/slide12.xml" Id="R7daff2a90afe41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3f2ae5acb644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6b1c9029654e17" /><Relationship Type="http://schemas.openxmlformats.org/officeDocument/2006/relationships/notesMaster" Target="/ppt/notesMasters/notesMaster1.xml" Id="Rde4840002d6d4d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4a19d119574203" /><Relationship Type="http://schemas.openxmlformats.org/officeDocument/2006/relationships/notesMaster" Target="/ppt/notesMasters/notesMaster1.xml" Id="R43e02c09402344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189d4e943a48d6" /><Relationship Type="http://schemas.openxmlformats.org/officeDocument/2006/relationships/notesMaster" Target="/ppt/notesMasters/notesMaster1.xml" Id="R29816ebe74ac45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d1798cc6134182" /><Relationship Type="http://schemas.openxmlformats.org/officeDocument/2006/relationships/notesMaster" Target="/ppt/notesMasters/notesMaster1.xml" Id="Rdf61a9ffe65645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99a4d3f69b4ae5" /><Relationship Type="http://schemas.openxmlformats.org/officeDocument/2006/relationships/notesMaster" Target="/ppt/notesMasters/notesMaster1.xml" Id="R15ba8b05e5384f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2bdc6dc27c4c4f" /><Relationship Type="http://schemas.openxmlformats.org/officeDocument/2006/relationships/notesMaster" Target="/ppt/notesMasters/notesMaster1.xml" Id="Rf64424d87c7445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21fb6ab29a4332" /><Relationship Type="http://schemas.openxmlformats.org/officeDocument/2006/relationships/notesMaster" Target="/ppt/notesMasters/notesMaster1.xml" Id="R3453174fda574e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3d03ede16a4c47" /><Relationship Type="http://schemas.openxmlformats.org/officeDocument/2006/relationships/notesMaster" Target="/ppt/notesMasters/notesMaster1.xml" Id="Re34cd0e95eed4d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8df83e3d1c41a2" /><Relationship Type="http://schemas.openxmlformats.org/officeDocument/2006/relationships/notesMaster" Target="/ppt/notesMasters/notesMaster1.xml" Id="R46e5471018ae41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7fc54ab0fe4ce2" /><Relationship Type="http://schemas.openxmlformats.org/officeDocument/2006/relationships/notesMaster" Target="/ppt/notesMasters/notesMaster1.xml" Id="R56bff44cabe244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9f8fddeac34bbf" /><Relationship Type="http://schemas.openxmlformats.org/officeDocument/2006/relationships/notesMaster" Target="/ppt/notesMasters/notesMaster1.xml" Id="Rf2ce3bc8f46049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912837a4924ea9" /><Relationship Type="http://schemas.openxmlformats.org/officeDocument/2006/relationships/notesMaster" Target="/ppt/notesMasters/notesMaster1.xml" Id="R749c6335661b4b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30bef14264d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936024f9b9468b" /><Relationship Type="http://schemas.openxmlformats.org/officeDocument/2006/relationships/slideLayout" Target="/ppt/slideLayouts/slideLayout1.xml" Id="R508195add3ef41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8195add3ef41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1e7a4414f4358" /><Relationship Type="http://schemas.openxmlformats.org/officeDocument/2006/relationships/notesSlide" Target="/ppt/notesSlides/notesSlide1.xml" Id="Rc8b1e26be08443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d78ebb9234669" /><Relationship Type="http://schemas.openxmlformats.org/officeDocument/2006/relationships/notesSlide" Target="/ppt/notesSlides/notesSlide2.xml" Id="Rbbb5dbbbb90c48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dea15a7254fb4" /><Relationship Type="http://schemas.openxmlformats.org/officeDocument/2006/relationships/notesSlide" Target="/ppt/notesSlides/notesSlide3.xml" Id="R839b2d04981a4f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e59e16cb0541d0" /><Relationship Type="http://schemas.openxmlformats.org/officeDocument/2006/relationships/notesSlide" Target="/ppt/notesSlides/notesSlide4.xml" Id="R282ebb25dacc4d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50c39cddc430f" /><Relationship Type="http://schemas.openxmlformats.org/officeDocument/2006/relationships/notesSlide" Target="/ppt/notesSlides/notesSlide5.xml" Id="Re35f3f7f84b64b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eea4e563a4ef7" /><Relationship Type="http://schemas.openxmlformats.org/officeDocument/2006/relationships/notesSlide" Target="/ppt/notesSlides/notesSlide6.xml" Id="Rf66db1d3d02247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fd67c41c34ef0" /><Relationship Type="http://schemas.openxmlformats.org/officeDocument/2006/relationships/notesSlide" Target="/ppt/notesSlides/notesSlide7.xml" Id="R8af16a79ddbd41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e99f5dd054453" /><Relationship Type="http://schemas.openxmlformats.org/officeDocument/2006/relationships/notesSlide" Target="/ppt/notesSlides/notesSlide8.xml" Id="Rb4a739f9a6a34e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5871b49914dde" /><Relationship Type="http://schemas.openxmlformats.org/officeDocument/2006/relationships/notesSlide" Target="/ppt/notesSlides/notesSlide9.xml" Id="R06fb9174c4e84f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c71e7cc07416a" /><Relationship Type="http://schemas.openxmlformats.org/officeDocument/2006/relationships/notesSlide" Target="/ppt/notesSlides/notesSlide10.xml" Id="R836ae1ccb60941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5cf44f427456e" /><Relationship Type="http://schemas.openxmlformats.org/officeDocument/2006/relationships/notesSlide" Target="/ppt/notesSlides/notesSlide11.xml" Id="R1bca04bbaef54df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2288fb843479a" /><Relationship Type="http://schemas.openxmlformats.org/officeDocument/2006/relationships/notesSlide" Target="/ppt/notesSlides/notesSlide12.xml" Id="R3b5b6672f26f4e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4AA83-04A2-4922-9A97-DCA3D0B8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B0211-C13B-4AF6-B48F-A53BB759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 basic mobile contact manager stores first and last names separately. For displaying full names in the contact list, yo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E8ACE-AC6F-4313-B70C-BEB2DCE7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2738F-C9FD-42A8-89A4-B928B323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B91F6-BEA0-4164-990C-AB68F8BF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25AED-C29C-463C-A1F1-E2403606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AD475-AD7C-49A8-BC5E-9CE592CB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D1B2D-A2D6-4CD7-8033-3C944E6A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0191F-DE7C-422F-9B68-430D37C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1AFEC9-AE66-4AF8-BEF6-A8F81D35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E2FF7-8866-4385-B62C-7D121E9F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79EF5-E4CC-483C-85F7-7DA66571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00167-91B0-4249-A2E9-7C112020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537553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FA689-E883-490F-945D-21E6039D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78D5D-81B1-48B0-ACA7-DC99B3F5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2FFCC-4DDD-45F7-8137-9C04A2C0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79960-D11B-4F78-9D83-8565B41C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A4082-9F00-455A-B9F5-3BF4F397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 basic mobile contact manager stores first and last names separately. For displaying full names in the contact list, yo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DF8C2-4BA7-47CF-9C6C-1C5AA0AE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7997404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9CFB9-0CBB-4EA3-BFE0-2D1D5F1B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A3604-88F2-47A3-B7C7-D0FC5BC8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71D9C-7C63-4F1B-9D57-F58723C7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B11AC-CE4D-4799-9EFA-25ED95CE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B45B0-2AD7-4619-9562-6BB0EBBE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 basic mobile contact manager stores first and last names separately. For disp....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264A5-657E-4EE5-BE70-8455346B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mobile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795F6-EEBC-4FD4-9B7C-DDE96FD8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FC5913-4C4C-4451-85D4-3F06DFF3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8B26F-C99B-424C-9BB4-E7409DB3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EAD1E-64EF-4733-87C1-C0A9130F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457F8-7A28-4262-BC5C-3C058A15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1D2FD-799E-476B-A0A7-2B6A2986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0E763-A60F-4307-B63F-D00C3B97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63B09-8FA3-4BC5-897B-6DE8040C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66B9B-1413-4EB3-82D8-30C8CD9F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2031128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82976-EF10-441C-A873-73783778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13E26-6345-48A5-B511-61DEB55F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D41B8-081B-4691-A71F-B652B5D5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6E972-A373-4A47-930D-333EB6CC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6E138-FCB0-4F87-9EDF-1772BF8B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4B0A8-C228-442F-9404-B6AAF569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535204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3C57A-028D-498E-B1A8-6FB5DD92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645BF-974A-45C2-A6AF-FA12CF81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CAD33-ADDB-40D5-8872-B1D2FADD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E3274-989E-4A68-B32C-FBF4AD70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2259E-D902-405B-94F1-CEB41D6B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DF5BF-F772-4FF6-8C73-B005BA2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336113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264AC-0D03-48B9-B504-F0164F3A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EC159-9DB0-4A21-AEF0-75D55D3D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81E7F-51D6-466D-8463-A8E46186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51952-3555-4F1D-9F97-C47A2B60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1DEC2-58D9-4CF7-B4D5-4B6758AC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ACBEF-40CF-446A-9EAB-685525E5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D7BEE-BA37-4BC5-B18A-04F9D7F4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D28FB-1C66-44FC-86A8-1BA41EB8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48293-0886-454A-8EBA-E0511A16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EC6C8-A8E5-4937-A473-ABC8483D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C0B13-41ED-4EA2-BCEF-F63D07B2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7E4B1-AE65-4CFA-A63B-F1239026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68B4E-BF9B-444B-9614-9AA84212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2C87D-894E-43D0-A33C-9F8D081F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58709-360D-43B3-B00F-AD3CA08D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8723066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6C1C2C-381E-475C-8C72-4B812A18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BE26E-B9D7-49D1-8C58-830C7B39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E7E65-D975-42C9-907B-9BA8CE39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9067F-63A6-4CC0-9A2D-2BFA98D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F2C50-672F-42D3-9AE0-B9FDEEE6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530E1-9F28-4584-B8DE-2A29893C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F1763C-7995-4B8B-B744-1053BE63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74A89-7EBD-44AE-86B5-3015A9B5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8E634-4FFD-4010-8A8E-C82EEF01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3CE2D9-A2A9-48AB-9F69-0CE9172C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79684-B298-4799-8D87-9F0B0929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2853D-9DA8-4FF5-9553-FF0BD38F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1E47D-343D-4DBC-8E41-B03D792E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F9038-3BB1-4BF5-A32E-9AA3FA28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DCEF3-E4B4-4804-A614-712521E8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5C980-D513-4E5D-BD43-96796A96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B1514-77AD-4197-A6D8-D9A85BBC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13D7F-49C4-4017-8B43-517D95D4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EE371-FB43-4746-A5F7-9726F387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714B6-9E6A-4B49-9332-CC933A78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F9DAB-FC4C-4885-B1E5-53D39481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DD2FB-FFDD-4948-9DB4-73651824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F601B-C012-44DA-9E0F-6C87DC92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104DA-6B16-4601-B56E-6DF4365D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746F6-3880-40C9-B0EC-890BE3A7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9444991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6986F-ED60-48FE-803E-53CFFC75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08090-D5EA-43E6-BEF3-732C0E05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0D66E-D2AB-40F3-9D5A-D7926912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92686-9D19-4919-B5D9-CF74BBAA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D4301-4DBD-436D-8F28-E4DA0342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243F2-8E97-45B9-87DA-1BF760B7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0076332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61966-719C-437E-90A8-6C303D51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55895-2811-4F85-8A1E-FE13360C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83F50-3499-4FC0-914E-2C7CE557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BEB3E-3088-4C7C-B05E-427D39F9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DF908-3AC3-439B-9D0A-C8AF23FB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4881F-62A6-4369-ACC9-1742BC5A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0070092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217F6D-5606-46CE-939C-2BB15F9D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0FA3D-3B70-4722-9B0F-0F186C32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E3E41-E38B-4409-8EA3-E3C9A600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B3569-0F5B-42FA-B863-BB82F0DE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7C018-843E-418E-A36C-C3EC9A48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 basic mobile contact manager stores first and...?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42DFB-6AD5-481E-973C-B18D9E5D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1412499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E2BF8-6ED6-43E5-A377-8C01D168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EB7D1-7497-43D1-9D0F-0CE6CFF2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F64F0-AED5-4A6B-A468-BE0B84BD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83C6B-3FA8-44D1-9C41-A1F427E2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690A6-5D11-4BE7-B072-35EBDD4F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F5BDE-5401-4CF1-9855-3375F015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829114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555C2D-D0B0-45C4-B4B5-E902F2C9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35641-70DD-4B9A-ACDA-8D97BC91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5408A-242D-4E72-94BC-5DD510EB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AFB6B-328E-4269-9821-AAF76E6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96CC8-09A2-4630-B3F3-374B94EF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1DF44-D8CC-422C-9B35-28A27858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F785A-50F5-4949-99FE-1CA17D68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FA1BC6-35D7-4E0C-8B88-6A0A27A0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46C66-A5A4-4769-863D-85D8CD93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DAF70-3597-433E-B9C9-EF130A73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EE8A5-D9BC-4089-AA0A-925AB531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4CA9F-9E2E-43F5-9F28-7B3858B4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4D4CD-B07E-41F9-BDFB-C0A35E05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75F61-2DEF-4EF5-9647-715950DC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2B777-EB2B-432C-A7F8-5FB4871E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B1E26-8639-4DC9-AEBF-52DBCE2F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C01DA-485B-486B-BC45-5EA895D1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D74353-BF7B-4B6E-8205-A1C8293C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AEB945-88DB-418B-B52B-DF9879B0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72176-DCE6-45B9-ABB4-AE884240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4D279-0908-4104-B6E3-4D4457AA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C3B44-A00E-467D-B32C-329E8D21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078B9E-E07F-40C6-A9B0-149F3538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 Programming Lab</a:t>
            </a:r>
          </a:p>
        </p:txBody>
      </p:sp>
    </p:spTree>
    <p:extLst>
      <p:ext uri="{BB962C8B-B14F-4D97-AF65-F5344CB8AC3E}">
        <p14:creationId xmlns:p14="http://schemas.microsoft.com/office/powerpoint/2010/main" val="1277145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2026-08-24T16:03:16.6450000Z</dcterms:created>
  <dcterms:modified xsi:type="dcterms:W3CDTF">2026-08-24T16:03:16.6450000Z</dcterms:modified>
</coreProperties>
</file>