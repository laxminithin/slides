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0cb86980b3f4a34" /><Relationship Type="http://schemas.openxmlformats.org/officeDocument/2006/relationships/extended-properties" Target="/docProps/app.xml" Id="Rab51ee3325f64320" /><Relationship Type="http://schemas.openxmlformats.org/officeDocument/2006/relationships/officeDocument" Target="/ppt/presentation.xml" Id="Rdbdfc3f39dad4ca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4bb1eb3399c4858"/>
  </p:sldMasterIdLst>
  <p:notesMasterIdLst>
    <p:notesMasterId xmlns:r="http://schemas.openxmlformats.org/officeDocument/2006/relationships" r:id="R09f704090dbb453c"/>
  </p:notesMasterIdLst>
  <p:sldIdLst>
    <p:sldId xmlns:r="http://schemas.openxmlformats.org/officeDocument/2006/relationships" id="256" r:id="Ra1d2cdd9f4f443d1"/>
    <p:sldId xmlns:r="http://schemas.openxmlformats.org/officeDocument/2006/relationships" id="257" r:id="Rec0fa816ca2c43ca"/>
    <p:sldId xmlns:r="http://schemas.openxmlformats.org/officeDocument/2006/relationships" id="258" r:id="R6abab54ed5894833"/>
    <p:sldId xmlns:r="http://schemas.openxmlformats.org/officeDocument/2006/relationships" id="259" r:id="R5f745aec6f214b8f"/>
    <p:sldId xmlns:r="http://schemas.openxmlformats.org/officeDocument/2006/relationships" id="260" r:id="R81339e4d6f99443a"/>
    <p:sldId xmlns:r="http://schemas.openxmlformats.org/officeDocument/2006/relationships" id="261" r:id="Rcb8f8da606334377"/>
    <p:sldId xmlns:r="http://schemas.openxmlformats.org/officeDocument/2006/relationships" id="262" r:id="R4fb1e76d5701492a"/>
    <p:sldId xmlns:r="http://schemas.openxmlformats.org/officeDocument/2006/relationships" id="263" r:id="R87c49992e5104124"/>
    <p:sldId xmlns:r="http://schemas.openxmlformats.org/officeDocument/2006/relationships" id="264" r:id="Rda220b33722a42d7"/>
    <p:sldId xmlns:r="http://schemas.openxmlformats.org/officeDocument/2006/relationships" id="265" r:id="Ree4c7815eac54cd4"/>
    <p:sldId xmlns:r="http://schemas.openxmlformats.org/officeDocument/2006/relationships" id="266" r:id="R16f3751fbce14f9e"/>
    <p:sldId xmlns:r="http://schemas.openxmlformats.org/officeDocument/2006/relationships" id="267" r:id="R8dff3914122f4697"/>
    <p:sldId xmlns:r="http://schemas.openxmlformats.org/officeDocument/2006/relationships" id="268" r:id="R934870800a7144fc"/>
    <p:sldId xmlns:r="http://schemas.openxmlformats.org/officeDocument/2006/relationships" id="269" r:id="R530003434f8d4934"/>
    <p:sldId xmlns:r="http://schemas.openxmlformats.org/officeDocument/2006/relationships" id="270" r:id="R5992602276364df6"/>
    <p:sldId xmlns:r="http://schemas.openxmlformats.org/officeDocument/2006/relationships" id="271" r:id="Rc4e3be84d9654840"/>
    <p:sldId xmlns:r="http://schemas.openxmlformats.org/officeDocument/2006/relationships" id="272" r:id="R33d4cbdba04f4886"/>
    <p:sldId xmlns:r="http://schemas.openxmlformats.org/officeDocument/2006/relationships" id="273" r:id="Rd74cc0fee20a45af"/>
    <p:sldId xmlns:r="http://schemas.openxmlformats.org/officeDocument/2006/relationships" id="274" r:id="Rb9887b5e2a59406c"/>
    <p:sldId xmlns:r="http://schemas.openxmlformats.org/officeDocument/2006/relationships" id="275" r:id="Rb823497e99444f2a"/>
    <p:sldId xmlns:r="http://schemas.openxmlformats.org/officeDocument/2006/relationships" id="276" r:id="Ra9e4b8e5f6094912"/>
    <p:sldId xmlns:r="http://schemas.openxmlformats.org/officeDocument/2006/relationships" id="277" r:id="R7ee20a66dc7d41f1"/>
    <p:sldId xmlns:r="http://schemas.openxmlformats.org/officeDocument/2006/relationships" id="278" r:id="Rf7494b3cd1f946fb"/>
    <p:sldId xmlns:r="http://schemas.openxmlformats.org/officeDocument/2006/relationships" id="279" r:id="Rb3eaf46e581547f8"/>
    <p:sldId xmlns:r="http://schemas.openxmlformats.org/officeDocument/2006/relationships" id="280" r:id="R67a921a09fed418b"/>
    <p:sldId xmlns:r="http://schemas.openxmlformats.org/officeDocument/2006/relationships" id="281" r:id="R617d63246d084f3f"/>
    <p:sldId xmlns:r="http://schemas.openxmlformats.org/officeDocument/2006/relationships" id="282" r:id="R9b2d0372180d43e9"/>
    <p:sldId xmlns:r="http://schemas.openxmlformats.org/officeDocument/2006/relationships" id="283" r:id="R12bcf8080541487f"/>
    <p:sldId xmlns:r="http://schemas.openxmlformats.org/officeDocument/2006/relationships" id="284" r:id="R9cd448a222cc4c86"/>
    <p:sldId xmlns:r="http://schemas.openxmlformats.org/officeDocument/2006/relationships" id="285" r:id="Rd2f1e2503f244a2f"/>
    <p:sldId xmlns:r="http://schemas.openxmlformats.org/officeDocument/2006/relationships" id="286" r:id="R9f5f57dfd9f348e2"/>
    <p:sldId xmlns:r="http://schemas.openxmlformats.org/officeDocument/2006/relationships" id="287" r:id="Rc94042e87fdc47c6"/>
    <p:sldId xmlns:r="http://schemas.openxmlformats.org/officeDocument/2006/relationships" id="288" r:id="R5eaaa46ee0c441e9"/>
    <p:sldId xmlns:r="http://schemas.openxmlformats.org/officeDocument/2006/relationships" id="289" r:id="R6bc34e688a52458a"/>
    <p:sldId xmlns:r="http://schemas.openxmlformats.org/officeDocument/2006/relationships" id="290" r:id="Rbd105d044f5049df"/>
    <p:sldId xmlns:r="http://schemas.openxmlformats.org/officeDocument/2006/relationships" id="291" r:id="Rf07ab0b23e894438"/>
    <p:sldId xmlns:r="http://schemas.openxmlformats.org/officeDocument/2006/relationships" id="292" r:id="R40a6fbbeb11447a7"/>
    <p:sldId xmlns:r="http://schemas.openxmlformats.org/officeDocument/2006/relationships" id="293" r:id="Rcb37c5059483456b"/>
    <p:sldId xmlns:r="http://schemas.openxmlformats.org/officeDocument/2006/relationships" id="294" r:id="R898f0ee3692449c1"/>
    <p:sldId xmlns:r="http://schemas.openxmlformats.org/officeDocument/2006/relationships" id="295" r:id="R1623e04b28f14de6"/>
    <p:sldId xmlns:r="http://schemas.openxmlformats.org/officeDocument/2006/relationships" id="296" r:id="Rfaec6f5cf91549ce"/>
    <p:sldId xmlns:r="http://schemas.openxmlformats.org/officeDocument/2006/relationships" id="297" r:id="R4cc82f837f8640f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acc388504314c66" /><Relationship Type="http://schemas.openxmlformats.org/officeDocument/2006/relationships/slideMaster" Target="/ppt/slideMasters/slideMaster1.xml" Id="R34bb1eb3399c4858" /><Relationship Type="http://schemas.openxmlformats.org/officeDocument/2006/relationships/notesMaster" Target="/ppt/notesMasters/notesMaster1.xml" Id="R09f704090dbb453c" /><Relationship Type="http://schemas.openxmlformats.org/officeDocument/2006/relationships/presProps" Target="/ppt/presProps.xml" Id="R2ca93d2b688c497c" /><Relationship Type="http://schemas.openxmlformats.org/officeDocument/2006/relationships/tableStyles" Target="/ppt/tableStyles.xml" Id="R971f8b6f7b8a4fc9" /><Relationship Type="http://schemas.openxmlformats.org/officeDocument/2006/relationships/slide" Target="/ppt/slides/slide1.xml" Id="Ra1d2cdd9f4f443d1" /><Relationship Type="http://schemas.openxmlformats.org/officeDocument/2006/relationships/slide" Target="/ppt/slides/slide2.xml" Id="Rec0fa816ca2c43ca" /><Relationship Type="http://schemas.openxmlformats.org/officeDocument/2006/relationships/slide" Target="/ppt/slides/slide3.xml" Id="R6abab54ed5894833" /><Relationship Type="http://schemas.openxmlformats.org/officeDocument/2006/relationships/slide" Target="/ppt/slides/slide4.xml" Id="R5f745aec6f214b8f" /><Relationship Type="http://schemas.openxmlformats.org/officeDocument/2006/relationships/slide" Target="/ppt/slides/slide5.xml" Id="R81339e4d6f99443a" /><Relationship Type="http://schemas.openxmlformats.org/officeDocument/2006/relationships/slide" Target="/ppt/slides/slide6.xml" Id="Rcb8f8da606334377" /><Relationship Type="http://schemas.openxmlformats.org/officeDocument/2006/relationships/slide" Target="/ppt/slides/slide7.xml" Id="R4fb1e76d5701492a" /><Relationship Type="http://schemas.openxmlformats.org/officeDocument/2006/relationships/slide" Target="/ppt/slides/slide8.xml" Id="R87c49992e5104124" /><Relationship Type="http://schemas.openxmlformats.org/officeDocument/2006/relationships/slide" Target="/ppt/slides/slide9.xml" Id="Rda220b33722a42d7" /><Relationship Type="http://schemas.openxmlformats.org/officeDocument/2006/relationships/slide" Target="/ppt/slides/slide10.xml" Id="Ree4c7815eac54cd4" /><Relationship Type="http://schemas.openxmlformats.org/officeDocument/2006/relationships/slide" Target="/ppt/slides/slide11.xml" Id="R16f3751fbce14f9e" /><Relationship Type="http://schemas.openxmlformats.org/officeDocument/2006/relationships/slide" Target="/ppt/slides/slide12.xml" Id="R8dff3914122f4697" /><Relationship Type="http://schemas.openxmlformats.org/officeDocument/2006/relationships/slide" Target="/ppt/slides/slide13.xml" Id="R934870800a7144fc" /><Relationship Type="http://schemas.openxmlformats.org/officeDocument/2006/relationships/slide" Target="/ppt/slides/slide14.xml" Id="R530003434f8d4934" /><Relationship Type="http://schemas.openxmlformats.org/officeDocument/2006/relationships/slide" Target="/ppt/slides/slide15.xml" Id="R5992602276364df6" /><Relationship Type="http://schemas.openxmlformats.org/officeDocument/2006/relationships/slide" Target="/ppt/slides/slide16.xml" Id="Rc4e3be84d9654840" /><Relationship Type="http://schemas.openxmlformats.org/officeDocument/2006/relationships/slide" Target="/ppt/slides/slide17.xml" Id="R33d4cbdba04f4886" /><Relationship Type="http://schemas.openxmlformats.org/officeDocument/2006/relationships/slide" Target="/ppt/slides/slide18.xml" Id="Rd74cc0fee20a45af" /><Relationship Type="http://schemas.openxmlformats.org/officeDocument/2006/relationships/slide" Target="/ppt/slides/slide19.xml" Id="Rb9887b5e2a59406c" /><Relationship Type="http://schemas.openxmlformats.org/officeDocument/2006/relationships/slide" Target="/ppt/slides/slide20.xml" Id="Rb823497e99444f2a" /><Relationship Type="http://schemas.openxmlformats.org/officeDocument/2006/relationships/slide" Target="/ppt/slides/slide21.xml" Id="Ra9e4b8e5f6094912" /><Relationship Type="http://schemas.openxmlformats.org/officeDocument/2006/relationships/slide" Target="/ppt/slides/slide22.xml" Id="R7ee20a66dc7d41f1" /><Relationship Type="http://schemas.openxmlformats.org/officeDocument/2006/relationships/slide" Target="/ppt/slides/slide23.xml" Id="Rf7494b3cd1f946fb" /><Relationship Type="http://schemas.openxmlformats.org/officeDocument/2006/relationships/slide" Target="/ppt/slides/slide24.xml" Id="Rb3eaf46e581547f8" /><Relationship Type="http://schemas.openxmlformats.org/officeDocument/2006/relationships/slide" Target="/ppt/slides/slide25.xml" Id="R67a921a09fed418b" /><Relationship Type="http://schemas.openxmlformats.org/officeDocument/2006/relationships/slide" Target="/ppt/slides/slide26.xml" Id="R617d63246d084f3f" /><Relationship Type="http://schemas.openxmlformats.org/officeDocument/2006/relationships/slide" Target="/ppt/slides/slide27.xml" Id="R9b2d0372180d43e9" /><Relationship Type="http://schemas.openxmlformats.org/officeDocument/2006/relationships/slide" Target="/ppt/slides/slide28.xml" Id="R12bcf8080541487f" /><Relationship Type="http://schemas.openxmlformats.org/officeDocument/2006/relationships/slide" Target="/ppt/slides/slide29.xml" Id="R9cd448a222cc4c86" /><Relationship Type="http://schemas.openxmlformats.org/officeDocument/2006/relationships/slide" Target="/ppt/slides/slide30.xml" Id="Rd2f1e2503f244a2f" /><Relationship Type="http://schemas.openxmlformats.org/officeDocument/2006/relationships/slide" Target="/ppt/slides/slide31.xml" Id="R9f5f57dfd9f348e2" /><Relationship Type="http://schemas.openxmlformats.org/officeDocument/2006/relationships/slide" Target="/ppt/slides/slide32.xml" Id="Rc94042e87fdc47c6" /><Relationship Type="http://schemas.openxmlformats.org/officeDocument/2006/relationships/slide" Target="/ppt/slides/slide33.xml" Id="R5eaaa46ee0c441e9" /><Relationship Type="http://schemas.openxmlformats.org/officeDocument/2006/relationships/slide" Target="/ppt/slides/slide34.xml" Id="R6bc34e688a52458a" /><Relationship Type="http://schemas.openxmlformats.org/officeDocument/2006/relationships/slide" Target="/ppt/slides/slide35.xml" Id="Rbd105d044f5049df" /><Relationship Type="http://schemas.openxmlformats.org/officeDocument/2006/relationships/slide" Target="/ppt/slides/slide36.xml" Id="Rf07ab0b23e894438" /><Relationship Type="http://schemas.openxmlformats.org/officeDocument/2006/relationships/slide" Target="/ppt/slides/slide37.xml" Id="R40a6fbbeb11447a7" /><Relationship Type="http://schemas.openxmlformats.org/officeDocument/2006/relationships/slide" Target="/ppt/slides/slide38.xml" Id="Rcb37c5059483456b" /><Relationship Type="http://schemas.openxmlformats.org/officeDocument/2006/relationships/slide" Target="/ppt/slides/slide39.xml" Id="R898f0ee3692449c1" /><Relationship Type="http://schemas.openxmlformats.org/officeDocument/2006/relationships/slide" Target="/ppt/slides/slide40.xml" Id="R1623e04b28f14de6" /><Relationship Type="http://schemas.openxmlformats.org/officeDocument/2006/relationships/slide" Target="/ppt/slides/slide41.xml" Id="Rfaec6f5cf91549ce" /><Relationship Type="http://schemas.openxmlformats.org/officeDocument/2006/relationships/slide" Target="/ppt/slides/slide42.xml" Id="R4cc82f837f8640f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f27455a280d427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e759fb2763b49d4" /><Relationship Type="http://schemas.openxmlformats.org/officeDocument/2006/relationships/notesMaster" Target="/ppt/notesMasters/notesMaster1.xml" Id="Rc1217dfdb5e14db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ff207b46ca64ff2" /><Relationship Type="http://schemas.openxmlformats.org/officeDocument/2006/relationships/notesMaster" Target="/ppt/notesMasters/notesMaster1.xml" Id="R4b44b9777fab47c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85992760f714a3f" /><Relationship Type="http://schemas.openxmlformats.org/officeDocument/2006/relationships/notesMaster" Target="/ppt/notesMasters/notesMaster1.xml" Id="R243de4e132bb4c3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26a9365eda84c24" /><Relationship Type="http://schemas.openxmlformats.org/officeDocument/2006/relationships/notesMaster" Target="/ppt/notesMasters/notesMaster1.xml" Id="R8bcf0d6dd8764f6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e07abcad17d42a4" /><Relationship Type="http://schemas.openxmlformats.org/officeDocument/2006/relationships/notesMaster" Target="/ppt/notesMasters/notesMaster1.xml" Id="Rf42423c0e4e540b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f15ce7b794d4589" /><Relationship Type="http://schemas.openxmlformats.org/officeDocument/2006/relationships/notesMaster" Target="/ppt/notesMasters/notesMaster1.xml" Id="R1e10e0f17709435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be34a1632ba4fe5" /><Relationship Type="http://schemas.openxmlformats.org/officeDocument/2006/relationships/notesMaster" Target="/ppt/notesMasters/notesMaster1.xml" Id="Rdd24b2ebc7444d8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5ff8124ba344a09" /><Relationship Type="http://schemas.openxmlformats.org/officeDocument/2006/relationships/notesMaster" Target="/ppt/notesMasters/notesMaster1.xml" Id="Rf0f03fa069094e4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fcea942b5974feb" /><Relationship Type="http://schemas.openxmlformats.org/officeDocument/2006/relationships/notesMaster" Target="/ppt/notesMasters/notesMaster1.xml" Id="R34f5645221a842e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c34afe626d8438f" /><Relationship Type="http://schemas.openxmlformats.org/officeDocument/2006/relationships/notesMaster" Target="/ppt/notesMasters/notesMaster1.xml" Id="Rd6359b28ffd64fb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9c200a6011146de" /><Relationship Type="http://schemas.openxmlformats.org/officeDocument/2006/relationships/notesMaster" Target="/ppt/notesMasters/notesMaster1.xml" Id="R6726999253344e3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f8b412f536f492b" /><Relationship Type="http://schemas.openxmlformats.org/officeDocument/2006/relationships/notesMaster" Target="/ppt/notesMasters/notesMaster1.xml" Id="R599b0748480140a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e5f4dfb37834155" /><Relationship Type="http://schemas.openxmlformats.org/officeDocument/2006/relationships/notesMaster" Target="/ppt/notesMasters/notesMaster1.xml" Id="Rbb56f16502c44f4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109a94a1d354113" /><Relationship Type="http://schemas.openxmlformats.org/officeDocument/2006/relationships/notesMaster" Target="/ppt/notesMasters/notesMaster1.xml" Id="R9222ec0814e5443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035e55dd48c4b3e" /><Relationship Type="http://schemas.openxmlformats.org/officeDocument/2006/relationships/notesMaster" Target="/ppt/notesMasters/notesMaster1.xml" Id="R6e117b4ec4594dc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740edbc838a4315" /><Relationship Type="http://schemas.openxmlformats.org/officeDocument/2006/relationships/notesMaster" Target="/ppt/notesMasters/notesMaster1.xml" Id="R4843635e0b23410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d06e356dba644b9" /><Relationship Type="http://schemas.openxmlformats.org/officeDocument/2006/relationships/notesMaster" Target="/ppt/notesMasters/notesMaster1.xml" Id="Rc61f4e3e797c4d9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12fa3a8e3c64f99" /><Relationship Type="http://schemas.openxmlformats.org/officeDocument/2006/relationships/notesMaster" Target="/ppt/notesMasters/notesMaster1.xml" Id="R46675b74ac754fb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aec6d65f47f4efc" /><Relationship Type="http://schemas.openxmlformats.org/officeDocument/2006/relationships/notesMaster" Target="/ppt/notesMasters/notesMaster1.xml" Id="R17a2e4c261ef449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8288570e6bb461b" /><Relationship Type="http://schemas.openxmlformats.org/officeDocument/2006/relationships/notesMaster" Target="/ppt/notesMasters/notesMaster1.xml" Id="R9728cc0a71f94b7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d36b9d60aa04ff1" /><Relationship Type="http://schemas.openxmlformats.org/officeDocument/2006/relationships/notesMaster" Target="/ppt/notesMasters/notesMaster1.xml" Id="R2ea53f7bdbaa45c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272f21aeb854934" /><Relationship Type="http://schemas.openxmlformats.org/officeDocument/2006/relationships/notesMaster" Target="/ppt/notesMasters/notesMaster1.xml" Id="R61bcd2aeb48b48a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1c53c51a25b49c7" /><Relationship Type="http://schemas.openxmlformats.org/officeDocument/2006/relationships/notesMaster" Target="/ppt/notesMasters/notesMaster1.xml" Id="Raa156c952e044cf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91676be4d0084007" /><Relationship Type="http://schemas.openxmlformats.org/officeDocument/2006/relationships/notesMaster" Target="/ppt/notesMasters/notesMaster1.xml" Id="R674e122789634609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9af88a2b58ca4692" /><Relationship Type="http://schemas.openxmlformats.org/officeDocument/2006/relationships/notesMaster" Target="/ppt/notesMasters/notesMaster1.xml" Id="R2b6f3ae072054dc3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23e64e1e24fc4b90" /><Relationship Type="http://schemas.openxmlformats.org/officeDocument/2006/relationships/notesMaster" Target="/ppt/notesMasters/notesMaster1.xml" Id="Rec2105edf7e84cd0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49862a68e8d54c50" /><Relationship Type="http://schemas.openxmlformats.org/officeDocument/2006/relationships/notesMaster" Target="/ppt/notesMasters/notesMaster1.xml" Id="R229386e03c0f493f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8cf1d41f21474c2d" /><Relationship Type="http://schemas.openxmlformats.org/officeDocument/2006/relationships/notesMaster" Target="/ppt/notesMasters/notesMaster1.xml" Id="R5e3de14daa78475c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36382450fdcf4205" /><Relationship Type="http://schemas.openxmlformats.org/officeDocument/2006/relationships/notesMaster" Target="/ppt/notesMasters/notesMaster1.xml" Id="R1d4a8e0a4057472c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cca9734cfa7f4736" /><Relationship Type="http://schemas.openxmlformats.org/officeDocument/2006/relationships/notesMaster" Target="/ppt/notesMasters/notesMaster1.xml" Id="Rc59147a2f52e4cdf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a243462d089d43e0" /><Relationship Type="http://schemas.openxmlformats.org/officeDocument/2006/relationships/notesMaster" Target="/ppt/notesMasters/notesMaster1.xml" Id="R5bf620a2933641e8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003028f9081a4445" /><Relationship Type="http://schemas.openxmlformats.org/officeDocument/2006/relationships/notesMaster" Target="/ppt/notesMasters/notesMaster1.xml" Id="R0a2cb09df5c04ecf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9498064e28324523" /><Relationship Type="http://schemas.openxmlformats.org/officeDocument/2006/relationships/notesMaster" Target="/ppt/notesMasters/notesMaster1.xml" Id="R9fcea161b1924050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b8584bc02e4942ee" /><Relationship Type="http://schemas.openxmlformats.org/officeDocument/2006/relationships/notesMaster" Target="/ppt/notesMasters/notesMaster1.xml" Id="R81142b0430454b25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2f915bf172664996" /><Relationship Type="http://schemas.openxmlformats.org/officeDocument/2006/relationships/notesMaster" Target="/ppt/notesMasters/notesMaster1.xml" Id="R4406a619cc6743fd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e4d0acef5eeb43e7" /><Relationship Type="http://schemas.openxmlformats.org/officeDocument/2006/relationships/notesMaster" Target="/ppt/notesMasters/notesMaster1.xml" Id="Rde3f18a14b86406c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5ea477f5059740cb" /><Relationship Type="http://schemas.openxmlformats.org/officeDocument/2006/relationships/notesMaster" Target="/ppt/notesMasters/notesMaster1.xml" Id="R374787f6464949fc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b7e829c1004b4673" /><Relationship Type="http://schemas.openxmlformats.org/officeDocument/2006/relationships/notesMaster" Target="/ppt/notesMasters/notesMaster1.xml" Id="Racc39ebadce048fc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9a2ff7e239aa4216" /><Relationship Type="http://schemas.openxmlformats.org/officeDocument/2006/relationships/notesMaster" Target="/ppt/notesMasters/notesMaster1.xml" Id="Rb91789aa3fe14544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3c1f500925344f58" /><Relationship Type="http://schemas.openxmlformats.org/officeDocument/2006/relationships/notesMaster" Target="/ppt/notesMasters/notesMaster1.xml" Id="Rd23ef693f56f444a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df3190e5ac314a3a" /><Relationship Type="http://schemas.openxmlformats.org/officeDocument/2006/relationships/notesMaster" Target="/ppt/notesMasters/notesMaster1.xml" Id="R1ba29ab94ffa468b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1ee41f6432344418" /><Relationship Type="http://schemas.openxmlformats.org/officeDocument/2006/relationships/notesMaster" Target="/ppt/notesMasters/notesMaster1.xml" Id="R15c9f2425495483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45d8d3ac6841d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5c137f7f34647bc" /><Relationship Type="http://schemas.openxmlformats.org/officeDocument/2006/relationships/slideLayout" Target="/ppt/slideLayouts/slideLayout1.xml" Id="Rad31022b51f548d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d31022b51f548d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a296c157cf4118" /><Relationship Type="http://schemas.openxmlformats.org/officeDocument/2006/relationships/notesSlide" Target="/ppt/notesSlides/notesSlide1.xml" Id="R15ac3a0a2960442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874b30aeab4da3" /><Relationship Type="http://schemas.openxmlformats.org/officeDocument/2006/relationships/notesSlide" Target="/ppt/notesSlides/notesSlide2.xml" Id="R0558dad35d7c403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7dad6a258e465d" /><Relationship Type="http://schemas.openxmlformats.org/officeDocument/2006/relationships/notesSlide" Target="/ppt/notesSlides/notesSlide3.xml" Id="Rc4891828c385491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5c661812f94966" /><Relationship Type="http://schemas.openxmlformats.org/officeDocument/2006/relationships/notesSlide" Target="/ppt/notesSlides/notesSlide4.xml" Id="R505d01be6f3f45f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0673acaa6c4cd2" /><Relationship Type="http://schemas.openxmlformats.org/officeDocument/2006/relationships/notesSlide" Target="/ppt/notesSlides/notesSlide5.xml" Id="R155e2954b956411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62ac6b66f04f3c" /><Relationship Type="http://schemas.openxmlformats.org/officeDocument/2006/relationships/notesSlide" Target="/ppt/notesSlides/notesSlide6.xml" Id="R70419e03ff11408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16303995524c45" /><Relationship Type="http://schemas.openxmlformats.org/officeDocument/2006/relationships/notesSlide" Target="/ppt/notesSlides/notesSlide7.xml" Id="R5b2e4e432196476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7dabec896a44c6" /><Relationship Type="http://schemas.openxmlformats.org/officeDocument/2006/relationships/notesSlide" Target="/ppt/notesSlides/notesSlide8.xml" Id="R4364a4bde83a46d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cd570effd8415e" /><Relationship Type="http://schemas.openxmlformats.org/officeDocument/2006/relationships/notesSlide" Target="/ppt/notesSlides/notesSlide9.xml" Id="R7d2b2dce39234bd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8d8cd6193c4aaf" /><Relationship Type="http://schemas.openxmlformats.org/officeDocument/2006/relationships/notesSlide" Target="/ppt/notesSlides/notesSlide10.xml" Id="R997f6f32b2dd482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d93eaf58464359" /><Relationship Type="http://schemas.openxmlformats.org/officeDocument/2006/relationships/notesSlide" Target="/ppt/notesSlides/notesSlide11.xml" Id="R92cd435a86c44c0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165ec87fa44075" /><Relationship Type="http://schemas.openxmlformats.org/officeDocument/2006/relationships/notesSlide" Target="/ppt/notesSlides/notesSlide12.xml" Id="R31f9369dd422429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ae3bf07ed44714" /><Relationship Type="http://schemas.openxmlformats.org/officeDocument/2006/relationships/notesSlide" Target="/ppt/notesSlides/notesSlide13.xml" Id="R33be219b6744444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adc6f7cee3476f" /><Relationship Type="http://schemas.openxmlformats.org/officeDocument/2006/relationships/notesSlide" Target="/ppt/notesSlides/notesSlide14.xml" Id="Rfd5ea4fcbb624bc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d29a49086140ff" /><Relationship Type="http://schemas.openxmlformats.org/officeDocument/2006/relationships/notesSlide" Target="/ppt/notesSlides/notesSlide15.xml" Id="R4bb0f36cde63408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7cf5a54f6a4397" /><Relationship Type="http://schemas.openxmlformats.org/officeDocument/2006/relationships/notesSlide" Target="/ppt/notesSlides/notesSlide16.xml" Id="Refc691e042cb4bf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1c74f24fcb4837" /><Relationship Type="http://schemas.openxmlformats.org/officeDocument/2006/relationships/notesSlide" Target="/ppt/notesSlides/notesSlide17.xml" Id="Rcf0d8e8509cf46a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4aec07e8bb4108" /><Relationship Type="http://schemas.openxmlformats.org/officeDocument/2006/relationships/notesSlide" Target="/ppt/notesSlides/notesSlide18.xml" Id="R32ad4d293725423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56289a1a5c42c1" /><Relationship Type="http://schemas.openxmlformats.org/officeDocument/2006/relationships/notesSlide" Target="/ppt/notesSlides/notesSlide19.xml" Id="R0cf6dfb1bc1d464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f303af827e4146" /><Relationship Type="http://schemas.openxmlformats.org/officeDocument/2006/relationships/notesSlide" Target="/ppt/notesSlides/notesSlide20.xml" Id="R048836f6f36347f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db7015b58b476d" /><Relationship Type="http://schemas.openxmlformats.org/officeDocument/2006/relationships/notesSlide" Target="/ppt/notesSlides/notesSlide21.xml" Id="R76ab727ef1d7443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e0cc848423444b" /><Relationship Type="http://schemas.openxmlformats.org/officeDocument/2006/relationships/notesSlide" Target="/ppt/notesSlides/notesSlide22.xml" Id="Rcbe58d46dc194e1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0c8572c4b44f2f" /><Relationship Type="http://schemas.openxmlformats.org/officeDocument/2006/relationships/notesSlide" Target="/ppt/notesSlides/notesSlide23.xml" Id="R76e0133ee3974d0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53c48d88de4f14" /><Relationship Type="http://schemas.openxmlformats.org/officeDocument/2006/relationships/notesSlide" Target="/ppt/notesSlides/notesSlide24.xml" Id="R2270931bbad048e2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43680190c44135" /><Relationship Type="http://schemas.openxmlformats.org/officeDocument/2006/relationships/notesSlide" Target="/ppt/notesSlides/notesSlide25.xml" Id="Rdc3b541b3bf7468b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40db49304e4316" /><Relationship Type="http://schemas.openxmlformats.org/officeDocument/2006/relationships/notesSlide" Target="/ppt/notesSlides/notesSlide26.xml" Id="R5895cc60a9c24a5b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0017387173490c" /><Relationship Type="http://schemas.openxmlformats.org/officeDocument/2006/relationships/notesSlide" Target="/ppt/notesSlides/notesSlide27.xml" Id="Ra2779cfae40c4f4d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e809a8cc78491c" /><Relationship Type="http://schemas.openxmlformats.org/officeDocument/2006/relationships/notesSlide" Target="/ppt/notesSlides/notesSlide28.xml" Id="R818ce1bb4007445b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e15bd77a40423b" /><Relationship Type="http://schemas.openxmlformats.org/officeDocument/2006/relationships/notesSlide" Target="/ppt/notesSlides/notesSlide29.xml" Id="Rc414a5a6fed7473d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4b29d11515462a" /><Relationship Type="http://schemas.openxmlformats.org/officeDocument/2006/relationships/notesSlide" Target="/ppt/notesSlides/notesSlide30.xml" Id="Re84879866b784212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bc34fca25e4f53" /><Relationship Type="http://schemas.openxmlformats.org/officeDocument/2006/relationships/notesSlide" Target="/ppt/notesSlides/notesSlide31.xml" Id="R4469ae9e79a94f5d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80ad832d3e4295" /><Relationship Type="http://schemas.openxmlformats.org/officeDocument/2006/relationships/notesSlide" Target="/ppt/notesSlides/notesSlide32.xml" Id="R52e59515dbf84134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d2b004f3e440a3" /><Relationship Type="http://schemas.openxmlformats.org/officeDocument/2006/relationships/notesSlide" Target="/ppt/notesSlides/notesSlide33.xml" Id="Rca286dad2b584d3a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486c2beef04c3a" /><Relationship Type="http://schemas.openxmlformats.org/officeDocument/2006/relationships/notesSlide" Target="/ppt/notesSlides/notesSlide34.xml" Id="Ra346137cb0374bdc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d26dbaa9fb46de" /><Relationship Type="http://schemas.openxmlformats.org/officeDocument/2006/relationships/notesSlide" Target="/ppt/notesSlides/notesSlide35.xml" Id="R4feba12d923c46ce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ef5502ca4c4177" /><Relationship Type="http://schemas.openxmlformats.org/officeDocument/2006/relationships/notesSlide" Target="/ppt/notesSlides/notesSlide36.xml" Id="R5335aff16d0e4332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a0418f73234b8c" /><Relationship Type="http://schemas.openxmlformats.org/officeDocument/2006/relationships/notesSlide" Target="/ppt/notesSlides/notesSlide37.xml" Id="Ra2e61bcbb50446a0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a57a89afab48aa" /><Relationship Type="http://schemas.openxmlformats.org/officeDocument/2006/relationships/notesSlide" Target="/ppt/notesSlides/notesSlide38.xml" Id="Rd7b02206639a4f18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9a531d9dbc4c13" /><Relationship Type="http://schemas.openxmlformats.org/officeDocument/2006/relationships/notesSlide" Target="/ppt/notesSlides/notesSlide39.xml" Id="R673b1c775cc5460a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cf2281411a4940" /><Relationship Type="http://schemas.openxmlformats.org/officeDocument/2006/relationships/notesSlide" Target="/ppt/notesSlides/notesSlide40.xml" Id="R8b92692b72ed49ec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fece8f930c4134" /><Relationship Type="http://schemas.openxmlformats.org/officeDocument/2006/relationships/notesSlide" Target="/ppt/notesSlides/notesSlide41.xml" Id="R3e5c7556ec074da2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ca9590fe9942dd" /><Relationship Type="http://schemas.openxmlformats.org/officeDocument/2006/relationships/notesSlide" Target="/ppt/notesSlides/notesSlide42.xml" Id="Rb3e5b156be3846c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7174BC-E042-490E-8862-FE9353065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E28A24-A7AB-4699-8B16-AC216F562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Dielectric and Magnetic Materials: Dielectrics : Introduction, Electrical Polarization Mechanisms, Internal fields in so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061BC1-3153-48F1-9C2D-125DAC352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ELECTRICAL ENGINEERING MATERIALS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1BPHEE102/102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13543D-1DF0-49A9-ACF8-E9D682B97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295604-1C8B-43DD-AB4E-23A1D4100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2C9F68-3790-420C-884A-D655C4A56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A05148-051A-46E2-BB97-D85A1D91D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9C999A-397C-4A9F-B3DE-68D41BE51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D524A3-4EE7-4CFD-8EF2-DCD49832D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7AFC02-163B-4323-A3AF-8FA48A0F6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B8FFF0-9AAF-4895-9846-1442461F8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14809E-65C0-456C-B3BE-ACEB92F82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DB99F2-D8E3-4DE1-9F94-B1A19DA7F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1737275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A839D0-B49D-4E05-8C37-559579A70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A24081-32C1-4A33-AD88-0F67EF112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B563A5-3E9D-4CDF-B3A3-1950BB110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533BC5-5E44-4839-A05F-D5EA319DD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1FFE64-3D7B-46FE-9203-53C6E7285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352B68-4D6A-4AD4-99A6-14934E790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DEC260-852E-418C-AB53-66505C570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0B8973-E18F-476C-B997-D48E0C425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A9A533-CDB9-4FCE-A14B-DA299E651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034C07-1552-4A5F-922D-7245AC577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63E5FD-564C-4501-B567-5A8E1D058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AB64CB-3A66-4E69-8180-A8070F8D4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9154D1-CF9E-4CDE-8661-85F8AA1B9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F42563-4D8C-4BAB-A15F-918E79DBB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5D3548-19C1-486E-BED3-152B5AF54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7854714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D6AED97-564C-47B8-A369-F216B4397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BB74DB-DC59-465B-A907-623EA7A56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0FE6C6-E779-4FC5-8E02-C979EDBB4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42DC5A-06E0-4232-B69C-CFCB91932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0C369A-51A2-47C2-8FE2-3F5677A31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0E7FB9-849B-40DE-8681-16A4D49C3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FE250A-1345-4161-9FDA-CDDBBB125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96B815-1300-4FF4-B3F6-30D87D697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4FAC5D-61D2-40B0-BEFD-15E98DB40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Dielectric and Magnetic Materials: Dielectrics : Introduc...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9DAB70-9662-4272-B832-131BF5CE8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AF8064-71F0-4CC2-8626-16595DD82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03F7CA-02CB-405B-8248-0D8971582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Electrical Polarization Mechanisms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23C0C7-5817-49CA-B596-BE3EF4842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831429-0533-4B76-990C-57F330137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319905-40FE-41E8-AA63-538152009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Internal fields in solids (qualitative)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A9E9AF-5683-407E-94B5-5250260BA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E640C1-8831-4298-81C3-A8B582046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D52CB4-A379-44F0-BD93-9DEF3B140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Clausius -Mossotti rela- tion (Derivation) and its implic...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0E3F0B-14E2-4899-BCE4-F59CE21AD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0F1196-474D-4D4E-9381-4B7E69332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4F4BF2-5067-47DB-8349-603E79F0A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Properties and Frequency dependence of Dielectric constant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591827-A51C-4F21-B84F-340F3233B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1DB8EE-9F30-4C62-9EE1-7EFDB6DD8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D922A4-7250-49E0-BDDE-DCCAD6B55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958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Dielectric loss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2E964F-6A2F-408D-9AC7-7F1F12A9F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958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470914-D750-4FD9-B555-ED81390E3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A176C9-4E90-4D3F-80A4-A2C2CBB5C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911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Liquid and Gaseous dielectrics. Application of dielectric...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B8401C-FA32-4AC3-A3D2-789E38661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911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A3100EE-A7E7-49C2-A696-BB8E81321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864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780AC19-6935-4B9B-8559-897E00C6F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4864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Transformers (Oils)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30F17A-163D-45EE-9977-200AF8925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4864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D5F3D48-1CE4-4B69-8D93-36930CC9E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10233091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5F73F1-8088-4AD2-862B-63BE1615C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5AA4E0-40AD-4044-9EAE-261BF078E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BB0182-09A7-4ECB-B5AB-5D2811C1E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0866D9-7372-4C64-82D4-3B3A599FA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C54611-7F40-4003-855A-80E19D7BD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78608D-9B69-4405-9AA9-45B373DC0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FE7616-5999-4931-B8BA-D5FC35DCD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EC6D16-454A-48AE-BBDE-D477AC872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Dielectric and Magnetic Materials: Dielectrics : Introduc...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315635-BDBC-4A25-9DC2-1F095F485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43B693-08DC-4101-B630-FBC9B4B2A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2B75D2-E93E-4881-846C-45615FC13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Electrical Polarization Mechanisms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AAA9A4-30DA-404B-93BC-54B434102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254F8D-D23E-4BD4-ACCB-383CFAC4B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EA2202-69A6-453B-88C8-08AA6C650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Internal fields in solids (qualitative)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A518FC-9586-4312-9B9F-0618C0B66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7BCB9C-AD23-4E31-A268-4EEA9DED1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DE50C9-9E83-46A3-A21B-6E1C19E27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Clausius -Mossotti rela- tion (Derivation) and its implic...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83ABC2-11AA-4490-BB52-13318F213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A9A78C-137B-4C24-9093-4C7BD9B5C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718186-C98B-4EF3-A545-18CE0D17C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Properties and Frequency dependence of Dielectric constant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524F03-F780-4749-892A-BFC29B943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BA6AF5-3BE1-45AC-A58F-BD94F2851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2B0556-CEFC-409A-948C-C568A345E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Dielectric loss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718B48-6AEC-4E31-8C85-1A5CBA1C9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96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C85C9E-5415-4D82-B031-A420A46B0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196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1B7C70-947A-4800-8E41-A3F774CB5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Liquid and Gaseous dielectrics. Application of dielectric...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9F578C-8278-4E91-A6EB-27EB02CA7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3721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C3AC70-C4CD-4979-9443-69DDF41A0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721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9CEE54-77F7-489D-8263-DC0EEF109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73675454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31F465-0177-42F6-AEA6-2FEDEA445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25CACD-96F9-4034-83C2-53A182F4C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B17154-1CC3-47C4-BE19-AE023C5D4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32B872-4162-4A6B-8AC5-6D3394435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E3F2B4-AE95-4FFF-B7A4-3589CF32F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Dielectric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2382E0-FFE9-4A42-981F-5754A5AAE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Magnetic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2DC405-BD5F-4F57-A932-FB6F0F0F0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Materials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4602EF-01CA-4FEC-8E9F-E5BC1357E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Dielectrics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0A02C1-2A57-48A3-A4B6-09ADD515A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Electrical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9944E9-3E4C-4937-9771-5F756D5DE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Polarization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BB87F7-A69C-4890-B5E4-4C8F328A1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Mechanisms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8BE64B-0961-4571-8913-25EB36383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Internal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2B188E-C2FD-4F3D-974B-BDC8BCA96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fields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CECD08-6FD7-4B61-9639-476D20F2B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solids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CD0CAD-56F1-4073-9599-6352BB29B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FD884A-616C-4BA7-B54C-2CB3F0D04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37202048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FAD58C-713B-4271-82EA-807B81D46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57DD8E-85E4-4FCB-AD4C-6E57F0BE5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75A568-A4CD-46DA-BFD3-62B371C9D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990D54-4E6D-4E42-AB82-40095EC39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1C7D3B-BE54-4BE3-BC43-16C64C1CF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Dielectric and Magnetic Materials: Dielectrics : Introduction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B074CA-54E5-4BFB-9CBA-25AA3659A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Dielectric and Magnetic Materials: Dielec...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A29C74-DCB6-4F18-AF30-A7EEFAB05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F3007D-ADEC-439C-8AC7-C2C88F4D4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402469-5D20-4000-A919-56441E09E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4FEC2B-7BC6-440A-8BD4-C28887092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F1734C-6113-48B4-A56C-183836C39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892942-111F-4ACC-A9F4-70E0F1A62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BFB48D-9FC7-4B68-A885-A718A969D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28EE22-BDC5-4BC2-B20F-A59EC4F31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E41C12-C3E2-419B-B162-48BF33EA2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5134FD-0BE7-4E60-8BB8-D76959353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14372146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D21877-7489-4BDE-91C5-65006644B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363533-0F25-468D-8930-AEC595FE8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C0D3EA-7D13-4051-A69E-ABFE6DB6F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FCF638-6FFA-41AF-8179-3ED12EBB2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9DB150-D45C-4F14-84BC-60E7A6B74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26BF22-040B-40AF-8868-46509B288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095339-B469-44E2-A7F2-58F380C2D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195D17-E595-42B3-B1B0-A331D4FF0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04E69A-8B18-459E-9836-2D8EC6A5B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Dielectric an...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0FD91A-1B8D-449F-9FFC-50EC66952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0BF8F6-6DF4-4198-AAA2-30F816681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BC3928-9D65-41B2-90E8-48FE7E8A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Dielectric...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21362C-23EE-43A1-90DF-0C566DC42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F18A75-9AE5-449E-9823-102BFAD3B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C8BE11-4647-4D03-A1AF-6E501A661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Dielect...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59E018-5FC1-4923-BA59-0D5497254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84727A-4792-47E5-BFC0-64D5E0755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1B660B-A38C-41BF-B7C6-05854AF58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Dielectric...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789A83-DE66-4A71-85B6-3D2E09050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1216B9-DBFD-465C-A1B9-A37271180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6CFC1D-A9E8-498F-B0EB-741A46B0E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Dielectric and...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1AB9F4-FB00-4497-8F34-4EB69694B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30D799-BC29-40EF-A196-0045DCE48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185607407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3E4982-BE08-4611-B3ED-3C7C065EB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BC220D-F2A5-4ED8-8C56-1D4769984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433C7A-A106-4D23-A8CA-EBDA8B3E9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E114AD-9606-4AA2-A7BA-25B5DC23D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18D207-A840-4308-AD61-B47BB0C79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2ED079-577C-4669-99D7-02AB790D6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08E65D-7616-47A2-9CD8-1042E6FC7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988732-FB60-4FC5-9A0E-A2D0493A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97BAD2-AE2F-4ED2-9222-BDD8D0C61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2C7850-8F29-4E05-86B9-4A0274301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90A2E1-0630-4713-80F2-EB0B24580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CBBC77-AB06-42CE-B76F-F63334BB3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F6B9E0-1446-401D-BC76-444DDA0F4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824559-BE50-467C-BD24-431DF65AF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75AE75-CAE2-4A0F-9944-D4A0A841E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9919173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B61847-739F-4EB9-AC19-EECFE5853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C082E4-8831-4E7E-9571-4BD507BC3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73B241-E67B-4246-BD74-D0FDD38F5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FF2BBD-BB3B-4E96-8AA7-3012F2546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A4EC76-9AA2-4A0E-BC47-D15B8462D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034C6D-6518-4C34-94F5-A0EBE13F7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Dielectric and Magnetic Materials: Dielectrics : Introduc...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10C8F2-D2DA-4838-B400-BA472C002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44F47F-D274-4CCD-AA7D-377FB11BB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C67850-40F5-472E-809C-3164C18DC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729B0C-FEC4-4222-ADCD-1AFDDB595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824B32-D4EE-435F-B3E8-C22D7A10E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33105473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299AEE-75F1-4561-8A42-EAE7CAC55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05F151-881A-496B-98F7-1E29EFC8B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018E8C-1096-4B9F-9C84-8BC335EC8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4F1256-C494-49E4-A8E8-DF19FF8D8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22C373-4765-4D6C-B6F9-1F9854613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Electrical Polarization Mechanisms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C2113C-01EC-4543-97C3-E86BA1370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Electrical Polarization Mechanisms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632256-0954-41C9-BD98-D2D42CA8F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E5C6E4-37CE-49E6-8789-819CE5F33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70ACDF-7FB4-4709-A533-643379CE6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F36128-B93B-4EF0-B2DC-F47E576EA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2B1ACB-82E2-419F-9450-6C88FA092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4208D8-FC7D-4565-B465-0FD9434CD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323012-D991-4819-AB0F-ECB9772BB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DA829A-AAD5-45BB-8605-9F10E81B9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DC50C4-9869-4E26-A1F2-4FA929295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67DE82-DB2F-4EF4-A117-B3A5FE2C1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209690026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D456DD-9825-49FF-8D6D-1A9395607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EC88D8-10A0-484F-BAAF-9F44A7039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60B3CF-E747-403A-88E9-7E475C4E4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BBFDAA-BA67-4B36-B7F0-30E0C568D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2F330A-E7B7-4A18-BABF-B5F45B727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E0C4DD-F767-4C30-9C2A-9443EBBE5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518344-0E8A-43B8-B3F6-DE021ADD5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B10B37-3390-4FFB-AB06-15D490991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C7DED8-22DB-4015-96E3-C8BCD5959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Electrical Po...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32B158-E7EE-4033-AEDC-2915C483B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1B1361-945E-443E-9937-9077BC148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35595F-56A3-4B14-A916-360C5B6E1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Electrical...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BBD0D1-5A91-4439-A3BC-D0C308B2D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C6CCE7-00E1-4BA6-95E8-4C01E529A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71F2B3-B4EE-4018-8BD5-601E33988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Electri...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B792B0-9E16-4395-85F7-FA1A99668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DDBF61-AA2F-4BA4-A715-F89A65439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D61633-CA1B-485D-9EAF-D8DE7A109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Electrical...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FD0F66-2192-412D-B76D-564B9C430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5B90F1-0299-4E05-8739-19B64031E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DFB6F1-67EA-4835-B9C6-9F95E99FC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Electrical Pol...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A6D179-60A5-4790-8DB8-A4DF88C16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C048C5-B9C0-424A-9EFD-3709D45CA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36181758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EA9D38-574E-4CB7-B082-C8A030DC9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5A4A36-0585-4CC3-B9EC-9AC8B04A8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464072-9E2B-42F9-8B41-2477E02A4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35BFE3-2ED2-49BC-A88A-494E44C37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7A9953-63AF-477F-8F0B-1C41096CC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1934A3-E5C8-4355-8890-F69E1B236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A322A3-CD73-4F73-8C18-C10C9CB9D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F640F6-014A-44E3-A941-7C82999B0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90BE19-30B7-4D77-BA8B-CC3C63223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7F5139-531F-4FE4-8814-CC33E0976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CC4426-B6A0-43FD-8F03-382B91997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02DB92-C3D6-4257-915F-6EEC00D9B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C17551-A88D-4AF2-A2DA-D6AD6D59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6B3886-C8D2-42ED-982C-D6545528B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674329-D0B9-4BD9-9414-397BDD6C4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23829243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9EA111-D7BA-4CC4-921E-47AF72096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C9BA5F-DD10-4C36-8E10-3F9238717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D4A134-412D-463D-87B0-7E59C5A48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8D5043-C7B3-4686-9BEA-F2B424F42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E1BDBB-01CA-4FFC-81F1-CDF772C4E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259D45-4FC4-4C28-92F8-CD6AA6478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Electrical Polarization Mechanisms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333B7E-1F56-4270-A01D-20C22658D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C02B18-F9CE-4D4D-B4B8-28735FE51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E1D7E9-5F87-4171-9186-E0FF2752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A90954-B90E-461A-AF0D-91D6293D5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651308-7BCE-42F5-BD03-3E8AA7908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121710557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3B087F-CF43-41A0-9927-D1803C42D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81890D-1ADB-475E-96D1-08C751430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6635C8-6F11-4FF8-9A98-3DCCC619F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201593-6989-43F9-9579-F2C776B1F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62A819-E2F5-459B-8622-4A4D88AE5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Internal fields in solids (qualitative)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C1B501-A0C5-4EBD-B0A7-A5740E99E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Internal fields in solids (qualitative)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1C966A-E511-46B3-9097-39F01A86E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0F9632-BD77-4A6C-BFA6-1EE5825D0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B922EF-55E1-42EE-8DCB-F5BF91E5E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D3A8F8-EE1C-4F1D-866A-CBFB3E7E2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719456-1BAA-4E03-88B1-CACAD087D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B59A7E-C688-4024-B0A0-173971FAD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95C991-8D4E-4615-A383-2CDB4A9B4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00FF6C-28E0-417D-AF51-0646AA641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3D35B8-6795-4351-9EF8-EABB36A4D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DF1E98-3C44-4C97-8E39-445271B78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73672495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9D025D-0300-44D7-A2FD-991C7FAF9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14C41F-B56F-44AA-88C2-82B86D39B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10F5A5-5FE3-43A6-A4E2-F410D62C6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80F6CF-E013-427A-919B-7D4E4E700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D85939-BC1B-4AE0-9EC2-9E8B8BCA4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34BE62-DAF8-462C-B38A-C4D614E46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3C765D-8648-47B9-8E88-4290085DD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44C77A-87E0-42F4-AE94-D15DD51A0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953B0A-83C8-424C-BFB6-DBC11A86C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Internal fiel...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8C354A-39E4-4B1C-932F-52BB6ACBD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99090B-DB7B-4EF4-A7BE-E950171EE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7B012B-8613-4ACA-87D1-23F5C8712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Internal fi...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D9863C-753E-415C-B4B2-8CDD07558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D1DE1C-C3E2-48C1-9F0C-82EC62B3D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9F3051-A3CA-46B8-8C97-01C9D4090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Interna...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77B592-9D7F-4A6A-8553-B0DE3FB86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F5DD31-6706-4F7B-A491-E5DA0921A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C6D59A-490F-4460-841E-9747FBA95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Internal f...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3AA408-6F7A-40E0-802E-05502AFC8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A379EC-E22D-4A0E-BE52-9F66A27A2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CC4C98-686D-4121-80BB-A92783F10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Internal field...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D40773-33C4-439C-BFB6-51FCF0B1F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D2B0EE-8FE5-47AD-82DB-072A7059F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118010400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12595A-2C86-43A9-AF17-B3FF2000F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A86AC5-5958-4F9B-81E4-52980B12A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CBB775-C5F7-45FD-A24E-CD6AD5E97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70C78C-1539-4DE9-B3B9-C08054376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6304A4-9058-4E7C-B321-7D963C622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EC13BB-A42F-4F66-BEC7-5DE6B8C23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828EAC-9F2D-4C66-A606-75E3EB4F2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8B9B32-7C44-4544-AB24-306B4C099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9A5C1E-B199-40FA-AAA8-72EFAD654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E8B837-52A8-418C-A008-1F00F6629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9BD425-F4B0-4BFC-BD37-3C20C0E7E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9344DB-28A3-450C-9D69-7101AF4F3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1B6ABC-9D54-4E11-A065-84EA08B2C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7E8C18-11DF-4E52-B8EB-E11AB6146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66794C-6441-4A70-976F-4F14FFD9E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190096364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23BB8E-564D-4F3E-BAA9-06D356FC0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B5AB29-7182-4E75-8A35-5A8F24D0A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510BE8-49CB-4AC8-96EF-265AABFA2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5A0413-4175-4503-90BF-F9230E83B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201EF2-33A7-450E-B590-A3365D1D7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B254F7-78A3-46CA-AD80-C12BA47AF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Internal fields in solids (qualitative)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651430-41FF-4284-B3AC-851DAAD8E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A394F3-FD56-46E1-9416-AF283FE29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B29514-B68F-4FE9-9AAB-46349A04A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879E54-6BE7-4537-8015-1549ED131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E5B78A-B9D7-443E-86D7-14BF5BDCB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87089639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CAAA49-627D-4D14-AF7D-1CAAC60ED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47944D-041E-4A19-98F4-1955B2BFC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C7B43B-E6B7-4490-B35A-617E07F1D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B8771E-205F-4CB1-A0CE-CBCE82517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FD3E3A-8898-4BAE-ACB6-A8D064375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Clausius -Mossotti rela- tion (Derivation) and its implications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174E14-AE37-46E3-8A09-EA978BFCD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Clausius -Mossotti rela- tion (Derivation...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893B1E-76C0-4DC7-A380-655B44815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A22BCD-656B-402C-B35C-1F7F521DD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69D48B-91E2-448C-92F4-45849E45B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3DC5F1-265F-4B2C-BA7F-EF578B18F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C87426-EFA5-4994-982B-EC314E158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DDFDEF-0ED3-4DCA-8BC0-50B1B41EB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20214C-279E-4CA9-89DD-D8CE8374C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883128-7870-433F-8C53-117421AFC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07F4E5-9743-4E22-8DA8-6DB0A3EA8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73641E-BC43-4DDC-B1B0-C321E6BDF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196461707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6DE114-6CBD-4001-B804-400840A04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9768BC-67CF-4DCC-95E3-EED2DABC8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EB0FC2-11ED-4AE7-844B-9F17B8C86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100E77-55FC-4F3D-9733-3E53754FB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92591B-A017-494B-83F2-0735AB001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EABB3D-0784-4F21-B329-A34D6BB2B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81701E-883F-49BB-9A79-05A47A80E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EAA26E-CEF9-4130-B909-77E6B0036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01B94B-82E6-444A-A08B-BD3D9E000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Clausius -Mos...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A10FC5-C534-41BE-88C3-FC77D2698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64473E-2404-434F-84B6-ED8DADD05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1CFDC2-5536-4164-B5F7-9A4F921DE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Clausius -M...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739442-6F50-4368-A5A3-7F4700C05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3CDCFF-FE46-45FE-A239-755DA7CBA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7CC419-4ECF-4BC1-8477-3129ABF58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Clausiu...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CE71F9-FE3B-428F-B37D-C6FF986FE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9B99BF-CDBF-4A3C-8E60-127A2E022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7E229E-525E-4D57-B1A8-6DFBB80AE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Clausius -...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16C923-F101-4B15-9D8F-55F791EEA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AD2B3E-1457-4CE8-92A8-9C7730677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BE54B8-9E4B-457E-85BC-5A00F3DD1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Clausius -Moss...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3344B8-E06A-4863-90D6-B9454A738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8DCD54-9FD8-438D-856C-A3653D6B7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16988840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47BD38-9E43-4704-96EB-641EF4039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43F6BD-4E69-4069-92CE-244A38453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1C7989-610C-44A8-898C-B795735C2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A5BCA9-CAD0-4626-B95A-87D26328D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34D65A-775B-40E8-8947-4C8BC6D3A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41E6B9-8C8B-4269-B1BA-A941AEB86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4390C7-8F43-436F-90CE-925899FBD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18966B-290E-429D-A733-58431DC8E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929E56-4148-4099-8528-021B09364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428978-831D-40C7-8FB4-FCE6C6555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FEA34C-BF60-4DE1-8A79-434837A1C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0B240B-01E8-4B36-847B-1E0634B44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1F4ACE-E0BB-4AE8-BE23-8C74290C7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83023B-251B-45E2-88BB-5762A5928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426B34-480D-4F02-8186-A7CA62B97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55241166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011942-F772-47E1-9173-3B278EE78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FB9E56-AA3B-421A-8A00-C1CE9BD37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45F82D-306D-4AAE-A812-DD2F84640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44466D-0125-4995-9261-E8B7461A6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FF689D-E58E-47B4-95DB-31E74AD38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60FA54-5EE0-4035-8683-C486F77F8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Clausius -Mossotti rela- tion (Derivation) and its implic...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A0E27A-2DCD-4D46-A4AB-5A6F5424E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7F5FD1-7C5C-4F57-A23D-32CE2BD78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EB2D5C-DDAC-4947-9094-7571A9FE6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568C4E-169A-4864-B480-EC07C0057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C9B875-BB75-42F6-B735-7453F281E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85399477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A2F3E8-C1B0-4254-9030-BB28DD453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38C5F3-6C8A-4CE2-A732-642DAF41E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C8C161-440D-402F-91DA-2D7F61E75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C50937-DF6A-45BC-A6E5-219BE67EA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D9F9CE-A1F0-4A92-8DF1-1129E9FE6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Properties and Frequency dependence of Dielectric constant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F8FC6A-3421-4FFE-A9CA-DC70A15F9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Properties and Frequency dependence of Di...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63916C-B1EC-4313-AF04-B73491660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559571-FE65-4187-8D7F-AE5E3F978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51CE6A-A411-45AE-9633-4EFF21C5C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F6771A-1181-43FD-92D5-19D95BB2B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472B2F-C36B-4A14-8F4B-851B0AC6D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2B90C8-3EEC-4EA4-9BD2-B3F2A6C27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94D9F2-63F3-4E68-8B63-E8C4B6E18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A8D61A-3E2D-4C7E-9D23-7A8F74EAF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A07D24-FC3F-432A-819B-19B1B222A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94A0D9-D55E-469A-9318-542FB77DF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123626386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A5C3CF-2DB4-41BA-B43E-17CA02F3A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63919A-099B-466F-B2F2-D2EC141F5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13DC55-C52F-4725-B3E1-9E68C4C96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CC4C4B-D94D-4FBD-B44A-9A67DFF6B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FEA6DB-547D-4F9C-AA4A-FE1AB7B22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FD0206-ED9B-481C-B19F-E2C8837BA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388A08-7A47-4669-8507-6C9BE42DA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4065A0-B5D8-4748-AA99-C786C32BC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D90792-0B22-496D-B27B-8B1BCB3CD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Properties an...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F7BA3C-E83C-458F-8722-028917A0E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54D6A2-6DB6-41B1-AE54-85AF712C8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0BEEE0-9CF3-427B-99A6-8236A598F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Properties...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7AD26C-5643-464D-ADDD-7ACD3C6A2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F7ABA5-EDBB-42D4-A09F-0BA10CC83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0FC45F-39DD-4B16-BC85-A84B2AECE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Propert...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376847-9892-4CE1-BA40-507CCBD40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98572B-2C6F-4489-BA89-67DADA7E0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B28F60-C253-41BE-8CDD-412949425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Properties...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331A1C-4D1E-4982-94D3-059B1CC15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B53AA2-ACFD-4E08-8670-1E9CF7C3C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4057AC-66AF-4EC8-94D2-DFD4A13FA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Properties and...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052602-7849-487F-95AC-965493DEE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9A7F59-C924-40F5-A785-FFB7E5372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182898871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2B4A11-CFF6-4B36-B0B2-36C16CA24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7A71FC-B5AF-47AE-B2AB-D41736111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B7FCD6-7211-45E2-9216-7E6D9D1D1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E3FC30-ACD1-4BE8-A742-C2973F947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8CAA61-CC47-44C6-B6C3-F0D742957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975364-458C-405E-BA25-12CD7AE39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CC7F4B-6A83-4DD9-807B-294F8C2A5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D9F683-DF56-4D12-A883-969213B2B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9371AD-D236-440E-8777-C9156BC5B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761332-2A63-4A15-A060-9E55D32FD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4A579C-2C14-44C3-9936-1430F018A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60FAE0-9444-4544-8DFF-6715F3DA4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8BF734-BD3D-4AAE-A4B0-C160AB3A1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859602-944E-49B3-8900-FCF8768B5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39232C-8E93-4A3A-8AAD-CD50FEE02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157460657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E7E93D-DF16-40E1-AE11-D2E029429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6C9A9E-914D-4E29-B94E-3845291E8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DB0A1C-56D7-4B9E-BDB3-5CCAF1A80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6F4E70-53B3-4822-BC54-BE47BC382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969014-3BAC-4ED2-93FC-2279641A7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730C15-B682-496B-A949-5318ACF74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Properties and Frequency dependence of Dielectric constant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63933E-5EA5-42AD-AA55-B4FD19F45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B7CE2D-CC46-4AE5-9BFB-23685B916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378933-15F1-4591-A9AE-20E2833CA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90178C-DF33-47F6-8568-3D1667E76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E861AF-16F9-4D00-A6E5-F96065BCB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133383961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B28802-FA43-4D74-95C1-473246C82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265B3E-5A76-4E7B-9039-CA9BAC6C5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2C3B5B-0FDD-4758-BFE6-F5F37E779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FEDE0B-B5F3-4039-AAE4-4931215C7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B71AC3-8A85-499D-B314-0AFA2BB4C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Dielectric loss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ABEA2B-C2AC-434F-B711-D67E920B5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Dielectric loss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4DBCC0-8B21-4B19-BE9D-8467309E6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EA5BB8-4FEF-4229-A802-5D4273FA7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8DB319-C857-447C-A697-DA36732C9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BB057D-9482-46D5-A961-D7F424601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0FFE99-7C81-43D4-AA70-73E5A324B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A6391B-0D78-4988-8F74-3DD266EB1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03E8A6-0300-42E3-A9FB-64EFF2E01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B33AE8-7E6A-44BD-A333-1078A4DDC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16F1A4-D9D4-42FB-88BE-22308A111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B4A3C6-FE0C-4CF9-9AA9-1FA4C7AFF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15259295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88DC93-F511-4698-9C2E-54E491C62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7345A8-0605-49BF-A167-6C9E7BD97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92E0A8-E6D8-45F6-98E3-C5A11192E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4DA292-80B7-4A88-A933-F9EA47214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B22817-ECB5-455A-B495-DE3841C10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416E9B-B10D-49A6-98B2-8E9EFE98F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68CF73-16E2-4399-890F-561B2B37D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B2C16F-8363-410D-B8EF-5AB18C2DC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930FB3-8BBB-4FB1-AD79-CABCDED64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Dielectric lo...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36591F-150B-4C55-A554-53D83653E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D61B4A-E5A1-48B6-89A4-BA6DE8483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94641C-4D3A-4D18-B4A7-F7B1F4749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Dielectric...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2BCFB9-28D8-408F-9ACC-DD809C2D2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5EE681-F1F2-4557-9B92-D4DEB8CB8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03482E-762B-416D-9BA8-159CA041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Dielect...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95A882-BBF3-4446-92AC-999DEE258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0ABE1F-C59D-4CD0-81F5-4FE8D1DCD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10ECF3-6FCA-4F0D-A944-09B79F891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Dielectric...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F87302-BC5E-401A-8841-9F0D0E0E0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7C6139-3CE6-4696-8BC6-4C813DD5C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1F72EC-B294-45DE-97CA-3356A0B2A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Dielectric los...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4E4BD2-240C-4A5C-8D86-50DD828FB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AE4D25-AF7E-4075-8CF4-0951D1B4F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132909416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DEE091-335E-4965-9DCF-A3685035A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D06EA1-BDA7-42D7-8C54-9094C2DAE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A43C91-9E22-4BB3-8918-D3B30AD13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78CD43-5F6A-4A41-A33E-5AC49CFD5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53C258-2550-44BF-AD27-75AA258A7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93BB79-B28B-44D3-95B1-1BCAC623E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F74B39-89B7-4E90-89AC-8CA13DBC2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4A4985-0865-4A41-9F2F-733022D3E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5895D2-6054-487D-B24F-C97859E8E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9D6BF1-BEF4-469A-A6A8-66D8F5625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F8D557-E3F1-44A3-8966-6B59E0E9C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EDE30F-1235-453D-A1E7-298E93A7C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93FB7B-5B45-4354-ADB0-5F1697C61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7C9018-C5B9-4BB7-8ED5-186ED90A8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BD6220-07EA-4583-9B79-8F832E506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100946737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B4AD1A-9E63-448D-BB4F-51E600437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0AC086-D513-4024-9440-8EFFC6FCC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DB1B36-36AC-4C92-AEF2-79F662B15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812E3D-3026-4A26-91F2-5EBB2AF7F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2E8858-AD92-4D17-B1DA-884C3D126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849230-4C15-4E88-AFE4-27D4FA4C6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Dielectric loss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C034A5-386D-415F-8F00-7FD1E28C5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A6C6D6-41C1-4045-824E-7128F5537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A5CEBA-FDEE-4B52-8D8D-27B49E3BF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842E90-F93C-4253-9DE2-734C8A03B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928A00-7A47-4ACD-A9B2-B0E6DBE3C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55761270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209533-4B3A-40D7-BDD8-D720AA40A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2D16D9-41CB-4D24-931D-AF883C180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A8DDE3-5993-44F4-A4DE-045D4C03A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38E629-9202-47AA-9996-8BE26175F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C505C4-D558-424F-B2ED-BCACDFE48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Liquid and Gaseous dielectrics. Application of dielectrics in Capacitors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BE7216-8F32-4DB9-8762-72D423094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Liquid and Gaseous dielectrics. Applicati...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25FD03-D2D7-473E-B5EF-9D197FEB2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93B21A-5B3A-44D9-BFC0-BABA18BB7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557315-0305-4F6C-A696-195E35401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A186A8-7FAF-48AC-9CA3-847757B6B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1E0D42-FC79-4B92-BE69-126A90C6E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9AD600-D4F0-4913-A666-32EB3D486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4E8D37-D37C-48A3-B67A-66C3AD357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06D423-C318-4192-BB6D-8310702C1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F15AB4-DE99-4B18-9A52-800B09E5D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75248E-98CF-48F1-AA57-B1F2B9859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1631793911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89F8E1-E96E-4C6B-94F7-D17E3CB68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6F8028-64DC-4539-BAC4-3712308E4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A40E4B-3CE2-4E1E-B256-1C70C8CA8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62706D-2491-49C9-8E23-3CA53CABD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62745D-DB77-4B14-AD18-39BC4850E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9009F5-6740-4E21-AC15-D07818F42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C82D0D-1F00-4903-9575-7C69AE50B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481E21-D878-40CD-B604-347EA0081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B7B036-8128-4352-9B13-235ADF4B2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Liquid and Ga...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66DBE4-E882-4C1C-863B-B68EA70A0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C2A3D5-3E6E-4AE5-BD6C-FF527450E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2E8575-3C0E-40BE-AAC4-A5DAA522E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Liquid and...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4ED81B-BD6E-461D-8449-1DB84BE6C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8D67E4-E55C-4701-A80A-DB50EBBEA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E1BFE1-4579-4A3C-93CE-412C2CA76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Liquid...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CAB2EC-EBF1-4D3B-9AEC-F226DBCAB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AD2C2F-C642-44E5-97EE-DED2966F9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CE7EF8-4F8A-4177-BA9E-8F610EBDB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Liquid and...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D1BC32-0DAE-4DF2-AD51-DE562FE33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F945F5-F575-413D-9CE7-AB624307F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29A293-20BD-4AA8-8D64-58EEB47E8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Liquid and Gas...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13D8FE-55E1-413C-B49F-4A87187C0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D33B6E-55F6-492F-93D2-8BB651A65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1193717518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4D038B-6221-4EB6-A8D7-31DAEC984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F6ED37-FA8B-41FF-9381-899E8E455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F0B451-70AF-40F1-B127-55D9A25BA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877218-8CD9-448C-A9C9-BE97B2E68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9679D9-9B97-41F1-BC1A-C478291FA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F3E762-D627-4E42-8FD3-19C1DBABC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8181B4-B635-4C50-89EC-084F9976E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1A6567-0801-4F3E-AD0F-1BD2CBFBC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D03A93-E7D8-42DC-AD97-16E6151E8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6AD462-BEE2-46E2-A641-7B03C7612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FBE342-9E37-4018-B51E-F6F4769D1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CE2B13-6E02-457D-9F45-F384D55C1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0C7A39-495F-492A-815A-E5054E0F0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140FFA-6295-48B8-80AE-71624D0BF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8E6D1F-3928-4C1A-ABBE-7ECD3FFE4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837169198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DA938C-D520-41FB-99D6-E2547D562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B1CAF2-C97F-405F-9EA2-744FD7BBF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FD869E-524A-4B98-89AC-C7DA24CFA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404444-24AA-4EFE-BE5F-4F62FB2FA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893B69-2A08-4766-AB49-017D45759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DAC37D-2471-47B5-AAC3-048C6D9EC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Liquid and Gaseous dielectrics. Application of dielectric...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52D6AD-9163-4612-803F-53A2D483A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B2346C-46F9-42AA-806D-5AACFFD28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D73673-8E83-4743-9FA8-51EB0B34D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431496-39D1-481B-B1AB-135470678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1B57B8-6449-48ED-AA89-D6D021974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651021471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AC7558-DCC8-4BB5-AE75-2A6B19768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DC29EA-2CDB-4300-92C5-F0138D641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6FD37F-DEA4-4121-85F2-933BDCF06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12A0BF-2271-4543-8844-4DB9A9674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B24640-89AB-47CA-9C24-7D8ED8569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Transformers (Oils)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F17531-30EF-4024-98F1-F5C3DB88A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Transformers (Oils)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483CF3-D5B1-4F98-8B12-1020A0A1F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741DF5-27FD-46B3-8992-F2FD13B55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B6AA49-A7F4-4F40-BAB7-3931855ED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EB274E-225E-4DDD-A3A7-A85BA108F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137E8D-5955-46A0-B4C7-349D4BD1A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3AACF0-EACA-41D9-92A3-2A91CDDC3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26CF10-7682-4A6F-83A2-9CA453163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B7F946-6295-4C03-A6EB-6B7074DB7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3D3F56-FE1A-4BC5-BB63-F5892CE6B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E91E23-5846-4C05-8F33-C06A02205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903978053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420EA9-062B-461E-B647-363666088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DB03F6-4648-44DD-AEC8-B9952E0AF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9557F2-7649-4D19-91D3-A8186BF25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B7CBDE-967B-4BD6-8287-9A304B856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40C34A-4D1D-4713-8E42-748EBDD8E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E01DF5-6CBE-46FF-A536-727289258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4AE9CB-285E-4305-AE7E-4775E8884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0D64E7-9A38-428F-8807-EAE1EB9D6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DD26B7-AD97-4AEA-AA91-1083B9E2F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Transformers...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6B4FDF-4A69-4405-B4AF-04F3E7F8A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B41C2B-4A69-4157-88AA-FF4527340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EAFCD3-EE2D-4141-B842-12E2B8E53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Transformer...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D9BEAF-7C54-4CA1-B460-C57033406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339702-9591-43E0-A55A-9F7BFAEF1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3F6AF2-D28A-447C-BB6B-A3874BC76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Transfo...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1FC466-6787-454D-8094-7F01AD826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8E501B-8F5B-426E-9112-D2047D490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5437A3-2D1A-42BF-9699-6A489A1AF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Transforme...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43E981-48B8-4AB9-ADF8-FD0B3C82F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106DB8-BD21-43EF-A1E0-C2A643478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807721-D9CD-4D26-B5AB-BEAFD7218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Transformers (...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D0A0C3-3659-4554-B619-A57BAFA14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9ED906-484C-47CF-B168-BE805FB72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1860278010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1DC967-620F-4D85-AA70-6ABF05150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2A7774-5BCC-488B-A49F-940289CEB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AABEE1-786D-4AD9-A169-E0DC5A0D8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2998A9-D06C-4CAF-8959-3609E44E9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3D0A73-AEEB-4427-AE4B-6B65E93D3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24FF1C-31F0-4962-AFBC-11F60AF07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ECB9C5-5FB7-4F07-B763-7E0B5AC0D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8CC24F-3157-4B35-BDF4-2D38A9D1C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E70E54-65A6-42B1-820B-938BD1FEE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F6227F-BE1E-48DE-BEA6-729F631EB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981FCF-E5BB-437F-88A0-49EA542D8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8B7FA4-1719-4849-BC09-E33C76283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8C6495-1076-47E8-8E8C-25A12C341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19279D-0834-42DD-9222-9AA1C33E5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AF77F0-2840-422B-B44D-A8C25F0D7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2067560511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621BCD-7797-47AA-ADA8-8CE7BABF8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7E562D-6249-4945-B840-5A7BF866E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6B4959-85AF-433F-A80F-CD45EAD2B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8CAC28-6088-4AC1-A8CA-349B442D1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2342E4-3BA8-401C-AF2B-19300FF90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FAAAB1-2634-40F5-876E-9F9CE1FA4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Transformers (Oils)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FB7104-C08E-4AA5-B68B-C95118B54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8EB9F0-373F-4D3F-B4A2-05775EBAF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5EE9C6-6397-487C-8A57-9CD6A3B53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35BF51-C423-44E3-8E92-7FDFB7633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975CBC-038D-4CF3-BD4D-6C717B52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1069058388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594C0E-CF31-451E-8ABF-226F54B80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D93582-98B7-4E6A-9F34-BD9B328D5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7BEADE-7F6F-4F7C-AAFE-638AD3DE4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802AEC-1DF5-4991-BB7F-50816E654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E74C0B-D7D5-408C-8FC0-13E8BD708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C3C8B4-B440-4C33-B3B7-045DB1141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1720428099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2A8FD9-6EBD-4CC0-97A5-327C519CE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A8A32A-8101-4D7B-8BB6-2CEBD803B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473260-4500-4DA0-80E1-30F9BA57D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49CBDC-950E-478B-A0C0-5BA2ED1E9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EF9B78-6EB7-4BAC-B932-4C08C3DD2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Dielectric: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Magnetic: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Materials: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Dielectrics: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Electrical: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AF2F1A-4C9E-4E53-89C5-0F422D3AB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1794419558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A47BAC-C223-4A44-B0A8-2CDF7C9B8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DB8923-5184-403E-968C-E9DE119BF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9DF309-C028-4127-BD4C-D56CEF40C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5A9D1B-A749-4FB9-82D5-BC6C8114B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491257-F718-4319-B84E-CE5CCA5EF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Input/source: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Component role: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Circuit/system law: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Waveform/output: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09EECE-2FDD-4450-993A-30665B5F2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425230890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1E9400-A631-4CDA-B6E2-AF706492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A771CB-6CCA-43B2-AE7B-1C664C971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EC6924-01B5-4DFC-86F5-C9783DFFF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A20D8F-DEAD-4E83-9404-C606256C2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B23BA2-806C-454C-A919-66823D870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Naming components without explaining their effect on voltage, current, signal, or power.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6DBE48-D962-449E-932E-9E24962D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1103980132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81625B-5568-404F-B845-3F9EFF075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9227A8-9493-4F68-A6BF-3CCBBFC0D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452890-B65B-42C4-B60F-355767EFE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D958BA-2051-4921-97D5-FE81988F5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9D1DC3-A5BC-476A-A9FD-1B9C0C7DD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Dielectric and Magnetic Materials: Dielectrics : Introduction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Electrical Polarization Mechanisms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Internal fields in solids (qualitative)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Clausius -Mossotti rela- tion (Derivation) and its implications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Properties and Frequency dependence of Dielectric constant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7EE702-A385-406B-BC0B-E33A872AA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2077FD-1357-4DD2-BF94-A4FBC75BE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915A88-4DAA-4599-9CC5-84F606125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15663344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2026-08-24T16:03:08.7240000Z</dcterms:created>
  <dcterms:modified xsi:type="dcterms:W3CDTF">2026-08-24T16:03:08.7240000Z</dcterms:modified>
</coreProperties>
</file>