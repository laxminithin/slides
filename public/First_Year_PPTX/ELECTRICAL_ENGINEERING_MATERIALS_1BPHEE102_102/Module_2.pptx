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317f9fb2f436c" /><Relationship Type="http://schemas.openxmlformats.org/officeDocument/2006/relationships/extended-properties" Target="/docProps/app.xml" Id="Rd1070f66917247b6" /><Relationship Type="http://schemas.openxmlformats.org/officeDocument/2006/relationships/officeDocument" Target="/ppt/presentation.xml" Id="R8c1794b16f88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b5d304f034800"/>
  </p:sldMasterIdLst>
  <p:notesMasterIdLst>
    <p:notesMasterId xmlns:r="http://schemas.openxmlformats.org/officeDocument/2006/relationships" r:id="Re9394d23613f4a47"/>
  </p:notesMasterIdLst>
  <p:sldIdLst>
    <p:sldId xmlns:r="http://schemas.openxmlformats.org/officeDocument/2006/relationships" id="256" r:id="R0f3da257dce4447d"/>
    <p:sldId xmlns:r="http://schemas.openxmlformats.org/officeDocument/2006/relationships" id="257" r:id="R97ce42b150374b49"/>
    <p:sldId xmlns:r="http://schemas.openxmlformats.org/officeDocument/2006/relationships" id="258" r:id="R0e5db05c347d4726"/>
    <p:sldId xmlns:r="http://schemas.openxmlformats.org/officeDocument/2006/relationships" id="259" r:id="Rc76304d398fe460d"/>
    <p:sldId xmlns:r="http://schemas.openxmlformats.org/officeDocument/2006/relationships" id="260" r:id="Rd063d364925e4f52"/>
    <p:sldId xmlns:r="http://schemas.openxmlformats.org/officeDocument/2006/relationships" id="261" r:id="R43579fa6546e40dc"/>
    <p:sldId xmlns:r="http://schemas.openxmlformats.org/officeDocument/2006/relationships" id="262" r:id="R359e901047aa4729"/>
    <p:sldId xmlns:r="http://schemas.openxmlformats.org/officeDocument/2006/relationships" id="263" r:id="Re5fa1fcadefb49cf"/>
    <p:sldId xmlns:r="http://schemas.openxmlformats.org/officeDocument/2006/relationships" id="264" r:id="R64f77d17126a4a47"/>
    <p:sldId xmlns:r="http://schemas.openxmlformats.org/officeDocument/2006/relationships" id="265" r:id="R1f62b78f391a4761"/>
    <p:sldId xmlns:r="http://schemas.openxmlformats.org/officeDocument/2006/relationships" id="266" r:id="R8123d816c4cd4403"/>
    <p:sldId xmlns:r="http://schemas.openxmlformats.org/officeDocument/2006/relationships" id="267" r:id="Rfa1a3e115b7c4f23"/>
    <p:sldId xmlns:r="http://schemas.openxmlformats.org/officeDocument/2006/relationships" id="268" r:id="Rd49d053acdff48d8"/>
    <p:sldId xmlns:r="http://schemas.openxmlformats.org/officeDocument/2006/relationships" id="269" r:id="R6fcbbbcae2ea4404"/>
    <p:sldId xmlns:r="http://schemas.openxmlformats.org/officeDocument/2006/relationships" id="270" r:id="Rca053564738d483b"/>
    <p:sldId xmlns:r="http://schemas.openxmlformats.org/officeDocument/2006/relationships" id="271" r:id="R1525261028da4024"/>
    <p:sldId xmlns:r="http://schemas.openxmlformats.org/officeDocument/2006/relationships" id="272" r:id="Rd1bc927d8ebf4239"/>
    <p:sldId xmlns:r="http://schemas.openxmlformats.org/officeDocument/2006/relationships" id="273" r:id="R0ac5f67f20d449a4"/>
    <p:sldId xmlns:r="http://schemas.openxmlformats.org/officeDocument/2006/relationships" id="274" r:id="R3c2b4e767baf461d"/>
    <p:sldId xmlns:r="http://schemas.openxmlformats.org/officeDocument/2006/relationships" id="275" r:id="R6fb2e78fa0e14b11"/>
    <p:sldId xmlns:r="http://schemas.openxmlformats.org/officeDocument/2006/relationships" id="276" r:id="R1921aea00eb2419f"/>
    <p:sldId xmlns:r="http://schemas.openxmlformats.org/officeDocument/2006/relationships" id="277" r:id="R5fd13dbf0bec4623"/>
    <p:sldId xmlns:r="http://schemas.openxmlformats.org/officeDocument/2006/relationships" id="278" r:id="Rc592fc7aad994dde"/>
    <p:sldId xmlns:r="http://schemas.openxmlformats.org/officeDocument/2006/relationships" id="279" r:id="Rd86e7a20f0414d2b"/>
    <p:sldId xmlns:r="http://schemas.openxmlformats.org/officeDocument/2006/relationships" id="280" r:id="R2b5042a616f7405f"/>
    <p:sldId xmlns:r="http://schemas.openxmlformats.org/officeDocument/2006/relationships" id="281" r:id="R69cd284df9df45a3"/>
    <p:sldId xmlns:r="http://schemas.openxmlformats.org/officeDocument/2006/relationships" id="282" r:id="R0b33441ad0174812"/>
    <p:sldId xmlns:r="http://schemas.openxmlformats.org/officeDocument/2006/relationships" id="283" r:id="R587092e0df434353"/>
    <p:sldId xmlns:r="http://schemas.openxmlformats.org/officeDocument/2006/relationships" id="284" r:id="Rf18da5ad4116421e"/>
    <p:sldId xmlns:r="http://schemas.openxmlformats.org/officeDocument/2006/relationships" id="285" r:id="R1309815315b84fcc"/>
    <p:sldId xmlns:r="http://schemas.openxmlformats.org/officeDocument/2006/relationships" id="286" r:id="R3c446b4b04d84348"/>
    <p:sldId xmlns:r="http://schemas.openxmlformats.org/officeDocument/2006/relationships" id="287" r:id="Rea3caf2c8e9546a8"/>
    <p:sldId xmlns:r="http://schemas.openxmlformats.org/officeDocument/2006/relationships" id="288" r:id="R813c22a672f54626"/>
    <p:sldId xmlns:r="http://schemas.openxmlformats.org/officeDocument/2006/relationships" id="289" r:id="R9f6bd85a41f54e0e"/>
    <p:sldId xmlns:r="http://schemas.openxmlformats.org/officeDocument/2006/relationships" id="290" r:id="R230befbe31024f97"/>
    <p:sldId xmlns:r="http://schemas.openxmlformats.org/officeDocument/2006/relationships" id="291" r:id="R37857265e813496c"/>
    <p:sldId xmlns:r="http://schemas.openxmlformats.org/officeDocument/2006/relationships" id="292" r:id="Rf4b1b5b2b15c42a7"/>
    <p:sldId xmlns:r="http://schemas.openxmlformats.org/officeDocument/2006/relationships" id="293" r:id="R69848fe455af4655"/>
    <p:sldId xmlns:r="http://schemas.openxmlformats.org/officeDocument/2006/relationships" id="294" r:id="R9b902a8aa49a450b"/>
    <p:sldId xmlns:r="http://schemas.openxmlformats.org/officeDocument/2006/relationships" id="295" r:id="Rd583a9bbd3ad45b1"/>
    <p:sldId xmlns:r="http://schemas.openxmlformats.org/officeDocument/2006/relationships" id="296" r:id="R27fb1c05729c42fd"/>
    <p:sldId xmlns:r="http://schemas.openxmlformats.org/officeDocument/2006/relationships" id="297" r:id="Re3d56ad9847e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3593bd39c4399" /><Relationship Type="http://schemas.openxmlformats.org/officeDocument/2006/relationships/slideMaster" Target="/ppt/slideMasters/slideMaster1.xml" Id="Re9fb5d304f034800" /><Relationship Type="http://schemas.openxmlformats.org/officeDocument/2006/relationships/notesMaster" Target="/ppt/notesMasters/notesMaster1.xml" Id="Re9394d23613f4a47" /><Relationship Type="http://schemas.openxmlformats.org/officeDocument/2006/relationships/presProps" Target="/ppt/presProps.xml" Id="R1007588a264b49d3" /><Relationship Type="http://schemas.openxmlformats.org/officeDocument/2006/relationships/tableStyles" Target="/ppt/tableStyles.xml" Id="R01c5fa1c0b794fd8" /><Relationship Type="http://schemas.openxmlformats.org/officeDocument/2006/relationships/slide" Target="/ppt/slides/slide1.xml" Id="R0f3da257dce4447d" /><Relationship Type="http://schemas.openxmlformats.org/officeDocument/2006/relationships/slide" Target="/ppt/slides/slide2.xml" Id="R97ce42b150374b49" /><Relationship Type="http://schemas.openxmlformats.org/officeDocument/2006/relationships/slide" Target="/ppt/slides/slide3.xml" Id="R0e5db05c347d4726" /><Relationship Type="http://schemas.openxmlformats.org/officeDocument/2006/relationships/slide" Target="/ppt/slides/slide4.xml" Id="Rc76304d398fe460d" /><Relationship Type="http://schemas.openxmlformats.org/officeDocument/2006/relationships/slide" Target="/ppt/slides/slide5.xml" Id="Rd063d364925e4f52" /><Relationship Type="http://schemas.openxmlformats.org/officeDocument/2006/relationships/slide" Target="/ppt/slides/slide6.xml" Id="R43579fa6546e40dc" /><Relationship Type="http://schemas.openxmlformats.org/officeDocument/2006/relationships/slide" Target="/ppt/slides/slide7.xml" Id="R359e901047aa4729" /><Relationship Type="http://schemas.openxmlformats.org/officeDocument/2006/relationships/slide" Target="/ppt/slides/slide8.xml" Id="Re5fa1fcadefb49cf" /><Relationship Type="http://schemas.openxmlformats.org/officeDocument/2006/relationships/slide" Target="/ppt/slides/slide9.xml" Id="R64f77d17126a4a47" /><Relationship Type="http://schemas.openxmlformats.org/officeDocument/2006/relationships/slide" Target="/ppt/slides/slide10.xml" Id="R1f62b78f391a4761" /><Relationship Type="http://schemas.openxmlformats.org/officeDocument/2006/relationships/slide" Target="/ppt/slides/slide11.xml" Id="R8123d816c4cd4403" /><Relationship Type="http://schemas.openxmlformats.org/officeDocument/2006/relationships/slide" Target="/ppt/slides/slide12.xml" Id="Rfa1a3e115b7c4f23" /><Relationship Type="http://schemas.openxmlformats.org/officeDocument/2006/relationships/slide" Target="/ppt/slides/slide13.xml" Id="Rd49d053acdff48d8" /><Relationship Type="http://schemas.openxmlformats.org/officeDocument/2006/relationships/slide" Target="/ppt/slides/slide14.xml" Id="R6fcbbbcae2ea4404" /><Relationship Type="http://schemas.openxmlformats.org/officeDocument/2006/relationships/slide" Target="/ppt/slides/slide15.xml" Id="Rca053564738d483b" /><Relationship Type="http://schemas.openxmlformats.org/officeDocument/2006/relationships/slide" Target="/ppt/slides/slide16.xml" Id="R1525261028da4024" /><Relationship Type="http://schemas.openxmlformats.org/officeDocument/2006/relationships/slide" Target="/ppt/slides/slide17.xml" Id="Rd1bc927d8ebf4239" /><Relationship Type="http://schemas.openxmlformats.org/officeDocument/2006/relationships/slide" Target="/ppt/slides/slide18.xml" Id="R0ac5f67f20d449a4" /><Relationship Type="http://schemas.openxmlformats.org/officeDocument/2006/relationships/slide" Target="/ppt/slides/slide19.xml" Id="R3c2b4e767baf461d" /><Relationship Type="http://schemas.openxmlformats.org/officeDocument/2006/relationships/slide" Target="/ppt/slides/slide20.xml" Id="R6fb2e78fa0e14b11" /><Relationship Type="http://schemas.openxmlformats.org/officeDocument/2006/relationships/slide" Target="/ppt/slides/slide21.xml" Id="R1921aea00eb2419f" /><Relationship Type="http://schemas.openxmlformats.org/officeDocument/2006/relationships/slide" Target="/ppt/slides/slide22.xml" Id="R5fd13dbf0bec4623" /><Relationship Type="http://schemas.openxmlformats.org/officeDocument/2006/relationships/slide" Target="/ppt/slides/slide23.xml" Id="Rc592fc7aad994dde" /><Relationship Type="http://schemas.openxmlformats.org/officeDocument/2006/relationships/slide" Target="/ppt/slides/slide24.xml" Id="Rd86e7a20f0414d2b" /><Relationship Type="http://schemas.openxmlformats.org/officeDocument/2006/relationships/slide" Target="/ppt/slides/slide25.xml" Id="R2b5042a616f7405f" /><Relationship Type="http://schemas.openxmlformats.org/officeDocument/2006/relationships/slide" Target="/ppt/slides/slide26.xml" Id="R69cd284df9df45a3" /><Relationship Type="http://schemas.openxmlformats.org/officeDocument/2006/relationships/slide" Target="/ppt/slides/slide27.xml" Id="R0b33441ad0174812" /><Relationship Type="http://schemas.openxmlformats.org/officeDocument/2006/relationships/slide" Target="/ppt/slides/slide28.xml" Id="R587092e0df434353" /><Relationship Type="http://schemas.openxmlformats.org/officeDocument/2006/relationships/slide" Target="/ppt/slides/slide29.xml" Id="Rf18da5ad4116421e" /><Relationship Type="http://schemas.openxmlformats.org/officeDocument/2006/relationships/slide" Target="/ppt/slides/slide30.xml" Id="R1309815315b84fcc" /><Relationship Type="http://schemas.openxmlformats.org/officeDocument/2006/relationships/slide" Target="/ppt/slides/slide31.xml" Id="R3c446b4b04d84348" /><Relationship Type="http://schemas.openxmlformats.org/officeDocument/2006/relationships/slide" Target="/ppt/slides/slide32.xml" Id="Rea3caf2c8e9546a8" /><Relationship Type="http://schemas.openxmlformats.org/officeDocument/2006/relationships/slide" Target="/ppt/slides/slide33.xml" Id="R813c22a672f54626" /><Relationship Type="http://schemas.openxmlformats.org/officeDocument/2006/relationships/slide" Target="/ppt/slides/slide34.xml" Id="R9f6bd85a41f54e0e" /><Relationship Type="http://schemas.openxmlformats.org/officeDocument/2006/relationships/slide" Target="/ppt/slides/slide35.xml" Id="R230befbe31024f97" /><Relationship Type="http://schemas.openxmlformats.org/officeDocument/2006/relationships/slide" Target="/ppt/slides/slide36.xml" Id="R37857265e813496c" /><Relationship Type="http://schemas.openxmlformats.org/officeDocument/2006/relationships/slide" Target="/ppt/slides/slide37.xml" Id="Rf4b1b5b2b15c42a7" /><Relationship Type="http://schemas.openxmlformats.org/officeDocument/2006/relationships/slide" Target="/ppt/slides/slide38.xml" Id="R69848fe455af4655" /><Relationship Type="http://schemas.openxmlformats.org/officeDocument/2006/relationships/slide" Target="/ppt/slides/slide39.xml" Id="R9b902a8aa49a450b" /><Relationship Type="http://schemas.openxmlformats.org/officeDocument/2006/relationships/slide" Target="/ppt/slides/slide40.xml" Id="Rd583a9bbd3ad45b1" /><Relationship Type="http://schemas.openxmlformats.org/officeDocument/2006/relationships/slide" Target="/ppt/slides/slide41.xml" Id="R27fb1c05729c42fd" /><Relationship Type="http://schemas.openxmlformats.org/officeDocument/2006/relationships/slide" Target="/ppt/slides/slide42.xml" Id="Re3d56ad9847e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291173eaf643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7cf017e6c47f7" /><Relationship Type="http://schemas.openxmlformats.org/officeDocument/2006/relationships/notesMaster" Target="/ppt/notesMasters/notesMaster1.xml" Id="R0805dd002d374b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b38d01c7324bb0" /><Relationship Type="http://schemas.openxmlformats.org/officeDocument/2006/relationships/notesMaster" Target="/ppt/notesMasters/notesMaster1.xml" Id="R94924b2fa23742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0e86ea8ec4e39" /><Relationship Type="http://schemas.openxmlformats.org/officeDocument/2006/relationships/notesMaster" Target="/ppt/notesMasters/notesMaster1.xml" Id="Re8d2f876b7f448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88b04ce00460d" /><Relationship Type="http://schemas.openxmlformats.org/officeDocument/2006/relationships/notesMaster" Target="/ppt/notesMasters/notesMaster1.xml" Id="R2998d1746158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bc7192907a4450" /><Relationship Type="http://schemas.openxmlformats.org/officeDocument/2006/relationships/notesMaster" Target="/ppt/notesMasters/notesMaster1.xml" Id="Rd63b82e261a54c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6b077ee3d14aec" /><Relationship Type="http://schemas.openxmlformats.org/officeDocument/2006/relationships/notesMaster" Target="/ppt/notesMasters/notesMaster1.xml" Id="R5e9bf020782a41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fdecde937442d" /><Relationship Type="http://schemas.openxmlformats.org/officeDocument/2006/relationships/notesMaster" Target="/ppt/notesMasters/notesMaster1.xml" Id="R9d58fb4a7c1844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d08e955834e1b" /><Relationship Type="http://schemas.openxmlformats.org/officeDocument/2006/relationships/notesMaster" Target="/ppt/notesMasters/notesMaster1.xml" Id="R4c91cc673b5a49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a2bcaaf51344be" /><Relationship Type="http://schemas.openxmlformats.org/officeDocument/2006/relationships/notesMaster" Target="/ppt/notesMasters/notesMaster1.xml" Id="R71fec82435b949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af4064594f4ab3" /><Relationship Type="http://schemas.openxmlformats.org/officeDocument/2006/relationships/notesMaster" Target="/ppt/notesMasters/notesMaster1.xml" Id="R1ae31363232e48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59db83bea7493a" /><Relationship Type="http://schemas.openxmlformats.org/officeDocument/2006/relationships/notesMaster" Target="/ppt/notesMasters/notesMaster1.xml" Id="Rae33509f2f5c40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06c46c3f8b4b64" /><Relationship Type="http://schemas.openxmlformats.org/officeDocument/2006/relationships/notesMaster" Target="/ppt/notesMasters/notesMaster1.xml" Id="R283cb2475a634f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7055f1994141ce" /><Relationship Type="http://schemas.openxmlformats.org/officeDocument/2006/relationships/notesMaster" Target="/ppt/notesMasters/notesMaster1.xml" Id="Radaf5d9c08cf41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c5627cfdae4e28" /><Relationship Type="http://schemas.openxmlformats.org/officeDocument/2006/relationships/notesMaster" Target="/ppt/notesMasters/notesMaster1.xml" Id="R6badf1712cc444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0470d18f164006" /><Relationship Type="http://schemas.openxmlformats.org/officeDocument/2006/relationships/notesMaster" Target="/ppt/notesMasters/notesMaster1.xml" Id="Rdbbc597d894949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cca0cc3290445a" /><Relationship Type="http://schemas.openxmlformats.org/officeDocument/2006/relationships/notesMaster" Target="/ppt/notesMasters/notesMaster1.xml" Id="R4993b941414143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8c69876f9b491c" /><Relationship Type="http://schemas.openxmlformats.org/officeDocument/2006/relationships/notesMaster" Target="/ppt/notesMasters/notesMaster1.xml" Id="R8d1d6026c0dd48d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8852c0f7e144d6" /><Relationship Type="http://schemas.openxmlformats.org/officeDocument/2006/relationships/notesMaster" Target="/ppt/notesMasters/notesMaster1.xml" Id="R60687b00c49045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acac57c0c14857" /><Relationship Type="http://schemas.openxmlformats.org/officeDocument/2006/relationships/notesMaster" Target="/ppt/notesMasters/notesMaster1.xml" Id="Rd2aa9bc964914c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ec080dc7ab4939" /><Relationship Type="http://schemas.openxmlformats.org/officeDocument/2006/relationships/notesMaster" Target="/ppt/notesMasters/notesMaster1.xml" Id="R4b6ba022ca8946c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5d84d9e4edb47da" /><Relationship Type="http://schemas.openxmlformats.org/officeDocument/2006/relationships/notesMaster" Target="/ppt/notesMasters/notesMaster1.xml" Id="R631cf34c506d4e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60bab081ba48ed" /><Relationship Type="http://schemas.openxmlformats.org/officeDocument/2006/relationships/notesMaster" Target="/ppt/notesMasters/notesMaster1.xml" Id="Ra5eea3b748314f9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14986c4ab414692" /><Relationship Type="http://schemas.openxmlformats.org/officeDocument/2006/relationships/notesMaster" Target="/ppt/notesMasters/notesMaster1.xml" Id="Ra4e7d6eb2c704a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b2d968b2b044a5" /><Relationship Type="http://schemas.openxmlformats.org/officeDocument/2006/relationships/notesMaster" Target="/ppt/notesMasters/notesMaster1.xml" Id="Rb248b8bd78d14d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edcd5ce1a374b1b" /><Relationship Type="http://schemas.openxmlformats.org/officeDocument/2006/relationships/notesMaster" Target="/ppt/notesMasters/notesMaster1.xml" Id="R65f93fff2d4849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96e8deab5b147d6" /><Relationship Type="http://schemas.openxmlformats.org/officeDocument/2006/relationships/notesMaster" Target="/ppt/notesMasters/notesMaster1.xml" Id="R59092307efe548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ebaf82b75c48e9" /><Relationship Type="http://schemas.openxmlformats.org/officeDocument/2006/relationships/notesMaster" Target="/ppt/notesMasters/notesMaster1.xml" Id="R29806192cbbf4d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99c9f17bb34ca1" /><Relationship Type="http://schemas.openxmlformats.org/officeDocument/2006/relationships/notesMaster" Target="/ppt/notesMasters/notesMaster1.xml" Id="R95ca50f8ffa24c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d24581fb2a4fd2" /><Relationship Type="http://schemas.openxmlformats.org/officeDocument/2006/relationships/notesMaster" Target="/ppt/notesMasters/notesMaster1.xml" Id="R699bd79e2b1742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283d0aae1248c1" /><Relationship Type="http://schemas.openxmlformats.org/officeDocument/2006/relationships/notesMaster" Target="/ppt/notesMasters/notesMaster1.xml" Id="R54798896221049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e9b17f06994b15" /><Relationship Type="http://schemas.openxmlformats.org/officeDocument/2006/relationships/notesMaster" Target="/ppt/notesMasters/notesMaster1.xml" Id="R9994758dc2784ff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dc588b3f5464986" /><Relationship Type="http://schemas.openxmlformats.org/officeDocument/2006/relationships/notesMaster" Target="/ppt/notesMasters/notesMaster1.xml" Id="R0064b0f800294e4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f160aebde344a6" /><Relationship Type="http://schemas.openxmlformats.org/officeDocument/2006/relationships/notesMaster" Target="/ppt/notesMasters/notesMaster1.xml" Id="Rab363808cec34af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e650e018174f9a" /><Relationship Type="http://schemas.openxmlformats.org/officeDocument/2006/relationships/notesMaster" Target="/ppt/notesMasters/notesMaster1.xml" Id="Rc30ee52b1c354bc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8741d1b36d848e9" /><Relationship Type="http://schemas.openxmlformats.org/officeDocument/2006/relationships/notesMaster" Target="/ppt/notesMasters/notesMaster1.xml" Id="R3a758428ae1e4a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d66ca6e7f7e466c" /><Relationship Type="http://schemas.openxmlformats.org/officeDocument/2006/relationships/notesMaster" Target="/ppt/notesMasters/notesMaster1.xml" Id="R65d48278e8f543b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0abad09cf2421a" /><Relationship Type="http://schemas.openxmlformats.org/officeDocument/2006/relationships/notesMaster" Target="/ppt/notesMasters/notesMaster1.xml" Id="R2e9492b9524c41e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06c06c18ca340ed" /><Relationship Type="http://schemas.openxmlformats.org/officeDocument/2006/relationships/notesMaster" Target="/ppt/notesMasters/notesMaster1.xml" Id="R41b475221de047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9feb241b2c8459a" /><Relationship Type="http://schemas.openxmlformats.org/officeDocument/2006/relationships/notesMaster" Target="/ppt/notesMasters/notesMaster1.xml" Id="R1b28aea25fed4b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a94246ff88b4325" /><Relationship Type="http://schemas.openxmlformats.org/officeDocument/2006/relationships/notesMaster" Target="/ppt/notesMasters/notesMaster1.xml" Id="R8c7095b1c03c488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557d3a9b5247bd" /><Relationship Type="http://schemas.openxmlformats.org/officeDocument/2006/relationships/notesMaster" Target="/ppt/notesMasters/notesMaster1.xml" Id="R1fc68326bfd7428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7b0c44ea6974864" /><Relationship Type="http://schemas.openxmlformats.org/officeDocument/2006/relationships/notesMaster" Target="/ppt/notesMasters/notesMaster1.xml" Id="R527c685ca8fd44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0af408fe94d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0921754e94dae" /><Relationship Type="http://schemas.openxmlformats.org/officeDocument/2006/relationships/slideLayout" Target="/ppt/slideLayouts/slideLayout1.xml" Id="Rf02b135617a9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b135617a9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876619e7646dd" /><Relationship Type="http://schemas.openxmlformats.org/officeDocument/2006/relationships/notesSlide" Target="/ppt/notesSlides/notesSlide1.xml" Id="Rf95f387277f7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c3f20cca94c99" /><Relationship Type="http://schemas.openxmlformats.org/officeDocument/2006/relationships/notesSlide" Target="/ppt/notesSlides/notesSlide2.xml" Id="Ra5bfa89ae57b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90d4a04554cf9" /><Relationship Type="http://schemas.openxmlformats.org/officeDocument/2006/relationships/notesSlide" Target="/ppt/notesSlides/notesSlide3.xml" Id="R6c7f2f440be1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1e1bd14e84991" /><Relationship Type="http://schemas.openxmlformats.org/officeDocument/2006/relationships/notesSlide" Target="/ppt/notesSlides/notesSlide4.xml" Id="R9aa4962f7d4f4b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73f28e2b44cc3" /><Relationship Type="http://schemas.openxmlformats.org/officeDocument/2006/relationships/notesSlide" Target="/ppt/notesSlides/notesSlide5.xml" Id="R96370266424a44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3d8909cad49ad" /><Relationship Type="http://schemas.openxmlformats.org/officeDocument/2006/relationships/notesSlide" Target="/ppt/notesSlides/notesSlide6.xml" Id="Rdb42862d54cf41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2e2f69dc74f0d" /><Relationship Type="http://schemas.openxmlformats.org/officeDocument/2006/relationships/notesSlide" Target="/ppt/notesSlides/notesSlide7.xml" Id="Reae28c1cb1b0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df8e122ba4f3a" /><Relationship Type="http://schemas.openxmlformats.org/officeDocument/2006/relationships/notesSlide" Target="/ppt/notesSlides/notesSlide8.xml" Id="R9ca0e577c2b044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8f20e4cb74f6b" /><Relationship Type="http://schemas.openxmlformats.org/officeDocument/2006/relationships/notesSlide" Target="/ppt/notesSlides/notesSlide9.xml" Id="R14eebe5c127442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a198d03494ea6" /><Relationship Type="http://schemas.openxmlformats.org/officeDocument/2006/relationships/notesSlide" Target="/ppt/notesSlides/notesSlide10.xml" Id="R854c4d86522d45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20658e15b4844" /><Relationship Type="http://schemas.openxmlformats.org/officeDocument/2006/relationships/notesSlide" Target="/ppt/notesSlides/notesSlide11.xml" Id="R5224ec7f39f442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44167f62c4e1c" /><Relationship Type="http://schemas.openxmlformats.org/officeDocument/2006/relationships/notesSlide" Target="/ppt/notesSlides/notesSlide12.xml" Id="Rc453474f181a43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6385e34204a5f" /><Relationship Type="http://schemas.openxmlformats.org/officeDocument/2006/relationships/notesSlide" Target="/ppt/notesSlides/notesSlide13.xml" Id="Re813c0e7ea0c44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30818b49948ff" /><Relationship Type="http://schemas.openxmlformats.org/officeDocument/2006/relationships/notesSlide" Target="/ppt/notesSlides/notesSlide14.xml" Id="R5e2d3fbd683b45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76e94994d4253" /><Relationship Type="http://schemas.openxmlformats.org/officeDocument/2006/relationships/notesSlide" Target="/ppt/notesSlides/notesSlide15.xml" Id="Rdf1ffb2a91ab4c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77dc2ed947df" /><Relationship Type="http://schemas.openxmlformats.org/officeDocument/2006/relationships/notesSlide" Target="/ppt/notesSlides/notesSlide16.xml" Id="R83771efb0f8640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342a0042d4976" /><Relationship Type="http://schemas.openxmlformats.org/officeDocument/2006/relationships/notesSlide" Target="/ppt/notesSlides/notesSlide17.xml" Id="Rc3e57c4a800742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fe8790cc4306" /><Relationship Type="http://schemas.openxmlformats.org/officeDocument/2006/relationships/notesSlide" Target="/ppt/notesSlides/notesSlide18.xml" Id="R23079721a266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1f7e1fd80483a" /><Relationship Type="http://schemas.openxmlformats.org/officeDocument/2006/relationships/notesSlide" Target="/ppt/notesSlides/notesSlide19.xml" Id="R536d024f49744b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6745aa21c42c0" /><Relationship Type="http://schemas.openxmlformats.org/officeDocument/2006/relationships/notesSlide" Target="/ppt/notesSlides/notesSlide20.xml" Id="R77584952307b4e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947e16fd44018" /><Relationship Type="http://schemas.openxmlformats.org/officeDocument/2006/relationships/notesSlide" Target="/ppt/notesSlides/notesSlide21.xml" Id="R25df26732de64a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004577a4f4a9e" /><Relationship Type="http://schemas.openxmlformats.org/officeDocument/2006/relationships/notesSlide" Target="/ppt/notesSlides/notesSlide22.xml" Id="Rcba703da71b640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92af1be644fe" /><Relationship Type="http://schemas.openxmlformats.org/officeDocument/2006/relationships/notesSlide" Target="/ppt/notesSlides/notesSlide23.xml" Id="R7e117bf369fa47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5aa3aab2741e7" /><Relationship Type="http://schemas.openxmlformats.org/officeDocument/2006/relationships/notesSlide" Target="/ppt/notesSlides/notesSlide24.xml" Id="Rafbda3b8126a4d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e5d8fdbc4516" /><Relationship Type="http://schemas.openxmlformats.org/officeDocument/2006/relationships/notesSlide" Target="/ppt/notesSlides/notesSlide25.xml" Id="R3e155a4fa6a44a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8c8bbef294e76" /><Relationship Type="http://schemas.openxmlformats.org/officeDocument/2006/relationships/notesSlide" Target="/ppt/notesSlides/notesSlide26.xml" Id="Rd825e4495c8c41e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89a9ea564b34" /><Relationship Type="http://schemas.openxmlformats.org/officeDocument/2006/relationships/notesSlide" Target="/ppt/notesSlides/notesSlide27.xml" Id="R3af15fb5e0b24b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097681284944" /><Relationship Type="http://schemas.openxmlformats.org/officeDocument/2006/relationships/notesSlide" Target="/ppt/notesSlides/notesSlide28.xml" Id="R47020988fda347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e881db2bf4db7" /><Relationship Type="http://schemas.openxmlformats.org/officeDocument/2006/relationships/notesSlide" Target="/ppt/notesSlides/notesSlide29.xml" Id="R9cbc2d619caf42c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53536a3ce4f2b" /><Relationship Type="http://schemas.openxmlformats.org/officeDocument/2006/relationships/notesSlide" Target="/ppt/notesSlides/notesSlide30.xml" Id="Rffc09609db7c4cd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635dd625b4515" /><Relationship Type="http://schemas.openxmlformats.org/officeDocument/2006/relationships/notesSlide" Target="/ppt/notesSlides/notesSlide31.xml" Id="R5bde2324a68443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39f795a864b65" /><Relationship Type="http://schemas.openxmlformats.org/officeDocument/2006/relationships/notesSlide" Target="/ppt/notesSlides/notesSlide32.xml" Id="Rad89f1fd0a3a459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c9d73f3fe45f8" /><Relationship Type="http://schemas.openxmlformats.org/officeDocument/2006/relationships/notesSlide" Target="/ppt/notesSlides/notesSlide33.xml" Id="R3d5c0c4c3f4648a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a602d420748be" /><Relationship Type="http://schemas.openxmlformats.org/officeDocument/2006/relationships/notesSlide" Target="/ppt/notesSlides/notesSlide34.xml" Id="R07e246cb6da74b9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4671b8b9a4e24" /><Relationship Type="http://schemas.openxmlformats.org/officeDocument/2006/relationships/notesSlide" Target="/ppt/notesSlides/notesSlide35.xml" Id="R64ed0b3dcd1046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e0faccde4050" /><Relationship Type="http://schemas.openxmlformats.org/officeDocument/2006/relationships/notesSlide" Target="/ppt/notesSlides/notesSlide36.xml" Id="R877d4e72076e448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6be6d498c4462" /><Relationship Type="http://schemas.openxmlformats.org/officeDocument/2006/relationships/notesSlide" Target="/ppt/notesSlides/notesSlide37.xml" Id="R8ff1d63b7acb440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323db1592418e" /><Relationship Type="http://schemas.openxmlformats.org/officeDocument/2006/relationships/notesSlide" Target="/ppt/notesSlides/notesSlide38.xml" Id="R730267b42559498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2a1fd21bb4c57" /><Relationship Type="http://schemas.openxmlformats.org/officeDocument/2006/relationships/notesSlide" Target="/ppt/notesSlides/notesSlide39.xml" Id="Rfb46805e37ea476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3a4f2efa844d9" /><Relationship Type="http://schemas.openxmlformats.org/officeDocument/2006/relationships/notesSlide" Target="/ppt/notesSlides/notesSlide40.xml" Id="R9173788593d546f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b9bd384ee4db0" /><Relationship Type="http://schemas.openxmlformats.org/officeDocument/2006/relationships/notesSlide" Target="/ppt/notesSlides/notesSlide41.xml" Id="Rf92fff1b8bb4440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7658b28994f09" /><Relationship Type="http://schemas.openxmlformats.org/officeDocument/2006/relationships/notesSlide" Target="/ppt/notesSlides/notesSlide42.xml" Id="R64d292941e65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AF026-AD5B-4CD3-A84F-301D578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1567F-8105-4E8D-8D40-0720A63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Thermoelectric materials and devices: Thermo emf and thermo current, Seeb eck effect, Peltier effect, Seeb eck and Pelti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1B19A-AC02-4456-BD57-9D0D189E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27A6D-638F-4B16-9ED1-CECD1C5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F82B2-DAE7-40EE-9AEC-4E1611E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2D6D6-8CD0-4AB2-BC45-2F6B8FDF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35397-D5C8-498A-A760-9AAE946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2EACA-9427-42E3-9BA4-9BD8EC3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4B67C-66C4-4032-AC6B-D977233B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26F74-F7D7-4CF1-869E-49BE9A2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241B0-4995-4AF2-BEE9-A6218F26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FA039-2EB5-4B49-A3FE-CF61655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A891A-33FB-470F-A5AD-455AE398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9008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A4489-9FA5-4737-99DE-04526EF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75D24-704A-452A-A59D-637FF08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9E8CA-91AB-4016-99C3-078D24D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365FB-7561-401E-9D1B-B8B9FB5D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5CF94-1F7B-442E-86D5-F2EA05A9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ADF4F-F3DB-4AC6-9ACD-418AEC4D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7C896-E166-42D5-BBEA-297BEF24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1ACC3-EBAB-426D-B409-410E00C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BF129-534C-487F-89BB-0A8692BC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39020-032D-48FB-87CA-2DE6EA68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9B5D0-06FF-4438-A569-5D37E96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EB059-8036-4B4F-AE05-4E75DBC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42D9B-29D2-4437-8749-021F4A4B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2B6F9-7A64-46F9-B998-610216CA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63D2D-B957-4151-828F-F212F25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54436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ADA5F9-2770-4F86-80D8-11B40E3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7EDA8-CDD7-4B1C-9437-261B4049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352B5-4AC1-4C5E-A6D7-D6AF2BE4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EE0CD-E0F7-4E8A-A80F-B33E1D3B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FF830-8356-494C-8356-3A46737F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DF927-198A-43A5-B6AE-8F9C310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35F0-E51B-4D04-AF3B-38DFF104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910D9-4ECF-4F4C-9377-52C3259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5078A-65D3-47AD-80F8-4CE6206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Thermoelectric materials and devices: Thermo emf and ther...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4C7C2-C882-4285-B075-A6CC3A79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0274B-A478-4729-B8E3-36F7A9D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9178B-381C-47E6-BAA7-2E2B9A8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4DF1E-5C94-46C7-B45E-1A8AE3AF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A4DA0-3957-4881-B53E-B47C092A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9FA07-D640-4294-99E7-1A1F2100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72463-37EA-4099-8C9C-9294954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256E4-BD6A-4AEC-BA95-734A669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59E79-2797-427F-932D-7133F92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Seeb eck and Peltier coefficients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4825A-7FEA-4987-A2C0-882E5BB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2A7F2-FC8B-4725-BCC0-1759B80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50DC7-FA79-48CC-82B1-C499D01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D5ACB-31A7-459E-8E47-D2713A8F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9B316-8CCD-4747-939E-2AE0C191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2B49D-2B82-4E5D-B21A-C73F7241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laws of thermoelectricity. Expression for thermo emf in t...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62F89-A03D-4128-82FF-5C09D094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BC447B-E2F4-494F-A6E5-BB1C955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F0D10-2BAE-4273-802C-6C4AB6A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519BA5-AA76-4E90-A262-8823075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DE700-8977-487E-9679-EA64EE19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86D9D-74B3-4E2E-A256-2FEEF0B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thermopile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8BF5A-9587-4D95-B8A5-6EBBE88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6296B-6837-4BA1-8C75-9C3E75C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3955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5EF9D-8B32-4993-AF88-0FC1D50D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470B2-D0F9-4E45-B1A8-E36A7C6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66FA-D4C6-4003-AC0A-387582E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E0131-F1CF-4F2D-AE6C-2C37214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C8F7-6371-45AC-8D91-36AE6C8E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CF003-50EC-43F0-ABDC-A10390C5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D01D5-2C3A-4655-ADDB-A6E614C3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0B25D-B730-46E0-87EB-46120CB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Thermoelectric materials and devices: Thermo emf and ther...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36FD3-7423-4AA2-BF52-4FFB3864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B4582-2ECB-4534-AED2-B769077C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48426-DA52-447A-BD30-516B155E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86E78-AC3D-42C8-B36B-CB316AB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42397-2BB7-4A8C-8CD0-F406B56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B05DB-59DF-4224-8B09-1E3B97D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5A62E-3F9F-42DA-B207-C3F6071D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48E48-6615-4A4A-AE65-3EC141E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C8034-6AE9-4F78-BF1A-C3866FF0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Seeb eck and Peltier coefficients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870BB-4ED1-416C-B05A-E381BF09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8B7CB-8BB0-46DF-882E-909D318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A7E93-3DD4-4A65-8D35-9AE3FA8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551C5-2514-4626-8149-D4EA3E8F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358BA-44E7-41CF-BF0F-2F22C1F1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6CC5D-B1DD-4952-A07D-9C24E8C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laws of thermoelectricity. Expression for thermo emf in t...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BDF94-88C5-4AEB-AAA5-4E7291F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7A74C-801F-4700-A5CF-D4F23061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F9D750-B1A4-4D69-854B-AE3667A4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A32BC3-A505-4B27-BBA7-F752BD6A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19788-BD9E-44EB-B8D3-F5D72076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82077-AA4E-4C90-B753-55E574F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84569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F5CC8-7A43-40FE-B1BD-4D172F1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FE6B3-7412-4BE9-9377-ED79F46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08D4F-F01B-4929-8B0A-FE5DC87E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AED5B-182A-46F0-8AE9-E41C69A6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4F032-5CEA-4D7B-A0D6-187A9163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Thermoelectric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E7371-D870-4754-9205-4277D9C4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EDFD5-1651-45D1-B803-DD0FA16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7D6A1-E31A-496D-90EA-B518A1F9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Thermo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56BA6-200B-4A23-B7B0-01C7407C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7FC10-EAFA-4741-BFA0-6201F95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33C2F-6442-4F00-8485-5B8C379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Peltier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09302-4F1D-4F79-9A3B-C8CD2B8D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Pelti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71E2A-31A0-49C1-AF88-241B1E0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CF32-D12E-4B8E-8352-A1C88DF1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figure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54725-A7E7-4895-9586-CB5A648F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B14D4-4517-4849-9A57-FFBDC08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92940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F0085-EA4D-4DB3-AC08-09C30FA3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C6AD7-6CD1-4BBE-B00A-3EA931B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2D660-B8A5-4D6E-AF21-CD7B6363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54457-616B-4A2C-BCAE-90AB27D6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ADE49-AA03-4891-8C18-C802C597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Thermoelectric materials and devices: Thermo emf and thermo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7A41B-4D60-43FA-99C5-54800CD7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Thermoelectric materials and devices: The...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9A516-E6BB-45EE-B80C-E788111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31B17-A333-4E3A-A334-77E26C87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7F30A-0703-4B49-8A94-1D4376A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B72E2-FFCB-410E-85C5-C796E3CC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E72A9-D235-495D-9EC2-EA7A3C9A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B52B1-4102-440C-AF3B-467880A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151D0-6C34-40EA-9E52-5DA179E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B0AC5-CFC2-47EE-A9EB-F421A0E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4D1BB-8D72-4448-A3F1-CBC1C68B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1AA54-FD33-40A0-A03D-89D8B86A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51344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7A5D9-410E-4859-B3F9-1008D408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B3158-DB01-45E9-AB59-CD997AF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F40B4-B846-4002-8F11-A365197E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5F89C-5336-468B-9EA3-2B68A58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15991-EE5B-4457-9CE0-C1A87477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2747-4C82-4FB0-ADDD-B4C3D80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B8D07-4F9A-4E5D-9013-4E520D49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0336B-D95D-4B2E-8347-99FF66D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E6B59-2D7C-4754-8649-3B35617D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Thermoelectri...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A1193-73F1-464B-86AF-F991F7FB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FAE3B-CD4D-404F-997E-5A68B03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1118-AD82-41E3-B89A-DBDD9F5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Thermoelect...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AE505-279D-4AB9-826A-CC0BE77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1C401-F155-49D1-8810-105F7DFC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D6619-892A-4BA5-B62F-E9F6A47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Thermoe...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46BB7-705D-4E97-A2C3-E9F8A327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9867A-63D9-44EB-8B55-F8F828F5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E6CCF-D06D-46F1-ACF3-647EDDF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Thermoelec...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830FD-E850-4F0A-9413-8EBB757D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5579B-F2F1-4A4C-874A-4E71D329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9F5BF-D61C-47DF-8CE6-8CA324E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Thermoelectric...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E8FAD-7A25-41D7-917B-F46DE4FA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72D47-E7F5-45C0-BEFA-184669EB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70223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90D2E-7458-4F51-AD0E-58127EB6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D03E6-79C3-4491-99F7-65FB86D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E6335-CCE4-4217-BB9C-261FE05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DF7DB-F0A7-40A8-B628-071CDF7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8751B-FE6E-4C16-8D21-81A191B8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4E01A-DD80-4469-89F8-F9DC7C35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963D5-AB6B-4B89-8465-C2C9246E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EC653-D3BB-4D61-8B72-62E5F5FB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EDF38-E4D9-494C-AE4B-4F4BFF94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6D91A-F952-4A57-A3D7-379F2B6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1147F-C276-4F43-8FAC-F3E2EBF4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353D3-9B79-4653-A2AE-7D0BB5F7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5269-D7FA-451B-8127-94E4C55B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417BD-B6BC-4213-ADD3-4ECEA57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88C61-0725-4FAE-836B-2B39A46F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845152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2F027-E2C1-44F0-B3D4-66D21B8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65CAD-BB62-411F-B265-7D3221C6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D7DAA-044A-4D5A-87B4-FDB00ABF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EB631-0B97-4BD0-97DE-5827896C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4FF2B-4071-4DA3-B0E4-9BBB3771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D6CD6-1E2C-441F-9801-5AD57EE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Thermoelectric materials and devices: Thermo emf and ther...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BB803-EC5B-4611-B737-D536744C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64D88-2BD2-43F3-9DCD-73DF205E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65A02-16BF-49D0-AFF5-19821543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E8F8B-5717-48F4-973A-4FB84E6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C9BB8-5F59-4388-A732-D89DBC7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76384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3B8A6-C5F3-4F97-BC35-DAE53A17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C12B-8245-499F-AD27-1DA65EAA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C8F89-4DE1-474C-AFE7-8F5FFD0D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17737-A9DC-4B32-A339-613484D5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FA223-FF37-4CC0-9867-EC299D84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Seeb eck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E096B-CAC4-44EA-BFB7-0C3AD36F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Seeb eck effect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FB22B-611E-4326-AFD2-3221277E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135D-F18F-4E45-852F-CE2BB602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1DEEB-1E83-4B54-B749-F22CC25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0E1EB-BA4C-43C9-B1C8-8C1A1C0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B139D-F60D-48F6-92B4-2D3FF11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B81C7-8D52-4EEF-B4EF-6A217A15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CC9FF-6715-42A1-860F-4ECA2F6D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404A4-555F-41FB-AA3F-9DE6B3E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EA1FA-AA98-488D-A242-ED19979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AF26A-25EC-47F2-A3E2-E7954005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54762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6B2F7-BB13-4564-8F50-4349B9F3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9CD88-0296-4C31-809C-C732F8D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C423C-9337-4CA0-93A1-2E9D5B7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A5641-A502-4813-B788-33C08A67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DC99-691C-4D12-A186-F0198B0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648A9-17A3-4BA5-8FFF-C93A8F71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3F6A4-5085-4C94-8068-189A7F87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A63CC-9F6E-442E-8D2C-2B12C4A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6C305-CA27-4384-96C4-481545D0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Seeb eck effe...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6ACAB-2357-464B-9131-E6B5A90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45DCE-690E-4677-9AC7-C01789E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AABFE-DDA4-46A9-9D58-8869AE11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Seeb eck ef...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47BC4-CAD6-40F3-8D34-6249780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31B5C-64B6-406C-A9FF-F4FD9A1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1F226-A67E-4214-9410-AA89139E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Seeb 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3206E-8F71-4E4C-AA7F-2E51B475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6146E-F4A5-4D48-9360-6F0CA19F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6E347-ADBA-4AD1-8A9B-09742611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Seeb eck 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7F862-02CC-4BA4-813A-E02643B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FD2F8-782E-4B7F-9C65-62F9484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2067B-23CD-4F87-8E5F-9BCB671C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Seeb eck effec...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80C17-942C-4D50-8B0C-07BAF29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C20CC-AF95-4729-95C7-A74831F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538039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ACA7D-F480-4CF6-855B-2096F58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E8788-A2EE-4555-8C72-9C8CBD56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CF1DE-7F0D-486E-AA34-E49E710C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8BA1B-45F4-4708-9BF1-E9DCFC4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4E14-5B0E-4E65-A836-7F0C0652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72423-2182-4AE8-8E6E-A9ABD51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736F4-00D8-4603-9F46-22A44DAB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195EB-006F-469C-8D11-61168973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52428-600C-4F90-8C65-E2D611FD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BE7C5-3EB3-460D-90C2-5A6A8CEB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1FBE6-E2E3-48E2-90AA-6044D32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42D15-4445-4F47-9CB6-BB39E63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86C39-1492-4300-A3B0-E5A58B95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7E858-62E5-4D87-BAF8-8468AEA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9E17F-8E1D-401D-A3CA-F2C11CB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18310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24CA1-16C6-46A3-A06D-A393C4E8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1B293-78C8-43CF-8FF2-159C7895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F2765-2425-4CF7-965C-BFC7F82F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BD288-7DEB-494F-8875-2CD29B98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C39F9-7AF3-4892-8811-AF8AACB9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B99C3-A204-403E-AA30-61FE324A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Seeb eck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04A8C-1B1B-4F22-B583-5CB7BA5B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23285-E340-4648-B9B0-B48BE2F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605F2-5735-458C-A52F-A5DB051B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64174-1E48-4223-861C-B03C068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5FCE7-140D-44D9-9C26-2ECDBD47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6407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EEA6E-C3D5-43C4-88E3-C53ABC21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94D51-C5CE-43B9-B8F8-D43A228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D8E05-2A96-4422-BAC4-AF21EB72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9BA73-491C-41BE-A9AC-F9A54A46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54527-07DD-4EFC-AE29-020126AD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Peltier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B4D9F-48E9-4F7F-AD40-E45C49F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Peltier effect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7B3F6-73FE-4BE3-AD85-39B6E3B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EF7E4-E3A3-42D8-AF41-D969B463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E613B-0017-483B-B1D6-D63D5FD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E0CF8-AE8A-49E6-92DE-B480A1D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15025-9BD8-4389-8848-869F820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F1868-2764-4F3B-8C00-1E42152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BDCA8-724C-46D9-8E2F-59DDA8F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1A359-0B57-4D84-875F-0395977D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2060A-65E3-48B7-A654-FFD42AE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E8270-FCDD-4F17-99D7-BCC0FF26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27596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50048-0555-45F3-8757-53370B85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ABD18-18AE-44CD-8EE2-D4CADEE9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5510D-092C-4A83-B731-2838D914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AAD85-5D1A-464F-B8A5-0CD10DD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19DB1-DE5B-4CE5-BF3B-85756D3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04B55-AA83-47E8-9820-D5A6FD8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38B70-F798-47E0-844C-E066DF4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35217-8741-47FC-9A38-9EB9964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20D11-3095-4369-B8A5-1F33B60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Peltier effec...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1DC3F-99B9-4EE5-8799-B60D50C1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BA5A9-53A8-4359-82CC-6B47686E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372502-BE0B-4DA8-9BBD-1B7DA508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Peltier eff...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6B177-DA14-45A4-BBEA-BC9FB6F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B4424-B09E-4B1D-B524-93CD006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3E349-0015-4155-90D9-478E3C2A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Peltier...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9681-BB8F-46FA-BD62-8E834AD0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BD828-0EBC-447C-9E06-04792229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F1860-70B4-4739-B9BB-6A14C72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Peltier 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EF077-F743-48FC-863B-9B8BAF8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7C8FC-D3FF-473E-82E2-D2E2E31A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C2FBF-2D7B-4861-9546-A44D80A9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Peltier effect.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ACF93-1C32-4AED-AF81-F2DEE0F6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6E99E-7BE5-43F9-9FFC-0B83BB2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9107344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4F506-5922-4467-90FD-177E8D18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2464F-A3DF-4137-A3EF-9062AC14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4DC2B-6B8A-4179-9E61-F267E79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97A9-F52C-4BB3-BDC0-3D8B1C9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30FA1-F3D0-4E72-A2F6-1F023B3C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D108-C2E8-4081-93E4-E6BD994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A850A-D8C5-4C20-837D-C658A28E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9A04-E854-41AC-8443-2C05EA0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C9856-D02F-44D2-A8F0-858EF3DA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36AD-D8CC-49D6-8CA0-82078F90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B48E1-14B5-4BBC-ACCE-70B197B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03720-8C77-4864-B38D-BB96C29A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4E20-968B-4EC5-956C-FFC30DAA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B602F-6336-45B2-8DA7-02910491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DC391-8CE2-412C-BB83-0E1E0C6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413053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5267-54A9-4390-A5A4-7E77C0A4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5C04C-BEF3-4C43-B701-C6A2476D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E3E7-6BFB-4C60-B18A-F6B30B9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D8C2C-57AD-4C33-BAE3-22B76525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FDD26-7286-4BE7-AF67-1506491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B062B-9074-4734-ADE0-A69B05AD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Peltier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F9218-5FA9-48A8-86A1-F68C1598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19951-70B9-4082-BCD4-A8E47C53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86F03-D507-45D3-8B25-245ECD2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449F0-5F0F-416C-8E22-6612CCE2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4561-2749-4FA3-B757-3E3675F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979082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C2F53-67D3-4816-A1EC-79D4DF0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346FD-EEEF-4737-9EA1-AC79790D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07D65-2E2D-4128-9A78-6E1FFA86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B72C5-FD1E-46E4-A15F-ABF77F20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D486C-DC72-41D6-B11D-1DD44AC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Seeb eck and Peltier coefficients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7AE5-A239-41E8-AD36-5340548C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Seeb eck and Peltier coefficients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FD7C1-1C5B-403E-B63C-9B5F43E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6F167-72D5-45A1-A225-48D17A9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6D308-8C6F-476B-8E44-BCF6271A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278F0-1D2C-4186-83B8-5D054FC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14317-3BC7-4E7F-9477-368BC6A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D0562-A7F6-4A91-A83E-F24435B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F671D-C231-4029-9CFC-DB4D71E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F94A7-A14B-4AA0-8417-B114BF6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34128-ADA0-4D3E-9404-EB4F382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4C241-3C04-4EB8-9998-919D84B2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306023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F263B0-1515-4959-9B9E-701DD68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10F11-0243-46A9-A644-9EE2CEFB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65266-367F-4C71-81EB-F98123B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86CA1-C87E-439F-846D-12BEABA6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969A-0EBC-444B-A301-C5D130D2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5C005-03D6-4290-B5F6-5CD89A66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6A867-6D75-412A-935C-4AF6139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FC713-D2D0-4634-A443-A7AE250C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8D0F1-6B93-4063-80BC-E79D9DB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Seeb eck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6376F-8023-4033-8310-788E506C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CD8A2-E8CF-4F42-8CE1-F6FCB393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9171D-D494-4D3E-B18A-7CEF590C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Seeb eck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4044E-F601-4494-BE5C-A1C433CB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496FE-3D6E-4BD6-A1C5-725998C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1B210-5711-4959-B80E-1C8FAC4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Seeb ec...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56858-A939-4A91-8AF1-6A73CE9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8A113-A42C-46BE-9A88-B81BCC0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1ED7E-8652-43A5-9479-60E2EB19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Seeb eck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8DFC5-BCA4-4848-B281-D01B7417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FD432-6310-45C8-95B2-C6C4D40D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0BD90-600B-42BE-B3E3-9437868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Seeb eck and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7C8F3-F37F-48ED-8261-4228C81D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5FB0A-DC8B-4122-A3C8-3A033B3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980133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04475-FF82-4338-935D-2D0DA44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4EB6B-0E1C-43E9-B802-60EDF55B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5C6B0-DC8A-4E06-8041-DF04E0C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C28D4-51B4-4EA6-95D9-7613C59B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A0B83-BFA0-4DBE-B35A-9AA8143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BCB8D-9B75-44AE-854B-FCA7DCAC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DBFE1-9AA9-4588-8988-F95A6A51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E78DC-427A-4DCC-84E6-1D189954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DD398-F417-48E0-9445-4FA0B10A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7884B-DFBF-4899-B75F-4A3BFE07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3E240-2741-42A2-86E8-E3886592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7FEC9-1790-4C58-84A1-F2191E5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A3B07-570F-4314-8D7D-A4E6C8D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D4CC0-3C3C-4633-86A6-C12BBC2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343A3-8431-45BE-98F3-40B0D09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1266117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FC5D0-F88B-4B45-9CB6-D719C40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64143-8338-4AD9-8618-7BD008FE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F803E-AF0E-42EE-8334-8F761F19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53CCD-B250-4338-9928-BE00401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B2E5B-8BF4-47E0-BB0A-578BB70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EA86D-355B-4C01-97F5-740FACC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Seeb eck and Peltier coefficients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CE796-241E-4564-A4A0-058D6D2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D16F0-AD0C-4AB5-AA3D-98155EB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14E9-8BF9-4E89-8086-9549857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9BE65-4CB0-48E4-838A-5B4311B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7304E-720D-476F-A0EC-9A7580E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687156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34F4A-EB7D-4D6F-BF9E-9A134748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FE92-8B3B-46A5-AC0F-1209798D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01E84-4681-4169-8C8C-B42081C7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9216-C0A9-4B00-80B9-BD3CF616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145BE-8FB2-4BEC-993D-A87D9919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figure of merit (Mention Expression)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8ACD2-9C4F-4A82-B980-DC9814F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figure of merit (Mention Expression)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5F187-D839-4A88-ADC4-8E8D3E96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772CA-5155-40D1-A1DE-1CEEB31A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26498-A7C3-411D-9D22-76C42E0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CD97C-999F-4D0A-9671-70A1AE3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CC0A7-3836-45A2-BAC2-F8B40BB7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58052-A04D-4269-8488-92B84A9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393D3-BF88-4103-945E-732739D9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433B6-87FA-43A3-9542-C46D3D2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7E624-64B2-48D0-8FD3-69963E41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9F3E6-6326-4E74-9C6A-AB46B5B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908372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ABD43-DEC0-4D83-89BE-61B24EC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CB719-C076-4114-92CF-4A6A26B1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04EB5-7095-414C-9F74-419AA5CB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37686-0251-446D-A429-F2AA627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6B581-B471-4BAE-B6ED-604A1B8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93E6D-6C12-42F1-8E5C-902D7B9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3692A-18CF-4F8A-9EA9-327D3B7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76CAB-EC78-4D12-9F85-C8196051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2C076-3C49-4540-8EE5-CBA1063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figure of mer...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40BCE-6666-4431-B742-58DE5863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478AC-2137-4C24-9EAA-E56EFBC0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E9CF8-9041-4871-80D0-3D602F7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figure of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E194B-A693-4650-8ECE-0922EF4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B5F75-0312-416B-8842-368E7D1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CA29F-2D23-4C99-B41D-46EFD06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figure...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D6387-6C2F-4F50-9E14-A012D80D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51D23-3537-4712-90E9-CC6B6D3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9FC7D-94FC-4A14-A735-4048051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figure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4A870-F428-4395-9F46-EEEDF08B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D6FD2-6392-4988-AAAC-4DAF15AF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0B37B-21FC-4101-9657-1AD5B52A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figure of meri...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46709-1F40-4493-AA9F-1D40F557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65FA4-3FCF-4EDE-95F2-6993F3F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1324898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54FD0-D9E0-44A9-9A80-1CF9A8DB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B99CE-B901-48FD-98ED-CAE3B78B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03C8-71F9-43D9-AA16-67DBB0C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973C8-EB78-479F-941B-3CCA0ED0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8CCA-5249-49C5-B5D1-CC7DAF93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D9F5E-FD51-4B58-8844-8D65967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0EA01-47B1-4034-8EE2-3BD9D45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79E0B-F74B-461A-A78E-27008263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10DB6-EA5B-4532-80AA-D539659D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F14F4-E7FC-42C1-892D-5363C185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9B696-5CC0-4DC7-A830-BA699490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3A67B-137E-4BF4-9D98-9A373A9C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B69F4-FA05-4E4D-B196-877A034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5A3C4-4BAE-4BD6-BF8F-257DD0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3449F-03AA-48D7-B7AF-9BA9FA2F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0697878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AA836-C0BA-4871-BAAE-0877D6C0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4D7C7-07BF-4347-B46B-79663C96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E4FE1-2358-4312-B2C5-AB5DF7F9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64986-7EAE-419A-B86E-E6F16679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C0FFD-3493-4021-BF08-4E1EECDB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A8612-6C3F-48C6-815C-BF61DA7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figure of merit (Mention Expression)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D89F0-A462-4A6D-973B-AB131FC5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0B993-5C12-47EA-BC38-66FECBBE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F0757-3C62-4145-8D2B-6300623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4A909-B7CF-4A0D-9B97-C5206DE8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47428-3B31-4429-B5C3-BD1F23D7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33890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4BBCF-BE6E-4C82-AFFC-B8649356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C1365-3A5C-42E3-B9CB-BD2ACC3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68889-91B0-4625-A9C4-B8631217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F0452-7E62-4A69-BBE1-1FB0CF5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BEF99-0DF9-40A2-AA1B-36E71821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laws of thermoelectricity. Expression for thermo emf in terms of T1 and T2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7E0C0-E37E-4A7A-9866-AB364927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laws of thermoelectricity. Expression for...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DBA8E-B676-4247-895E-C7B66F77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CAA8-D374-4DF7-B531-CC3EE41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6F5FD-532B-4031-BC25-DFBF3409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CB7D5-D203-4E2A-B15C-AB3374A6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DE69A-6288-4536-9953-57E3A6D1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0EA52-6093-4BF7-A0BE-A2B0BEA2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4C08F-E90B-4C57-9567-80EEC29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A292A-4B2F-4AE1-8081-B984EABA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8F676-26EA-4072-AADB-E292672C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8A67C-3330-4577-8FD6-F5D29EDE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934513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C8DAC-EB3F-4F67-942F-8FF4ED2C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4F67A-DE5A-44D9-AB72-947157B1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69EF7-D8BD-4364-9953-4E89C75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EE19F-2A54-4A7E-94C6-B42A2324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5C07A-CEC8-490B-9A03-9508D2F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54B82-53C6-4003-81BD-A9519C4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C0FCB-CC26-424A-ABC6-019639E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B45C1-704C-4AA6-95AD-2088C61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FDC65-B86E-423A-B000-A8807EF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laws of therm...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1D783-A314-42BF-B750-6847146E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1DC01-5285-462B-9A31-BC196FDF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43691-0C22-422C-9D0B-D78F6F7C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laws of the...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3C7DC-1B53-4D22-9D64-922AEDC8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C52BE-0EF0-4444-A07D-9CEEE640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464E2-6A2E-4630-94DD-871ECF4B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laws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8F740-C6C5-4CEE-AD17-E2A66A17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B8A17-6061-4D8D-B48E-9439C22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194C9-5FC8-416D-B148-311CBA37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laws of th...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39CF7-799A-48F2-A85A-D5EA7B2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C20B6-D4F5-4355-B65F-650BE3E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B9AC1-7E4E-4A42-9E82-35B15B8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laws of thermo...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17B8A-C7FC-4D3C-BA6B-70D3E15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BC98D-FF48-4938-83A3-544AE021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475577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2EF50-E2AC-4C8F-AA19-FA953886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B2E1F-93FE-4121-88AA-5DCA17AD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F1B69-7E3B-4EDE-99DD-2CEF1E2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E7471-6F75-49D1-8492-D07B8ED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5E59F-6131-49D2-B19D-4E0EAC3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A968B-2DA5-4868-BEEC-589910E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1A3B6-ACB2-4D9F-93C2-26EAB74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EB0C3-CDC0-44ED-82F8-45AF42E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AD3FE-B9DC-4287-B676-432FCF3B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98A08-14FD-4D31-B257-8B6DA3C7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CCAF8-305F-4A13-B220-7145675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B6C07-50BD-40AD-AF49-7FEFE479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A7C07-8071-4FA3-A357-C2F298B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E67E8-16B3-4FB9-8C8F-0A1E4A5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185CC-5F2F-4F65-9AE7-0F63234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746568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6B7E0-9F8A-4497-95D2-587EB02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E4EDF-35CF-471F-8EF1-3241FB0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E8F8-F969-451D-9656-8B7F25D3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4B625-6BBE-4CEB-B919-46CEE2D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A7417-C69B-4EE8-985B-AC38448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1D197-AE7D-42CB-B716-153D2998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laws of thermoelectricity. Expression for thermo emf in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0B26D-190E-4295-8E3A-97246605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F58F4-0205-4837-A11A-E345F553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74C1D-B7CB-4BDD-9B5B-68BCD12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EB6D0-DF6E-4E77-9CF3-A7AB6828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F22CA-D224-457C-8C34-1BE871D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238221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D39FB-B0D4-47F8-90A4-DE46D774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7BA25-A505-4F9C-B428-3D2A1AEA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76969-CCD1-4747-95DC-4599335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EB2F0-9362-4BE4-98F0-71EA2C8F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93D8-0A8C-426B-8C2B-B333169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 couples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893FF-55AB-4489-B2AA-3A1AE577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 couples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04E1C-CA48-44B1-AEF5-D390CCDE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28173-B994-474D-8099-29E8CC0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78EB-2973-487C-ADD3-F3F785C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E942E-FC10-46E9-9EA6-792BEF66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99A3C-F212-4F4B-86D8-78F1D140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3365D-E275-4036-AA5E-9FABC2D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60724-310B-4318-8A42-BE4C9064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B27B3-7784-4B7F-9E33-F97D242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A3368-C252-454A-B4D7-72450CF9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CD8EC-B1D7-4180-8540-9DBC4C5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3949258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D789E-763A-4CE6-BF22-50DBAE03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21D1F-706F-4CFD-8B16-B002146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DBA04-D78E-43D9-A051-7DB56A9C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C95A9-B4F7-460F-A8A9-308D998C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9FD2E-D4D3-48EA-8ED5-AD055620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6A43E-BBCE-489D-A5C9-802688E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6C781-E31E-471F-A533-2EFF5254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6ECA5-85D5-4357-BC4E-63A72D9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8061E-72F6-4734-960B-36B9181A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Thermo couple...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1AE97-E024-4F91-8392-16F0A797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372BA-1632-4F9F-A4FF-7464DBC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F803B-E297-40EC-BA87-9FCC689E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Thermo coup...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DE60C-DB38-48D9-AA4F-E08BED5F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ADB42-9129-4A73-B692-29ECE43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3254D-D03E-4F90-9EA2-46E882FD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Thermo...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60089-B635-4D14-8AD3-33BC67B2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66E64-7EF4-4ED3-A3E2-B1E3C69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CF8F5-05D5-4503-97AC-E5514779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Thermo cou...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C7FA6-B919-4129-9972-8EFB707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F437FC-5AE8-4E14-B745-45F1CB9E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F1DA7-79D7-499F-A375-569CBB1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Thermo couples.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B9785-7398-475C-A585-1DBE975D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DEE5D-6C62-4919-A8BD-BE8227D1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440937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B54FB-B7A2-46F9-B485-53EFEA7A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92BF-4F6D-495F-815E-5739DE8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3C977-C286-4BE0-B6AF-5B685593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0FF98-3FAA-4FD6-94C9-E24329B0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BE93C-843A-404C-B1A6-0D2F3897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54748-F575-4DA9-AFE1-258E1C7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33DFB-F462-4481-9F8E-B802BDFF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4202E-4372-4FBD-A89A-BABB3727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0C483-67DD-4807-B4F3-60370473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49E51-CF98-46ED-8CEE-A42DF6BC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254A6-CDEF-44B7-899B-CECB0681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9F2FC-0BD7-496D-98C6-6E1F6356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4D171-05CB-4789-93AF-06B6BAC7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1F19B-8668-4B97-A1F0-1BF1BB8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BA851-DCEF-45CF-BA3D-5326B19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091555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7BE61-6984-4C7E-A4AE-80C61145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7E58F-826D-496C-943E-3107022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8D39C-FDE6-4E9B-8CD2-1C06244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45B3B-112A-4814-93AB-114F4D4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A3012-CAE4-42C6-976E-D034E9E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A0A24-2745-4915-9E01-427D4C33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 couples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9AC26-A22A-43AF-B430-F21F4AE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7DF69-7566-4682-9F46-9459C620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A402C-DF7B-4310-AEE2-17D56250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29C99-C2AB-4D27-8F53-F26CE2BC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585AF-0423-4AE0-A1F8-5B9DB905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28770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96D99-FA64-40D0-964D-861E36D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4AFB0-4B4C-4939-ADD5-C2C6F15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BAE99-3606-4470-8E7D-EB40A8AE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3D166-E686-4042-831E-F685C0D4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5090E-C880-448C-ADFF-C72A6D8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thermopile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AE12E-E0FE-49FC-814D-5ACFFCEA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thermopile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CAFE6-7230-4AAE-974A-E5FC6732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39F3B-0ADE-411F-A403-118A842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87ECB-941E-46F4-8BBA-E930EC21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051F2-3618-4A3D-9069-E66F869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D7D9A-41C3-493A-86D0-15310DA0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91AFB-8A4F-4021-BDDD-C1FB711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914F7-A84F-4CF5-8418-82AD7F8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0A862-77F2-493A-A46A-3B4126D8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9C2DC-7E5E-494C-BEB8-39C955A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54940-096A-4BDB-AEA0-9C9C569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562261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68285-4AA0-42C5-9424-0EFB328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8D485-4DD9-44CC-B578-3C6C6D6D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5962A-F771-48BA-9038-8B28DDF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9AAA8-BC59-420D-B3F8-419E89F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E63C6-3055-4B26-9D2C-FAE7B496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9C882-F607-405F-883D-1C07630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CADEE-D064-4BB8-92B6-FBCB778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88030-80F9-4E58-B203-FFD9B759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27966-AD66-43AD-832A-BCFAF756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thermopile.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B8312-4694-4202-82C6-2948941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41446-2491-498C-A3F4-EB27BCB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8D07B-F96B-47E2-A481-48F2CF68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thermopile.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77D0E-6E38-437F-A450-51AAEC70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2A9BC-4AE7-419B-AD2F-452C532F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B3FA7-0960-45DE-AEBE-B0CFA26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thermop...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A40DA-BCAD-4BE8-A112-ED378AE7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16E53-BEA2-4833-801C-EA102714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2735E-5744-4D02-956A-D2B0C86C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thermopile.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20593-B40B-4EA4-AD3E-A3DD194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1C638-6656-4C23-84F8-8060E4D0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084B8-A9D9-4603-B547-F4E5A51D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thermopile.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8A219-B5AA-4F8C-80AA-531A8E1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38CBA-BFF0-4FB1-8E7D-C204E0B7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3571502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75241-355A-4762-856A-C538E15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B71F4-4582-4EB8-AC6A-8AA4315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0DE28-28EA-443E-B025-1828733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49178-E54D-442D-9F8A-6527EBAD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9355-75CD-4555-958E-707A074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DBB2-44C2-442D-A910-F038640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798AA-8945-4B5D-8549-ADE03D9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338C5-CDC6-4D4A-9023-B66D97A8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20E4F-0352-4A76-B26C-6252478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9F6A7-853C-4D8D-906D-B20477D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7D8B7-847F-4358-A6C5-9432D2DF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84660-36D9-4F81-8FBD-62EA6158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3D90A-2ACB-4F59-91DE-55B5CE68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89EC9-5DDC-4F75-AEDE-516C53C6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F521D-3F37-4EAC-8051-13CFE86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4316078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1E738-4661-42A7-B24C-A7429E8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F68D7-8206-4844-83A1-AF9E44CC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94D80-46FF-46E9-AEF9-D1D683A2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06E48-23ED-487D-B5C5-4194CA9C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87095-FA89-4D07-9D47-C4FA3AF4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D1526-EA46-4FDF-8D3A-2C73A8F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thermopile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7B5BC-F7CA-4A89-9C93-3CA61151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C48C7-655B-49EE-B5D1-9191CA2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A04BA-C090-4E68-8DE2-4DFC60B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65C0E-C859-452B-87EB-301D0D1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2BA8D-D8E6-4D31-A21D-3E682848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548365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E78F6-58F0-4BE8-B06F-CBF6349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7260C-13A4-4BB1-BF27-0465F9F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D9A8A-FE80-4A77-8FC9-37B1943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920E0-4C05-4D9A-A3CD-EA9790CC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C8F8C-D65B-425E-B620-1B1FB5DC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C9DDA-B75F-4251-9BF8-2B805800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20586412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3CD95-F934-4D57-AA82-8DCE8D7B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B729E-9E7B-4A82-97F0-C9CE07C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25472-BA68-4691-AAA9-90957269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BB34B-02D1-4D46-BC4A-4785832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F2012-90E6-45A7-8A17-B6C413BA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Thermoelectric: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materials: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devices: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Thermo: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current: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94AAE-2C5B-4DA9-88E0-833E605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6638597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CF559-F293-4691-958E-CFCB38F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A4014-A2AA-4E06-B25E-8753B102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28B33-BA9C-4F46-98C1-9EEBBA3D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52717-F825-4E5D-B151-393B942C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3D88D-90AC-42E9-9C6B-647C4431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F6F94-566C-4A76-9908-3BB190A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7625522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1C61-2D72-492D-8A55-E0DA653A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C11CB-86D9-4D39-88E2-6C629C28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5312A-4155-43FF-AF57-051EC31A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64497-F1A3-4D56-A208-D3B79E6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FB97A-36DE-4BB5-B41D-162C87D9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76E1C-261A-4D48-951C-CD6C9A0D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6464980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1DD77-A148-4F1A-8C36-CE34FF9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03F72-EE47-4ADB-BAE4-2DBF79D4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A97A4-376C-4E71-B0C4-FDB5B46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FFF58-38C7-425E-8781-7139F401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10B24-C575-4BC3-84AD-B4A07BA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Thermoelectric materials and devices: Thermo emf and thermo current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Seeb eck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Peltier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Seeb eck and Peltier coefficients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figure of merit (Mention Expression)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7733F-8CCE-4A26-8E53-E2ACA403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63FE7-C4F1-446A-B9BC-137B1D7C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60241-14BA-49C8-9317-C30B847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ELECTRICAL ENGINEERING MATERIALS</a:t>
            </a:r>
          </a:p>
        </p:txBody>
      </p:sp>
    </p:spTree>
    <p:extLst>
      <p:ext uri="{BB962C8B-B14F-4D97-AF65-F5344CB8AC3E}">
        <p14:creationId xmlns:p14="http://schemas.microsoft.com/office/powerpoint/2010/main" val="1263408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2026-08-24T16:03:08.9490000Z</dcterms:created>
  <dcterms:modified xsi:type="dcterms:W3CDTF">2026-08-24T16:03:08.9490000Z</dcterms:modified>
</coreProperties>
</file>