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c1535d4fa242f3" /><Relationship Type="http://schemas.openxmlformats.org/officeDocument/2006/relationships/extended-properties" Target="/docProps/app.xml" Id="R1710f2d89ad34ac3" /><Relationship Type="http://schemas.openxmlformats.org/officeDocument/2006/relationships/officeDocument" Target="/ppt/presentation.xml" Id="R18f61ecbe6b948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637970e25e41be"/>
  </p:sldMasterIdLst>
  <p:notesMasterIdLst>
    <p:notesMasterId xmlns:r="http://schemas.openxmlformats.org/officeDocument/2006/relationships" r:id="R48c90c2df9dd4207"/>
  </p:notesMasterIdLst>
  <p:sldIdLst>
    <p:sldId xmlns:r="http://schemas.openxmlformats.org/officeDocument/2006/relationships" id="256" r:id="R2dfc72f7ad434c2c"/>
    <p:sldId xmlns:r="http://schemas.openxmlformats.org/officeDocument/2006/relationships" id="257" r:id="R0ab9ea02e4aa4e79"/>
    <p:sldId xmlns:r="http://schemas.openxmlformats.org/officeDocument/2006/relationships" id="258" r:id="R0527873e43f24879"/>
    <p:sldId xmlns:r="http://schemas.openxmlformats.org/officeDocument/2006/relationships" id="259" r:id="Ra744ff8549044402"/>
    <p:sldId xmlns:r="http://schemas.openxmlformats.org/officeDocument/2006/relationships" id="260" r:id="R47654476a89e40dc"/>
    <p:sldId xmlns:r="http://schemas.openxmlformats.org/officeDocument/2006/relationships" id="261" r:id="R4bad35e7d1ae4d25"/>
    <p:sldId xmlns:r="http://schemas.openxmlformats.org/officeDocument/2006/relationships" id="262" r:id="R458e72f48f364f16"/>
    <p:sldId xmlns:r="http://schemas.openxmlformats.org/officeDocument/2006/relationships" id="263" r:id="Re6c7637ae72d4bbd"/>
    <p:sldId xmlns:r="http://schemas.openxmlformats.org/officeDocument/2006/relationships" id="264" r:id="R3189cd326b0440d4"/>
    <p:sldId xmlns:r="http://schemas.openxmlformats.org/officeDocument/2006/relationships" id="265" r:id="R3512d51f98044f97"/>
    <p:sldId xmlns:r="http://schemas.openxmlformats.org/officeDocument/2006/relationships" id="266" r:id="R12b0079e508048d8"/>
    <p:sldId xmlns:r="http://schemas.openxmlformats.org/officeDocument/2006/relationships" id="267" r:id="R80fb6a9bc48a4662"/>
    <p:sldId xmlns:r="http://schemas.openxmlformats.org/officeDocument/2006/relationships" id="268" r:id="R5293d207ae854076"/>
    <p:sldId xmlns:r="http://schemas.openxmlformats.org/officeDocument/2006/relationships" id="269" r:id="Rcfbf1f60d95d4961"/>
    <p:sldId xmlns:r="http://schemas.openxmlformats.org/officeDocument/2006/relationships" id="270" r:id="R9bdea27042824dc0"/>
    <p:sldId xmlns:r="http://schemas.openxmlformats.org/officeDocument/2006/relationships" id="271" r:id="Re7a097b230814cac"/>
    <p:sldId xmlns:r="http://schemas.openxmlformats.org/officeDocument/2006/relationships" id="272" r:id="R30427cb01f7d49da"/>
    <p:sldId xmlns:r="http://schemas.openxmlformats.org/officeDocument/2006/relationships" id="273" r:id="R74157f188f7b4900"/>
    <p:sldId xmlns:r="http://schemas.openxmlformats.org/officeDocument/2006/relationships" id="274" r:id="R2cf66f70aedf4288"/>
    <p:sldId xmlns:r="http://schemas.openxmlformats.org/officeDocument/2006/relationships" id="275" r:id="R5caadb240a16483b"/>
    <p:sldId xmlns:r="http://schemas.openxmlformats.org/officeDocument/2006/relationships" id="276" r:id="R3431b8b1f9ab4275"/>
    <p:sldId xmlns:r="http://schemas.openxmlformats.org/officeDocument/2006/relationships" id="277" r:id="R3da09e4559af4209"/>
    <p:sldId xmlns:r="http://schemas.openxmlformats.org/officeDocument/2006/relationships" id="278" r:id="R75b3fd4091f94781"/>
    <p:sldId xmlns:r="http://schemas.openxmlformats.org/officeDocument/2006/relationships" id="279" r:id="R929adb7bd9424493"/>
    <p:sldId xmlns:r="http://schemas.openxmlformats.org/officeDocument/2006/relationships" id="280" r:id="R764dd35f32054209"/>
    <p:sldId xmlns:r="http://schemas.openxmlformats.org/officeDocument/2006/relationships" id="281" r:id="R0b745847e8dc4e0b"/>
    <p:sldId xmlns:r="http://schemas.openxmlformats.org/officeDocument/2006/relationships" id="282" r:id="R2d2db7614da743d8"/>
    <p:sldId xmlns:r="http://schemas.openxmlformats.org/officeDocument/2006/relationships" id="283" r:id="R02a520e997ee45bd"/>
    <p:sldId xmlns:r="http://schemas.openxmlformats.org/officeDocument/2006/relationships" id="284" r:id="R90b1edcf25144973"/>
    <p:sldId xmlns:r="http://schemas.openxmlformats.org/officeDocument/2006/relationships" id="285" r:id="R68ae16b78f8c4e08"/>
    <p:sldId xmlns:r="http://schemas.openxmlformats.org/officeDocument/2006/relationships" id="286" r:id="R3171e4385d034575"/>
    <p:sldId xmlns:r="http://schemas.openxmlformats.org/officeDocument/2006/relationships" id="287" r:id="R003e519b42874bd9"/>
    <p:sldId xmlns:r="http://schemas.openxmlformats.org/officeDocument/2006/relationships" id="288" r:id="Rd5ebae4ca13e4895"/>
    <p:sldId xmlns:r="http://schemas.openxmlformats.org/officeDocument/2006/relationships" id="289" r:id="R0c62997d9d9f4d13"/>
    <p:sldId xmlns:r="http://schemas.openxmlformats.org/officeDocument/2006/relationships" id="290" r:id="R3692b93013d84fc8"/>
    <p:sldId xmlns:r="http://schemas.openxmlformats.org/officeDocument/2006/relationships" id="291" r:id="R982f2258db84451f"/>
    <p:sldId xmlns:r="http://schemas.openxmlformats.org/officeDocument/2006/relationships" id="292" r:id="Rc532b90645944c1f"/>
    <p:sldId xmlns:r="http://schemas.openxmlformats.org/officeDocument/2006/relationships" id="293" r:id="R45714b7b8d944c83"/>
    <p:sldId xmlns:r="http://schemas.openxmlformats.org/officeDocument/2006/relationships" id="294" r:id="R28b29106c6dc404e"/>
    <p:sldId xmlns:r="http://schemas.openxmlformats.org/officeDocument/2006/relationships" id="295" r:id="R168723e9a2184f0f"/>
    <p:sldId xmlns:r="http://schemas.openxmlformats.org/officeDocument/2006/relationships" id="296" r:id="R1eefe0c025bb4513"/>
    <p:sldId xmlns:r="http://schemas.openxmlformats.org/officeDocument/2006/relationships" id="297" r:id="R9ca691debd8241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0c2c8b05eb4488" /><Relationship Type="http://schemas.openxmlformats.org/officeDocument/2006/relationships/slideMaster" Target="/ppt/slideMasters/slideMaster1.xml" Id="R0a637970e25e41be" /><Relationship Type="http://schemas.openxmlformats.org/officeDocument/2006/relationships/notesMaster" Target="/ppt/notesMasters/notesMaster1.xml" Id="R48c90c2df9dd4207" /><Relationship Type="http://schemas.openxmlformats.org/officeDocument/2006/relationships/presProps" Target="/ppt/presProps.xml" Id="R904d3164d4e3440d" /><Relationship Type="http://schemas.openxmlformats.org/officeDocument/2006/relationships/tableStyles" Target="/ppt/tableStyles.xml" Id="Rd9defe9d26974d4e" /><Relationship Type="http://schemas.openxmlformats.org/officeDocument/2006/relationships/slide" Target="/ppt/slides/slide1.xml" Id="R2dfc72f7ad434c2c" /><Relationship Type="http://schemas.openxmlformats.org/officeDocument/2006/relationships/slide" Target="/ppt/slides/slide2.xml" Id="R0ab9ea02e4aa4e79" /><Relationship Type="http://schemas.openxmlformats.org/officeDocument/2006/relationships/slide" Target="/ppt/slides/slide3.xml" Id="R0527873e43f24879" /><Relationship Type="http://schemas.openxmlformats.org/officeDocument/2006/relationships/slide" Target="/ppt/slides/slide4.xml" Id="Ra744ff8549044402" /><Relationship Type="http://schemas.openxmlformats.org/officeDocument/2006/relationships/slide" Target="/ppt/slides/slide5.xml" Id="R47654476a89e40dc" /><Relationship Type="http://schemas.openxmlformats.org/officeDocument/2006/relationships/slide" Target="/ppt/slides/slide6.xml" Id="R4bad35e7d1ae4d25" /><Relationship Type="http://schemas.openxmlformats.org/officeDocument/2006/relationships/slide" Target="/ppt/slides/slide7.xml" Id="R458e72f48f364f16" /><Relationship Type="http://schemas.openxmlformats.org/officeDocument/2006/relationships/slide" Target="/ppt/slides/slide8.xml" Id="Re6c7637ae72d4bbd" /><Relationship Type="http://schemas.openxmlformats.org/officeDocument/2006/relationships/slide" Target="/ppt/slides/slide9.xml" Id="R3189cd326b0440d4" /><Relationship Type="http://schemas.openxmlformats.org/officeDocument/2006/relationships/slide" Target="/ppt/slides/slide10.xml" Id="R3512d51f98044f97" /><Relationship Type="http://schemas.openxmlformats.org/officeDocument/2006/relationships/slide" Target="/ppt/slides/slide11.xml" Id="R12b0079e508048d8" /><Relationship Type="http://schemas.openxmlformats.org/officeDocument/2006/relationships/slide" Target="/ppt/slides/slide12.xml" Id="R80fb6a9bc48a4662" /><Relationship Type="http://schemas.openxmlformats.org/officeDocument/2006/relationships/slide" Target="/ppt/slides/slide13.xml" Id="R5293d207ae854076" /><Relationship Type="http://schemas.openxmlformats.org/officeDocument/2006/relationships/slide" Target="/ppt/slides/slide14.xml" Id="Rcfbf1f60d95d4961" /><Relationship Type="http://schemas.openxmlformats.org/officeDocument/2006/relationships/slide" Target="/ppt/slides/slide15.xml" Id="R9bdea27042824dc0" /><Relationship Type="http://schemas.openxmlformats.org/officeDocument/2006/relationships/slide" Target="/ppt/slides/slide16.xml" Id="Re7a097b230814cac" /><Relationship Type="http://schemas.openxmlformats.org/officeDocument/2006/relationships/slide" Target="/ppt/slides/slide17.xml" Id="R30427cb01f7d49da" /><Relationship Type="http://schemas.openxmlformats.org/officeDocument/2006/relationships/slide" Target="/ppt/slides/slide18.xml" Id="R74157f188f7b4900" /><Relationship Type="http://schemas.openxmlformats.org/officeDocument/2006/relationships/slide" Target="/ppt/slides/slide19.xml" Id="R2cf66f70aedf4288" /><Relationship Type="http://schemas.openxmlformats.org/officeDocument/2006/relationships/slide" Target="/ppt/slides/slide20.xml" Id="R5caadb240a16483b" /><Relationship Type="http://schemas.openxmlformats.org/officeDocument/2006/relationships/slide" Target="/ppt/slides/slide21.xml" Id="R3431b8b1f9ab4275" /><Relationship Type="http://schemas.openxmlformats.org/officeDocument/2006/relationships/slide" Target="/ppt/slides/slide22.xml" Id="R3da09e4559af4209" /><Relationship Type="http://schemas.openxmlformats.org/officeDocument/2006/relationships/slide" Target="/ppt/slides/slide23.xml" Id="R75b3fd4091f94781" /><Relationship Type="http://schemas.openxmlformats.org/officeDocument/2006/relationships/slide" Target="/ppt/slides/slide24.xml" Id="R929adb7bd9424493" /><Relationship Type="http://schemas.openxmlformats.org/officeDocument/2006/relationships/slide" Target="/ppt/slides/slide25.xml" Id="R764dd35f32054209" /><Relationship Type="http://schemas.openxmlformats.org/officeDocument/2006/relationships/slide" Target="/ppt/slides/slide26.xml" Id="R0b745847e8dc4e0b" /><Relationship Type="http://schemas.openxmlformats.org/officeDocument/2006/relationships/slide" Target="/ppt/slides/slide27.xml" Id="R2d2db7614da743d8" /><Relationship Type="http://schemas.openxmlformats.org/officeDocument/2006/relationships/slide" Target="/ppt/slides/slide28.xml" Id="R02a520e997ee45bd" /><Relationship Type="http://schemas.openxmlformats.org/officeDocument/2006/relationships/slide" Target="/ppt/slides/slide29.xml" Id="R90b1edcf25144973" /><Relationship Type="http://schemas.openxmlformats.org/officeDocument/2006/relationships/slide" Target="/ppt/slides/slide30.xml" Id="R68ae16b78f8c4e08" /><Relationship Type="http://schemas.openxmlformats.org/officeDocument/2006/relationships/slide" Target="/ppt/slides/slide31.xml" Id="R3171e4385d034575" /><Relationship Type="http://schemas.openxmlformats.org/officeDocument/2006/relationships/slide" Target="/ppt/slides/slide32.xml" Id="R003e519b42874bd9" /><Relationship Type="http://schemas.openxmlformats.org/officeDocument/2006/relationships/slide" Target="/ppt/slides/slide33.xml" Id="Rd5ebae4ca13e4895" /><Relationship Type="http://schemas.openxmlformats.org/officeDocument/2006/relationships/slide" Target="/ppt/slides/slide34.xml" Id="R0c62997d9d9f4d13" /><Relationship Type="http://schemas.openxmlformats.org/officeDocument/2006/relationships/slide" Target="/ppt/slides/slide35.xml" Id="R3692b93013d84fc8" /><Relationship Type="http://schemas.openxmlformats.org/officeDocument/2006/relationships/slide" Target="/ppt/slides/slide36.xml" Id="R982f2258db84451f" /><Relationship Type="http://schemas.openxmlformats.org/officeDocument/2006/relationships/slide" Target="/ppt/slides/slide37.xml" Id="Rc532b90645944c1f" /><Relationship Type="http://schemas.openxmlformats.org/officeDocument/2006/relationships/slide" Target="/ppt/slides/slide38.xml" Id="R45714b7b8d944c83" /><Relationship Type="http://schemas.openxmlformats.org/officeDocument/2006/relationships/slide" Target="/ppt/slides/slide39.xml" Id="R28b29106c6dc404e" /><Relationship Type="http://schemas.openxmlformats.org/officeDocument/2006/relationships/slide" Target="/ppt/slides/slide40.xml" Id="R168723e9a2184f0f" /><Relationship Type="http://schemas.openxmlformats.org/officeDocument/2006/relationships/slide" Target="/ppt/slides/slide41.xml" Id="R1eefe0c025bb4513" /><Relationship Type="http://schemas.openxmlformats.org/officeDocument/2006/relationships/slide" Target="/ppt/slides/slide42.xml" Id="R9ca691debd8241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6f7b91f0ae41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8517c8dca9499c" /><Relationship Type="http://schemas.openxmlformats.org/officeDocument/2006/relationships/notesMaster" Target="/ppt/notesMasters/notesMaster1.xml" Id="R0968b6e694034a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c7d07f06e24da0" /><Relationship Type="http://schemas.openxmlformats.org/officeDocument/2006/relationships/notesMaster" Target="/ppt/notesMasters/notesMaster1.xml" Id="R18d126f363a543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a8c72c3fb34c32" /><Relationship Type="http://schemas.openxmlformats.org/officeDocument/2006/relationships/notesMaster" Target="/ppt/notesMasters/notesMaster1.xml" Id="R0e37b839ea9b43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358337fcf84c5c" /><Relationship Type="http://schemas.openxmlformats.org/officeDocument/2006/relationships/notesMaster" Target="/ppt/notesMasters/notesMaster1.xml" Id="R3b64fad72a6b43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48ee1c81c6464d" /><Relationship Type="http://schemas.openxmlformats.org/officeDocument/2006/relationships/notesMaster" Target="/ppt/notesMasters/notesMaster1.xml" Id="R71a1f6e9ecc64d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b788f0b0a94f22" /><Relationship Type="http://schemas.openxmlformats.org/officeDocument/2006/relationships/notesMaster" Target="/ppt/notesMasters/notesMaster1.xml" Id="R2a2d7619c3f74d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926abfeccf4697" /><Relationship Type="http://schemas.openxmlformats.org/officeDocument/2006/relationships/notesMaster" Target="/ppt/notesMasters/notesMaster1.xml" Id="R0b9b7329bf8840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a18811b6044831" /><Relationship Type="http://schemas.openxmlformats.org/officeDocument/2006/relationships/notesMaster" Target="/ppt/notesMasters/notesMaster1.xml" Id="R25586eaf193d4b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110fb6cb0d4930" /><Relationship Type="http://schemas.openxmlformats.org/officeDocument/2006/relationships/notesMaster" Target="/ppt/notesMasters/notesMaster1.xml" Id="Rb111c432c6d543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baae3f6f7e40f8" /><Relationship Type="http://schemas.openxmlformats.org/officeDocument/2006/relationships/notesMaster" Target="/ppt/notesMasters/notesMaster1.xml" Id="R9c02558440c34cb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c3a44caac3741cf" /><Relationship Type="http://schemas.openxmlformats.org/officeDocument/2006/relationships/notesMaster" Target="/ppt/notesMasters/notesMaster1.xml" Id="Rba35c38113a146b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9cf19f7e7ec49c3" /><Relationship Type="http://schemas.openxmlformats.org/officeDocument/2006/relationships/notesMaster" Target="/ppt/notesMasters/notesMaster1.xml" Id="R5f261137a71842c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4b86c7b0bac47e8" /><Relationship Type="http://schemas.openxmlformats.org/officeDocument/2006/relationships/notesMaster" Target="/ppt/notesMasters/notesMaster1.xml" Id="Re31e2160f1c24a2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9d89960d02e43c6" /><Relationship Type="http://schemas.openxmlformats.org/officeDocument/2006/relationships/notesMaster" Target="/ppt/notesMasters/notesMaster1.xml" Id="R91f7ce1187254d5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023feb3bc8640c3" /><Relationship Type="http://schemas.openxmlformats.org/officeDocument/2006/relationships/notesMaster" Target="/ppt/notesMasters/notesMaster1.xml" Id="R1243bc8ea0a444d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f58bd6ad31f4af8" /><Relationship Type="http://schemas.openxmlformats.org/officeDocument/2006/relationships/notesMaster" Target="/ppt/notesMasters/notesMaster1.xml" Id="Rc749e088d295447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34bac1af0404556" /><Relationship Type="http://schemas.openxmlformats.org/officeDocument/2006/relationships/notesMaster" Target="/ppt/notesMasters/notesMaster1.xml" Id="Rf7d20fe501344b6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902cb9db59741bd" /><Relationship Type="http://schemas.openxmlformats.org/officeDocument/2006/relationships/notesMaster" Target="/ppt/notesMasters/notesMaster1.xml" Id="Rb7836c8ab2784bf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1ddb21b25fd4567" /><Relationship Type="http://schemas.openxmlformats.org/officeDocument/2006/relationships/notesMaster" Target="/ppt/notesMasters/notesMaster1.xml" Id="R4ee9c88def12458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969c8d31b624111" /><Relationship Type="http://schemas.openxmlformats.org/officeDocument/2006/relationships/notesMaster" Target="/ppt/notesMasters/notesMaster1.xml" Id="R8e74c25ff44549c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792f55e73024ca4" /><Relationship Type="http://schemas.openxmlformats.org/officeDocument/2006/relationships/notesMaster" Target="/ppt/notesMasters/notesMaster1.xml" Id="Reaeea171cf4a4d7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b0edb76f52f45ab" /><Relationship Type="http://schemas.openxmlformats.org/officeDocument/2006/relationships/notesMaster" Target="/ppt/notesMasters/notesMaster1.xml" Id="R97779e954b4a46a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ac3dca32f6f4300" /><Relationship Type="http://schemas.openxmlformats.org/officeDocument/2006/relationships/notesMaster" Target="/ppt/notesMasters/notesMaster1.xml" Id="Re3fe29377afd4b9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665b96d1cf64422" /><Relationship Type="http://schemas.openxmlformats.org/officeDocument/2006/relationships/notesMaster" Target="/ppt/notesMasters/notesMaster1.xml" Id="R0aa7d81f2f9a4b4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9e6760deb6245e0" /><Relationship Type="http://schemas.openxmlformats.org/officeDocument/2006/relationships/notesMaster" Target="/ppt/notesMasters/notesMaster1.xml" Id="Ra12c900b954243e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45a06f7f51541df" /><Relationship Type="http://schemas.openxmlformats.org/officeDocument/2006/relationships/notesMaster" Target="/ppt/notesMasters/notesMaster1.xml" Id="Ra99294d91a634d2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e4104e4b05f4d33" /><Relationship Type="http://schemas.openxmlformats.org/officeDocument/2006/relationships/notesMaster" Target="/ppt/notesMasters/notesMaster1.xml" Id="R9e08697bc6314ed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376cf3cf2924b86" /><Relationship Type="http://schemas.openxmlformats.org/officeDocument/2006/relationships/notesMaster" Target="/ppt/notesMasters/notesMaster1.xml" Id="Rd260390fecf8433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4e57e38c6354d54" /><Relationship Type="http://schemas.openxmlformats.org/officeDocument/2006/relationships/notesMaster" Target="/ppt/notesMasters/notesMaster1.xml" Id="R6e8d03f7b1a9454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5ffbd1992cc40f2" /><Relationship Type="http://schemas.openxmlformats.org/officeDocument/2006/relationships/notesMaster" Target="/ppt/notesMasters/notesMaster1.xml" Id="R3170c9e26124404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d2a6f45d86e477b" /><Relationship Type="http://schemas.openxmlformats.org/officeDocument/2006/relationships/notesMaster" Target="/ppt/notesMasters/notesMaster1.xml" Id="R321711394d6a428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21fdc193b8842dd" /><Relationship Type="http://schemas.openxmlformats.org/officeDocument/2006/relationships/notesMaster" Target="/ppt/notesMasters/notesMaster1.xml" Id="R5053018001284d9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c272cf86e074f91" /><Relationship Type="http://schemas.openxmlformats.org/officeDocument/2006/relationships/notesMaster" Target="/ppt/notesMasters/notesMaster1.xml" Id="Rf445c4e8c2094fc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622f85d95d54433" /><Relationship Type="http://schemas.openxmlformats.org/officeDocument/2006/relationships/notesMaster" Target="/ppt/notesMasters/notesMaster1.xml" Id="Rd97af01343de481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7a4e17d235b4b23" /><Relationship Type="http://schemas.openxmlformats.org/officeDocument/2006/relationships/notesMaster" Target="/ppt/notesMasters/notesMaster1.xml" Id="Rd61d0a51fda049b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2038451707f41e0" /><Relationship Type="http://schemas.openxmlformats.org/officeDocument/2006/relationships/notesMaster" Target="/ppt/notesMasters/notesMaster1.xml" Id="R006ffbe36521441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12b53e51e6b44e9" /><Relationship Type="http://schemas.openxmlformats.org/officeDocument/2006/relationships/notesMaster" Target="/ppt/notesMasters/notesMaster1.xml" Id="R75bb5d84c22e483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611e373b8ca4d6e" /><Relationship Type="http://schemas.openxmlformats.org/officeDocument/2006/relationships/notesMaster" Target="/ppt/notesMasters/notesMaster1.xml" Id="Ra7230bea8b4b4d7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e4d19ca3c064131" /><Relationship Type="http://schemas.openxmlformats.org/officeDocument/2006/relationships/notesMaster" Target="/ppt/notesMasters/notesMaster1.xml" Id="R93bacaca059849c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05aa5b59b473497a" /><Relationship Type="http://schemas.openxmlformats.org/officeDocument/2006/relationships/notesMaster" Target="/ppt/notesMasters/notesMaster1.xml" Id="R3ea2957ad44d473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cfb41cdac9c64e03" /><Relationship Type="http://schemas.openxmlformats.org/officeDocument/2006/relationships/notesMaster" Target="/ppt/notesMasters/notesMaster1.xml" Id="R52a2a9038d5a41bb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ccec0fe2c8744e06" /><Relationship Type="http://schemas.openxmlformats.org/officeDocument/2006/relationships/notesMaster" Target="/ppt/notesMasters/notesMaster1.xml" Id="Rd35acb0771b14b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ac01bc518b44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d729cea00c455b" /><Relationship Type="http://schemas.openxmlformats.org/officeDocument/2006/relationships/slideLayout" Target="/ppt/slideLayouts/slideLayout1.xml" Id="Rf5bd4e50a0104b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bd4e50a0104b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8fccf3df44969" /><Relationship Type="http://schemas.openxmlformats.org/officeDocument/2006/relationships/notesSlide" Target="/ppt/notesSlides/notesSlide1.xml" Id="Reb2d5aeec73d4e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5929667ac34385" /><Relationship Type="http://schemas.openxmlformats.org/officeDocument/2006/relationships/notesSlide" Target="/ppt/notesSlides/notesSlide2.xml" Id="R36bd39dfa50441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df1eb356443a5" /><Relationship Type="http://schemas.openxmlformats.org/officeDocument/2006/relationships/notesSlide" Target="/ppt/notesSlides/notesSlide3.xml" Id="Ra3abd9f90f784a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d3797cf674cc3" /><Relationship Type="http://schemas.openxmlformats.org/officeDocument/2006/relationships/notesSlide" Target="/ppt/notesSlides/notesSlide4.xml" Id="R3849443921e042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4a75822f8644db" /><Relationship Type="http://schemas.openxmlformats.org/officeDocument/2006/relationships/notesSlide" Target="/ppt/notesSlides/notesSlide5.xml" Id="R321ef72980e74d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9bc8c6ffbb4d38" /><Relationship Type="http://schemas.openxmlformats.org/officeDocument/2006/relationships/notesSlide" Target="/ppt/notesSlides/notesSlide6.xml" Id="R984ede6a1dff45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4063b302854e1b" /><Relationship Type="http://schemas.openxmlformats.org/officeDocument/2006/relationships/notesSlide" Target="/ppt/notesSlides/notesSlide7.xml" Id="Rd31dbb81fba64b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94dcbe6ca4175" /><Relationship Type="http://schemas.openxmlformats.org/officeDocument/2006/relationships/notesSlide" Target="/ppt/notesSlides/notesSlide8.xml" Id="R20689e8f2b78415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f473d05634efc" /><Relationship Type="http://schemas.openxmlformats.org/officeDocument/2006/relationships/notesSlide" Target="/ppt/notesSlides/notesSlide9.xml" Id="R87bcbb0d459d440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eb8794ae5648c3" /><Relationship Type="http://schemas.openxmlformats.org/officeDocument/2006/relationships/notesSlide" Target="/ppt/notesSlides/notesSlide10.xml" Id="Rd14ec65c50c54f0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21af3e87174255" /><Relationship Type="http://schemas.openxmlformats.org/officeDocument/2006/relationships/notesSlide" Target="/ppt/notesSlides/notesSlide11.xml" Id="Ra1578dd23df5420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64783cd374c17" /><Relationship Type="http://schemas.openxmlformats.org/officeDocument/2006/relationships/notesSlide" Target="/ppt/notesSlides/notesSlide12.xml" Id="R25d6a66dd09b4ce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45b97f18c417c" /><Relationship Type="http://schemas.openxmlformats.org/officeDocument/2006/relationships/notesSlide" Target="/ppt/notesSlides/notesSlide13.xml" Id="R7ecce5b70ee14ae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10725242d4165" /><Relationship Type="http://schemas.openxmlformats.org/officeDocument/2006/relationships/notesSlide" Target="/ppt/notesSlides/notesSlide14.xml" Id="Red9c0dc918e845b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06ed6025984556" /><Relationship Type="http://schemas.openxmlformats.org/officeDocument/2006/relationships/notesSlide" Target="/ppt/notesSlides/notesSlide15.xml" Id="R4cbe04fb8afb4f6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07ad8816940ec" /><Relationship Type="http://schemas.openxmlformats.org/officeDocument/2006/relationships/notesSlide" Target="/ppt/notesSlides/notesSlide16.xml" Id="R171a16fccd7f481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5796d1c37448b7" /><Relationship Type="http://schemas.openxmlformats.org/officeDocument/2006/relationships/notesSlide" Target="/ppt/notesSlides/notesSlide17.xml" Id="R5b007580d6144f2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755ed6062446c4" /><Relationship Type="http://schemas.openxmlformats.org/officeDocument/2006/relationships/notesSlide" Target="/ppt/notesSlides/notesSlide18.xml" Id="R80535976e08146d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7e9829893428e" /><Relationship Type="http://schemas.openxmlformats.org/officeDocument/2006/relationships/notesSlide" Target="/ppt/notesSlides/notesSlide19.xml" Id="R11f1e86699444a4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494bfb7c4448b0" /><Relationship Type="http://schemas.openxmlformats.org/officeDocument/2006/relationships/notesSlide" Target="/ppt/notesSlides/notesSlide20.xml" Id="Rdaa5d1257dc746e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8d82e2b674fce" /><Relationship Type="http://schemas.openxmlformats.org/officeDocument/2006/relationships/notesSlide" Target="/ppt/notesSlides/notesSlide21.xml" Id="R9cff939ae481496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6e662c79f04b4d" /><Relationship Type="http://schemas.openxmlformats.org/officeDocument/2006/relationships/notesSlide" Target="/ppt/notesSlides/notesSlide22.xml" Id="R3e2c5757f13045b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fea6f214f4083" /><Relationship Type="http://schemas.openxmlformats.org/officeDocument/2006/relationships/notesSlide" Target="/ppt/notesSlides/notesSlide23.xml" Id="Rc28bbe8dbec047e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834311d4f497c" /><Relationship Type="http://schemas.openxmlformats.org/officeDocument/2006/relationships/notesSlide" Target="/ppt/notesSlides/notesSlide24.xml" Id="R190811ec04544ab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ab9e13047d4ff4" /><Relationship Type="http://schemas.openxmlformats.org/officeDocument/2006/relationships/notesSlide" Target="/ppt/notesSlides/notesSlide25.xml" Id="Rebd3d775470e47e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b2c2fe7d0471a" /><Relationship Type="http://schemas.openxmlformats.org/officeDocument/2006/relationships/notesSlide" Target="/ppt/notesSlides/notesSlide26.xml" Id="Rfc4c275b87ac4e8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9f0df860a4df0" /><Relationship Type="http://schemas.openxmlformats.org/officeDocument/2006/relationships/notesSlide" Target="/ppt/notesSlides/notesSlide27.xml" Id="Rb26de27bb6254ee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ac5cf638c422d" /><Relationship Type="http://schemas.openxmlformats.org/officeDocument/2006/relationships/notesSlide" Target="/ppt/notesSlides/notesSlide28.xml" Id="R43ce6b824566427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4e97e4607f47e8" /><Relationship Type="http://schemas.openxmlformats.org/officeDocument/2006/relationships/notesSlide" Target="/ppt/notesSlides/notesSlide29.xml" Id="Re54b2fbe14b54f2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b77c180e44987" /><Relationship Type="http://schemas.openxmlformats.org/officeDocument/2006/relationships/notesSlide" Target="/ppt/notesSlides/notesSlide30.xml" Id="Rb74b9951223c432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650fc2a7e4757" /><Relationship Type="http://schemas.openxmlformats.org/officeDocument/2006/relationships/notesSlide" Target="/ppt/notesSlides/notesSlide31.xml" Id="Rc8ca57f399dd427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39886916834f54" /><Relationship Type="http://schemas.openxmlformats.org/officeDocument/2006/relationships/notesSlide" Target="/ppt/notesSlides/notesSlide32.xml" Id="R951a4ed421e8499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d99279d1474445" /><Relationship Type="http://schemas.openxmlformats.org/officeDocument/2006/relationships/notesSlide" Target="/ppt/notesSlides/notesSlide33.xml" Id="Rf590a216cc4c4c7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a16616f478460d" /><Relationship Type="http://schemas.openxmlformats.org/officeDocument/2006/relationships/notesSlide" Target="/ppt/notesSlides/notesSlide34.xml" Id="R685940ab60a84d4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09c1fdaa84b91" /><Relationship Type="http://schemas.openxmlformats.org/officeDocument/2006/relationships/notesSlide" Target="/ppt/notesSlides/notesSlide35.xml" Id="R91a3087853ff41e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5ab356b9d74708" /><Relationship Type="http://schemas.openxmlformats.org/officeDocument/2006/relationships/notesSlide" Target="/ppt/notesSlides/notesSlide36.xml" Id="Rd8d7fe18809d4e2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ade44055b6414a" /><Relationship Type="http://schemas.openxmlformats.org/officeDocument/2006/relationships/notesSlide" Target="/ppt/notesSlides/notesSlide37.xml" Id="R7da74768cba7430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bf3c1d8e69405e" /><Relationship Type="http://schemas.openxmlformats.org/officeDocument/2006/relationships/notesSlide" Target="/ppt/notesSlides/notesSlide38.xml" Id="R3fb156133cd1496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09d9aea7f94c3a" /><Relationship Type="http://schemas.openxmlformats.org/officeDocument/2006/relationships/notesSlide" Target="/ppt/notesSlides/notesSlide39.xml" Id="R833b07bdf733491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7880410da4b99" /><Relationship Type="http://schemas.openxmlformats.org/officeDocument/2006/relationships/notesSlide" Target="/ppt/notesSlides/notesSlide40.xml" Id="R28855e30740c45c4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81e501c1f4602" /><Relationship Type="http://schemas.openxmlformats.org/officeDocument/2006/relationships/notesSlide" Target="/ppt/notesSlides/notesSlide41.xml" Id="Re883fa8ca6514273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b5ab613c54682" /><Relationship Type="http://schemas.openxmlformats.org/officeDocument/2006/relationships/notesSlide" Target="/ppt/notesSlides/notesSlide42.xml" Id="Rc8512812adcf4a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952AFD-C7B0-4814-A303-1D3E68D5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DFF08-C9A7-41FF-A774-A1DBF48B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Superconductivity Zero resistance state, Persi stent current, Meissner effect, Critical temperature, Critical current (S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E731FF-8149-4877-9251-6AE55E75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ELECTRICAL ENGINEERING MATERIALS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1BPHEE102/102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1CA99F-9EE2-480C-BC33-A1A08378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32B469-26B0-41B7-AC35-45C64473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FAA4E9-037B-4DA7-BE86-B72E007D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6FFB20-4A51-4862-B6CC-94632133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63ACBF-D1B0-4554-A7F3-34239A4C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538812-495E-485C-9C99-D04AEE92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4D0014-F685-407E-AB36-FA6EA526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56C489-DF85-442B-88F3-7CAC134D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98400C-B04E-419C-B404-B77A9DB4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5F6071-6F19-4681-9F17-A109C0B2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0726791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744355-7145-45AF-B28A-1E40EFFF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F5F302-5330-4B48-921B-182F40E4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23BA05-4D78-4387-979A-8864DAB3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A7DE5E-755F-48D1-A3EC-E6809A7B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C39858-4C37-40CA-A342-7F45626C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246466-5EE2-45EA-9579-EF2572EE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15D376-A621-465E-AE45-E0A5E57E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3C79A3-9F1F-49B3-9C41-DD932CDA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748167-7EEB-42ED-AD94-1537E771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EF5916-3C7E-48DC-A012-B6C3FFB7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241344-6176-427A-9D4F-BD0E7197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079C32-5AA4-4C28-B442-86A78946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054C41-57EB-4EE3-9B08-2EE8607C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EB33D8-DE6C-48A4-B4C8-6CB11187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9E53B8-32CD-4800-875A-61A20CA8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5889300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D1AFC2-31DF-43AA-A5D5-FD63E48B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FEADA1-0FB8-4308-A7C3-50BAD085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E98A61-1E07-4E96-A67F-E769D4C0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E5F1B-BACC-4A59-A0EF-34B4B9C9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30A7F-98A2-4AF7-9B5D-1D1EB476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15B7C6-EB28-421C-9C34-CAF47CC0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3129EF-5F21-4F43-B30A-D7FCA654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CB5545-BF2C-4FBB-BE70-B22F5672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4A1997-BE42-4FFD-A236-1896830E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Superconductivity Zero resistance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4130B-FE66-45AF-AA90-A4A26779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997568-B1ED-4400-BD02-ED1CBAF3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03B251-0F30-4B24-8741-D1B81BD9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Persi stent current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FFA2DB-F85B-451F-B2B4-CC44F48F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04CC2C-9040-4261-9F59-6D648242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D768BD-F4B6-4B10-AC10-6E896DF9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Meissner effect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AED5B8-4020-442E-BCF6-26F194DC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BBBF48-B2A0-4C26-A7DF-B0F018F9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BFB304-8AC3-4AB9-A26D-2481CD46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Critical temperature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701AAF-4CB1-43EA-ADD0-0CB777F1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A95D11-FAFE-463A-909D-280E6FF7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4C708A-09CC-47E4-A485-A82A07C4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Critical current (Silsbee Effect) - Derivation for a cyli...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1A1818-C8CA-4259-B771-6F11B234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466CC7-8714-4090-9F7E-2FE0E09D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FBE9B4-B246-4B63-8387-8E9506DE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Critical field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C1FEB8-50FD-493E-843D-BEEAAB45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267B53-E880-4620-AC60-4BA44058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30A03D-F7F0-43DC-A26D-791846E4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Formation of Cooper pairs - Mediation of phonons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A8634F-BEE8-47CC-AD25-9C6110CA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1E33BD-15EB-4B06-AABD-F95D9AB9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A56D26-D527-4A90-94E4-D73F53EC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Two-fluid model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9F62DD-9739-412B-918D-65EC6995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F4D024-88EC-4B9A-AB20-0CE22FDA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573642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CDADEF-A2DF-4321-A9F1-E078B268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5F8D2C-D28C-4DF9-BFDB-3CFC8DB8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34713B-4483-4782-B9A0-7040C569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0A567-AC27-4715-B207-18AADBBE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F6A87B-D947-4E4C-8571-CB875D3D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C970CF-8D82-42E9-A5E6-008E0F11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F6BE24-2671-42A7-A74C-C5C8991D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F17EA1-7DBF-48DF-8064-8A0B10C7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Superconductivity Zero resistance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8CBB75-122A-4EC4-B0FF-EFD8D92A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70B927-5B7A-4AFD-A3DD-60E40AAA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7C1F23-ED84-42F1-8AA4-58069C15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Persi stent current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ED2B88-2FBD-475F-A195-FEE47AED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708AB2-73DC-4380-9174-BA626A7C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51CAB6-9F01-43D9-983D-3B77B707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Meissner effect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CB7C3A-192C-4F45-8021-7035A8C1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184EF2-F45F-46DB-8588-95CFE204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205D6C-800C-4C41-AE1F-FE4AEC07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Critical temperature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849677-FC27-4A46-B4DE-8CF4D682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B8A650-765C-4ECF-A907-20074A58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9F553E-FF56-446B-9315-7AAAF9A3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Critical current (Silsbee Effect) - Derivation for a cyli...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E433E9-8AF1-44E6-A6CA-270B70CB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141D5A-872D-416C-90EB-FDFD442B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7A6F33-2343-4C43-8914-8F066E6A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Critical field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410B16-278F-4075-891F-3CF0CA77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87D34F-BE8B-437C-BB8D-A2A501CD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279771-69CC-4971-B9DB-C9082178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Formation of Cooper pairs - Mediation of phonons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CBE59D-626B-487B-A93C-84F18D9C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428BF8-2F26-43D3-9B4C-A5A5C38B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147C0F-B5CA-4176-8EA5-C3235D75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1553640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9E9981-F697-450D-956B-59A60571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AB96D7-DA0D-49C2-99AA-EF34984E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AEAE90-ECFA-44B5-827C-92B5C227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DD0B9-5392-4733-9464-424DC59B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F3E01-64E0-4EA8-A205-F880991E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Superconductivity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B95F70-52B2-4A7B-A401-553C40D2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Zero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E94B2-D44C-43D7-8EA2-7A3A27C6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resistance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28553C-2380-41C1-9367-C2C1CA05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724BD0-74EA-4B25-A0C7-EDC1B45A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Persi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ABA8E3-7398-4BEC-963D-C4135FF0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stent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588281-1C6D-42F0-9499-EA8E7343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current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B1487B-5F53-442E-8D71-1358ADA2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Meissner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CB470E-0991-43FA-B05C-F9B643B7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Critical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F8F0A2-1E82-434A-B680-9723FECA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temperature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85A03D-F0C0-4D6F-918F-142D36D4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EA6B64-F9DD-48A0-9312-D51FAB73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6446627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CB83E1-E83E-4BF6-A14F-AEF9B66B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284BA1-FAFA-465B-8334-8AD3FA89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60A520-B953-49B4-805F-A7AD82D4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551887-3F6E-415F-AA6F-CDF1A38E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081885-8B52-4384-82A1-6A04C276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Superconductivity Zero resistance state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3E5A1E-FA60-4B07-A7B7-4049554B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Superconductivity Zero resistance state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74F16-000A-4F85-AD59-DD352499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D5740A-396F-4413-8EB3-3273B58B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2B49EF-9BE1-4F3B-A67F-DFA030DE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880EA-1D96-47DF-BB8D-D72375E5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6DB27E-D963-4A00-A00E-6EBD589E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65E47C-7E75-4889-B1C2-53048707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E25152-80FC-46E5-81E4-7E91C388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23CEE2-95BD-4BA4-BA30-B33C8913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86DDAD-AFC3-4D27-A78F-0F2DA852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DC9E50-1251-4D68-B0D1-22A5F352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20134308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293231-BF8D-44E2-847C-D41E89FE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72C32-B2C8-40E4-B2DB-7E184261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3417C-E1D7-46AF-9642-91FAC368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2D58D-383B-4B7C-917F-5F109080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B1D6D0-BC13-449A-A7B8-38D0684E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B869F-7AB8-456A-84B1-D315B81F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E776E8-185C-409F-BA8D-0D8A0FAE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47B3DF-89CB-4F7D-B04B-02787AD7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27FEFE-173F-43D4-A258-CE4574EE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Superconducti...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44B64C-5356-4B7A-9459-ADFA5D99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6A1385-92CC-442E-83B2-74503AA3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E5E21D-12BC-4B5D-92C5-DB2F887D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Superconduc...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2B8678-63A5-40E1-9AD7-6D40E84A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67E937-310C-4354-94E8-70928BB3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EDA3B4-6466-448C-A1C2-B2AF5C36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Superco...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C61C98-5A8A-4828-A1D4-320A6935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7160FA-FFFA-40A8-8643-D3667504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05066C-4901-4B07-9E78-7E0E069C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Supercondu...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449991-E540-4B23-BC97-AD3BEBC2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B24F3D-494A-49C6-8778-9980233E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536207-DAC9-4DF3-BFBB-E2F7C3A6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Superconductiv...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DF342E-8D4C-4C0C-B1CB-7360CED3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138FF7-9B50-4719-B5B8-1FD6E6E5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1886385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17B037-AFF9-4368-8CD9-48723A12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C0C09-90B3-4380-85F4-C4BF164A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7127DA-ABD6-4013-B88B-2D9C102A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BEB90-18B8-45C8-94F5-6E0ADC5D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DAA1D9-EF78-4FCD-A8B7-2B7766EC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E3B53C-649C-4BD9-A092-8C214639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FA2C47-CAED-436C-B974-BCFE67FE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5D7FE9-D318-4631-8BAE-053ACC43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14769A-F127-40CE-B0C5-CA45AA53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BD7FE9-D3D7-4418-814E-59CA3B31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0D931-42E8-475E-9EF8-A172F7B5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2F5878-23AD-4617-BBA2-BB7ACEA0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83F91B-AB68-40A6-A4F9-8D88D516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71CFCF-C7AB-467C-AD3A-9B36631A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C6221F-CABE-4C6F-9EBD-37107CFA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9274352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0913B3-9D18-4A13-9E47-CF72993F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F42028-1DFA-43DC-B7B4-4E47E263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F7AF3D-6D94-4C11-8BA0-11D06DE6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0B25A-7916-4408-A2F8-B208672F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C47C3-6A45-402E-97D5-DAB55B30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63EF09-0AC3-4452-A7D7-9731F97A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Superconductivity Zero resistance state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846FD-7E99-4BF7-B3C1-3BB89551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0A8DD9-EA28-47ED-8B69-C93FA07D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94C0BF-464B-4127-AC45-1D849E33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CDF108-DFE0-4C9F-BD77-8CE24A39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27DD71-0FD0-4486-95EE-67D44916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8972044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97E808-6F3A-4E55-B954-0F2B1F77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E10B9-DF26-4CC2-BF77-72F03513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A54C78-7105-4027-857A-792C4548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80EA8-F53D-40C8-88E3-F42E52C3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7FF0C3-E213-4B3E-906E-95D26BF4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Persi stent current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D182AB-CAF0-4BB7-A4C8-2B18B692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Persi stent current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D5D90B-57E5-4886-9706-4BF3A57A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FAF113-A600-4628-B6B6-34493E01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EEAA7B-8A55-4650-9B1B-FC97BCC9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13021F-F4A2-4F74-9807-385D3D90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6326A8-F3BF-4EE8-8D1E-88FDA3FE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6A622F-CEAD-45DC-8574-5E969F2F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1A5570-CE6C-4034-AF7C-441135E7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8EF087-D19B-4A7B-A4ED-23DC8D07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E2AC9E-FEDA-4C69-9B1E-8A913B6C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22765E-C962-407A-A5AB-DAAA8E4C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2079191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01804E-7932-4CB9-AD67-B114E0BD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6560CB-69F8-4F79-8C88-53AC9F48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C07A2D-34D8-4D5C-8CEE-20DDDB67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7FF8E-1798-47DA-91D9-28AA4311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F74663-4E3C-4D26-B440-99C2E1CC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AD041F-AF13-4147-A55C-205AB080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BD0EDE-03BA-4060-B125-9BF2BA21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A5692A-03BD-46AD-9066-8353E4E7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9FE647-58C8-4538-84FF-7BDF6C88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Persi stent 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014AFB-D422-42AA-A239-3B91D184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83551C-1282-4BAC-8ACE-73538A92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9D38E4-C8CF-44CE-B732-4F2E98D6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Persi stent...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121ED2-2E60-4726-B2FD-42A1EF30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4C330A-139A-487D-9838-CFE18BFF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8FA16A-D080-489E-B097-2EC747CA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Persi 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FF559C-5807-4066-A23F-1D6C5F6D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C82561-C311-4120-9B2F-E1054260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854912-5017-4CCF-8C41-DA5D095D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Persi sten...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ECCA18-DCEE-473D-9751-F20A68E0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ECEE9B-A799-419D-8B0C-8DC28EF7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F5ED6F-BFEE-43ED-BE53-A27F7C20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Persi stent cu...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14019C-18AA-42B5-BF80-E707EB82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39A5D1-20B5-4EA0-A02D-52BE120A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3699551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B66D43-A668-4E4E-853F-5D3CA589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4856F5-AF41-425C-A836-E7D3016E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7243DE-270C-4FC3-871B-A59041CC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099A22-4728-4D57-96D2-1E4D8201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B2B061-5706-4916-B578-C63B9972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ABC72-0F83-492E-9139-BA81E580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0C7562-0577-4212-823A-0DE33DF4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3C823C-76D8-4AB6-8679-F1A6D6AB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C2F750-BC01-4880-A259-4957528C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70BD0A-1B5E-4B1B-B1F8-9B5F3D44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4FFD25-02B1-48C6-8535-0421F195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D22069-0630-4C37-B08B-2A8F1EEA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4EA6D8-7C94-4D0F-A892-370A159E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1CDE62-5576-4982-B7F3-ED9068BA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7217BE-E030-43AA-AB76-46BF26F0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5452705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7F2279-680B-4256-A9B5-A948251B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9C83E-77C1-4B38-80EB-06DB8A77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079F90-F4C5-4B47-BFAD-EAECB6B3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CE46F9-D549-4549-8F20-14116F84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AB3A80-870E-4B91-96CC-C675734E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2F3E22-E949-4806-8E37-D1DC1C30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Persi stent current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792AD-D5F0-4903-89BC-24963605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193551-D3EB-4793-9EE6-789C731B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5E0B2D-D260-470E-ABC3-6F3F8DE6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355F7-B257-421B-9464-6C5B200F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5C777F-F87E-43DB-A05C-BBF97A30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64917602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AE3300-2795-4031-9B95-0CA042D3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7D3076-3F52-4C25-B228-70D4129C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C967EA-8902-437A-9779-79B263D8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B4DA8-4683-4659-8D96-24EFD7AC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39DBF2-49B3-41E7-A9D9-29B1BCBC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Meissner effect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5920E1-62D1-4811-A3F3-F1D66AC1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Meissner effect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FD1FA2-C4BF-47BC-BC97-60B272FB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907491-5C78-4932-8CD4-69BBDFEB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AF6882-2469-46DB-8C96-168EF0F3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87DA90-5351-4573-8205-7CF162C9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88F904-4B8E-487C-8DA7-17F86449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B098F4-01CA-4E2B-98E6-C4B6D794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CF71F7-24EF-4FA4-97B2-5086F2A3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5B6DF7-61C4-4AE2-AECC-B1CE3D50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1D4C7F-CAFB-45F5-B096-2113C0CA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0F187D-74BF-4CF4-B48D-8B9BAF8F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1716332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CB83A7-CBE5-40F0-A4AF-CBED5C25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3A5AEC-2C29-4FF9-8C18-994E4E1B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5A2BD2-A2C3-40C3-84EF-6CDE3C7F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561AC-5A8D-4EF9-83A3-98626391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5A41D7-FDD2-42BC-926D-477923C7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BFCC1B-D213-4E76-886A-7D3EBFDB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53A39-92CE-4C19-BC5C-CA928706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105A0F-BDDD-46F4-9826-8220254B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BD7458-2815-4DF7-84DA-EA6CC167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Meissner effe...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0AC548-4C84-4597-8F1F-99A813BB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E12502-9295-486A-AE54-A9BB9827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183680-BBBF-413B-BFEA-AFD622BE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Meissner ef...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789F2E-BB6E-4900-A16A-DAD502B4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FEE36A-179E-4B77-AB73-EB8026B3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FC735F-3AB7-404B-B012-0539F610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Meissne...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36EAE3-A5FE-444D-AB1D-05395DD8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DD5896-5E5E-4EAB-A2D5-C3431C6C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FF366F-03EF-47E0-86B7-6CC65936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Meissner 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FCC911-54DA-4B8A-BA5B-B521B70C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0671F6-3084-4E4F-87CE-B1CF695C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AFEB4A-8901-458B-B863-3FA2B77D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Meissner effec...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12743C-F9F0-4291-A2AD-0840D973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ACBA24-478A-4F26-933E-06D960AD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653180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401755-D42A-415F-84F7-59238286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E7207-DA56-4ABF-BD52-CA6BB860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A1FA6D-B0A3-4795-9D55-3DFBEF9F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8717FC-93F2-4255-91CC-02DF7F92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256D82-326C-452A-8DB7-F9AF68AC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116CCB-AFA0-4376-B3D2-C3EDA5E9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02CBB-6ACD-4BD7-9E5D-BB2F7182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1982F9-87EB-47A6-9F35-C9E08CAE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270AD5-D9C0-4F5E-925D-BC512069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9B1788-EDD3-4CB9-A3FB-5DE7A81D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A6007B-D930-4E84-BE5B-9A601EF5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EA6744-31BB-4A01-AA64-4F200407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DBB988-E24E-4CD6-B781-524CBB02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FD1F5A-4FB5-4D31-8A85-FA12BF92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961C50-5A2F-49AD-A769-43687E56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94270745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A4ECC3-0A3C-4ADA-B463-8D858AE4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7E81E-E6B2-4FF8-8C60-7C052016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539214-98E3-45AE-A510-5CB33AB2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A6673-DBA9-4277-B32A-FE358D4B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F9CDCB-B299-4BE8-98ED-5FEF5E39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27ACFD-0177-498C-B998-45BCBF27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Meissner effect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C62670-CA86-4514-9AE6-874E108B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86B4D5-94DE-48D4-863F-4BF7B65E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C79F5A-8A24-43C6-8C5D-6D6C8568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42A5DE-ADF7-411E-B059-A4CE4047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C4890C-40D3-4617-91A8-2E1F5FF4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34056713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1B7EC0-25F7-49E5-96A2-DCF02353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67F5F8-5A28-49DA-B6AD-8992083C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BDF20F-5302-4D16-9A18-E976DBED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B394F-D934-40FA-B4C1-B833D57D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DD5843-B6F9-4419-889E-9FF8EAE7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Critical temperature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4E862F-5AD4-4463-949D-E0400A9E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Critical temperature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D3220F-CC08-4729-BB8B-4C203552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88F0A9-C670-478C-9A23-4575D752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231DFC-EC81-428C-828A-958765CA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7EEE10-FD44-4017-953C-7DB9723A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49BD49-8723-4719-BF10-DBB4755C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C0867D-2A5B-4EFA-9CDD-FA7D55F2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4F2CD1-088B-41C3-AFC1-F8000740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BE7928-566F-4661-8C62-220070A2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87517C-7887-41EE-8BC0-566D62AF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E3E451-51C1-4A57-B910-2502CD55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29882438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40E2FC-E248-4621-BA3C-536FECA1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1F635F-D54B-4BF3-8E96-84BC3C4E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3BE48E-9720-4B47-9EDB-41F30D08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AD5BAB-D436-4F39-A722-EF72B0E4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BAD66-2F1C-4C23-95A4-29BDDE6D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24A872-3DB2-44F6-AB3A-20AAA409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3C069B-4F1B-4130-B3BB-E18B371F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E38E5F-11FD-47E6-AFFF-799309E5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0DC576-73DC-4982-9F0C-DBAF06F2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Critical temp...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C55DD6-86B6-416B-A8FE-6E397795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04B7A7-1C7A-46DD-80AB-5FEB5A26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030FFC-F4D4-44D0-998D-C2C5E7AF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Critical te...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2FB8BC-963E-4CA9-AD1E-BF653998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D0B9A0-C8EA-4756-A6D3-E5B20004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12C7A2-3C0F-46F0-AF6F-3A2D26C0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Critica...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5CEF6F-566C-40AF-B86E-8B136B7A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F125F5-2579-402C-89C1-858BEEBB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760D82-4133-41B9-8DDF-F7617D02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Critical 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3BF0CE-EE53-44DF-A90B-E48121CF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1EF4DB-0B7D-4062-B19B-C96C726A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783764-5532-4516-95A2-98AAD3D0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Critical tempe...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D97DAD-44D4-4FD9-B862-9AAD2BB9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DFC467-D1ED-4989-81F7-A6C10338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37834677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87FA86-EFDE-42CF-9DE6-C54A47AF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DC631-031C-4277-B3BE-E08591BE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821BA-06DB-437E-B27E-C9FC8CA2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6028A0-F911-4316-9434-A88F2B68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D68AF3-5E13-41B1-A0C9-1A5A33FC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8C15E2-C0C2-4D25-8168-B0432A3D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ED6E8-F490-49C5-B9EE-51FB485D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5B8C37-B281-41E6-A47E-69BAB0CD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E7A0D9-9C69-49C4-9511-CFE986FE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FA5A06-AFDE-43F2-ACB9-E497A7A2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F81DF4-C15D-451A-B489-95E57778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C19B36-540C-4E6C-9180-E8E0D6CD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CB31BF-7A48-4AC6-A2C8-7620679C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34CF5A-F124-4697-81AC-CE9A654A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5C8359-5103-4CB5-9B7B-D5E27832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94167815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3E7D55-9DC3-49E5-A611-A8A87EDC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9B5C9-CF9F-4584-AA43-56B5FDF3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4177E9-1F33-4651-9E37-FB9E9463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36551-A44A-4A97-9D4B-02CBAF57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8EEA77-4561-454E-916C-D33AE359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10F31-35EA-43D7-B964-A5E78617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Critical temperature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8364CE-689A-4557-9E77-281C4BF9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23DE84-8D2B-472D-982B-8BBF519A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44575B-2ECD-4E63-86DF-114B538A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8FC9CD-274B-488F-B50B-782D1C25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F96993-57E1-4EE8-A558-C8ED6F0E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52536829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21787A-5053-4C21-90E1-08AD8AE2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D75855-80A3-46FE-A180-67AB04DF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CBF2D0-D53C-45BD-8A7F-B4D2233B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04DD46-1DF6-47D7-8B7D-EE145BCA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E4B1D7-A38B-4C60-9DAE-77BA3D55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Critical current (Silsbee Effect) - Derivation for a cylindrical wire using ampere's law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CBFAEE-ACDE-4241-834E-CD813800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Critical current (Silsbee Effect) - Deriv...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1BE5AA-DEF8-45D8-944B-20B7894F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443A66-EEE1-4886-BD08-9C943E2A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758704-5E2B-48CD-A153-E4507465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C72C3E-318A-43E9-8DCF-A406928B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6E57AF-59FE-43B7-ADAA-1149D94A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CB7B85-8C5B-4C2F-A3E4-A25D2DB9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401137-F8AB-41EB-8B57-867E5B1A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CFC878-7074-4CAD-8E48-46AABF83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83938D-D61F-4B90-A7F0-500F88D3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C9298C-32F6-463C-8698-C0320174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91812029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170539-CEC1-484F-B395-DA09BD5B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AEA1B-E7C5-4A33-A4A2-899E6D86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4CA14-977B-445E-9213-D133A3A2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572683-C0E2-42E1-99FA-7AB1BBFB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D50697-CB53-4C23-BDCC-2BA57BC0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680B2E-68A6-4DDB-93C8-112954E9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B4D543-630F-40DB-AB34-EFC062D0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31FFAF-9937-4704-98C1-FE0C24C7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11B5BB-593C-4935-B3A1-48F4C273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Critical curr...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71301B-640F-433B-8081-168B49F2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E67D73-37A2-4049-9C77-934FC2C9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A3A88A-BC25-45DC-AB24-C03BD72E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Critical cu...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FB05DF-CC30-419F-A11B-ED18FDBA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2B705B-1941-48DE-8312-E6FE047A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B32B04-EB9B-467E-BB64-6A11ADDF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Critica...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8C85E5-2DE2-4AB1-AB6F-3231849A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057FA4-6E9A-4150-AC83-24DC6ED5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ACAE9B-BA9E-464E-BCBF-A18B7350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Critical 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FC5675-E94D-4E0A-B404-59FA4632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38B815-117A-4A03-80FC-CEDF2D6E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D3FD1D-36B4-4B25-98E9-C752B2E5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Critical curre...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94EDD1-2E4A-4079-9AE2-802D38ED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AD2A67-40BD-4EA2-9904-E451C257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83315370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F75900-60EE-46E5-8EB6-66A558C0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4180B7-DBB4-466A-9CF8-6169850F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BBE307-3AA8-467A-8578-BB2C3709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824CC9-5494-4834-BBB5-CF2BE835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CEB931-C675-46EB-A036-BAC90984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EE764F-9E3E-4281-ABA5-00968980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E17FCF-537A-4696-8AC4-5EA673FF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01A3E5-8149-4B6C-A069-4074FA67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A56493-943D-4064-B82C-3A0B113F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D1BF11-803C-408D-859A-448316C3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EC8E52-016E-4BBB-B17E-9DDDCFE7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172D2B-933D-4027-9C5A-3B9F7DD5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79AA03-8761-457A-B7C3-EB03C1C0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9DBA3C-38D2-40FD-B8D4-A64D47D6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08C73D-C059-4778-87B1-CA3DD0E3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23500264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1F17AB-B8A0-4434-ADE4-B5F4798F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BED1A3-7829-4B22-8452-AA74080A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8FC741-534F-4816-A7CD-8224DC75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5EB303-D61C-453B-9106-FC62426D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21E3C2-7959-43AD-ADDE-CED9CCFD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8314F5-3438-42ED-9C1A-6366AAC9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Critical current (Silsbee Effect) - Derivation for a cyli...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170F58-EAB2-4E68-8EED-266D31D7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64A0AD-43CB-4A24-A727-6ABF1008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15990D-80B1-4183-92A4-11149A99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89C6CA-D461-4ED9-9220-CED424A8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FAD160-42A1-4D00-8829-8D47F270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9011621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014404-C9EB-41CC-A53A-AD9C9111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03CEFD-C075-491E-83B6-0B9636E7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E962FF-9889-4438-A26C-DE3CE3D6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428EBA-C8E5-44B9-837C-62345B9E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927B6C-A25B-4541-A37F-6C070883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Critical field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EFC902-639B-4033-BA53-AA5E373D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Critical field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7DF579-814E-4BB9-AB5F-DFC7E70F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2E4711-C267-45F2-AC95-91C8605D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8DB9C0-6915-4154-93C2-83C2D614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FE636-A50F-454D-8885-6384374C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C1A5B7-1A5E-40D6-B0E2-79170E47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77DFAA-8ACF-42DB-982C-2247B3AB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9B6952-5A44-468A-AC39-0F0A0DB1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2680A0-D087-492C-9741-BE6C579F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32CB16-6B8C-4E39-A550-3E537A71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9B9D33-6D84-40D7-AA7B-BA89115E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89302936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B642D6-B0A6-4A8B-A621-7BD9233F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E5AC78-AFCD-4D0F-BC49-D117CEDC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42054E-E5A6-4D00-89F2-C89C9287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67AE5-DFA0-43B8-BD87-A6B2A766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05FB9E-D368-4951-9087-E55AF95D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42F50E-DC4F-4511-B946-F0A1A925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4BC2EB-7EA9-4A9A-A946-CCD7E8AD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632F97-D705-4785-8893-57C6660A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D2D179-806C-4179-B540-9466931B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Critical fiel...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19944E-1F07-43F4-AC49-045579EB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2C7AFE-126D-4598-9981-1DD9380D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808DD5-7716-4034-996B-E721E629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Critical fi...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E45938-5844-4DBF-8DBE-4A7A397A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BEA8DF-33FA-4F23-8C35-39B9C0FB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26BB24-1D6C-4466-8833-441C98E5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Critica...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1EBF99-2475-4E22-BA54-625DFC79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930A02-D05E-456F-B906-A01E1599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938459-C19B-4823-947D-DE58C3B9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Critical f...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85A8A5-5D21-4C16-8136-DB76DE1D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2183C5-16CA-46AC-B76B-DC0A10A8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DC71C9-482E-47A7-87B8-4DE9AD88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Critical field.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9FF953-42D0-4E74-A75F-F983B341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DE3245-6E67-43CC-AC75-55865E03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77895993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4548C0-7513-49E6-A9EB-A64B48AB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4F7F73-89A6-4E98-BFEA-0E732B47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6412F2-D49C-4A44-950E-96673321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EE2D0-B174-4688-B4E1-4846559E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7A0070-4CC3-4F0C-B986-17CAF36F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193218-EDC7-4597-A9C2-3AC57EE9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55111E-3E3A-4EEF-91CC-915A1F65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3F7C8F-4146-498D-BD1C-BDDED4B7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FD048D-6227-497D-8972-CC655CF0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B07BCB-211F-4D6E-B25D-6D66640E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4681DE-1A8A-4F88-A9B6-BD60EF9F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C72C2B-D20E-476D-8D82-E2C293B4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B773AC-0D3C-4F37-B454-6CEE834B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8F2E05-982C-4B46-BAF3-9D9C8BA2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0A769F-E373-4C97-AA03-6D387112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3204178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F6A3CD-00E9-4CC5-8D69-96CF1319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94C6A-B0B2-47C2-A876-6456B7E1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AD006F-6807-463A-B094-55B8EE4F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5F5CCE-16C1-4106-B8D1-ADDA737E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02044E-A192-4628-BA16-ACF79A6A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0D26D7-352A-463E-8E8E-F9ED27E9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Critical field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9B37ED-8882-47A4-BC07-49990D43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258D0E-E7AB-4C6B-BAA4-009EF966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F0C80D-4D46-43D7-92E3-53A20B6B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C40593-F559-4B91-BCB0-C709DA1A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A0B6F0-24C9-4813-A482-69A0D632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88437074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4E5B06-6A66-47F8-BB36-01C32BA2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DCF304-2CE4-4585-91FA-1C3D51BB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E53A9D-3A78-45DF-B8DD-FAD81EB8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5FD27F-3D38-4816-B06C-508A08D7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CAE620-75E4-4A91-9A79-779A1CC5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Formation of Cooper pairs - Mediation of phonons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0FA170-9C90-43D1-9142-76B35ECE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Formation of Cooper pairs - Mediation of...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5A3291-EDF6-4D77-AA62-3828EDA1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8F8B39-E47D-4EA6-8F5B-B33032FC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FB2EDA-BD76-497B-8170-C69C2A84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D79DF9-4DEA-4BFB-8FA2-4946A2AA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08589D-2B30-4DCF-B758-B14ECBD6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499A22-6277-4B64-BFE8-AA15B57B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F38F13-B9DA-4141-B4B5-93C0AEB5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AEDFEE-6BDE-451B-BF5D-BFF17A35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954AA8-6194-477B-AA86-0957E871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EC527A-5AA0-4926-9ABD-16FA2D90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211055618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BD0BD9-7742-48FE-941B-FF41F63B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02910-7368-4FF1-BE73-C5F4A7D5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3E4441-CE5B-45B7-910E-423E47B3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E40BA7-31C8-4FBD-9B90-31A950AA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C5C78-7E30-4FD2-958D-E1C3F42D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7A4BFB-01EA-4E20-8863-BA12BFE5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74647B-F350-4F46-8062-F99F5ABC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3BBCD1-6B83-4596-9DB6-0B44ACB6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03E8CF-B498-4193-9C72-DFD999E7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Formation of...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E65304-D689-4018-B11B-842B0217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E16BE3-CDBB-400B-9718-54ED792B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9BB209-5A47-493D-80E2-0AACBE6C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Formation 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871ADF-E99A-4904-88EA-5380FD34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30B2F0-E723-492A-9289-05105293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29F137-63E7-48DC-8D8C-398A4D95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Formati...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47B707-C1AF-4634-89B3-EA4D11FE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961B95-1FBF-4DF5-BD0F-9237F9CB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69AA12-8371-43E6-A8BD-0F12E021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Formation...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C3A60A-B217-4B20-A7BD-1E6227DD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999993-B77A-42ED-9FCD-D6892CF2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7E8327-11B7-4581-9404-558CBC24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Formation of 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B2E752-E4F6-4C9E-AED2-429E636F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C3C4D0-EE3F-44F9-9246-4337A5A5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01215139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560199-1E19-4113-B9DC-B40527B3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0BB17-3F29-4338-A856-2631DE7A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A6DE0C-F4E1-4923-907B-33C9D24A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8AEE30-8DEF-49DF-BC5E-B3770283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33EC77-D7EA-4AF7-889E-C8D3F683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289879-162E-4CE4-A7EF-A108051B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DE50F-2C84-4478-8D86-9D3CC822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A5AAA3-278C-4499-963B-93346144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9D8896-39A5-4992-B059-A0CDF684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2FEEC0-938E-4011-B284-55B0B9E2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30FEA-C952-4F8F-B232-0F04FA9E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CBD15D-5E3C-42CC-B7D7-4C2C737B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AA99A1-D65A-48B4-AE9C-DCF740A8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32D911-3948-4615-9253-2089E64F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C17B88-8AE2-422A-B30E-A62842DD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210937995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C208F2-2F12-4381-B137-7FFA1B2F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11CFD-0A54-426F-B5C2-43D955E9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B9342-24AD-463A-B60E-61BC1781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D882B-F688-4230-AE19-F41A6CC3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791984-EF4E-4DEC-A39E-749C491E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752B11-2E60-460D-87AA-54E17370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Formation of Cooper pairs - Mediation of phonons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2631E5-D8E9-4162-8C7D-58B831DE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9550DD-75DE-41D8-91AB-4A8C1F88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27508A-DCA4-45E2-A4A6-09A0BFB9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78291D-2BF6-4A1E-9419-81AFDF97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D520A1-F122-49D5-A144-42DC8B0B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04579379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343D57-2B7E-4F71-A489-C77745F3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7FF18A-0128-4B2F-81C0-802E4CA4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62529A-70ED-4B4F-A64F-56AC3D5E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2FEA8A-131F-42C9-B70A-215D4B72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707283-9D24-421F-B995-AF69772A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Two-fluid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996240-F15D-4FCC-A088-C3524B43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Two-fluid model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05CF52-01D1-4C13-88A9-25C98192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ED5166-2903-429C-9A3C-0E1B3107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9B55A9-F1A7-49E8-80FE-B2D76A24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645CB1-AFDA-4219-94F1-2D9C52EA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7109AD-AE28-43AB-89DC-1CB1AA48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470AC6-3D21-4482-B808-E4810945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E14C06-A305-4805-862B-26CF5F96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C5331F-FBE1-4B2C-B0D5-02D34C72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A3B85D-45D4-48F6-A0BC-F422A87B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BF2A77-CE76-4374-A342-2A4F7969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12273459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2C5A6D-C4B2-4ABD-B219-B3A3C493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EA97A-D9C1-43B6-BD21-095948AF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6C5DD8-D031-456C-8468-7BF2C011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03BD8B-C935-4FA2-8D4B-8FB8EC0B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840CC1-8E48-4BD9-8F44-E13AC918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02A5A5-7AD6-420E-B9B9-EDBFD5FD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5F54F3-3077-412F-B921-00BA60FE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A50603-4751-470F-A2CC-83DA3A72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0641E4-1653-47E9-8B1B-B4DFCDEC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Two-fluid mod...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7BBEC6-5B44-4425-8786-785BCBCE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71223F-C3CC-4F39-94E4-E1D3CF83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C4CF28-46D3-4294-9112-5CE0DF03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Two-fluid m...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9F5CF5-6198-4E6A-85AC-538633EE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118D37-6EB9-49B0-A553-F139F337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E6A1CA-D8A4-4D27-9085-B9146B10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Two-flu...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1B5927-52C6-4645-BF73-38A01537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39E0E5-D163-44FE-BB72-BF5C9CEE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E0963E-6C83-4DA2-9475-B947F1DA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Two-fluid...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32B10A-37F7-4612-A76B-16549008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D89C39-A937-44F8-BDD6-B02A9DEE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BA2967-A5BD-4975-8EC8-6149F3FF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Two-fluid mode...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9C814F-6C10-4310-88C8-0827C66C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A9A05F-1C6D-436E-945C-1B44FCB8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74303595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92D565-0D0F-4471-B546-444DACC4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8275A-3D59-4A55-8698-39B1B0EC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95B401-D8F2-4ADA-90FB-DD57CFFF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66BE66-9781-4CDD-8473-D28CA7B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347556-3C84-4371-89C5-4274A56F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A60F16-5EB6-4624-AFF3-46D16834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9005FD-1644-462B-89CD-9923B0AE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3D122B-E387-410E-96EC-B2DCC5BD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3E7B34-1695-426A-87DD-4895EC40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749CFB-E4D0-4C9B-883E-BE12316B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96AA39-01B2-4021-A1F4-E2791BFD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5C3B31-2258-4EDD-BD8A-A036E155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DCF4B6-0EC3-41AC-9727-596ED384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2AFD75-1F9A-4E6D-A7DC-A4C21308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AEEDE6-C4C0-49AF-80AE-9706679B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92086762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6867BA-2D19-4C5E-911E-D0F4D13D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06A4DB-01FE-4640-AED1-0D036525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4003AE-A1ED-4ECC-94D4-BF03AA4A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A0934C-EEFD-4FA5-9079-25D05CCE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0E0D6C-CB3F-43A7-A8BC-641DD0CA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EA0D19-9639-4EB5-B57F-CD0F7F78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Two-fluid model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0E80BD-C5F0-41B3-8159-D9F76C3F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4BD8E5-6517-4683-880D-4FD00C4E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3A9872-E146-4F47-A7C2-BA4FEA41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16EC7D-835A-4C35-BA9B-10DBE827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C67465-070D-4AC3-B5D2-F392C080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28654444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85A513-B083-44B6-8F59-A2611571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BB01C4-F736-4A00-9EB0-4951A8A4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48B38-8131-4768-B4C2-B07640F6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D54209-AB47-4DCF-BFBB-8E227F67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09C039-2DE9-4B9A-B5DE-B8EEBDFD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03196E-84BE-4DEE-8819-DEAADF9C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8361136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E43A3E-002A-4294-9065-828677C8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CB0B4F-3824-409F-82AC-86E2EABC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0D1EB6-3987-40D9-8AE9-FDED4203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27321-6D85-4E22-B847-956E0269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F46712-BF39-42C9-8255-10594F8D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Superconductivity: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Zero: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resistance: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state: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Persi: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E10E99-86E4-4663-981A-EE4897DA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23737870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9E2521-34C1-4542-BF78-0A483F6E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024087-4B15-4408-A22F-ABFA0CCA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33BC1-9E6B-4982-B8A9-2D97687C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66B6B0-D4DD-4C3A-AFA3-65576847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E724A6-C347-420A-9095-FDECEAFF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Input/source: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Component role: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Circuit/system law: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Waveform/output: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90E4BE-D056-4ACA-BC1E-A0AE75C2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76596974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7181DC-B45A-41C7-AE98-99712306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AF5B7-3C62-4EFA-B967-2426EE8D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56297-095C-4477-980D-6386D6B8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D7051-360F-4A8B-9953-337D2DB3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E22923-C9DF-47AF-8A37-A062BBF7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Naming components without explaining their effect on voltage, current, signal, or power.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CCE3EB-2B43-40FC-B99D-C20CC1D5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47504612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2F3CE5-B23F-4C7A-BB05-C16ADEDB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1D6437-03A4-4B7F-A8E6-9C3E0801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4A8AD7-937C-4CED-B510-09A982F2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2470F0-1159-436D-8DCB-FFAF5AE7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AC5B4A-1820-4CC9-A31A-899E4B2E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Superconductivity Zero resistance state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Persi stent current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Meissner effect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Critical temperature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Critical current (Silsbee Effect) - Derivation for a cylindrical wire u...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382CA-DB26-40FD-95B0-31BCCE82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D6855-AB90-41A5-A7E8-A181ADED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181B68-04F7-42B1-8156-B8E00508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9795586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2026-08-24T16:03:09.4040000Z</dcterms:created>
  <dcterms:modified xsi:type="dcterms:W3CDTF">2026-08-24T16:03:09.4040000Z</dcterms:modified>
</coreProperties>
</file>