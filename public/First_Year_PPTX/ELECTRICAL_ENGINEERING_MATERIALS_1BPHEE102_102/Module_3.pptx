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562e7b063f4744" /><Relationship Type="http://schemas.openxmlformats.org/officeDocument/2006/relationships/extended-properties" Target="/docProps/app.xml" Id="Rb9658b7912dd404f" /><Relationship Type="http://schemas.openxmlformats.org/officeDocument/2006/relationships/officeDocument" Target="/ppt/presentation.xml" Id="R55f0e36567804a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0cdfaf8f7249bc"/>
  </p:sldMasterIdLst>
  <p:notesMasterIdLst>
    <p:notesMasterId xmlns:r="http://schemas.openxmlformats.org/officeDocument/2006/relationships" r:id="R74d27591c8c04835"/>
  </p:notesMasterIdLst>
  <p:sldIdLst>
    <p:sldId xmlns:r="http://schemas.openxmlformats.org/officeDocument/2006/relationships" id="256" r:id="R02b625a145de4313"/>
    <p:sldId xmlns:r="http://schemas.openxmlformats.org/officeDocument/2006/relationships" id="257" r:id="R9faa858372c341da"/>
    <p:sldId xmlns:r="http://schemas.openxmlformats.org/officeDocument/2006/relationships" id="258" r:id="Rdf8757c4f64f44fa"/>
    <p:sldId xmlns:r="http://schemas.openxmlformats.org/officeDocument/2006/relationships" id="259" r:id="R34fce38e9d32417a"/>
    <p:sldId xmlns:r="http://schemas.openxmlformats.org/officeDocument/2006/relationships" id="260" r:id="R2f000e644705484e"/>
    <p:sldId xmlns:r="http://schemas.openxmlformats.org/officeDocument/2006/relationships" id="261" r:id="Rfc65faa052254c40"/>
    <p:sldId xmlns:r="http://schemas.openxmlformats.org/officeDocument/2006/relationships" id="262" r:id="R28668c74516a484e"/>
    <p:sldId xmlns:r="http://schemas.openxmlformats.org/officeDocument/2006/relationships" id="263" r:id="Rab966b8f4901419e"/>
    <p:sldId xmlns:r="http://schemas.openxmlformats.org/officeDocument/2006/relationships" id="264" r:id="Rf8862923459a4746"/>
    <p:sldId xmlns:r="http://schemas.openxmlformats.org/officeDocument/2006/relationships" id="265" r:id="Rd7ecb50f4f6e48ca"/>
    <p:sldId xmlns:r="http://schemas.openxmlformats.org/officeDocument/2006/relationships" id="266" r:id="R84408cacad724741"/>
    <p:sldId xmlns:r="http://schemas.openxmlformats.org/officeDocument/2006/relationships" id="267" r:id="R7db815a2f5ab4be9"/>
    <p:sldId xmlns:r="http://schemas.openxmlformats.org/officeDocument/2006/relationships" id="268" r:id="Rb0c7e72ccec64615"/>
    <p:sldId xmlns:r="http://schemas.openxmlformats.org/officeDocument/2006/relationships" id="269" r:id="R0251aa6301d94c0c"/>
    <p:sldId xmlns:r="http://schemas.openxmlformats.org/officeDocument/2006/relationships" id="270" r:id="R270249bc1eee4662"/>
    <p:sldId xmlns:r="http://schemas.openxmlformats.org/officeDocument/2006/relationships" id="271" r:id="R5160ccdab72a442a"/>
    <p:sldId xmlns:r="http://schemas.openxmlformats.org/officeDocument/2006/relationships" id="272" r:id="Re018306c70964dd7"/>
    <p:sldId xmlns:r="http://schemas.openxmlformats.org/officeDocument/2006/relationships" id="273" r:id="R5dfa98c62f574b23"/>
    <p:sldId xmlns:r="http://schemas.openxmlformats.org/officeDocument/2006/relationships" id="274" r:id="R156351bcc4054b60"/>
    <p:sldId xmlns:r="http://schemas.openxmlformats.org/officeDocument/2006/relationships" id="275" r:id="R9c54ae9eb3614d07"/>
    <p:sldId xmlns:r="http://schemas.openxmlformats.org/officeDocument/2006/relationships" id="276" r:id="R24c102e3cf0b489f"/>
    <p:sldId xmlns:r="http://schemas.openxmlformats.org/officeDocument/2006/relationships" id="277" r:id="R06b970c217164cf0"/>
    <p:sldId xmlns:r="http://schemas.openxmlformats.org/officeDocument/2006/relationships" id="278" r:id="R0474455eddeb482c"/>
    <p:sldId xmlns:r="http://schemas.openxmlformats.org/officeDocument/2006/relationships" id="279" r:id="Rba1743185b6448b3"/>
    <p:sldId xmlns:r="http://schemas.openxmlformats.org/officeDocument/2006/relationships" id="280" r:id="Reec75da3ebfc4ba1"/>
    <p:sldId xmlns:r="http://schemas.openxmlformats.org/officeDocument/2006/relationships" id="281" r:id="Rdd15a43a19d54254"/>
    <p:sldId xmlns:r="http://schemas.openxmlformats.org/officeDocument/2006/relationships" id="282" r:id="R4d047d27e4fc4fb8"/>
    <p:sldId xmlns:r="http://schemas.openxmlformats.org/officeDocument/2006/relationships" id="283" r:id="Ra2002962541445c2"/>
    <p:sldId xmlns:r="http://schemas.openxmlformats.org/officeDocument/2006/relationships" id="284" r:id="R001041f2b156464c"/>
    <p:sldId xmlns:r="http://schemas.openxmlformats.org/officeDocument/2006/relationships" id="285" r:id="R8bf8cd0458c94a6d"/>
    <p:sldId xmlns:r="http://schemas.openxmlformats.org/officeDocument/2006/relationships" id="286" r:id="R9f818f6d32774fd0"/>
    <p:sldId xmlns:r="http://schemas.openxmlformats.org/officeDocument/2006/relationships" id="287" r:id="Rb7811b465b0244e4"/>
    <p:sldId xmlns:r="http://schemas.openxmlformats.org/officeDocument/2006/relationships" id="288" r:id="Rc50a6040cbf3421a"/>
    <p:sldId xmlns:r="http://schemas.openxmlformats.org/officeDocument/2006/relationships" id="289" r:id="R9c4a37c82a1f4fa3"/>
    <p:sldId xmlns:r="http://schemas.openxmlformats.org/officeDocument/2006/relationships" id="290" r:id="Rb870cc5122ea4198"/>
    <p:sldId xmlns:r="http://schemas.openxmlformats.org/officeDocument/2006/relationships" id="291" r:id="R9634851de7d74585"/>
    <p:sldId xmlns:r="http://schemas.openxmlformats.org/officeDocument/2006/relationships" id="292" r:id="R8364de4896a944ea"/>
    <p:sldId xmlns:r="http://schemas.openxmlformats.org/officeDocument/2006/relationships" id="293" r:id="Rb78dd0bff58c4be3"/>
    <p:sldId xmlns:r="http://schemas.openxmlformats.org/officeDocument/2006/relationships" id="294" r:id="Rd149a04aa80d4828"/>
    <p:sldId xmlns:r="http://schemas.openxmlformats.org/officeDocument/2006/relationships" id="295" r:id="R365bf700c9d749d6"/>
    <p:sldId xmlns:r="http://schemas.openxmlformats.org/officeDocument/2006/relationships" id="296" r:id="Rb670eeacb4dc4342"/>
    <p:sldId xmlns:r="http://schemas.openxmlformats.org/officeDocument/2006/relationships" id="297" r:id="R4d67dbe6813442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7d9e06f12a4c72" /><Relationship Type="http://schemas.openxmlformats.org/officeDocument/2006/relationships/slideMaster" Target="/ppt/slideMasters/slideMaster1.xml" Id="R200cdfaf8f7249bc" /><Relationship Type="http://schemas.openxmlformats.org/officeDocument/2006/relationships/notesMaster" Target="/ppt/notesMasters/notesMaster1.xml" Id="R74d27591c8c04835" /><Relationship Type="http://schemas.openxmlformats.org/officeDocument/2006/relationships/presProps" Target="/ppt/presProps.xml" Id="R68f7c432a51e4592" /><Relationship Type="http://schemas.openxmlformats.org/officeDocument/2006/relationships/tableStyles" Target="/ppt/tableStyles.xml" Id="R1614054aca2c4362" /><Relationship Type="http://schemas.openxmlformats.org/officeDocument/2006/relationships/slide" Target="/ppt/slides/slide1.xml" Id="R02b625a145de4313" /><Relationship Type="http://schemas.openxmlformats.org/officeDocument/2006/relationships/slide" Target="/ppt/slides/slide2.xml" Id="R9faa858372c341da" /><Relationship Type="http://schemas.openxmlformats.org/officeDocument/2006/relationships/slide" Target="/ppt/slides/slide3.xml" Id="Rdf8757c4f64f44fa" /><Relationship Type="http://schemas.openxmlformats.org/officeDocument/2006/relationships/slide" Target="/ppt/slides/slide4.xml" Id="R34fce38e9d32417a" /><Relationship Type="http://schemas.openxmlformats.org/officeDocument/2006/relationships/slide" Target="/ppt/slides/slide5.xml" Id="R2f000e644705484e" /><Relationship Type="http://schemas.openxmlformats.org/officeDocument/2006/relationships/slide" Target="/ppt/slides/slide6.xml" Id="Rfc65faa052254c40" /><Relationship Type="http://schemas.openxmlformats.org/officeDocument/2006/relationships/slide" Target="/ppt/slides/slide7.xml" Id="R28668c74516a484e" /><Relationship Type="http://schemas.openxmlformats.org/officeDocument/2006/relationships/slide" Target="/ppt/slides/slide8.xml" Id="Rab966b8f4901419e" /><Relationship Type="http://schemas.openxmlformats.org/officeDocument/2006/relationships/slide" Target="/ppt/slides/slide9.xml" Id="Rf8862923459a4746" /><Relationship Type="http://schemas.openxmlformats.org/officeDocument/2006/relationships/slide" Target="/ppt/slides/slide10.xml" Id="Rd7ecb50f4f6e48ca" /><Relationship Type="http://schemas.openxmlformats.org/officeDocument/2006/relationships/slide" Target="/ppt/slides/slide11.xml" Id="R84408cacad724741" /><Relationship Type="http://schemas.openxmlformats.org/officeDocument/2006/relationships/slide" Target="/ppt/slides/slide12.xml" Id="R7db815a2f5ab4be9" /><Relationship Type="http://schemas.openxmlformats.org/officeDocument/2006/relationships/slide" Target="/ppt/slides/slide13.xml" Id="Rb0c7e72ccec64615" /><Relationship Type="http://schemas.openxmlformats.org/officeDocument/2006/relationships/slide" Target="/ppt/slides/slide14.xml" Id="R0251aa6301d94c0c" /><Relationship Type="http://schemas.openxmlformats.org/officeDocument/2006/relationships/slide" Target="/ppt/slides/slide15.xml" Id="R270249bc1eee4662" /><Relationship Type="http://schemas.openxmlformats.org/officeDocument/2006/relationships/slide" Target="/ppt/slides/slide16.xml" Id="R5160ccdab72a442a" /><Relationship Type="http://schemas.openxmlformats.org/officeDocument/2006/relationships/slide" Target="/ppt/slides/slide17.xml" Id="Re018306c70964dd7" /><Relationship Type="http://schemas.openxmlformats.org/officeDocument/2006/relationships/slide" Target="/ppt/slides/slide18.xml" Id="R5dfa98c62f574b23" /><Relationship Type="http://schemas.openxmlformats.org/officeDocument/2006/relationships/slide" Target="/ppt/slides/slide19.xml" Id="R156351bcc4054b60" /><Relationship Type="http://schemas.openxmlformats.org/officeDocument/2006/relationships/slide" Target="/ppt/slides/slide20.xml" Id="R9c54ae9eb3614d07" /><Relationship Type="http://schemas.openxmlformats.org/officeDocument/2006/relationships/slide" Target="/ppt/slides/slide21.xml" Id="R24c102e3cf0b489f" /><Relationship Type="http://schemas.openxmlformats.org/officeDocument/2006/relationships/slide" Target="/ppt/slides/slide22.xml" Id="R06b970c217164cf0" /><Relationship Type="http://schemas.openxmlformats.org/officeDocument/2006/relationships/slide" Target="/ppt/slides/slide23.xml" Id="R0474455eddeb482c" /><Relationship Type="http://schemas.openxmlformats.org/officeDocument/2006/relationships/slide" Target="/ppt/slides/slide24.xml" Id="Rba1743185b6448b3" /><Relationship Type="http://schemas.openxmlformats.org/officeDocument/2006/relationships/slide" Target="/ppt/slides/slide25.xml" Id="Reec75da3ebfc4ba1" /><Relationship Type="http://schemas.openxmlformats.org/officeDocument/2006/relationships/slide" Target="/ppt/slides/slide26.xml" Id="Rdd15a43a19d54254" /><Relationship Type="http://schemas.openxmlformats.org/officeDocument/2006/relationships/slide" Target="/ppt/slides/slide27.xml" Id="R4d047d27e4fc4fb8" /><Relationship Type="http://schemas.openxmlformats.org/officeDocument/2006/relationships/slide" Target="/ppt/slides/slide28.xml" Id="Ra2002962541445c2" /><Relationship Type="http://schemas.openxmlformats.org/officeDocument/2006/relationships/slide" Target="/ppt/slides/slide29.xml" Id="R001041f2b156464c" /><Relationship Type="http://schemas.openxmlformats.org/officeDocument/2006/relationships/slide" Target="/ppt/slides/slide30.xml" Id="R8bf8cd0458c94a6d" /><Relationship Type="http://schemas.openxmlformats.org/officeDocument/2006/relationships/slide" Target="/ppt/slides/slide31.xml" Id="R9f818f6d32774fd0" /><Relationship Type="http://schemas.openxmlformats.org/officeDocument/2006/relationships/slide" Target="/ppt/slides/slide32.xml" Id="Rb7811b465b0244e4" /><Relationship Type="http://schemas.openxmlformats.org/officeDocument/2006/relationships/slide" Target="/ppt/slides/slide33.xml" Id="Rc50a6040cbf3421a" /><Relationship Type="http://schemas.openxmlformats.org/officeDocument/2006/relationships/slide" Target="/ppt/slides/slide34.xml" Id="R9c4a37c82a1f4fa3" /><Relationship Type="http://schemas.openxmlformats.org/officeDocument/2006/relationships/slide" Target="/ppt/slides/slide35.xml" Id="Rb870cc5122ea4198" /><Relationship Type="http://schemas.openxmlformats.org/officeDocument/2006/relationships/slide" Target="/ppt/slides/slide36.xml" Id="R9634851de7d74585" /><Relationship Type="http://schemas.openxmlformats.org/officeDocument/2006/relationships/slide" Target="/ppt/slides/slide37.xml" Id="R8364de4896a944ea" /><Relationship Type="http://schemas.openxmlformats.org/officeDocument/2006/relationships/slide" Target="/ppt/slides/slide38.xml" Id="Rb78dd0bff58c4be3" /><Relationship Type="http://schemas.openxmlformats.org/officeDocument/2006/relationships/slide" Target="/ppt/slides/slide39.xml" Id="Rd149a04aa80d4828" /><Relationship Type="http://schemas.openxmlformats.org/officeDocument/2006/relationships/slide" Target="/ppt/slides/slide40.xml" Id="R365bf700c9d749d6" /><Relationship Type="http://schemas.openxmlformats.org/officeDocument/2006/relationships/slide" Target="/ppt/slides/slide41.xml" Id="Rb670eeacb4dc4342" /><Relationship Type="http://schemas.openxmlformats.org/officeDocument/2006/relationships/slide" Target="/ppt/slides/slide42.xml" Id="R4d67dbe6813442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32f992f4174a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b5b05d51d845a0" /><Relationship Type="http://schemas.openxmlformats.org/officeDocument/2006/relationships/notesMaster" Target="/ppt/notesMasters/notesMaster1.xml" Id="R4241217513274d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631b72787346b4" /><Relationship Type="http://schemas.openxmlformats.org/officeDocument/2006/relationships/notesMaster" Target="/ppt/notesMasters/notesMaster1.xml" Id="R35da1344533c43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c6712b5ffa41a9" /><Relationship Type="http://schemas.openxmlformats.org/officeDocument/2006/relationships/notesMaster" Target="/ppt/notesMasters/notesMaster1.xml" Id="R363c10c6d67b4b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f616eca1844253" /><Relationship Type="http://schemas.openxmlformats.org/officeDocument/2006/relationships/notesMaster" Target="/ppt/notesMasters/notesMaster1.xml" Id="R33b983effeb844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61fd3bc16a49f3" /><Relationship Type="http://schemas.openxmlformats.org/officeDocument/2006/relationships/notesMaster" Target="/ppt/notesMasters/notesMaster1.xml" Id="Rbf7451808a8146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7500b5796f4b44" /><Relationship Type="http://schemas.openxmlformats.org/officeDocument/2006/relationships/notesMaster" Target="/ppt/notesMasters/notesMaster1.xml" Id="R83cbb7a33c1946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ebc10e032a4fc1" /><Relationship Type="http://schemas.openxmlformats.org/officeDocument/2006/relationships/notesMaster" Target="/ppt/notesMasters/notesMaster1.xml" Id="Rfe9e290294de42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f1b493b8794a35" /><Relationship Type="http://schemas.openxmlformats.org/officeDocument/2006/relationships/notesMaster" Target="/ppt/notesMasters/notesMaster1.xml" Id="R1d07b69f0f9b40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8d18a4dd0341b0" /><Relationship Type="http://schemas.openxmlformats.org/officeDocument/2006/relationships/notesMaster" Target="/ppt/notesMasters/notesMaster1.xml" Id="R4c0831f78aad46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828ced9edb4e02" /><Relationship Type="http://schemas.openxmlformats.org/officeDocument/2006/relationships/notesMaster" Target="/ppt/notesMasters/notesMaster1.xml" Id="R7bf3a5649b3e46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33a770485e4f5c" /><Relationship Type="http://schemas.openxmlformats.org/officeDocument/2006/relationships/notesMaster" Target="/ppt/notesMasters/notesMaster1.xml" Id="Ra2bc2806cc7940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6860baa90c43bf" /><Relationship Type="http://schemas.openxmlformats.org/officeDocument/2006/relationships/notesMaster" Target="/ppt/notesMasters/notesMaster1.xml" Id="Rd401fbac2eae408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402e560d5e4a8c" /><Relationship Type="http://schemas.openxmlformats.org/officeDocument/2006/relationships/notesMaster" Target="/ppt/notesMasters/notesMaster1.xml" Id="Rd3e4de1451a0462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6b189a24d4f47d0" /><Relationship Type="http://schemas.openxmlformats.org/officeDocument/2006/relationships/notesMaster" Target="/ppt/notesMasters/notesMaster1.xml" Id="R004f7c6b3a6942f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c9534011372411b" /><Relationship Type="http://schemas.openxmlformats.org/officeDocument/2006/relationships/notesMaster" Target="/ppt/notesMasters/notesMaster1.xml" Id="R0626de5b706047e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adf8e11b0884404" /><Relationship Type="http://schemas.openxmlformats.org/officeDocument/2006/relationships/notesMaster" Target="/ppt/notesMasters/notesMaster1.xml" Id="R23451d89baaf409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33cfaf6a4b54719" /><Relationship Type="http://schemas.openxmlformats.org/officeDocument/2006/relationships/notesMaster" Target="/ppt/notesMasters/notesMaster1.xml" Id="Rc830e03d1cbf416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a1894cc56924ab3" /><Relationship Type="http://schemas.openxmlformats.org/officeDocument/2006/relationships/notesMaster" Target="/ppt/notesMasters/notesMaster1.xml" Id="R8015476cc0f0435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8fd66ce06284796" /><Relationship Type="http://schemas.openxmlformats.org/officeDocument/2006/relationships/notesMaster" Target="/ppt/notesMasters/notesMaster1.xml" Id="R8b222b9626b2420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28a32f8db9c4812" /><Relationship Type="http://schemas.openxmlformats.org/officeDocument/2006/relationships/notesMaster" Target="/ppt/notesMasters/notesMaster1.xml" Id="Rf23e2dfb3f7f4e0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63e01f98bda43f8" /><Relationship Type="http://schemas.openxmlformats.org/officeDocument/2006/relationships/notesMaster" Target="/ppt/notesMasters/notesMaster1.xml" Id="R6ea979be304c497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cac0669576b4a0d" /><Relationship Type="http://schemas.openxmlformats.org/officeDocument/2006/relationships/notesMaster" Target="/ppt/notesMasters/notesMaster1.xml" Id="R8fdcb236ad5e47e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d335e5734e74ad6" /><Relationship Type="http://schemas.openxmlformats.org/officeDocument/2006/relationships/notesMaster" Target="/ppt/notesMasters/notesMaster1.xml" Id="R4c65acdfbdf84df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20fa45a76864711" /><Relationship Type="http://schemas.openxmlformats.org/officeDocument/2006/relationships/notesMaster" Target="/ppt/notesMasters/notesMaster1.xml" Id="R82cf687dac4541e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0e55b4d0d3e4878" /><Relationship Type="http://schemas.openxmlformats.org/officeDocument/2006/relationships/notesMaster" Target="/ppt/notesMasters/notesMaster1.xml" Id="Rc55d2fd93c4c498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889c74d09474eb3" /><Relationship Type="http://schemas.openxmlformats.org/officeDocument/2006/relationships/notesMaster" Target="/ppt/notesMasters/notesMaster1.xml" Id="R995834e9c5c04cc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17932691dac42c7" /><Relationship Type="http://schemas.openxmlformats.org/officeDocument/2006/relationships/notesMaster" Target="/ppt/notesMasters/notesMaster1.xml" Id="R73ea0451203046f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6d3480d040b4842" /><Relationship Type="http://schemas.openxmlformats.org/officeDocument/2006/relationships/notesMaster" Target="/ppt/notesMasters/notesMaster1.xml" Id="Rcdfd273b7e694b4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1a6e7b2d9e049b9" /><Relationship Type="http://schemas.openxmlformats.org/officeDocument/2006/relationships/notesMaster" Target="/ppt/notesMasters/notesMaster1.xml" Id="R0aa0d320cecf427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76dc40a99a6420d" /><Relationship Type="http://schemas.openxmlformats.org/officeDocument/2006/relationships/notesMaster" Target="/ppt/notesMasters/notesMaster1.xml" Id="R29fb69793eac4ee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fb9d4183f1b4d1b" /><Relationship Type="http://schemas.openxmlformats.org/officeDocument/2006/relationships/notesMaster" Target="/ppt/notesMasters/notesMaster1.xml" Id="Ra659777e540b4a8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cb054b8c2314ce2" /><Relationship Type="http://schemas.openxmlformats.org/officeDocument/2006/relationships/notesMaster" Target="/ppt/notesMasters/notesMaster1.xml" Id="Ra7ea99a9a861417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8710d1160624bf2" /><Relationship Type="http://schemas.openxmlformats.org/officeDocument/2006/relationships/notesMaster" Target="/ppt/notesMasters/notesMaster1.xml" Id="R160139f37f07455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b393e07a4364797" /><Relationship Type="http://schemas.openxmlformats.org/officeDocument/2006/relationships/notesMaster" Target="/ppt/notesMasters/notesMaster1.xml" Id="R999e148457a74eb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93e192ee597432e" /><Relationship Type="http://schemas.openxmlformats.org/officeDocument/2006/relationships/notesMaster" Target="/ppt/notesMasters/notesMaster1.xml" Id="R5e13be9bf1e0455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5b8b6e06cdf42ac" /><Relationship Type="http://schemas.openxmlformats.org/officeDocument/2006/relationships/notesMaster" Target="/ppt/notesMasters/notesMaster1.xml" Id="Raeca81ed7abf49c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5ed72d94ea14b0a" /><Relationship Type="http://schemas.openxmlformats.org/officeDocument/2006/relationships/notesMaster" Target="/ppt/notesMasters/notesMaster1.xml" Id="Rfc292a2f971f4c9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61a368a8f544bfa" /><Relationship Type="http://schemas.openxmlformats.org/officeDocument/2006/relationships/notesMaster" Target="/ppt/notesMasters/notesMaster1.xml" Id="Re14602289a49465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d158c3a99c64aa7" /><Relationship Type="http://schemas.openxmlformats.org/officeDocument/2006/relationships/notesMaster" Target="/ppt/notesMasters/notesMaster1.xml" Id="R17174e08c58c4c8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7bd1bd8b9264e66" /><Relationship Type="http://schemas.openxmlformats.org/officeDocument/2006/relationships/notesMaster" Target="/ppt/notesMasters/notesMaster1.xml" Id="R1fe07d8a3f3946b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f6e51b04ae64061" /><Relationship Type="http://schemas.openxmlformats.org/officeDocument/2006/relationships/notesMaster" Target="/ppt/notesMasters/notesMaster1.xml" Id="R19f631e76ded4c3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a3d054aa95c40eb" /><Relationship Type="http://schemas.openxmlformats.org/officeDocument/2006/relationships/notesMaster" Target="/ppt/notesMasters/notesMaster1.xml" Id="Rb95f09790a9249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bd734ce97a40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b7dcc53ef149e1" /><Relationship Type="http://schemas.openxmlformats.org/officeDocument/2006/relationships/slideLayout" Target="/ppt/slideLayouts/slideLayout1.xml" Id="R0f7982fe81a84c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7982fe81a84c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b2bbaf8a347e0" /><Relationship Type="http://schemas.openxmlformats.org/officeDocument/2006/relationships/notesSlide" Target="/ppt/notesSlides/notesSlide1.xml" Id="Rc4623b160dea4c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7625ba21d4c71" /><Relationship Type="http://schemas.openxmlformats.org/officeDocument/2006/relationships/notesSlide" Target="/ppt/notesSlides/notesSlide2.xml" Id="Rd91171bf5e754b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970d84328475e" /><Relationship Type="http://schemas.openxmlformats.org/officeDocument/2006/relationships/notesSlide" Target="/ppt/notesSlides/notesSlide3.xml" Id="Rcc70dcb881494b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420186522462d" /><Relationship Type="http://schemas.openxmlformats.org/officeDocument/2006/relationships/notesSlide" Target="/ppt/notesSlides/notesSlide4.xml" Id="R140f101502944a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22bd3b6f04c7f" /><Relationship Type="http://schemas.openxmlformats.org/officeDocument/2006/relationships/notesSlide" Target="/ppt/notesSlides/notesSlide5.xml" Id="R7a2ebcaf42cd4a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e26eba558424f" /><Relationship Type="http://schemas.openxmlformats.org/officeDocument/2006/relationships/notesSlide" Target="/ppt/notesSlides/notesSlide6.xml" Id="R0decf8ecd9b74c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39bd790dc4747" /><Relationship Type="http://schemas.openxmlformats.org/officeDocument/2006/relationships/notesSlide" Target="/ppt/notesSlides/notesSlide7.xml" Id="R2aab469aab384e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9c61a6b8f4da0" /><Relationship Type="http://schemas.openxmlformats.org/officeDocument/2006/relationships/notesSlide" Target="/ppt/notesSlides/notesSlide8.xml" Id="R8efc6b26758246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23a18fb4a4e5c" /><Relationship Type="http://schemas.openxmlformats.org/officeDocument/2006/relationships/notesSlide" Target="/ppt/notesSlides/notesSlide9.xml" Id="R0758ea11e6dd4b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dd6a122184b29" /><Relationship Type="http://schemas.openxmlformats.org/officeDocument/2006/relationships/notesSlide" Target="/ppt/notesSlides/notesSlide10.xml" Id="R6f4f314a066445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7b52d2c584c82" /><Relationship Type="http://schemas.openxmlformats.org/officeDocument/2006/relationships/notesSlide" Target="/ppt/notesSlides/notesSlide11.xml" Id="R56ea88c80c2f47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85ba689954e34" /><Relationship Type="http://schemas.openxmlformats.org/officeDocument/2006/relationships/notesSlide" Target="/ppt/notesSlides/notesSlide12.xml" Id="Rf5e4a114bd6641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5fcde56304184" /><Relationship Type="http://schemas.openxmlformats.org/officeDocument/2006/relationships/notesSlide" Target="/ppt/notesSlides/notesSlide13.xml" Id="Rd0ee285487a649f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ef63be82148d7" /><Relationship Type="http://schemas.openxmlformats.org/officeDocument/2006/relationships/notesSlide" Target="/ppt/notesSlides/notesSlide14.xml" Id="R83b5b4b6a2804b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a7c7359be4a6c" /><Relationship Type="http://schemas.openxmlformats.org/officeDocument/2006/relationships/notesSlide" Target="/ppt/notesSlides/notesSlide15.xml" Id="R304f0b358943461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d6186154e475f" /><Relationship Type="http://schemas.openxmlformats.org/officeDocument/2006/relationships/notesSlide" Target="/ppt/notesSlides/notesSlide16.xml" Id="Raad59938e38e44d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f3006f7f9491a" /><Relationship Type="http://schemas.openxmlformats.org/officeDocument/2006/relationships/notesSlide" Target="/ppt/notesSlides/notesSlide17.xml" Id="R00e15481ce444d8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1f7c2e5074ac3" /><Relationship Type="http://schemas.openxmlformats.org/officeDocument/2006/relationships/notesSlide" Target="/ppt/notesSlides/notesSlide18.xml" Id="Rf0cdaec8c83e44b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f7b5936f1477f" /><Relationship Type="http://schemas.openxmlformats.org/officeDocument/2006/relationships/notesSlide" Target="/ppt/notesSlides/notesSlide19.xml" Id="R9d317e6c2cfb4e8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7b9fdec3f467f" /><Relationship Type="http://schemas.openxmlformats.org/officeDocument/2006/relationships/notesSlide" Target="/ppt/notesSlides/notesSlide20.xml" Id="R9a0f355f12854bd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523f5be974a74" /><Relationship Type="http://schemas.openxmlformats.org/officeDocument/2006/relationships/notesSlide" Target="/ppt/notesSlides/notesSlide21.xml" Id="R31f62f2e7844425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fb9212fce4da5" /><Relationship Type="http://schemas.openxmlformats.org/officeDocument/2006/relationships/notesSlide" Target="/ppt/notesSlides/notesSlide22.xml" Id="R6556aadb73bf4dc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885830d73482e" /><Relationship Type="http://schemas.openxmlformats.org/officeDocument/2006/relationships/notesSlide" Target="/ppt/notesSlides/notesSlide23.xml" Id="R31f8b74aae9f4ee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2304d1e4d40e6" /><Relationship Type="http://schemas.openxmlformats.org/officeDocument/2006/relationships/notesSlide" Target="/ppt/notesSlides/notesSlide24.xml" Id="R73e3b8f5978547e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f7a8f842f418c" /><Relationship Type="http://schemas.openxmlformats.org/officeDocument/2006/relationships/notesSlide" Target="/ppt/notesSlides/notesSlide25.xml" Id="R462527c306854b5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9acba5c9f4499" /><Relationship Type="http://schemas.openxmlformats.org/officeDocument/2006/relationships/notesSlide" Target="/ppt/notesSlides/notesSlide26.xml" Id="R296b3d18fed5489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53e1fb85d49dc" /><Relationship Type="http://schemas.openxmlformats.org/officeDocument/2006/relationships/notesSlide" Target="/ppt/notesSlides/notesSlide27.xml" Id="R5cc74df3a7b04d2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2cb95bea6459b" /><Relationship Type="http://schemas.openxmlformats.org/officeDocument/2006/relationships/notesSlide" Target="/ppt/notesSlides/notesSlide28.xml" Id="Re1e0532ee4744c3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2229cf71a493b" /><Relationship Type="http://schemas.openxmlformats.org/officeDocument/2006/relationships/notesSlide" Target="/ppt/notesSlides/notesSlide29.xml" Id="Rdf438df809be465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b3552744c4f53" /><Relationship Type="http://schemas.openxmlformats.org/officeDocument/2006/relationships/notesSlide" Target="/ppt/notesSlides/notesSlide30.xml" Id="R117f83581faa417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36ba5332641cb" /><Relationship Type="http://schemas.openxmlformats.org/officeDocument/2006/relationships/notesSlide" Target="/ppt/notesSlides/notesSlide31.xml" Id="R6c9bba0792434f7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71a8128024d73" /><Relationship Type="http://schemas.openxmlformats.org/officeDocument/2006/relationships/notesSlide" Target="/ppt/notesSlides/notesSlide32.xml" Id="R2d2377e0db55487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e7be23f474465" /><Relationship Type="http://schemas.openxmlformats.org/officeDocument/2006/relationships/notesSlide" Target="/ppt/notesSlides/notesSlide33.xml" Id="R768403e55e42424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21efffb434eb9" /><Relationship Type="http://schemas.openxmlformats.org/officeDocument/2006/relationships/notesSlide" Target="/ppt/notesSlides/notesSlide34.xml" Id="R6dcf758810a14bb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995aaa90645d8" /><Relationship Type="http://schemas.openxmlformats.org/officeDocument/2006/relationships/notesSlide" Target="/ppt/notesSlides/notesSlide35.xml" Id="R066e1b8fc55f497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961fcfaa44251" /><Relationship Type="http://schemas.openxmlformats.org/officeDocument/2006/relationships/notesSlide" Target="/ppt/notesSlides/notesSlide36.xml" Id="Rbb31bddbaa63446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50b786e2a4609" /><Relationship Type="http://schemas.openxmlformats.org/officeDocument/2006/relationships/notesSlide" Target="/ppt/notesSlides/notesSlide37.xml" Id="R0b2551148ee74a2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192a1260341e1" /><Relationship Type="http://schemas.openxmlformats.org/officeDocument/2006/relationships/notesSlide" Target="/ppt/notesSlides/notesSlide38.xml" Id="Raf6b8750e8754cc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e54bc3be54755" /><Relationship Type="http://schemas.openxmlformats.org/officeDocument/2006/relationships/notesSlide" Target="/ppt/notesSlides/notesSlide39.xml" Id="R2edd85a942b146e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29c45ae984e30" /><Relationship Type="http://schemas.openxmlformats.org/officeDocument/2006/relationships/notesSlide" Target="/ppt/notesSlides/notesSlide40.xml" Id="R9334ebe202eb4b6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697247f564d41" /><Relationship Type="http://schemas.openxmlformats.org/officeDocument/2006/relationships/notesSlide" Target="/ppt/notesSlides/notesSlide41.xml" Id="R1d7ebc092a304e7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94b142ba54282" /><Relationship Type="http://schemas.openxmlformats.org/officeDocument/2006/relationships/notesSlide" Target="/ppt/notesSlides/notesSlide42.xml" Id="Racc5420e63f548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122580-7AE6-4810-B31E-D6F37159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1CF98-4233-404E-899A-F7FBD844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Electrical Properties of Metals and Semiconductors: Failures of c lassical free electron theory, Mechanisms of electron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A5813-EA1D-4EC4-96EC-B47E5D3E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ELECTRICAL ENGINEERING MATERIALS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1BPHEE102/102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33898-AB83-4916-9E23-C17E630E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12459-956B-47CC-A8DC-8D9E64AD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B940D-D4C7-4A2D-8FA0-16B47303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21254-9C9C-4DFD-AA85-D4DF839F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9B830-0600-410F-9B64-2F15A836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F2B39-1E80-48BF-8220-AF0FFFE2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BF20E-BDC5-4864-A9D8-5FBCA752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1C59D-E5C4-4A20-BBBE-D433FB40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2B5F46-AD27-401C-B5CE-74678B75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0177B-D3F3-4D07-B569-C67DE51F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5055055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1C09DA-7CCA-42EF-9D32-E79AF40A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D7524-A7CB-43A8-84EA-27B49C16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777DF-AAE9-4AC5-966A-2A16BF60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B5DA9-9672-41CF-9267-A55C4953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FC5C1-1B76-443B-BADF-FC1B2D35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A3A8F-13E6-4D34-8065-2D7F377A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D55EE-8550-41FC-BFE2-E4BCDA6E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6720D-9C26-4489-A1BD-791846BE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9CEFF-EC24-47F2-8FB2-58CA065E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AB24D-2129-4E45-824B-9D3AB082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33B93-AAD6-4518-B3ED-39D565F1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65FC6-94AF-4661-BC45-5D6B713D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96F927-D021-4248-89A9-BA6FE971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6F427-87F3-4E13-A786-8A237C98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19B03-2971-4C7C-9696-E9BBECEF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3824906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CE2134-3E46-4D8B-B7E6-54F54E06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A45F6-88E3-4674-AD39-D1614B55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457BE-E566-4BDB-A2D8-5CBF7428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E6591-8220-41C8-92C9-E55BF9FD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26A9B-0D5B-45F2-B9C0-41C09D3D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E5E8F-CA5E-4301-AA36-F975B141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AFE9A-FFB5-42F1-B1DB-EAECAB37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07329-4835-4690-9020-B89A741A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2E409C-7CAC-4A3B-9A3D-A0AC4196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Electrical Properties of Metals and Semiconductors: Failu...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15C19-2352-4064-9A02-4D1E773B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A18C7-E337-4068-9440-8547CB01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7ADE8-E99B-45AD-964C-595BA190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Mechanisms of electron scattering in solids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73C2D-EC46-43BE-B22A-B2AE2761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8D2A3E-2549-41A1-A3CA-FD794CF8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B248AE-27E3-41EA-B689-A4AFC4AE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Matheissen's rule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0DA5C0-7C6B-4F6E-9B78-189A00D3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44C39C-F289-4372-A981-E11FA0B0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AA4911-DF17-4685-99EC-05998661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As- sumptions of Quantum Free Electron Theory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14231D-3A03-49AD-AA72-4766DD88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4C1201-2784-43E8-82C4-0A1DD247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795E5C-E8CB-41F8-AAF3-A47730D7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Density of States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62646A-189B-46F8-B4D4-087F656F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8CFE18-B449-4903-88BB-7204C578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7F0E3D-682D-4A4C-8032-1895BE31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Fermi Dirac statistics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B128C0-ACCB-430A-832D-45097952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7A300F-4DF9-481D-B719-9A2FC9D4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3FA332-1C17-4D22-A1BE-67717F16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Fermi Energy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CB0470-5E12-49E6-80BF-C87C87B1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369CB2-3B6E-45E4-83D4-420E29A9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51BE8C-F01B-43C7-94A8-F4C55C90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Variation of Fermi Factor With Temperature and Energy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071151-DD2A-49A6-B5C7-2373097D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5BAF56-16AA-4AF1-BA61-E0776BEE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8559403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D97B0A-59E4-42B1-8B67-FF07510D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689DD-AA07-4154-B831-5F98F4A5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84995-7CDE-4FC6-94FF-6685305E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91DC3-49FF-4B15-9C65-E1C07F79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7C463-66DC-44BD-A517-3CABCD67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3C5E7-F6D1-4BA8-8090-94A0C3A1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1F3A0-36FD-4EBB-AFA3-198C985E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36D314-FA3A-4AFC-B083-A65B0BF8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Electrical Properties of Metals and Semiconductors: Failu...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C9285-ECE2-41EE-8EB7-80013DEB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0AFEE-52E8-48C0-B45B-D345E969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DCDD1-7D04-42AB-B8B3-51CFD5E0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Mechanisms of electron scattering in solids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6F006-0D38-41CF-BF35-3BDDD630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15CB9E-5CBF-4976-AE75-A1409F0C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7F7295-25ED-4A52-B422-F3DAA248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Matheissen's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7C757D-7339-4C8A-85AF-91E67881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D3A10F-060C-441D-8402-4EF0E2A6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38630F-8685-4894-B43D-E4A828FF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As- sumptions of Quantum Free Electron Theory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654CF6-560A-4E01-9852-389A99D4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BB855F-A0AD-423A-B0F1-0AE10B81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D63168-A1FC-4DEA-B3FB-1535DB62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Density of States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E538D9-785B-42A4-8995-35794B07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28487F-CCA9-4592-8061-967D063B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69914D-8CD3-4B83-A780-C31BB505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Fermi Dirac statistics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2E0E96-1FF3-440C-BF36-8745C4C4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C3615B-4958-4C98-B5BD-F05EAE9E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9DC9E8-422D-4797-BE27-FF5C913F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Fermi Energy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504A87-2684-431E-AF5D-62538833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D3667B-3C1B-45E2-931D-A7830E71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105EAF-AFCB-4DF5-B1C4-23B279EB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7605365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10B399-9706-4CC4-B772-63F62C7A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B81C1-9975-44C5-A8A8-BCE287C1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98834-D514-46E2-BA41-1DD12D6A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DCD09-C21F-4330-AB25-EDEB66B4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3DFBC-37C5-47D8-AA81-113848C4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Electrical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35D04-ADE9-4179-8854-602DC5DE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Properties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10648-758A-4506-9BAA-75AF2D7B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9EA8B-3F82-4F44-AB44-EC2772FC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Semiconductors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369EB-C1C1-4879-BDCE-3ECD2C56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Failures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9FD4C-FED3-4CFD-B74A-8BE284F7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lassical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8DE7B-E9DC-4933-B9F9-7FCA553F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free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3AFAF-0126-4423-BAB7-B9BB0EEB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electron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DF53C-ACF3-4626-98C3-FFDEDC2A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Mechanisms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CD7A9-1611-4670-843C-555DA87B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scattering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DA2B7E-B1E4-4734-A5E0-447EEF72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FB3CAC-F722-4B45-993A-642801A3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7288475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527C7D-3D97-47C0-AC10-12F12DEF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0F8E3-53F3-4031-BD78-1167543B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88833-24C9-4E53-A992-322E0071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EF136-C745-4BD1-B10A-199DD9E2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E2DDB-8DFC-49F8-B449-9BA7CD1A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Electrical Properties of Metals and Semiconductors: Failures of c lassical free electron theory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0AE00-DB0C-4A6F-986F-EDD249C8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Electrical Properties of Metals and Semic...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C26DE-EEF1-4D07-95AB-D44869A1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8DA2F-0F6F-4A22-8025-4D202A3E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877F1-3DD1-483B-83A1-AB1DDF1C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CF6C0-15D2-4A77-BE27-8245E877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80EDD-E232-467D-937C-3ECED42B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20FD56-D197-4FCC-8FEB-D8668E0E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F8C84-8FF3-4A8E-88CC-AB52B5B8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BBB4D-F2EC-424E-8347-D0DDA33D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EC000-CF20-40EB-AC40-2419F69E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DCFD06-F4BF-44B5-8206-383EC0EB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9947837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A145B9-87B0-4888-9613-2ED81F2E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0A838-E2F3-4BB6-A2EF-7344658E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9824E-09E9-4B06-B59E-15FC00D9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CBE45-1B67-492C-8F0B-8329AB79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C0D8E-3BD7-46F9-B31C-E9DB5738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9A5C3-96AC-4F53-9212-837C010C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48712-E756-4FAB-861D-438F78F5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B7A13-F364-4048-B0DC-3D1064CF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B4B81-4607-4A11-9700-FFD1EA59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Electrical Pr...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1E730-17B3-47A3-AA0D-89693AB1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C91E5-3738-482B-97A1-5DA20357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38245-9387-49FE-8B2B-8DB75588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Electrical...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BDE6D-1727-4EE2-B031-7D9749D4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34B59D-7B5B-45A8-999D-B8811CAB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32102D-6DC5-4FA7-800C-42F05E64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Electri...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35234-2168-4688-AD63-40550F5B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7EDCAD-CF8D-45DF-9257-A1D62BA9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48333E-266F-4382-8407-9969D558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Electrical...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CAD1F0-6F10-4B5F-87CF-4ACF0481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FA0785-DDCC-4469-B31F-09804CBB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B31A88-266C-4B24-8410-35FD3601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Electrical Pro...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6E4539-AE6F-4641-ADDF-C09AAD89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1C6D66-F702-4AC9-81A7-A067CA5D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9362884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9FA35-EAED-4957-ACF2-10615FE1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37665-7D9D-40B5-BBC0-2532B736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5A377-C384-4BC5-8B9C-7FFD1779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982B9-B634-4997-84C8-ABF97872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69947-5C27-4D1C-893C-CBCF928B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83BF6-E8BF-4DB0-8330-60B6CBB8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A3EC2-A40A-43EB-8308-03EDC786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E0A9B-58F3-456E-BC57-88B5F917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5FF74-4C50-430E-8715-CFE0277D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09429-876A-4558-A191-ABF5FE61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FC132-0A2D-4A8D-87DE-0D59EFDB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8E36B-2275-4AC8-9E20-38A7105E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66FE16-D993-4C12-8FD1-694997F7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6B6F84-359D-4C56-9CFB-87085D5A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DD1877-12F6-4AE6-B4AE-3D3D79FF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6340177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F52ED-643C-4AF9-9208-BF50FCF3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746EF-C919-44C3-8468-32973238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41918-9BFA-4CEB-B488-C3434DB6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3BED4-5143-45FB-A2AF-E40F41E5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0905D-B53D-463B-8E3D-FC63021C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61CC2-B0D7-4B56-A395-BE9C4C64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Electrical Properties of Metals and Semiconductors: Failu...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18F1F-8482-4A5A-B849-C04BFB09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634C5-6119-4295-8E34-BE65FC7C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D83B9-779B-45A8-9B93-AF9BC883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90917-1126-40D3-B6CB-A18BC2DC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775945-926D-4FD0-A1A2-26575C0C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7103045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51ECB3-319B-4EB3-9A71-38CD6078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94013-F9E3-4E21-8D4C-57EACEBB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B0E55-C1E0-456E-8296-D38A70FF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D7B1D-9F24-4390-A4DC-21E119B6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BD619-972B-432E-80AA-D82CB23B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Mechanisms of electron scattering in solids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A3B4C-5DBB-48F6-BD97-44C2E4D4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Mechanisms of electron scattering in soli...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5D447-0CB2-4C5A-901B-F872670B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EEBC6-A117-4B4D-8E5D-CE14BEF6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4F570-067F-47BB-A0F8-52A41DF0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AA6A7-10FA-400A-BFC2-4A00C0F0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1AFEC-54E6-4902-965D-A1F85899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BDA97-59E7-4D6E-A123-1C3A1D0E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0390A-1895-4236-834C-23E6B9B1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257A0B-19A7-4976-A5A8-C0EFA44C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AF712-2C78-4592-B059-3A89A4A2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A287D9-9651-4976-8427-4B37C369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7254495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4AC0F9-3A02-4FE6-9989-495E827D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780602-52E8-4579-BC35-6A743E50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194CE-4F0D-436A-BE16-BE643E57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665D6-BE28-4123-B244-6B33ABFF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405F8-0E8C-4A0F-8379-ACE75640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CA284-2837-47D5-97BD-E3DE402D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7C64F-3BCA-48FC-8DD2-3F91C3E4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740CD-7094-4553-8955-BFC3221D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D53F94-0708-4A78-B150-54AE192D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Mechanisms of...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48E597-4B0E-4320-B3A8-A66E7A28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56DE4-56D0-4ABE-86C3-48487841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47B4F-F30A-4178-BE14-43A910F1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Mechanisms...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4E4C39-67AF-41C8-8800-33C219EF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4CDBE9-3CC5-4319-AF56-74C8D9DE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E59DAF-771F-4C36-B1DE-6E6121BC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Mechani...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AA9952-D558-479B-BF25-4E48CF54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E4BC5E-8B24-4E95-B7E0-5E9D21DA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54CC18-1A0C-44DB-8CB0-8F3170A1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Mechanisms...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188FF-517A-4E78-AC19-6A47DDD6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5FFF94-99DB-47E9-B62C-677D1987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128111-69E9-4719-9B0D-3579508D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Mechanisms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4A6493-F176-4DB5-8B35-0E87B174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48220C-76ED-4C94-98FE-53FC4227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1863594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0AE6D0-64A8-40CE-A0B2-F56DE1C5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90B90-5672-4777-BBA1-35CA6F64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5BD0B-E91A-4A79-AE28-A827BB96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587AA-3067-44B2-B5A3-DCD79856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D85F1-5EC8-470F-A664-3E29F2FC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B0097-DF54-44C4-8DBF-262EC9D3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12671-1072-4F25-9D4C-DE39B15C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EC80D-3EDB-4BC4-A2C8-B159B35F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E0AC0-13B1-426B-A8F3-B6550CC0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6394E-3C3F-45B0-AE76-C3FBAFBA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AAA31-3FDC-4324-8154-DB3CF822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387262-9377-4D62-973C-D150B949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10C1B3-7024-409D-8342-8D2BAE0D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38299-1770-41E2-99CA-F115AEBC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0EB75E-1097-4F55-A512-79D8F644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5901897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B788D3-AC54-4C22-BD61-71C33B54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C0542-A98B-4D6D-93D2-D3F6F7D5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6A947-CAE5-4D27-BF07-B97D0B87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0DEC4-4A06-43B1-A92A-4D5C0C00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2AF53-AFEB-499F-8870-6DBABAFB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D1B04-7C26-4A63-9B73-A01B27D1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Mechanisms of electron scattering in solids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99B83A-9159-4251-91C8-D2843155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56BCD-FB94-42F6-8C22-FFBA4E53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8CF04-4FB3-4108-BE02-4A32856D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D776A-518E-4793-8AC0-9896D092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7C19D-C0B5-45BA-82E6-2B780B29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9939624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917AE0-2A5A-4F71-8B11-907C184B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6B831-A9B8-412F-8364-8A1BBBF3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E29E8-D041-497C-8FA8-42364AF2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BBC79-D1FF-40EC-804E-E724B14E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A40A2-8944-49B8-AA65-ED0A8109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Matheissen's rule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28AE4-CECD-431C-AB54-1C670DDE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Matheissen's rule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45AAC-DA57-4778-900A-ECD706D4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5D350-BF17-4E27-9A6A-0357E8DD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22C19-1FC5-414B-BBDD-8B3DABBA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C1908-E701-4440-ABF8-3EB1C24A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D2AF1-4881-4782-ADEE-2B25E293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460B7-F035-44F1-A2AE-29680BB7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F1E99-858E-4814-B9ED-180E3AB9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4C7459-760B-46A5-BE01-8F863650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EFEB4-FA14-432D-8059-993388AB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F3E1D3-8464-418B-851A-B8FC04A2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500106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03A827-C6E7-4F94-BE04-9F56AB7A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D0188-E3E3-42D2-979B-3523EC21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421D9-AF80-4802-AF9B-4C917A4D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60890-2CB5-43C3-BEBB-216BF65C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32BFA-10B9-4B2C-A76A-22EE65B4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0ED98-5A1D-4A42-8873-5383C58F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B05E6-9191-47C2-B392-266048A4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871F8-9C8F-4BEC-B7DD-E40AA9AA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BE87D4-592A-47F7-B6BB-A6A90C53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Matheissen's...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4241F-97BE-475A-92C6-32D20097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63E34-6EF1-4767-90EA-C081DE90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03D92-9567-4F65-9180-4E9715BA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Matheissen'...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73079-5C4D-4826-8137-252BFFF8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71E20-87C9-4566-B1A3-797D5C62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6BE402-3B2C-4AC9-A97E-51ADE7AE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Matheis...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4B0B53-FE65-4859-91ED-26705217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381636-A4F8-49F3-A496-3E572132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208319-5337-4C80-A437-90B089C3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Matheissen...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E096A8-09A6-4009-9501-7A8C4BD8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4174FF-C73A-406D-8F93-0ECB5268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F56F34-58BD-49D1-8A09-B9A0DFCE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Matheissen's 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74FE36-04B5-4720-A376-52D56DC5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336864-8586-4C2A-8EB6-D8560DB2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9647163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B26C5E-66BD-4DC2-9C16-677ECBB6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4CD31-A450-4678-8F5E-66B6AAA9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038A7-390E-4AF1-9E5A-E60984D6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93B9D-0984-4136-8B56-4C4D4C53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B32EE-FFBA-4673-AD7F-8ACEE6C1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1085E-5430-4E6F-889E-421C3668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3C311-FD4E-4B30-96DA-80C7923B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7BF05-5F1C-4B71-B326-201E6BA1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03B83-3335-40F8-B935-D53925F1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353A2-F62B-4B00-B1FB-FB162DEE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72AF9-3142-4FBF-B699-5C3A9ADC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A9EA5-1197-4448-9A96-3F66626C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0B449-19A2-4F2D-801F-449E3DA4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752062-DF25-45D7-BFF8-064D35CC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29EA1C-9A4F-4504-87E9-EB9D0BD3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5346439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73A845-5898-44C8-8543-6CB7F6DC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97A14-73AC-4C4D-8C08-B60C1ED6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BC5B8-CDFD-45CF-B081-8A00257F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C679-8E20-48F8-BD85-26A898FA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946E8-BF60-484F-A163-9CC16E31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A7D55-C105-4070-AC1F-18D65BFD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Matheissen's rule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8BA2D-AFA9-4FAC-858B-D4159056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26B59-3AF4-4F6D-9101-06FBC288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42161F-F026-4D0F-A82F-F9B50C50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4BC19-F288-4AB0-B275-C535E0E1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B8C4A-9865-4842-821E-382FFFB9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725682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451A3A-B74C-4A47-B82B-48F495F7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42E6D-8D2D-493E-8D18-8ABA8AA6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BAC3D-C838-4BAD-9793-A6ECB667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3F49F-D264-499E-ACE9-B5525DCF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3C057-7945-4718-931B-A08B0EE8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As- sumptions of Quantum Free Electron Theory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5959B-A2E3-4E70-99CB-B9A7B3EC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As- sumptions of Quantum Free Electron Th...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4B7BD-7F41-416A-BC18-BA5B7399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56BD1A-27A9-45A3-8428-926EDC73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4BAEA-71CD-43E3-825C-1DE2E30E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DD8E06-AB86-419A-B774-74752BD2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6CFF6-E119-41AF-BA62-D4BB5844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6AC46-7799-4CDA-9F5C-2EEDA67D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576FF-F172-472C-A5AB-C463E4DF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4CD09-AF31-4913-8A62-8DC3B70B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E40DF-4DED-4FE0-A7BA-4FD6DF76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65EBB6-C86C-476D-9107-077A9CCF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8387746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D1B45B-7745-467A-92E1-5E765CDD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AE01F-4833-48F2-AFD4-FF436D9F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3CDFE-A43E-4B96-B254-A1A07605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7BB2C-96B3-4C33-8DAF-7D10DD62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6DCFD-2D18-4FC8-A3C3-F7BB7B9D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0E875-DFA0-4DA4-AB69-D2943070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412AC-4F8E-4F87-A5A3-6EC7EB28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6FD03-4C46-4E2D-BB90-4936A6A3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6CDF4-2C99-499D-B6DF-7E1D1034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As- sumptions...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E0AE49-6534-4548-A3FB-0B998906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6DE20-DDB7-42F7-858A-E1404D98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5EADB-BC0D-4FF4-9C1E-DA19D2BC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As- sumptio...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06D1E4-0581-4366-B68C-0DE89D9A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801D9-684D-466C-8E2E-D3FC5447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EF7D8D-55A1-46FA-A6B0-49027CFC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As- sum...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2AE9CA-2252-47A9-991F-4A3F6560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EFA890-7AD6-46CE-9F40-7A95A482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70E8C1-F3FB-4FC9-BC95-0C706FF8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As- sumpti...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1C264C-77B7-4154-BCB8-C2565AEF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CC015F-A786-4F96-8E69-8AE6C927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C9E8FF-094B-4357-A975-8AE54B65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As- sumptions...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614046-4104-4866-9988-72C7C377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ABC839-2629-4309-B2CF-9EDD2A1A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50867004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134E2-43A4-48A3-97A8-E8EB407F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B8E71-9925-4C5B-AAB9-45D4310D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021D0-A8FA-4F8A-AD2D-2599C07B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7CD56-82DD-4D85-88D4-9B1742DA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B7272-90DE-4CD4-AE24-3127A318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31D56-9949-42F6-A9C2-FB8549D6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869C5D-B2FC-4AC1-88FD-48E94C6D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69D612-93B2-4F71-92F5-21EBD433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32275-B51C-479F-A1C0-33527A33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B1228-36AA-464B-8EF4-8674951A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39D82-1260-4176-AF0E-7102DC13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0BED11-C082-45E2-B6E1-ACEE2FB1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D1B705-59A1-4F4D-8217-9BC4A05B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151B9A-703D-4C6B-9A46-CC6F0C8C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8D3395-B66C-494A-A66B-3F9D1089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37942317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A7F36B-D849-40B2-8C29-E40A80CF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F7A8C-001E-47D6-9C58-E8FF3022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26B3E-B92E-4DF3-A0D1-499384B2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4FDED-933A-4A94-8258-E41ACA22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01414-4D24-4309-8D55-D9CD3133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5D6BF-84E7-4F52-98B3-32B427A0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As- sumptions of Quantum Free Electron Theory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58996-1218-4D97-9162-1AD5DD8D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263FF-D7E5-47C6-92B3-CAE12911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65577-8CC0-4828-8F4D-470BD232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A17AC-0752-4D6D-9DE2-41566A2E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9782F-ADFE-4BBF-B260-9694352F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04643031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6C5082-EB9F-479D-B1E2-111E3A95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997AB-EAC4-4288-AC5E-54F7BB6B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CCB2E-FCF8-4F08-A8BB-F6E4C8D3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D7AF1-6DF0-4AE2-A7E1-948E6391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885B5-715E-4797-9EFC-2BEE2D29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Density of States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9A702-93D7-4B97-B9A5-9F375568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Density of States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0BBF6-9F7D-439B-9B78-B0E321E6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C72FD-08DE-4BE8-A4BC-F4860BDF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8CA4A-69B2-4F9F-9F02-5AFB37C2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CD438-368B-4632-9A0C-02A9F0FD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F22BF-2E8A-471F-AFB7-1FD6E5C8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6839C4-A41E-4EE3-84F6-FD54C7EE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17C91B-058E-4E6B-ADA5-98798FB3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298E40-535C-4D23-8816-06587802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ED4363-8122-4F9E-A819-71189896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B267B-3BE3-436E-8517-3C358203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40413130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3FABB7-B8A9-460B-8E02-0719E8F4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F3A5D-C6AB-45D6-A9DE-CEFA7122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5DC20-3AEB-4527-897D-E69D6F82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B235B-CE14-41DC-B327-D9A5164B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8E892-EE2F-4E5E-96F8-CCA7F1E6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3408C-4660-41AB-95C4-8AC29A7E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7E8A0-1A5D-42D8-8BE0-BC9D2474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51227-742A-4ACC-9BE9-C8752831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2FE0E-A963-458A-949D-B712B0E3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Density of St...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1A318-C4C0-49EA-831B-54DD06AF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B736F-3E2F-4A91-94C9-618F9946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8AE250-2564-4E7C-A00B-08DB2131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Density of...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B01221-4439-4491-820F-6062F83B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866BA4-B628-4399-8D1C-15E824EC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A9D13-3A29-4DF0-A273-35D3FE64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Density...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A6622-C95A-44E1-B175-8A36AF58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E9344B-3C2A-4CA4-92E0-66147A11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FDBA08-35C2-464B-88DB-82EAE508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Density of...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E9E86F-6C4E-465C-8CA6-5D187542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9FCBDD-6102-4D7F-A233-1896249D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590D8E-B22F-4914-A9CD-BD8ACAA4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Density of Sta...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37493F-C095-46B2-BE17-4C632276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AE989D-216E-4A02-813F-8F96A31C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7821314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340B7A-C663-4D92-993B-B0C080B5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65181-2CA9-4F32-A8B0-33D51D50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F65BD-D087-45B3-BFB0-C84E447C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18D85-4AFB-4685-9CCC-69B9F7B7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FB0B8-7016-48E0-84F1-79216B1D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B80CE-0446-412F-A8C8-71EF8549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66257-C901-49B7-94C2-D1324142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1ECFF-1EDF-41B2-ADE0-096A7DBD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7454D-DE14-46E4-B776-42CC6017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096D1-DBC7-4E65-B1F8-DC7B108F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2F753-F62F-4217-A680-707D5F7D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A44B44-3730-49A5-8C0B-BDE89DD5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7FEEE-20EB-4435-838F-9D6FF071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25FAC-A389-49A2-A4D3-67A7DC9B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CA0B97-46BB-4FDF-AC9E-3903E15E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32924261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365F0-573A-4ED1-8F1F-EF374E54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BD5A2-592B-4BCB-A873-E6CEC345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93D82-CB79-4D3F-A837-609C49FF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BAC1C-8CC7-4A09-8D0E-7142E1FA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3159D-EAF1-4159-B592-766E6D67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7016D-A1D0-4695-BB9B-9AFF1EDE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Density of States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37747-EC02-4650-94C4-0A86A704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65646-9F80-4ACB-A099-688F324C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D3CE6-19EC-4803-A87E-23ACDAFE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C9ACC-8C6A-48B9-9BBC-38CC957E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CCE633-ED62-4DDF-8987-E48E8926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204912415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338FD-2151-4F58-9875-430C0A10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01F7D-B9E7-4C93-A3B6-AF4E045F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EC23D-D567-4A95-A2CF-4AE8A20F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76CF7-A184-40C2-8E00-E2E14247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DD3E2-249F-446F-85F2-E296B328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Fermi Dirac statistics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877FE-39CA-490D-A8C0-1C7454B7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Fermi Dirac statistics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88917-FDFB-41D0-96E9-305C1648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D3934-12AD-4616-809C-8F23633C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62F27-BCDB-41F6-8C6F-B8AE13AA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A6215-A175-46D5-87BB-734DD5F2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900B80-B214-49FF-ABA0-F3873EDE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F1895-8A6E-4D5D-BB6C-6AF09DF3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60F168-F193-4135-9124-1F50B415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4ADE05-DD2F-4357-A793-5CB1E81B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0D5E2B-DD76-4FBA-9431-D23E65A0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BAA1C8-F6F5-4645-A43C-F94FDF9C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3594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2DDDAC-8974-4801-9A55-1401306C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0A186-93A6-4D51-81EC-2007BDB2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18950-AA8E-4B1C-B5EC-8923FF21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89D5C-4086-43C4-B7BF-07B5B91F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D9538-2BB6-4C27-A1FF-61CD3B64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A7480-EBA9-4268-8B4D-2F24F93D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7AA54-6EAD-454D-B50C-0A73754E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5280F-8ABA-412A-9830-D14EE79D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B1EBB-0B0A-453A-BA58-E60B45BC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Fermi Dirac 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84029-76E9-42D8-B79C-F254E150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B9F9C0-6770-4255-87F5-40F7E1AD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32FAF1-4D20-4E4E-961D-F8A2D53A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Fermi Dirac...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C1EFC-DDA5-4A86-9923-6EAA718C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66D906-8264-4CFA-9FAF-610CAA57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31CB52-BEF1-4610-A629-F9F035A8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Fermi 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91FE59-302E-4D72-B04B-C063BD7C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6D7397-7175-4F0E-B447-DE505B40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180FA2-9470-4BB3-87F4-BC08CC54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Fermi Dira...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1328FB-E8AC-455C-BD33-F7DC72BD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A7A4D0-B9C6-4D3B-91BA-7D170E85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EDBF69-B266-4E7B-AE11-3234BA23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Fermi Dirac st...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2AE76E-7A56-4D4E-A32E-23C5ECB3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F89F4-BD6E-49A2-801C-EBDEF1FE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27027554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B33272-1A35-4DFE-B9E2-62ADFFA0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05BE7-F76B-4B31-8236-B7C93B17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C1BDA-D1EE-4ABF-B100-E376A177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42A34-EEF0-4A7F-9DEE-210EE5DD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32D91-0B44-4E75-8A47-3633A80F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BBACA-2538-467F-9C86-620B0D6A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7F85F-CE91-44A8-99A8-4CBB3D92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A7A2A-24FB-470E-9E21-A3380D83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A090C-99BC-468A-A147-CD8A8227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5F91C-316C-4F21-9631-98B5ACED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ECAFA-8473-442D-ABFA-6F06FE85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D6D98-8232-4D8A-A2F5-1A548446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973A61-5ED5-4467-B739-5DF4396F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07DF27-42D7-4533-B70E-3895F930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8F9081-A7E8-4075-9CC5-238C8462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62377508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09881-1D88-4292-B67A-6863FE24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AC71E-B6C0-4615-BB24-EF74F6AB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C8250-920F-4D77-8B3D-7221E3DF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33303-5B03-46B2-B372-BD5F84B9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BC8C0-BCDE-4A48-A90D-22410B04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DA849-7217-40CF-948C-BD473986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Fermi Dirac statistics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56C8B-224D-4C14-BDC3-65196F58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67D37-4E39-4657-B508-F6DDE6B1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29F93F-6E1F-4A0D-8E7E-2B5ACA2C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E31F2-2C09-46D2-A6E7-75C2D745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C5B9C-C989-4539-9B81-F037D3C9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49902011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AE0EEE-77CC-4288-8645-5E2AC4A9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91CEB-69D8-4FD2-8DDC-26A9829C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2BDEA-5007-4E3F-BBB0-3679C71A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1E4A9-2190-4E77-81E5-D3312B08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C6F13-C31D-45EF-A7AA-26866CBC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Fermi Energy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C8EEA-13DF-4492-9060-BA8C5234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Fermi Energy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2B910-D4FE-48B8-8924-8D27FE13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6FF05-FDB0-48F8-BD6C-97A3AF05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88528-84DC-47CC-BB42-80F15352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BAC9A7-AC32-4A1D-BDB1-660B79C6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5F6F8-1D77-447F-B08B-B4E0952C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05725-2369-4F5A-9009-9F2F10BB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24C936-10C8-4D7E-82EC-E0588AF9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A6F04-4090-49F9-A8C0-964BB2AD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429282-7CF4-4F3D-8F92-68F72866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53BCC-2710-460A-8919-746932E5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12880767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A72CCB-9E8A-4299-BCED-ED9DF8C8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D99FE-F86A-4182-98A4-679CCAE9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0F710-8DAD-49FC-A78E-ECF6F131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6F361-C14A-4764-B029-E9E2124E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6162C-848B-4968-80CD-9F18C53C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4EECE-22A9-4DFF-A8C0-A2B92A60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117E9-D982-40F8-B023-B7BF9A25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938A5-DC3C-408B-97BA-F9F90CFB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87288-2A85-4D98-963A-A7741EF4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Fermi Energy.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CB22F5-D0D6-4AB0-BA40-EDD9E644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DB98B-0973-4B01-9844-98E78504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288EF-9F8A-4877-8EE4-93615AB2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Fermi Energ...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70CE90-C480-42F0-81DC-3A040702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CACEC-8FA1-458B-97B1-8025306B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3B774F-EC65-4F9A-A943-27A7DC9C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Fermi 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303E96-CB98-4320-9CEE-97DBD0FF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5BC5EE-CA95-4E83-9A0A-D85959C1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4127D3-063C-46A0-A427-B83B8727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Fermi Ener...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39AF70-75BA-4A5F-8D92-8A9ADA7C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04B67D-3066-4FCD-8994-B7AC5202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E48956-EFE7-48C6-BE48-B8411436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Fermi Energy.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4B1276-062E-4579-8E57-C67BC2D2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4D6EE9-9FFB-4A0A-B735-B57D3953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53919743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565BE-6C0D-451A-9189-A03DEB3B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7113A-F2BB-4F59-93FF-9E0225C4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E9B8C-AAD0-4666-9BA5-AC9E685D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64470-259A-4A0D-98FC-12A2322A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DA609-7751-4D05-AF8B-D786E16D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D9412-F52B-4119-AA43-BDDFCD6C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B0133-58D5-45E2-9130-6CA7AC58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4A63F-8619-4A5D-8E43-7061EBC9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79140-4E29-4193-87B1-8F136D17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76395-F660-4272-B22B-565F5563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27E24-D28E-40EA-BEC8-2AAE8C1C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8644B5-4B87-4149-BCDD-EFDE20A9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54448-6B85-4B2D-8C4B-79D1034C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6266F-5271-4ED6-9B0D-E4555669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9B71E0-CB0F-4E67-A2DE-1103E8B8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80756916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DBFF5E-0A7C-4F7E-BB55-42AEE99F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B16C9-61A5-4EF4-8941-EEAF8E57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2751B-C143-4C99-BA59-02E9F492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26CD3-1A19-482C-9CD2-181BA486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D6586-3E91-4577-BCC3-C539F3FE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76E2D-75C8-4D27-B770-10DBC424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Fermi Energy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45B2C-65E7-4B34-8D9D-29D57B6B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F694C-6BF3-4F51-8C73-F42506E9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57A6F-A598-4820-B4BE-64A7CC94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B2267-6CB0-4E74-8D96-46AECB59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FFA5B8-5F7F-4E31-8D62-2F9EFC77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81520690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FB6CB5-F92F-4DA8-BF3C-B79BAD51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163C0-BB75-4BE0-9186-2A0EE30C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22F93-C93D-4392-B32E-F26152DB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53021-1B8D-4402-BADD-4F036F9B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C7FA3-6DFC-4F4D-91B9-7F8F3BC0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Variation of Fermi Factor With Temperature and Energy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0AE37-6B86-49C8-A82B-D8C28E44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Variation of Fermi Factor With Temperatur...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CBCFA-C2F5-4E63-A206-3195821A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F4A0D-F799-48F0-879B-C1C0799E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B732C-6018-4865-9411-BBBD2748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E24EA-8D7F-48C0-922B-2EAF6EDF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215726-2641-45A6-BBA2-F55913C9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4EECD-64A8-4690-99E4-87333478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83F7B4-C2A7-4C55-92AF-20F9910B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EE91A-8406-4361-8BF1-3A4F8587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952032-D50B-49A9-8985-39BE0290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B3115-75A1-4057-AA3C-5D50312B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44040435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6DF708-E606-4F60-B972-C92B2732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8B8AF-EF1E-4AD5-8A2C-B382A444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43E07-B580-47E1-89AF-11E3C739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42CD2-55F9-4243-A4C2-908FDA5C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0DC7E-D881-401F-9D95-8BD0794F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F651D-B4FF-4BCF-9D45-67E973A4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F18C9-60DD-40AD-9BF7-55C7D34D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911AA-EFEC-432A-BA59-61DB5DAD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6CFBD7-F066-4A91-8116-A42E465A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Variation of...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360F3-5179-4E2F-BB99-4683BCCE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380AA-4952-4730-8FA4-57243CC3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78B30B-3E18-48BB-9245-6A3C5975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Variation 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508AB-65E5-4C9D-80E2-2B1143AC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1F24F-3A19-43E8-8F64-6A879ECF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9677A8-3B3B-41CF-8DA2-CE12F2BA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Variati...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0B2F27-72D0-45D3-B18E-B1D9A042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D540FF-ED67-4A4E-9279-477272BA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D51224-ECBF-4CD0-9A91-C1D91808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Variation...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672EF2-1DD7-48E2-82E8-6462A560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EC4282-5054-4177-857B-05F6C50E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7F3FEC-BDDE-4D4B-9036-61324367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Variation of 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9C004-73BB-4E78-BD2C-2D7DF345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C5D5A7-8698-4BDE-894F-213433FE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50119178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705C7-7A39-4620-BB8D-C1F882E7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421A1-5A69-48D8-9068-AE922DC4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BC0D3-464F-43C0-9651-33321686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B9EBE-21F5-4F55-B5FA-648B629A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7A309-4D03-470A-AF14-CAC64E5A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A6BB3A-F8BC-4117-8BBC-AAC5F20C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4D2D8-6940-44B5-A630-69883705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10DD7-3BD7-4F0F-9FF8-66155ED5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65D02-7005-4C45-8B33-CB056F95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2269E-D82B-425E-9BCD-A12F676E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413BC-D0C1-4FD3-92BB-89ABFF94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507D6-40FC-4D23-97E4-7917CE8E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CBDF4-9DB9-4CE4-AE8C-055C52AA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8EE52C-B11C-4F9B-B171-3D5E8F0B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CDD12-21DE-440E-86F4-7904D5F8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42348345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0DE52-FEC3-49A7-9F76-4DD188D5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A9877-F3C7-44A4-85A0-352CDA04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11CBC0-976C-4A74-91D4-7613DB3B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417DC-423F-4453-9FBF-6F73CF65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59625-7EC4-42A7-9CC2-0F76C742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2FC66-A83B-4505-AB06-ED90D86C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Variation of Fermi Factor With Temperature and Energy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E2B34-D37E-4CA7-9BC1-160C89B4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84479-39CA-4C46-A71E-7597D475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0E2141-4724-4A5A-88DF-52172E09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5170F-9394-4630-AB96-FB451814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DE32E-C75C-4493-A65C-8D15E56D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63647008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25059-2CDF-414F-A97D-8ABFAE42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9047B-9059-4A2F-85F0-7C31C96E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FADFA-ADB1-48B6-893A-8CA5DB87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BC6B8-2ACC-41F3-90C1-4975F5D9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8DAB6-45FA-4E0F-8B7A-C1687FCE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BA9C0-029D-46F5-85EA-88D61786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54680160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8D015-4443-4DA9-9075-3BBD82BC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6DAFB-C5B7-4736-BDD5-31E13115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7EDCE-0367-4FF4-AC68-A08075E7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9B5FF-D554-4D26-9B46-7810DBBF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46C32-1ECF-437F-986E-443F7110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Electrical: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Properties: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Metals: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Semiconductors: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Failures: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CC799-9BCC-4C82-A110-0AEF5C65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15150937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09609-3B78-4B5B-ADE0-7236BAB6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55781-B321-490C-8599-A8AC44F1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E264D-F661-4309-B234-0544C46B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F93B6-DFE7-4ADB-AE14-D176B48A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65159-89B8-4B35-B73D-816E6216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Input/source: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Component role: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Circuit/system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Waveform/output: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167B9-96D3-4A51-B61D-84F387FE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208317946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1FB6E-E5DD-4BAF-81F5-E397A7FF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21E165-61A6-4899-BACF-85CD00DF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18986-B2C2-44A6-8485-EE914502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42DE5-79B7-4A17-A757-1557C6E6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097D0-D435-4197-A4E9-11805FB5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Naming components without explaining their effect on voltage, current, signal, or power.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60961-4487-4807-8B37-C5E2EF99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92762254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49AB4-31DB-4CB5-919A-C8F35304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713B6-751B-4AF5-9FDF-10591668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9725C-3EE0-4F6F-A4C6-4E459D86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A497E-1F6E-4936-919A-001DCBC7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6391F-CA85-40D5-9374-84CE5E0B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Electrical Properties of Metals and Semiconductors: Failures of c lassi...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Mechanisms of electron scattering in solids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Matheissen's rule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As- sumptions of Quantum Free Electron Theory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Density of States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C88E5-B026-473E-825C-CB856EFA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94F7E-D68B-4C59-9C20-F04B6EA4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79057-FDB9-4106-87A0-2DCDD7C4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3281554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2026-08-24T16:03:09.1760000Z</dcterms:created>
  <dcterms:modified xsi:type="dcterms:W3CDTF">2026-08-24T16:03:09.1760000Z</dcterms:modified>
</coreProperties>
</file>