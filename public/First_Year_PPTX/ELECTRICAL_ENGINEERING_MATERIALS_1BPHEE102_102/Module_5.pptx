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e96a89dca4b4a" /><Relationship Type="http://schemas.openxmlformats.org/officeDocument/2006/relationships/extended-properties" Target="/docProps/app.xml" Id="Rfeea86cfa36d4d0d" /><Relationship Type="http://schemas.openxmlformats.org/officeDocument/2006/relationships/officeDocument" Target="/ppt/presentation.xml" Id="Ra0fe912b1afa44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32f25b4a74262"/>
  </p:sldMasterIdLst>
  <p:notesMasterIdLst>
    <p:notesMasterId xmlns:r="http://schemas.openxmlformats.org/officeDocument/2006/relationships" r:id="R30949c4dcfb44e60"/>
  </p:notesMasterIdLst>
  <p:sldIdLst>
    <p:sldId xmlns:r="http://schemas.openxmlformats.org/officeDocument/2006/relationships" id="256" r:id="Rff5dcba1704f4dda"/>
    <p:sldId xmlns:r="http://schemas.openxmlformats.org/officeDocument/2006/relationships" id="257" r:id="R8dac6bdae4fa4d7f"/>
    <p:sldId xmlns:r="http://schemas.openxmlformats.org/officeDocument/2006/relationships" id="258" r:id="Recd0dfd2662a4b3f"/>
    <p:sldId xmlns:r="http://schemas.openxmlformats.org/officeDocument/2006/relationships" id="259" r:id="Rc134c9968620406d"/>
    <p:sldId xmlns:r="http://schemas.openxmlformats.org/officeDocument/2006/relationships" id="260" r:id="R51edcd6724284213"/>
    <p:sldId xmlns:r="http://schemas.openxmlformats.org/officeDocument/2006/relationships" id="261" r:id="Rae34d4016dd4422c"/>
    <p:sldId xmlns:r="http://schemas.openxmlformats.org/officeDocument/2006/relationships" id="262" r:id="R3629f598ca884322"/>
    <p:sldId xmlns:r="http://schemas.openxmlformats.org/officeDocument/2006/relationships" id="263" r:id="R40f8f7f9b8bf475c"/>
    <p:sldId xmlns:r="http://schemas.openxmlformats.org/officeDocument/2006/relationships" id="264" r:id="R47fab40587fe49c2"/>
    <p:sldId xmlns:r="http://schemas.openxmlformats.org/officeDocument/2006/relationships" id="265" r:id="R9b6294de76dc4ab1"/>
    <p:sldId xmlns:r="http://schemas.openxmlformats.org/officeDocument/2006/relationships" id="266" r:id="Rc75063f26d6e44e5"/>
    <p:sldId xmlns:r="http://schemas.openxmlformats.org/officeDocument/2006/relationships" id="267" r:id="Rc9a9a4858c6a4197"/>
    <p:sldId xmlns:r="http://schemas.openxmlformats.org/officeDocument/2006/relationships" id="268" r:id="Ra5c25fb2f20e41db"/>
    <p:sldId xmlns:r="http://schemas.openxmlformats.org/officeDocument/2006/relationships" id="269" r:id="Rb406ce05e66a4187"/>
    <p:sldId xmlns:r="http://schemas.openxmlformats.org/officeDocument/2006/relationships" id="270" r:id="Rbb7a89def54942d2"/>
    <p:sldId xmlns:r="http://schemas.openxmlformats.org/officeDocument/2006/relationships" id="271" r:id="Recb2aa6bf79b449e"/>
    <p:sldId xmlns:r="http://schemas.openxmlformats.org/officeDocument/2006/relationships" id="272" r:id="R280b82a2e5fe4dcb"/>
    <p:sldId xmlns:r="http://schemas.openxmlformats.org/officeDocument/2006/relationships" id="273" r:id="R19fde868bc9640bc"/>
    <p:sldId xmlns:r="http://schemas.openxmlformats.org/officeDocument/2006/relationships" id="274" r:id="R41c1a44b4556457d"/>
    <p:sldId xmlns:r="http://schemas.openxmlformats.org/officeDocument/2006/relationships" id="275" r:id="R8d84db77bcdf4d0b"/>
    <p:sldId xmlns:r="http://schemas.openxmlformats.org/officeDocument/2006/relationships" id="276" r:id="R76c7644c78244375"/>
    <p:sldId xmlns:r="http://schemas.openxmlformats.org/officeDocument/2006/relationships" id="277" r:id="Ra4b00ea69ebf4875"/>
    <p:sldId xmlns:r="http://schemas.openxmlformats.org/officeDocument/2006/relationships" id="278" r:id="R12d2d1abe75043d9"/>
    <p:sldId xmlns:r="http://schemas.openxmlformats.org/officeDocument/2006/relationships" id="279" r:id="R7b8b829b723c4e4e"/>
    <p:sldId xmlns:r="http://schemas.openxmlformats.org/officeDocument/2006/relationships" id="280" r:id="Ra22fa9d1bbf24d3e"/>
    <p:sldId xmlns:r="http://schemas.openxmlformats.org/officeDocument/2006/relationships" id="281" r:id="R776771173eff4b24"/>
    <p:sldId xmlns:r="http://schemas.openxmlformats.org/officeDocument/2006/relationships" id="282" r:id="R1c82af5161664941"/>
    <p:sldId xmlns:r="http://schemas.openxmlformats.org/officeDocument/2006/relationships" id="283" r:id="Rc1d7852e4d254970"/>
    <p:sldId xmlns:r="http://schemas.openxmlformats.org/officeDocument/2006/relationships" id="284" r:id="Re1b8787572a54a2b"/>
    <p:sldId xmlns:r="http://schemas.openxmlformats.org/officeDocument/2006/relationships" id="285" r:id="R3d943550b97d424b"/>
    <p:sldId xmlns:r="http://schemas.openxmlformats.org/officeDocument/2006/relationships" id="286" r:id="Rd0bad49b58004690"/>
    <p:sldId xmlns:r="http://schemas.openxmlformats.org/officeDocument/2006/relationships" id="287" r:id="R4dad829449f445d8"/>
    <p:sldId xmlns:r="http://schemas.openxmlformats.org/officeDocument/2006/relationships" id="288" r:id="R51bb842ac86047b1"/>
    <p:sldId xmlns:r="http://schemas.openxmlformats.org/officeDocument/2006/relationships" id="289" r:id="R828992ed4e2844c5"/>
    <p:sldId xmlns:r="http://schemas.openxmlformats.org/officeDocument/2006/relationships" id="290" r:id="Rede912e8a39149af"/>
    <p:sldId xmlns:r="http://schemas.openxmlformats.org/officeDocument/2006/relationships" id="291" r:id="R11076162236b4ac3"/>
    <p:sldId xmlns:r="http://schemas.openxmlformats.org/officeDocument/2006/relationships" id="292" r:id="R30c1f3263701433f"/>
    <p:sldId xmlns:r="http://schemas.openxmlformats.org/officeDocument/2006/relationships" id="293" r:id="Ra2a1379b8d4d4601"/>
    <p:sldId xmlns:r="http://schemas.openxmlformats.org/officeDocument/2006/relationships" id="294" r:id="R8e992adced8143d2"/>
    <p:sldId xmlns:r="http://schemas.openxmlformats.org/officeDocument/2006/relationships" id="295" r:id="R5e2a33217ed04fa7"/>
    <p:sldId xmlns:r="http://schemas.openxmlformats.org/officeDocument/2006/relationships" id="296" r:id="Rf889230ca9374180"/>
    <p:sldId xmlns:r="http://schemas.openxmlformats.org/officeDocument/2006/relationships" id="297" r:id="Rd799d5e7e2f140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6ebd541b64d60" /><Relationship Type="http://schemas.openxmlformats.org/officeDocument/2006/relationships/slideMaster" Target="/ppt/slideMasters/slideMaster1.xml" Id="R26b32f25b4a74262" /><Relationship Type="http://schemas.openxmlformats.org/officeDocument/2006/relationships/notesMaster" Target="/ppt/notesMasters/notesMaster1.xml" Id="R30949c4dcfb44e60" /><Relationship Type="http://schemas.openxmlformats.org/officeDocument/2006/relationships/presProps" Target="/ppt/presProps.xml" Id="Ra19b3e5ab5264996" /><Relationship Type="http://schemas.openxmlformats.org/officeDocument/2006/relationships/tableStyles" Target="/ppt/tableStyles.xml" Id="R0f966b3887cf47e5" /><Relationship Type="http://schemas.openxmlformats.org/officeDocument/2006/relationships/slide" Target="/ppt/slides/slide1.xml" Id="Rff5dcba1704f4dda" /><Relationship Type="http://schemas.openxmlformats.org/officeDocument/2006/relationships/slide" Target="/ppt/slides/slide2.xml" Id="R8dac6bdae4fa4d7f" /><Relationship Type="http://schemas.openxmlformats.org/officeDocument/2006/relationships/slide" Target="/ppt/slides/slide3.xml" Id="Recd0dfd2662a4b3f" /><Relationship Type="http://schemas.openxmlformats.org/officeDocument/2006/relationships/slide" Target="/ppt/slides/slide4.xml" Id="Rc134c9968620406d" /><Relationship Type="http://schemas.openxmlformats.org/officeDocument/2006/relationships/slide" Target="/ppt/slides/slide5.xml" Id="R51edcd6724284213" /><Relationship Type="http://schemas.openxmlformats.org/officeDocument/2006/relationships/slide" Target="/ppt/slides/slide6.xml" Id="Rae34d4016dd4422c" /><Relationship Type="http://schemas.openxmlformats.org/officeDocument/2006/relationships/slide" Target="/ppt/slides/slide7.xml" Id="R3629f598ca884322" /><Relationship Type="http://schemas.openxmlformats.org/officeDocument/2006/relationships/slide" Target="/ppt/slides/slide8.xml" Id="R40f8f7f9b8bf475c" /><Relationship Type="http://schemas.openxmlformats.org/officeDocument/2006/relationships/slide" Target="/ppt/slides/slide9.xml" Id="R47fab40587fe49c2" /><Relationship Type="http://schemas.openxmlformats.org/officeDocument/2006/relationships/slide" Target="/ppt/slides/slide10.xml" Id="R9b6294de76dc4ab1" /><Relationship Type="http://schemas.openxmlformats.org/officeDocument/2006/relationships/slide" Target="/ppt/slides/slide11.xml" Id="Rc75063f26d6e44e5" /><Relationship Type="http://schemas.openxmlformats.org/officeDocument/2006/relationships/slide" Target="/ppt/slides/slide12.xml" Id="Rc9a9a4858c6a4197" /><Relationship Type="http://schemas.openxmlformats.org/officeDocument/2006/relationships/slide" Target="/ppt/slides/slide13.xml" Id="Ra5c25fb2f20e41db" /><Relationship Type="http://schemas.openxmlformats.org/officeDocument/2006/relationships/slide" Target="/ppt/slides/slide14.xml" Id="Rb406ce05e66a4187" /><Relationship Type="http://schemas.openxmlformats.org/officeDocument/2006/relationships/slide" Target="/ppt/slides/slide15.xml" Id="Rbb7a89def54942d2" /><Relationship Type="http://schemas.openxmlformats.org/officeDocument/2006/relationships/slide" Target="/ppt/slides/slide16.xml" Id="Recb2aa6bf79b449e" /><Relationship Type="http://schemas.openxmlformats.org/officeDocument/2006/relationships/slide" Target="/ppt/slides/slide17.xml" Id="R280b82a2e5fe4dcb" /><Relationship Type="http://schemas.openxmlformats.org/officeDocument/2006/relationships/slide" Target="/ppt/slides/slide18.xml" Id="R19fde868bc9640bc" /><Relationship Type="http://schemas.openxmlformats.org/officeDocument/2006/relationships/slide" Target="/ppt/slides/slide19.xml" Id="R41c1a44b4556457d" /><Relationship Type="http://schemas.openxmlformats.org/officeDocument/2006/relationships/slide" Target="/ppt/slides/slide20.xml" Id="R8d84db77bcdf4d0b" /><Relationship Type="http://schemas.openxmlformats.org/officeDocument/2006/relationships/slide" Target="/ppt/slides/slide21.xml" Id="R76c7644c78244375" /><Relationship Type="http://schemas.openxmlformats.org/officeDocument/2006/relationships/slide" Target="/ppt/slides/slide22.xml" Id="Ra4b00ea69ebf4875" /><Relationship Type="http://schemas.openxmlformats.org/officeDocument/2006/relationships/slide" Target="/ppt/slides/slide23.xml" Id="R12d2d1abe75043d9" /><Relationship Type="http://schemas.openxmlformats.org/officeDocument/2006/relationships/slide" Target="/ppt/slides/slide24.xml" Id="R7b8b829b723c4e4e" /><Relationship Type="http://schemas.openxmlformats.org/officeDocument/2006/relationships/slide" Target="/ppt/slides/slide25.xml" Id="Ra22fa9d1bbf24d3e" /><Relationship Type="http://schemas.openxmlformats.org/officeDocument/2006/relationships/slide" Target="/ppt/slides/slide26.xml" Id="R776771173eff4b24" /><Relationship Type="http://schemas.openxmlformats.org/officeDocument/2006/relationships/slide" Target="/ppt/slides/slide27.xml" Id="R1c82af5161664941" /><Relationship Type="http://schemas.openxmlformats.org/officeDocument/2006/relationships/slide" Target="/ppt/slides/slide28.xml" Id="Rc1d7852e4d254970" /><Relationship Type="http://schemas.openxmlformats.org/officeDocument/2006/relationships/slide" Target="/ppt/slides/slide29.xml" Id="Re1b8787572a54a2b" /><Relationship Type="http://schemas.openxmlformats.org/officeDocument/2006/relationships/slide" Target="/ppt/slides/slide30.xml" Id="R3d943550b97d424b" /><Relationship Type="http://schemas.openxmlformats.org/officeDocument/2006/relationships/slide" Target="/ppt/slides/slide31.xml" Id="Rd0bad49b58004690" /><Relationship Type="http://schemas.openxmlformats.org/officeDocument/2006/relationships/slide" Target="/ppt/slides/slide32.xml" Id="R4dad829449f445d8" /><Relationship Type="http://schemas.openxmlformats.org/officeDocument/2006/relationships/slide" Target="/ppt/slides/slide33.xml" Id="R51bb842ac86047b1" /><Relationship Type="http://schemas.openxmlformats.org/officeDocument/2006/relationships/slide" Target="/ppt/slides/slide34.xml" Id="R828992ed4e2844c5" /><Relationship Type="http://schemas.openxmlformats.org/officeDocument/2006/relationships/slide" Target="/ppt/slides/slide35.xml" Id="Rede912e8a39149af" /><Relationship Type="http://schemas.openxmlformats.org/officeDocument/2006/relationships/slide" Target="/ppt/slides/slide36.xml" Id="R11076162236b4ac3" /><Relationship Type="http://schemas.openxmlformats.org/officeDocument/2006/relationships/slide" Target="/ppt/slides/slide37.xml" Id="R30c1f3263701433f" /><Relationship Type="http://schemas.openxmlformats.org/officeDocument/2006/relationships/slide" Target="/ppt/slides/slide38.xml" Id="Ra2a1379b8d4d4601" /><Relationship Type="http://schemas.openxmlformats.org/officeDocument/2006/relationships/slide" Target="/ppt/slides/slide39.xml" Id="R8e992adced8143d2" /><Relationship Type="http://schemas.openxmlformats.org/officeDocument/2006/relationships/slide" Target="/ppt/slides/slide40.xml" Id="R5e2a33217ed04fa7" /><Relationship Type="http://schemas.openxmlformats.org/officeDocument/2006/relationships/slide" Target="/ppt/slides/slide41.xml" Id="Rf889230ca9374180" /><Relationship Type="http://schemas.openxmlformats.org/officeDocument/2006/relationships/slide" Target="/ppt/slides/slide42.xml" Id="Rd799d5e7e2f140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8893f2a56e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c2232b30e7491d" /><Relationship Type="http://schemas.openxmlformats.org/officeDocument/2006/relationships/notesMaster" Target="/ppt/notesMasters/notesMaster1.xml" Id="R96c2106df4ff4b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7aad0ac52497b" /><Relationship Type="http://schemas.openxmlformats.org/officeDocument/2006/relationships/notesMaster" Target="/ppt/notesMasters/notesMaster1.xml" Id="R14b209ab03d7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2fd54a9904768" /><Relationship Type="http://schemas.openxmlformats.org/officeDocument/2006/relationships/notesMaster" Target="/ppt/notesMasters/notesMaster1.xml" Id="Re7a850380562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1d4d07c0a04534" /><Relationship Type="http://schemas.openxmlformats.org/officeDocument/2006/relationships/notesMaster" Target="/ppt/notesMasters/notesMaster1.xml" Id="R006ca96585ff42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8f86d0ab949d1" /><Relationship Type="http://schemas.openxmlformats.org/officeDocument/2006/relationships/notesMaster" Target="/ppt/notesMasters/notesMaster1.xml" Id="Rd9ea9c09c50c48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4ec975b97940ee" /><Relationship Type="http://schemas.openxmlformats.org/officeDocument/2006/relationships/notesMaster" Target="/ppt/notesMasters/notesMaster1.xml" Id="R94479a95c17d4b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9c8f3bb9714c08" /><Relationship Type="http://schemas.openxmlformats.org/officeDocument/2006/relationships/notesMaster" Target="/ppt/notesMasters/notesMaster1.xml" Id="Ra9ce0adc66ef4e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8101650c0e453e" /><Relationship Type="http://schemas.openxmlformats.org/officeDocument/2006/relationships/notesMaster" Target="/ppt/notesMasters/notesMaster1.xml" Id="Ra6cd3aa0d2af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f4166f4fb47dd" /><Relationship Type="http://schemas.openxmlformats.org/officeDocument/2006/relationships/notesMaster" Target="/ppt/notesMasters/notesMaster1.xml" Id="R8147cadf8d304e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42638897ea4054" /><Relationship Type="http://schemas.openxmlformats.org/officeDocument/2006/relationships/notesMaster" Target="/ppt/notesMasters/notesMaster1.xml" Id="R511b55fa138449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092da5a4ea44f5" /><Relationship Type="http://schemas.openxmlformats.org/officeDocument/2006/relationships/notesMaster" Target="/ppt/notesMasters/notesMaster1.xml" Id="R653a40d79f8943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63c29cb6af4d66" /><Relationship Type="http://schemas.openxmlformats.org/officeDocument/2006/relationships/notesMaster" Target="/ppt/notesMasters/notesMaster1.xml" Id="Rd5f4a8d20cb74a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a36335c3a04afd" /><Relationship Type="http://schemas.openxmlformats.org/officeDocument/2006/relationships/notesMaster" Target="/ppt/notesMasters/notesMaster1.xml" Id="R9caacbab417d45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b98b8682af4096" /><Relationship Type="http://schemas.openxmlformats.org/officeDocument/2006/relationships/notesMaster" Target="/ppt/notesMasters/notesMaster1.xml" Id="R8f01908e71b045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b08784afc94f18" /><Relationship Type="http://schemas.openxmlformats.org/officeDocument/2006/relationships/notesMaster" Target="/ppt/notesMasters/notesMaster1.xml" Id="Rcc40c9e60da149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163fa12d734d36" /><Relationship Type="http://schemas.openxmlformats.org/officeDocument/2006/relationships/notesMaster" Target="/ppt/notesMasters/notesMaster1.xml" Id="R2071fc43a8eb45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ed3c9d586b4d5a" /><Relationship Type="http://schemas.openxmlformats.org/officeDocument/2006/relationships/notesMaster" Target="/ppt/notesMasters/notesMaster1.xml" Id="R16ac9d6f569f47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c37400cb42471f" /><Relationship Type="http://schemas.openxmlformats.org/officeDocument/2006/relationships/notesMaster" Target="/ppt/notesMasters/notesMaster1.xml" Id="Rc2b48f00ca8246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2a14f6b0af4468" /><Relationship Type="http://schemas.openxmlformats.org/officeDocument/2006/relationships/notesMaster" Target="/ppt/notesMasters/notesMaster1.xml" Id="R0a1af46c98eb4b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c2175966554faf" /><Relationship Type="http://schemas.openxmlformats.org/officeDocument/2006/relationships/notesMaster" Target="/ppt/notesMasters/notesMaster1.xml" Id="R8b522932596f436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8dfb446ffd4cef" /><Relationship Type="http://schemas.openxmlformats.org/officeDocument/2006/relationships/notesMaster" Target="/ppt/notesMasters/notesMaster1.xml" Id="R851e66f58f374c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8d9678e7e04188" /><Relationship Type="http://schemas.openxmlformats.org/officeDocument/2006/relationships/notesMaster" Target="/ppt/notesMasters/notesMaster1.xml" Id="Rd30e78dd90e040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a1e2c65cf554f4d" /><Relationship Type="http://schemas.openxmlformats.org/officeDocument/2006/relationships/notesMaster" Target="/ppt/notesMasters/notesMaster1.xml" Id="R80ce585bbe8a49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e1ef9ce914d4c11" /><Relationship Type="http://schemas.openxmlformats.org/officeDocument/2006/relationships/notesMaster" Target="/ppt/notesMasters/notesMaster1.xml" Id="R77b9b9dac5904a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f2dcd653b734e7b" /><Relationship Type="http://schemas.openxmlformats.org/officeDocument/2006/relationships/notesMaster" Target="/ppt/notesMasters/notesMaster1.xml" Id="Rff775b4e1fd146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3c325f27014b04" /><Relationship Type="http://schemas.openxmlformats.org/officeDocument/2006/relationships/notesMaster" Target="/ppt/notesMasters/notesMaster1.xml" Id="Rc52db9744ae644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f728edd6674bc3" /><Relationship Type="http://schemas.openxmlformats.org/officeDocument/2006/relationships/notesMaster" Target="/ppt/notesMasters/notesMaster1.xml" Id="R953b2971572940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72cfaea42d4324" /><Relationship Type="http://schemas.openxmlformats.org/officeDocument/2006/relationships/notesMaster" Target="/ppt/notesMasters/notesMaster1.xml" Id="R78acf688ee26424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b7458b47234030" /><Relationship Type="http://schemas.openxmlformats.org/officeDocument/2006/relationships/notesMaster" Target="/ppt/notesMasters/notesMaster1.xml" Id="Ra8d71e6a01ac47b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a44277b3bb7464d" /><Relationship Type="http://schemas.openxmlformats.org/officeDocument/2006/relationships/notesMaster" Target="/ppt/notesMasters/notesMaster1.xml" Id="R886e15f456a241c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4ac59887c2947f1" /><Relationship Type="http://schemas.openxmlformats.org/officeDocument/2006/relationships/notesMaster" Target="/ppt/notesMasters/notesMaster1.xml" Id="Rab19fb21c79d416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d6e0993846d4968" /><Relationship Type="http://schemas.openxmlformats.org/officeDocument/2006/relationships/notesMaster" Target="/ppt/notesMasters/notesMaster1.xml" Id="Rf3e5d7dcfe8a454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3b862877e7a4c0e" /><Relationship Type="http://schemas.openxmlformats.org/officeDocument/2006/relationships/notesMaster" Target="/ppt/notesMasters/notesMaster1.xml" Id="Ra11e1222381743c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1433d6759014dde" /><Relationship Type="http://schemas.openxmlformats.org/officeDocument/2006/relationships/notesMaster" Target="/ppt/notesMasters/notesMaster1.xml" Id="R22ed14a3e15445b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ac451e1b1f14913" /><Relationship Type="http://schemas.openxmlformats.org/officeDocument/2006/relationships/notesMaster" Target="/ppt/notesMasters/notesMaster1.xml" Id="R436e0cd07248453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062ad2181fd413b" /><Relationship Type="http://schemas.openxmlformats.org/officeDocument/2006/relationships/notesMaster" Target="/ppt/notesMasters/notesMaster1.xml" Id="R93a4828376644f4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fcf13ad6755485e" /><Relationship Type="http://schemas.openxmlformats.org/officeDocument/2006/relationships/notesMaster" Target="/ppt/notesMasters/notesMaster1.xml" Id="R226a5cb5cd9c46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fb690f63e974aec" /><Relationship Type="http://schemas.openxmlformats.org/officeDocument/2006/relationships/notesMaster" Target="/ppt/notesMasters/notesMaster1.xml" Id="Ref366bc21d07424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cee62265efd4214" /><Relationship Type="http://schemas.openxmlformats.org/officeDocument/2006/relationships/notesMaster" Target="/ppt/notesMasters/notesMaster1.xml" Id="Rd719272909df4dd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aa6979973264ac6" /><Relationship Type="http://schemas.openxmlformats.org/officeDocument/2006/relationships/notesMaster" Target="/ppt/notesMasters/notesMaster1.xml" Id="R02bb4cc26df74ad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a086aec9835425d" /><Relationship Type="http://schemas.openxmlformats.org/officeDocument/2006/relationships/notesMaster" Target="/ppt/notesMasters/notesMaster1.xml" Id="Rc9cf667246c04bb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76d696440a94441" /><Relationship Type="http://schemas.openxmlformats.org/officeDocument/2006/relationships/notesMaster" Target="/ppt/notesMasters/notesMaster1.xml" Id="R97752578f66846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1abf907894b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ccb00c364940cc" /><Relationship Type="http://schemas.openxmlformats.org/officeDocument/2006/relationships/slideLayout" Target="/ppt/slideLayouts/slideLayout1.xml" Id="Ra4dedb9ebf3649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dedb9ebf3649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ee73fbe624013" /><Relationship Type="http://schemas.openxmlformats.org/officeDocument/2006/relationships/notesSlide" Target="/ppt/notesSlides/notesSlide1.xml" Id="Re6482d8a5d6042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d99c5aeb04f82" /><Relationship Type="http://schemas.openxmlformats.org/officeDocument/2006/relationships/notesSlide" Target="/ppt/notesSlides/notesSlide2.xml" Id="Rde8dcf4fe6f8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748fc1dc746b1" /><Relationship Type="http://schemas.openxmlformats.org/officeDocument/2006/relationships/notesSlide" Target="/ppt/notesSlides/notesSlide3.xml" Id="R0c16c5eb6374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be883d9e14a02" /><Relationship Type="http://schemas.openxmlformats.org/officeDocument/2006/relationships/notesSlide" Target="/ppt/notesSlides/notesSlide4.xml" Id="R3800369872a344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74fd4f33445d4" /><Relationship Type="http://schemas.openxmlformats.org/officeDocument/2006/relationships/notesSlide" Target="/ppt/notesSlides/notesSlide5.xml" Id="Rdaf2c54aac54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7a4c8c964d32" /><Relationship Type="http://schemas.openxmlformats.org/officeDocument/2006/relationships/notesSlide" Target="/ppt/notesSlides/notesSlide6.xml" Id="R64549b77250a44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4c2c613f64039" /><Relationship Type="http://schemas.openxmlformats.org/officeDocument/2006/relationships/notesSlide" Target="/ppt/notesSlides/notesSlide7.xml" Id="R13a7651f437e45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690581df43a0" /><Relationship Type="http://schemas.openxmlformats.org/officeDocument/2006/relationships/notesSlide" Target="/ppt/notesSlides/notesSlide8.xml" Id="R48848692fc6642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7082b1d6d4e64" /><Relationship Type="http://schemas.openxmlformats.org/officeDocument/2006/relationships/notesSlide" Target="/ppt/notesSlides/notesSlide9.xml" Id="R7e81169fd9ff41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f7b9454944809" /><Relationship Type="http://schemas.openxmlformats.org/officeDocument/2006/relationships/notesSlide" Target="/ppt/notesSlides/notesSlide10.xml" Id="R6fbaa4b12bf341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3968dad9f42e8" /><Relationship Type="http://schemas.openxmlformats.org/officeDocument/2006/relationships/notesSlide" Target="/ppt/notesSlides/notesSlide11.xml" Id="R43e430b10c1b42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0b12951d74bc4" /><Relationship Type="http://schemas.openxmlformats.org/officeDocument/2006/relationships/notesSlide" Target="/ppt/notesSlides/notesSlide12.xml" Id="R3c66a75717154a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a1a0b48af4eac" /><Relationship Type="http://schemas.openxmlformats.org/officeDocument/2006/relationships/notesSlide" Target="/ppt/notesSlides/notesSlide13.xml" Id="R0e68a6846ff345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564a07b5443e0" /><Relationship Type="http://schemas.openxmlformats.org/officeDocument/2006/relationships/notesSlide" Target="/ppt/notesSlides/notesSlide14.xml" Id="R9d48b1d41ae842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c46318af44dad" /><Relationship Type="http://schemas.openxmlformats.org/officeDocument/2006/relationships/notesSlide" Target="/ppt/notesSlides/notesSlide15.xml" Id="Re8f054c9e28644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2ac7651bb4974" /><Relationship Type="http://schemas.openxmlformats.org/officeDocument/2006/relationships/notesSlide" Target="/ppt/notesSlides/notesSlide16.xml" Id="Rcafb9bab78dd4f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5360622524a74" /><Relationship Type="http://schemas.openxmlformats.org/officeDocument/2006/relationships/notesSlide" Target="/ppt/notesSlides/notesSlide17.xml" Id="R7a201548253741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233ad592d4497" /><Relationship Type="http://schemas.openxmlformats.org/officeDocument/2006/relationships/notesSlide" Target="/ppt/notesSlides/notesSlide18.xml" Id="R75432f1fb8d74b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be78d1c1b4cd7" /><Relationship Type="http://schemas.openxmlformats.org/officeDocument/2006/relationships/notesSlide" Target="/ppt/notesSlides/notesSlide19.xml" Id="Radbb2f7316974b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6fa24b9a447e3" /><Relationship Type="http://schemas.openxmlformats.org/officeDocument/2006/relationships/notesSlide" Target="/ppt/notesSlides/notesSlide20.xml" Id="R2fac0e94a58e43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0d5a0513146f7" /><Relationship Type="http://schemas.openxmlformats.org/officeDocument/2006/relationships/notesSlide" Target="/ppt/notesSlides/notesSlide21.xml" Id="R4d90887c888041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07b6f5d1c470f" /><Relationship Type="http://schemas.openxmlformats.org/officeDocument/2006/relationships/notesSlide" Target="/ppt/notesSlides/notesSlide22.xml" Id="R56e384e8505e49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622e8dfa54832" /><Relationship Type="http://schemas.openxmlformats.org/officeDocument/2006/relationships/notesSlide" Target="/ppt/notesSlides/notesSlide23.xml" Id="Rd7469c426e8e4b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b6806393d43b5" /><Relationship Type="http://schemas.openxmlformats.org/officeDocument/2006/relationships/notesSlide" Target="/ppt/notesSlides/notesSlide24.xml" Id="R90e2dbc09d0f45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653efa4724346" /><Relationship Type="http://schemas.openxmlformats.org/officeDocument/2006/relationships/notesSlide" Target="/ppt/notesSlides/notesSlide25.xml" Id="Rd6f390b7378644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a8d701eb3477a" /><Relationship Type="http://schemas.openxmlformats.org/officeDocument/2006/relationships/notesSlide" Target="/ppt/notesSlides/notesSlide26.xml" Id="R7cca71148a784f2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5d9305eb34253" /><Relationship Type="http://schemas.openxmlformats.org/officeDocument/2006/relationships/notesSlide" Target="/ppt/notesSlides/notesSlide27.xml" Id="Rb77de156a9b74f6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d449584fb4714" /><Relationship Type="http://schemas.openxmlformats.org/officeDocument/2006/relationships/notesSlide" Target="/ppt/notesSlides/notesSlide28.xml" Id="R69ae65c00f9e4ab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c5f1159f24235" /><Relationship Type="http://schemas.openxmlformats.org/officeDocument/2006/relationships/notesSlide" Target="/ppt/notesSlides/notesSlide29.xml" Id="R4cb81371148f48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51841ffd64f1d" /><Relationship Type="http://schemas.openxmlformats.org/officeDocument/2006/relationships/notesSlide" Target="/ppt/notesSlides/notesSlide30.xml" Id="R315b5018c1e842a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d64f453054e4b" /><Relationship Type="http://schemas.openxmlformats.org/officeDocument/2006/relationships/notesSlide" Target="/ppt/notesSlides/notesSlide31.xml" Id="R759de11f512a45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fe4c805b94fc6" /><Relationship Type="http://schemas.openxmlformats.org/officeDocument/2006/relationships/notesSlide" Target="/ppt/notesSlides/notesSlide32.xml" Id="R1b9724c2787c49f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018c6eedb4880" /><Relationship Type="http://schemas.openxmlformats.org/officeDocument/2006/relationships/notesSlide" Target="/ppt/notesSlides/notesSlide33.xml" Id="R3747be6c089e4f6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9ad2fe3d5437b" /><Relationship Type="http://schemas.openxmlformats.org/officeDocument/2006/relationships/notesSlide" Target="/ppt/notesSlides/notesSlide34.xml" Id="R2e4176703c604da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e7f12414d4515" /><Relationship Type="http://schemas.openxmlformats.org/officeDocument/2006/relationships/notesSlide" Target="/ppt/notesSlides/notesSlide35.xml" Id="R69593646c91d487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1fc4fb43b48c8" /><Relationship Type="http://schemas.openxmlformats.org/officeDocument/2006/relationships/notesSlide" Target="/ppt/notesSlides/notesSlide36.xml" Id="R90221b45843649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3942953a74b18" /><Relationship Type="http://schemas.openxmlformats.org/officeDocument/2006/relationships/notesSlide" Target="/ppt/notesSlides/notesSlide37.xml" Id="R533a752ea797473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a73cfbef24911" /><Relationship Type="http://schemas.openxmlformats.org/officeDocument/2006/relationships/notesSlide" Target="/ppt/notesSlides/notesSlide38.xml" Id="R148b2590f3dc43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166d58e754416" /><Relationship Type="http://schemas.openxmlformats.org/officeDocument/2006/relationships/notesSlide" Target="/ppt/notesSlides/notesSlide39.xml" Id="R02b57050687e4dd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ad86ca2e64bdc" /><Relationship Type="http://schemas.openxmlformats.org/officeDocument/2006/relationships/notesSlide" Target="/ppt/notesSlides/notesSlide40.xml" Id="Re1078d294b994c2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e980ceabd47ac" /><Relationship Type="http://schemas.openxmlformats.org/officeDocument/2006/relationships/notesSlide" Target="/ppt/notesSlides/notesSlide41.xml" Id="R48c30a07b9434c6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ec997c4074203" /><Relationship Type="http://schemas.openxmlformats.org/officeDocument/2006/relationships/notesSlide" Target="/ppt/notesSlides/notesSlide42.xml" Id="R5bdc0496705443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1ECAC-9ED2-439A-8BDA-CA6FD283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EBC31-A9A3-456B-B32D-B8AC3BC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Electrical Engineering Materials Rare earth materials, Role in energy systems, Electrical &amp; Magnetic phase diagram, Exam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F9158-DCD2-4F42-9DC9-F3221E5C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87090-8E6C-4DDF-87CA-4600097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2C8AC-EAAE-4D67-9D47-C7985E43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25A04-F6B2-4A2C-A171-E1FE645B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90401-679A-442F-9EE9-C2D4896E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C4CAA-7002-4CE5-B4A9-1ED416FE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2522F-FDFA-4753-8892-0ACC80F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8DE09-7E17-4994-8BEA-FDA72E80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95E22-5B64-4CE2-951A-9F704C66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02E99-6CDE-450C-864F-E6FD3AE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56A9C-045C-4503-B092-53D27EC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26875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777F1-80E3-4544-89AE-DA04953D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2EE5C-8120-494D-A2B8-6AF1A301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74653-86B6-4FF6-B443-90A73AB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7E75D-74EE-4EC6-A036-3103EFE6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7597B-F0B5-44D2-9C8D-C75702D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C3482-FDB0-4F01-AD40-6636518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70F40-CF1F-44E7-AA88-16B4277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8EF1C-5D12-4BB9-99F8-92B0446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0E422-D8C8-4569-93C3-D25FA372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1E0EC-1202-4820-BE38-F246887F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5B705-C498-464F-928A-37F8A57D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DFE85-7AEA-4E03-9341-2AFCBA2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76FFF-9A5F-46FC-AD72-ED961A52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56882-25CA-42F4-A641-8839739F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A1632-C83D-45D1-B7AB-819958B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57297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F2DEA5-4719-44E9-B990-AA5F869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E53D9-3F2B-4FCE-8AF7-8200E5B5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494D4-2DA6-40D1-9866-3076ABB2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486E6-0D5A-4077-83A3-DF0B548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EE8B5-805C-4B83-8109-6BC183A7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8CF1E-F8E5-4383-844C-7F26D037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56597-7CDD-417F-8771-CE2608EC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A1964-E2BE-457D-9F01-8965F50A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3BA84-961D-4994-8591-D5E1281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Engineering Materials Rare earth 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18BC6-B976-469E-A20F-82AD079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E5B08-F0E7-45E0-94FC-86159479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EB78C-680B-4DBC-8E55-460E45C0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Role in energy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B3095-BA72-4EB8-98CA-C233D137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DD65C-7D14-42F4-B73F-F8E98FFC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A7F5E-6735-4C18-808E-1FBB315E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Electrical &amp; Magnetic phase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09F17-0128-4D3C-83D8-DAA2EEA6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CB3F0-1A9D-436B-82D9-D9C0EFD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9B411-917E-483E-95D5-821C51F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Examples &amp; high magnetic field applications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EE8C5-D68C-49CA-9CFD-2C1C5EA4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F1579-6E60-4C98-BE32-172C24A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69C47-AD55-4298-B816-A01643B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Ceramics: Types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FF7B9-6348-4C33-B6E7-2F2D4E1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70382-4CB2-4AB5-9FEA-306D5BD0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82D44-E59A-4284-A47E-4F0F16DF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4B78A-3291-4448-96C4-DAA13605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9DBB4-3DD1-457D-BF49-CDFB51B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F01856-C0A9-4CCC-AF23-6873ABB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3C962-D340-4E7B-AE75-2E6F4CC0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4EBE9-F155-4995-91AD-2845747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02728-C6FA-4B18-A149-0B6AFACE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Electrostriction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4228D-D629-4234-83CB-5E1BEA36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1DA5C7-769A-40EA-9913-FD1AFC1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8258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5A4B3-A3D8-43CD-9F5A-113CD7E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99159-ADE8-49E8-AFCE-6CC6902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FDB71-AD92-4810-BC7F-1926C0C1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35F48-77C3-415F-BF17-37CAB401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3B380-286E-4D6C-BB48-7E451DB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945F3-7550-4331-B1D0-2658F29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FF4AE-241D-4942-A625-3D0FF136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39CFC-BE6A-4B0E-90ED-487A7ADC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Engineering Materials Rare earth 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9720A-AE50-4A63-BD27-4AEF7201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05FD1-72BB-4A33-832D-CDDF4466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74BBB-86C8-42EC-8AAF-5C08AD67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Role in energy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133792-8746-40CF-BF9A-93B53F54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1A2A5-8D33-410A-805C-73590B5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7AE8F-4EE6-4B5B-846F-80D98A2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Electrical &amp; Magnetic phase diagram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84AA8-B913-4D68-B167-BF55691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FF3F5-3994-48F5-ADC2-D96B55A6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FE881-A297-41B0-8ACB-F3CE58B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Examples &amp; high magnetic field applications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034EE-2451-4F24-8982-7B8C04FF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92EC8-A2E0-49AF-BD33-865CEF28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2687C-7662-4A45-B310-37A120CA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Ceramics: Types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6356C-28A7-473B-99E8-2C832FD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2C216-964C-419B-8858-49944A79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EA2FB-DF05-4C52-9D48-FF85410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3BB6D-C2CE-4E09-A46B-18BD7DD4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98FAE-1FDF-4845-9829-0DBD7EE6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1784E-CC1A-4A01-8ABE-7265CDCD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0A338-0302-4921-B55E-4A048D8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65194-BF90-4138-9266-A3EA194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964BD-50F0-418B-8050-6FA9B5A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52769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1C0DA-E0A4-4E95-A71D-E9AB750E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D61A7-9B20-4077-992B-8B3F0681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04F7C-B9C6-40EA-8A73-95CFD1B6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938E4-38CC-4034-8068-963BC8F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C4DA-B114-4333-981C-B3C419BD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EBF78-D8F5-4CA8-89C7-289AAA9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7FFA2-C64E-49E9-A730-FFF0E740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17BC2-F0A7-47BE-ACBF-D4E734C6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earth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EC7FC-861C-4DCA-BBFC-D02F37FE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34E23-62CB-4120-A910-431A8EE5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EA851-DF1A-4398-84F9-5798985A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51224-C9D2-4608-8F3C-3D3DDF24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Magnetic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F0CC3-B2A9-4535-8E24-F17FA361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A818A-D58C-499B-A020-26DF0DA5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diagram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CB061-7E51-4341-BF1E-8BDF6F27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639A7-40E8-43F7-9ADF-CC1019BE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02790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D9A6E-13E5-4068-A159-5F5D6448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205AF-1763-4548-AE19-6A94670D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9C9FE-A01F-4D88-8AD8-5E74194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53C86-2966-4E17-97C1-AB17208D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FBEF5-A7FB-4220-9A39-15F32ECB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Engineering Materials Rare earth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CBB50-67F9-48DC-90DF-4E448B9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 Engineering Materials Rare ear...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FBF51-22A3-4270-B26F-2149B25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77796-6C30-4553-85A2-4A245D36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813DB-6854-441B-BC20-63EB1626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FC063-47E6-49BF-9562-084F1157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73248-5A95-47A3-A73D-02FFF30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D138F-0C9F-4CDC-B2BC-CB37ED5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89CE5-F439-433E-AD33-C7F055BB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516DF-8F93-4B73-B118-8A3CFE4B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CE4D3-4695-4DEC-ADAF-D21EA9C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4C3D1-046C-475F-A876-3EB15BA5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617981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7DB6D-5FFB-42B0-9E62-F9FFB5A1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8B4CF-21EC-46FB-A06A-CF2DED0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E1275-E2F7-424F-BD18-C872869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0A1B4-EA06-425C-8115-A263DFF1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7AB48-B419-4232-89A8-3364D86C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2B67F-CC84-43B5-8AF0-097CE61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3ED1-AD13-4D14-ACF9-1576ADC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5CA6F-BE78-47FE-8617-9836D5CD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0ABE5-619A-4CED-9589-F42360FC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Electrical 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752E7-45E8-4E4A-BD14-9DD09FCD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1224D-A5ED-4767-948C-5900EC51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2C43D-662C-4489-8BD3-94312E6B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7EB1B-4EF7-40BC-A6F0-602348B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BBC95-412F-4DEB-A9F3-C5C8DEF5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D49D3-4DC3-4241-B030-5DDE56A8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DF641-F67F-4BA9-A13A-8A9730E7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42190-5100-4F06-AFF5-B45BE0A8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D41D1-2A02-4972-9BBD-F3C75FEA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88C9F-32D2-4B5B-9EF6-22916B8B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E4523-E822-467D-BBC8-7F729353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A7F4D-63AB-41D4-89B8-CE2B99B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Electrical Eng...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D812F-5D18-41EA-9A1C-2730E33C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BA3AB-B359-4536-82CB-2A22A7BD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43504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0C411-C5F5-4562-9F7B-133B8FB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40C01-7C3B-45FC-9E58-1126A483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3CF92-C62E-4E97-B489-8CCFB8B1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A07CD-34CB-4C84-8385-BBA37A14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3F6D1-57B1-472B-9F67-9176F6F6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16B0F-B3A1-4B5A-B118-39FA0E9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BA9B0-DC34-4598-B728-7A6384DD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E3CE6-8673-47E0-BC36-55A2FA4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6AA92-3AA8-4EE8-B2FD-D99A176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108FA-DABC-4B3A-B82F-7632B7C0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B0504-6F48-45A9-8C27-F5E3D323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6C98-462B-4B86-B714-9DBD446F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B643C-BE57-4BDF-B1FC-B3E1A60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158A1-03EC-4E9F-BE7B-D12BAB1C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23BAE-0680-49F9-B175-1A5B187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83381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727F3-44A3-41D3-A653-5F810D7C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AC881-853B-47C2-A928-247A3529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82C55-8899-4320-91E3-41718DD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FAD74-6789-4DC6-999B-D12D1774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B8EA-CAAE-41E7-ADC6-878349D9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6815F-9E71-4371-BB29-6A8361A7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Engineering Materials Rare earth materials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2C644-F0E3-43EF-9327-F1F75293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5CEF9-2C4E-488F-B789-536271C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0BEB0-93E2-4CC9-8FAF-71271F66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4B0D3-5118-4125-B45E-7E95DE8E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5DD65-91C7-4CE6-B7ED-6DAFEC3E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99655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5D572-2630-432A-8244-1B9C885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29056-B180-4DF7-9D8A-518CE1D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A772-4967-4E69-B1D2-E922C2E1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DFB8C-9ACF-4638-8917-FBD7152B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702B-F544-4731-AF61-738DF2B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Role in energy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A9B6-5870-41E5-A6E0-FA1B02F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 in energy systems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DABFD-D8F0-4476-B4C3-5B30007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A09E1-6D5B-4BF6-8EF2-47A64406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24FD6-58A5-4B77-976E-D809802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3D2A6-29D6-4876-878B-C0260B9E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45DD-F122-4D33-BD43-D90D1B9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FB6CC-DA12-47F6-BA5D-3E5C8C7E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37F07-FE59-4F54-8477-BB05B65F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7FAE0-879A-492D-8FBA-90C0E650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9B6E0-8DA0-4A70-B31E-0AE3C52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082C5-A528-4658-9C77-1A7E7A42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87356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801B1-3678-4AA4-A6E0-BDFA22E3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DFE10-58D0-4AD7-BBE0-FF04F6D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039D8-BE0E-4DD5-A88D-9DB609E1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894A6-D988-44E2-AE4C-753B7521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70914-DAE5-487D-9F47-59BB5D4E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B9F09-29FC-4B48-9D04-F6CA71B1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A275D-0E8C-4D4D-9F92-2DA497F8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1ECFE-7632-4E40-8DEE-E1B1C0B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C23B6-6C83-40E9-9F11-285DB8D9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Role in energ...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3FB59-39CE-4019-8A75-4036A17F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32401-60FB-4FBC-BF61-7DB0EEF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52735-0868-4447-8F87-F7FEB88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Role in ene...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720E9-5E6D-4496-B050-472D9F03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F0069-98FE-4B2A-9474-7832B96A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C6A44-7CB7-4E3D-BA3B-2A5F028A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Role 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96D21-3270-4514-AC82-00CD93AA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11ABF-D8D0-480D-BF99-7F29925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CCA9F-23AA-4EDD-A6A0-FF05B71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Role in 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3538D-09BE-4DE6-95D6-3A578F42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4844A-CAD8-4766-886F-FF3C08D6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66A6A-0685-49F0-B91B-741750BD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Role in energy...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B3C68-65CA-4A99-9536-D3DAC04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E59D6-FB55-4435-91A2-C1EAF43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742908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FE80A-6379-4C7D-A7D1-F631ACFE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7F65B-DC44-476D-86FD-DB127170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DEFB0-03FB-4A26-AFD8-A074122E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0BA74-EE50-4AA6-8411-047D084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FA66E-350F-4165-B906-A7FBFAE4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D5C87-584B-4D76-8F8C-7858EB9D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8328B-B706-469B-8DAE-78710562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A396B-50AF-436B-9AE9-26B3A6A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1A809-C6A1-415E-BBCD-885A31E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B4B60-A85E-46BE-AFA2-4C92A0CF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66D84-BEA5-4D1F-9E80-7CF12D6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4B251-A54E-4804-A7A6-3B553CB3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0DC2E-6CFB-4EB3-B492-6277323E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E07BA-0D31-4FE0-96FF-47CF6FC6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03397-F7CD-4795-ACBC-443212D5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376397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75B84-EAD5-4ECD-804D-3943983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6A35D-784D-4294-B998-96A9E828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5DD91-C4F1-40CA-BE90-1E385BF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D8BBA-DF8C-4215-BE19-C530B650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A376B-8231-4E4E-A55F-AA2C922B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6BF1A-F181-4686-BB4F-AA06519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Role in energy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2F72A-550A-4012-AF7F-DC55B257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BB079-E83F-4089-B6EF-5CA96BDD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778A1-2190-4447-B8CC-55841834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25FB1-82B1-4A56-A0D3-F2E8227D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F1F4B-D205-4C95-AD36-50A3968A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342483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7DB4D-E1E6-48C5-98B7-6E86280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C03D1-EE27-4853-8AAC-99F4292E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17CC1-747B-4C91-94F0-DC516363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4227B-950B-4A52-AA95-D504B6C4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7F5BD-47D2-4FA4-AD7B-DFD9E20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Electrical &amp; Magnetic phase diagram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4E91D-C71D-4432-9A99-F7154516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 &amp; Magnetic phase diagram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87061-23BE-4691-9067-85C824A6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D72D1-D568-4C06-8E6C-81C1A26A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07386-C017-49A3-A0C8-6023994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79A07-5331-4850-8066-59195B1A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913DE-CFEF-419A-BBC0-4BF9D52D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E69BE-0096-4968-A391-FA81029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4C0F1-7848-4770-91CD-80B8992D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9A926-976D-47E9-9533-A0B0992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F901D-6EF0-4970-80F7-C1A7097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1E8E6-A539-4259-A675-FF4B2FB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654264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703D2-410E-4232-981A-835567B6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D33E2-71E1-453C-B88E-021FAB76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D4D5C-4708-42EA-8697-3C7BD0AE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D6415-402D-4C45-98A1-01D9F57F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C0F15-3707-4EFA-A23A-349E28FF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9132C-9471-4EDC-885B-D1D57CA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AE311-7A63-4C44-B3B8-A9D3235F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CC044-1370-450D-A714-1D94AEEE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2EB39-D0CD-4807-B9E2-6FDECC5F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Electrical &amp;...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609F8-D130-436D-808A-2FE803CD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8B155-663A-45FF-BE0E-4A09849C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A4030-F2D2-4D31-B48C-B793D340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BCFBA-BDD9-48B1-9AE1-F1D60AC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D1EEC-FDA5-43DF-AFA3-5CCE1B4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FC5E0-C387-4526-B368-4880504C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F4614-AF96-4F7C-95F4-4D52410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BFA56-F064-48AE-917F-5D820AC9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6CC97-A2B3-4CDE-89F3-DD515D31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Electrical...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E568E-DA36-4257-8D66-3819AD44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8BC21-ECAF-481B-BEBA-E041C46F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333AF-2C8D-4D3D-9BDA-1FDE766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Electrical &amp;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18688-93F2-4FA8-A84C-C04C3B4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46A6A-B5D3-4576-BD91-A42D7C1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1039671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B6E42-6B2C-4CEA-B227-737BCFD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33431-A899-4CF6-9A02-27523625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6D709-FD23-4639-8284-61EF2FD3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D5CA6-93ED-49EE-A2AB-96F640AA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81225-2CC0-4FC1-ABEF-C597752C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AD237-7036-40AB-9098-8218C1C9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E5337-0E3B-4CBE-985E-34E81261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483DE-B10E-4389-B170-64FBE05A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01C19-4E15-417F-B8AE-665D7E43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6A66-690A-404B-93AF-66114ADF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ED614-1D1E-401E-8393-0EE5B0C4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76A9B-A53E-4595-8C86-85CCB4A8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6F6ED-698C-4CB9-9193-CA4CB99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0ADCD-1418-4CCE-9150-817BDE2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F9411-5275-4FAE-8C61-36516692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528793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8A4BA-6254-44C5-9605-896DE06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A396C-C1D2-498D-81F4-8C18121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E73CE-2F70-44D9-BF0F-E87019C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DD2C1-9F4D-43A2-95F8-B901BEA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7927C-CE39-4F13-9BB9-DE91DCF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AFC73-7DAE-4D5E-BFC4-F6455EF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Electrical &amp; Magnetic phase diagram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74D3B-7C4F-43FA-975A-D2EA269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13ED6-FBF8-4162-B9BC-BB287230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5B445-4E5A-4653-9136-7B052CFF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7A8AC-9B87-40CA-9CB8-FD1366D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AE922-A18F-4F98-A3A5-9913DEC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226322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E6799-09FE-4AF3-82F3-AFCF6F5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12885-750D-406C-A225-FC0BE808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99B36-18FA-47E2-B5CA-7908D5C9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FDCF2-F08B-4927-9C71-A00651D4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D7E68-33B0-4ED8-BDA6-3334A9E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Examples &amp; high magnetic field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10C37-8784-4200-AFB3-8938841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Examples &amp; high magnetic field applicatio...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0ABB6-7C86-49AC-B9C3-3FBE4401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6FE55-56CB-4830-827E-4AD6B258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31277-50CD-4088-B63E-C54EB14A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63D88-D689-44F6-941E-56D8509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F4FA2-904F-437A-B308-DA9A183A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E830-0BCB-41CE-B237-CB2327C3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8A9D9-4D64-4D63-AB54-1802BC84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EC61B-786D-42B6-A8DF-44926B9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461AF-0CA3-42CC-A98A-7905C0E8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5F4B4-C3A4-46EA-9459-56412F8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906328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DF639-7F68-4795-86A8-71FFE36A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53A13-52A4-42C3-A0C4-6455424F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5CD8A-5BDC-4565-A8F1-66510F13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D3052-98E6-46CC-BC21-6519B175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9C1F1-1F4C-49D2-AB60-F39CA0E3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0D08E-A7E2-4138-A528-F315516B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B0A6A-AE92-4512-9E66-D7EB334D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602FD-216F-4922-B06D-A41C8E1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8A94A-2546-45A5-85C7-B099E50B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Examples &amp; hi...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E6C32-88E7-4629-8A6C-82B1E2BB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88AD9-6CD0-4724-877A-E3B6502B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25CD7-34BC-4615-971F-F233630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Examples &amp;...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F8925-0AC1-4799-A644-AFAFB0DE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21CB5-471E-48E0-AC04-CDBFBD07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02C9-6242-4106-ABAC-EA756ED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Example...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D014F-0F12-437F-B4B1-34AA84E0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428E2-0AD3-40CD-BD24-249278F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1EF41-7EE1-4B2C-8DF3-E8861727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Examples &amp;...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8AD6-73FB-45F3-A91A-B0BC1C86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6507C-F4D9-4AE7-8D33-EBA5E80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23EAD-7C04-4EA7-8561-CAF3A95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Examples &amp; hig...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EAE14-B199-431B-8EB4-C8BDC3D7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42D0B-4517-42FB-B9D7-A401510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621186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06D46-CB67-425F-B5BC-D2FCE362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210EB-FEE5-4E95-A1FE-E0AC0C2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3105B-2F36-49FF-A0E3-73432A0A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8B557-EDFC-4243-9BE4-C11B034C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CB471-CA83-4D67-97CA-EE970025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DF005-6CAC-43B5-B667-37260D09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F22FB-8517-4EAA-BD83-9AD787D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5DE73-D9E6-4C45-AB7A-5BEFCBBA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14FB5-BF28-4198-9646-764440D3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5636D-2FAA-4875-9C65-5C500E50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23635-8E03-49C2-851D-812A2FD7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CE4A6-26CF-4126-BFB5-104A00B8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06F15-1B0E-4D80-8203-BAAE3EDB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08645-6A76-43DF-B7FB-699DB661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D8802-5BC4-4BD5-89B6-E80728DF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076580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FDB63-DA81-4874-9FBD-D832A1F9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B7230-0E8F-4A9F-806F-EA67D91D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8A284-ABE6-4024-93AC-91AB59C9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C66B2-0C88-4A56-B79F-2C723E4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F7449-B375-45BD-A359-AC1F480E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C7CC1-AB0D-4689-9A99-6CDF28B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Examples &amp; high magnetic field applications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A2D8-64C3-4C7B-8A08-C45638CD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F0CCE-E5B2-42AD-AF4F-F7919372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2F05E-814C-4F15-80D4-5AF5EF91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27D00-456D-4221-9064-78F8EC34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7C66F-21BF-4156-915C-A7DC650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451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789C4-419C-4C10-80FE-CE6F24F2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CDCE5-13E9-45D3-BD7C-D40CFBA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BBBA-683A-46B0-8355-85E2CF14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1E9A6-3066-412B-83EE-A14CF096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5B400-8090-43F9-9B8D-009B5EC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Ceramics: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B911E-4CB2-4B2C-B3A8-ED491C44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Ceramics: Types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CBC00-6886-4772-BC41-B2690FB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34F03-31A1-4584-A4FB-BE6465E6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A97AB-A9D5-4EFF-94BB-3EBCF6C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561AA-5FBD-429F-B803-5064ECEA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99E96-AA99-4942-9C98-03088F9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68730-B190-47C2-A1DB-F2750802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CE399-ACB1-491C-93D6-B6191F9F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6CD42-399A-4E68-8D66-240C3F1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93AF2-0981-40D2-8248-DE5CD1EF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B933A0-EBDA-4B9A-800D-932E52BA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363451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A083F-94D1-44BC-B15E-599EAD8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7F1D0-F508-4CA0-98C5-AD2553D8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E23B6-9F3B-4204-AB70-1FB67090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669BF-27C0-460F-8F2E-21D65C0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D30BC-0AD4-4383-984E-D4CD84B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B8E18-2AEA-4B3C-B2BC-5FDB4BF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F1540-4B82-444E-BD4F-766D0F3F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7ACC1-B0E3-403A-9641-2321561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F9AD9-F6B5-4C45-B1CE-1A6D59C0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Ceramics: Typ...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E7248-4367-4E89-A51E-9393ACE5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1E4A5-218A-4D88-B108-0ACAC391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0AE1D-E6C0-4C7F-B31E-BD7B9E73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Ceramics: 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CB14F-9BCC-4D5F-9415-A88724BF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89081-AD11-4B62-8606-FCD6059A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26F0B-06EF-4B66-A840-75242B8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Ceramic...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B54BC-060C-4337-BC50-F1A0D6DB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D7396-D942-4A9C-8A12-22B1A7E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4063C-3524-4CCB-9937-67F33998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Ceramics:...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BD0D9-3C67-43FD-B67C-F6565AF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FBA76-79D6-4F5B-8AE2-DA3BBE8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CABA8-6C7D-4B9B-B6FD-8A9660BD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Ceramics: Type...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EE52C-E908-44FA-BF2D-5BC9D63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79826-1A18-4DA3-A7F2-2EE33D7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731401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F283B-6264-4D44-85EC-0BE4510E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B9666-210A-4EAC-ABDB-EBE14A2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553E4-3F16-49D0-8217-CAB7B09C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42929-E3E4-49FA-9F03-8AE8B7A6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10A18-2331-4797-B623-FBC3AC6A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ED411-8F40-4F2A-8448-A563B98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AD72D-3F5C-4397-8156-5C1C9335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46BC5-0BE8-4471-AA84-3F94C97F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506A4-0B5C-4C0D-9EBD-5D03DB4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364E5-3F8C-4A40-BCCE-7EC67F46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DB719-905F-44A6-92B5-30B225F2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2FB1F-2CCE-4B45-AB6B-AEBD47C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49F83-0BB1-47A1-95BC-4046D08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3769A-0D9E-45EA-81B9-BA2CC070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A05FC-4099-4DB0-978A-B7F6EDA4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762930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BC2C0-3DCC-45C5-80FD-7FF0E964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791E4-45DD-4A21-94E5-B51B71E6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6B4A0-CC07-487B-8BCC-CE3FC6CC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60C0F-E0C9-42D2-8A4F-E9EB4446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BFDAC-DE7E-48B2-89D5-41398155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8A146-C75C-4475-B092-8384CCF4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Ceramics: Types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C7DC5-CABD-4B47-87DD-93BA30F9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5D7A5-6CA0-4BDF-82E3-7253356A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D272E-6A52-49BF-ABBF-61075F78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AAC44-8BFF-44AB-935F-A46DCFE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32249-0BB1-4983-BE6E-281E807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376437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DD6C4-5A7A-4BE8-A100-9671C976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B5799-AA3E-4C2F-907C-E5D83FB3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DF3FD-8FAB-4526-9FB4-915AFFED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259D3-BA97-4C60-A1ED-CB7CC76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6EEC5-E7EB-46F7-8E69-C9D4AE4A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6DEF0-9AC6-49FF-A0B4-77FF5DA9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2E8F3-16EA-4045-8245-C126F831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DFEC2-3F27-43FC-A54F-6133B42B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A1593-E9B5-4755-84F2-F1E71803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E07A9-45B9-4218-88AA-A530467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83E7B-8AF3-4DDA-8E7D-1F7AD618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A90DC-AE04-4D42-BB63-5722B13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EE17E-09A0-47ED-854F-FD7D5BD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51A0C-4D97-4A97-BE1F-E5C7AAD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60396-FF04-4EC3-9027-01D74DD1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0BA39-5F59-4E02-90AE-4350D293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139339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F78A9-2CB5-4BEC-B746-7E3464EF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9D126-C642-4C52-9F2B-56DA416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6936A-9EBD-4AA7-ABC4-6ABDFEAB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9B6B3-D16B-4157-B925-E7532A0B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3F4AA-22B8-4F2E-85FC-52C96CAE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EFC83-BDBD-4FBA-B984-1FB78BA9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080DB-10BC-412A-B5C7-EED5E366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D45B1-E2A2-446E-AFDC-F208124C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995C0-18C2-4607-8AA2-7EF4DCCC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Materials.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A0FE-6F30-4A58-9F88-D5C53D9C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198F9-03A0-402E-A716-69BDA65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274A2-15CD-489B-BEB8-0A09650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Materials.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BBEF6-A038-4DAF-958D-965E44BF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D47B4-7F1E-45F2-B1D5-5D16332C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071E9-BE6A-4FA3-A61B-5F3BC10D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Materia...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38ABC-9622-4D48-BDF2-75D4814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690BB-20F1-4F87-83D7-6474824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5C4E7-A659-4447-B2FE-91DC161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Materials.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A439F-8BD4-456D-B477-76ABFF82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79B29-4D89-4155-B693-37C59E6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C2430-FA7F-40B2-9CBE-E867BFFA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Materials.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06D21-ACCC-47DF-B898-DB208944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DBECCD-7838-4F8C-A905-134EEFC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819779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23D9C-201B-479D-9DE3-A0D6527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EDAC3-2FFF-44C9-86A1-F4AA13E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A7941-706B-4587-A96A-36317A12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8060D-CF67-40A5-9B04-9379C40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8BF44-A261-4CD3-A091-74152B6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D5E4F-A370-4F35-AEAE-1F47866D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1BC1F-FA99-41E4-8E4C-BBC72915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38D62-AA13-4AF9-9CDB-2E24448C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95A14-2503-4F20-BEAD-0CEF8A4F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6DE8F-7AFF-48C8-8DD5-A53CBCE4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8F7AD-FBBE-4CC1-A65F-87889D5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109B8-23C1-445A-83D0-AE936770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051C2-0CF4-4426-BDCE-E487327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C9BE1-9253-4F5B-8322-AC00DA99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9683C-B043-436E-AE2C-E3E5E82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994449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2CD79-9625-4943-A26D-CC07A7AB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BACAA-FA9F-47D2-ACEE-80CCFC6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DA856-1DD7-4080-B61A-7B5D888B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2E9FB-26D6-419E-968B-8F30B35E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B82CD-9548-41F2-99A0-BD501DF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3721-5188-4DC8-984E-C714ED01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Materials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A8A71-2821-4FC1-8FCC-78613DB6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8F86D-713E-4612-8673-CDDEDB9C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973CA-842D-4090-BD39-AF7D37C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D04C4-3B83-4159-9990-654D8589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CB9EC-9B68-4E9F-9A9A-3269F63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9387463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588B4-1D33-4841-8D38-92B1B8AC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ECA35-00A1-4507-AB93-9CE16548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41C7A-8A04-4B27-AE9C-30AF6D75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3C9D-2A1C-40BC-8BC1-9D7A7EB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2827C-F028-463A-B024-518C8E6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1E130-1996-49EE-BEE9-AAA03E22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39B47-DCCA-409E-924A-2838954E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B0C4F-F046-4ACA-ADEC-4429326B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8B769-9B80-485F-9C21-F99B21C5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37DDD-C1A9-47BE-9628-37A7138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07C3D-B516-42F3-9E26-7993F9E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35F4E-6F40-4CB0-A69E-68D81F7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71268-A601-4D8F-B25B-F995497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0206F-9041-47B3-87C7-1E24129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15CEB-E9D3-41B7-8F96-666C1039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1170C-9B3C-4F78-ACA4-7624607E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753093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1ED4B-AE61-4312-8A88-CA44E78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31C4F-3D50-4A67-BC41-2B2842B7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8246E-F70A-4959-8778-7C2D063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32EF0-22EC-4417-97DB-98C1FC1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41B11-3ACC-4354-B90A-EA5354D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296E2-8547-4097-94F8-0343D90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78784-635E-4AB8-9F1E-84BB4FA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3600F-53C6-4C4B-8A94-57B28040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79834-458A-497B-BE39-D35DA27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Applications.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A8120-B322-4AD9-82B4-37221A35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5FA79-4F64-40A5-A0FE-AA578C3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57E0B-2B82-4546-84D9-1D1CC84B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Application...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DF0AA-E39D-406A-B47E-0A5DFE5D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2F829-D4EB-40EC-9210-122F671A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C9A69-781E-4709-9DC4-0ED2A3EF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8CCBC-470A-4137-BB70-BF42920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F87D6-E470-4C87-AC65-912D0EC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67C48-2E68-4A19-9CEC-9C74A74A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Applicatio...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C47125-5A87-4A64-A99C-5C9F3E98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964FF-25C5-4A93-93BB-76A0F9B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165C0-CE28-4A1A-BB12-ED4A1E4B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Applications.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462BF-086F-47CE-829B-5F297F1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9193C-F108-48DE-9BB6-9991160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216927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1D780-3625-432D-978A-3E465669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95A9D-9D0F-4752-8D7F-8B1BC784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14921-25D6-4E74-900E-2A23E96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662B3-491E-4728-B367-22BE5144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A29B5-E479-45FB-BE54-9ECDC84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D4D65-0F5C-40B0-98E4-10DA44D7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6D583-9935-43DB-A458-09E7BE71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46200-6709-4CD3-B647-16ED264D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BB8DC-DDC0-4364-BA85-7925209D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446A0-DD2D-4C4E-8068-EF7512F0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1ECD1-FF51-44EF-9C6F-4F78E402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D35B2-5AE3-4BFF-8370-6B1326A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24A00-99D3-4CDC-9E15-40B1B229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75022-2B3A-40D9-A7ED-EF1BA84D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A566F-FDAE-4A61-8C32-6B456632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141018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5EFC-0BD5-4B96-BB9D-7C94C80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4B8FD-6E69-4364-9FE8-22665F69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F4C0C-D8D5-475B-8A92-AFBCA3E9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4B38E-675C-48EC-BFC3-F99F974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E83A-A496-4A52-9209-6EFB312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5E310-A610-4C0B-A69E-1FA77CC5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9489A-8682-4BFE-AF2F-69D1D83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B1FD9-CBEE-4DB4-A46C-3AC932DD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9871E-A944-4782-907A-262FA91D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E4F6C-D4F3-4A07-BDE5-7A5354DC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077D3-98DD-4522-9ADF-C5488936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717810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E5197-3F58-4A08-888E-E017BC0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973D7-725A-48AE-B20B-EF9658D4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E8696-69FB-411C-88FC-5BF88B1A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EF14A-6CDF-4614-BC69-4BC114C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0A07A-19F1-41B9-B8A3-F4B6C45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Electrostriction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28ECE-02A3-4422-A71C-E1A6375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Electrostriction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E06BE-BA68-461F-80D8-26534520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ECB07-ACBF-4547-9C58-6204B0B8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BA264-6397-4F34-AACF-6D8B070A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978D3-A151-41EA-AFC1-1277213C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C46B1-878D-4680-9398-27387E5D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84718-8EE2-41DE-AE09-611D4A94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32E36-614A-4A00-9B3A-8BCFE8A5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691EE-BDA4-4367-A82F-2ED07B52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87499-7519-4AE4-AA84-1122044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275CA-F3E0-4C13-B241-22818F2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8914747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EBAF4-8F16-4503-ACFF-7EA1CA8B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C7ED9-7D00-4343-9A59-D784C6E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AD44C-7318-4971-97BC-8F84CED6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F2FA4-BEA0-4440-908B-6D7769B8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047D5-89A1-4DDF-91D7-89E46CD5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3128E-A18D-45E5-BC80-F9E7B14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135A6-F666-49D9-9192-575BCB63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B975F-35B9-49CF-A7E4-CAE326ED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126B-C9A5-4EF4-9A60-80A6E9B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Electrostrict...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D6ABB-6BCB-42CD-BB6C-6AC94E42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7A437-8852-4FE9-B4A0-1D2304E0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B6591-0F83-4EC3-B1DA-39E5A11A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Electrostri...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8BF70-B597-48D1-B51E-ABEA9824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9AE1C-D4B0-467F-8A8F-D9B112D3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99588-4A2C-4873-A4B7-A4853AAA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85494-2527-40E2-82E1-C72298A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35E42-F3AB-4E6A-A5C3-64B5BB85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83E66-6410-4CBB-BF81-5616EA54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Electrostr...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E9C80-5663-4486-A2CF-9DB08AEC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D947C-4816-42FB-BCBE-25FBD01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FF4F3-94C8-4762-AD3F-FFF7DBD0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Electrostricti...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8DE46-B56D-442A-9997-9F0805BB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0D223-8D33-45E0-8A88-364D5A1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343712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D53E3-C836-4EC2-94EF-11023385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DA251-0B88-41A2-980C-60E7A4E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1D9BB-24E2-4EEC-980B-05549129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3E974-5342-4401-8930-DCB0931B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09E6E-E21E-4846-B28D-F9BDE38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EA98B-FF4E-458C-B3A3-097E9953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4B50F-9015-4A52-A929-612AD04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560B7-F2FE-43DF-8FE8-5E36AF1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0E6C9-C720-4F17-AA39-B08FB410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72371-30A0-4169-9D15-56FA725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D1D30-6E3F-48C7-B9CA-2A6A16CD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E24D8-5765-484B-969A-6F4945B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20931-1FEA-4C23-A877-4905F8D9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28354-0B73-4774-903C-17E07F8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1DBD0-1193-483A-8B98-E9EEA794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5445460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A42DB-A25D-4D64-9A41-375DA67A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F8356-52D5-4512-8827-C01CD08C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74BA3-F27E-4BD6-94E6-C3BEEADD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32697-2CFC-4F28-90C8-12C6D44A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80AE2-BEDB-49BF-B96C-FA02D170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E2B9B-098C-4E8E-8E26-BE5BDEF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Electrostriction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A675A-20EF-47FF-BB63-6EE4AB0C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3971B-A76E-42F1-B2E5-CB64678D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2D459-967A-498A-A269-1C31906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D2BAA-6D9B-43CC-8A39-9711950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6F651-FF71-455E-BB8C-31B0518B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36502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988D3-9560-4A3E-AD13-A1585E5F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90667-14ED-46AA-9FDF-D94BA71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52800-186E-4037-A9B8-25DF986B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441AC-2FB0-4060-9A33-28B3BC57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671F-9246-4C5D-886B-0852B27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8C83D-C19F-4AF2-949F-529EA62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308129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4509C-084F-428C-A2DD-01AA60B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09FDC-59F9-4F72-A462-0FB399A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46BF2-4F2C-40F9-9224-4EE72A94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20DB9-469E-4324-80B8-1797CCF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6FAD9-385B-4F58-8571-27C1F72A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earth: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BC346-EFE3-49B2-B4CA-8E9277F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775378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3CD13-9378-497B-888B-824E589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9A04A-A815-489C-A439-E975190E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7D32C-E00E-4ECF-9445-1CD0FB11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CB998-06D9-4D16-B100-88407F3C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CC8AE-C362-434E-AB00-498AA123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82110-DE40-4FA9-9D32-943F8EB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268891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CA70-4464-44F6-A5AE-A1A12001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97C91-9AB6-4B3B-8C58-37AA8D8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B38AC-4B84-4AFD-8AE2-3AD3134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9C7A1-331B-4C52-9328-9440AE1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3F40D-0B55-493F-8B21-C3E73A20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E9CE4-9CAD-4426-9F33-B2308D0F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864004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D2D76-42D6-409E-94D4-EA04641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F2530-8AAE-4ACB-A9E1-2113A792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09B91-3976-4A99-A9B9-2D418F0E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1DB3D-CD7A-40A7-8C09-5F8F0B9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06AA5-AD8D-42F5-B15C-914CAEB6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Electrical Engineering Materials Rare earth materials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Role in energy systems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Electrical &amp; Magnetic phase diagram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Examples &amp; high magnetic field applications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Ceramics: Types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8B90D-74BC-417D-93DC-6A5AB368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2A081-8B4F-4AFE-A370-B86D74B6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E56E9-4139-48BA-8046-3B8C047F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6742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2026-08-24T16:03:09.6320000Z</dcterms:created>
  <dcterms:modified xsi:type="dcterms:W3CDTF">2026-08-24T16:03:09.6320000Z</dcterms:modified>
</coreProperties>
</file>