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ad71f29f084396" /><Relationship Type="http://schemas.openxmlformats.org/officeDocument/2006/relationships/extended-properties" Target="/docProps/app.xml" Id="R1495e87bf7cf4194" /><Relationship Type="http://schemas.openxmlformats.org/officeDocument/2006/relationships/officeDocument" Target="/ppt/presentation.xml" Id="Rd5afc404a5d949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7be184004f4b75"/>
  </p:sldMasterIdLst>
  <p:notesMasterIdLst>
    <p:notesMasterId xmlns:r="http://schemas.openxmlformats.org/officeDocument/2006/relationships" r:id="Reda958f29f054e89"/>
  </p:notesMasterIdLst>
  <p:sldIdLst>
    <p:sldId xmlns:r="http://schemas.openxmlformats.org/officeDocument/2006/relationships" id="256" r:id="R4348e260f0d14b94"/>
    <p:sldId xmlns:r="http://schemas.openxmlformats.org/officeDocument/2006/relationships" id="257" r:id="Rb05638737d864a70"/>
    <p:sldId xmlns:r="http://schemas.openxmlformats.org/officeDocument/2006/relationships" id="258" r:id="Rd3baa97f09584b2f"/>
    <p:sldId xmlns:r="http://schemas.openxmlformats.org/officeDocument/2006/relationships" id="259" r:id="Rb19df8ce562b4d21"/>
    <p:sldId xmlns:r="http://schemas.openxmlformats.org/officeDocument/2006/relationships" id="260" r:id="R9c7c8cea6f3a4c85"/>
    <p:sldId xmlns:r="http://schemas.openxmlformats.org/officeDocument/2006/relationships" id="261" r:id="R5e7d5af4e241439b"/>
    <p:sldId xmlns:r="http://schemas.openxmlformats.org/officeDocument/2006/relationships" id="262" r:id="R761d5fd6d4cd4145"/>
    <p:sldId xmlns:r="http://schemas.openxmlformats.org/officeDocument/2006/relationships" id="263" r:id="R727c571e32974a35"/>
    <p:sldId xmlns:r="http://schemas.openxmlformats.org/officeDocument/2006/relationships" id="264" r:id="R47c5fcc6552a46e0"/>
    <p:sldId xmlns:r="http://schemas.openxmlformats.org/officeDocument/2006/relationships" id="265" r:id="Rb85f34cb3f734964"/>
    <p:sldId xmlns:r="http://schemas.openxmlformats.org/officeDocument/2006/relationships" id="266" r:id="R14433b3747f94de4"/>
    <p:sldId xmlns:r="http://schemas.openxmlformats.org/officeDocument/2006/relationships" id="267" r:id="Rf53e6267da9544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22d67802d14b8f" /><Relationship Type="http://schemas.openxmlformats.org/officeDocument/2006/relationships/slideMaster" Target="/ppt/slideMasters/slideMaster1.xml" Id="R1e7be184004f4b75" /><Relationship Type="http://schemas.openxmlformats.org/officeDocument/2006/relationships/notesMaster" Target="/ppt/notesMasters/notesMaster1.xml" Id="Reda958f29f054e89" /><Relationship Type="http://schemas.openxmlformats.org/officeDocument/2006/relationships/presProps" Target="/ppt/presProps.xml" Id="R5c34982a96734cb8" /><Relationship Type="http://schemas.openxmlformats.org/officeDocument/2006/relationships/tableStyles" Target="/ppt/tableStyles.xml" Id="Rd273f5c8a55e47d9" /><Relationship Type="http://schemas.openxmlformats.org/officeDocument/2006/relationships/slide" Target="/ppt/slides/slide1.xml" Id="R4348e260f0d14b94" /><Relationship Type="http://schemas.openxmlformats.org/officeDocument/2006/relationships/slide" Target="/ppt/slides/slide2.xml" Id="Rb05638737d864a70" /><Relationship Type="http://schemas.openxmlformats.org/officeDocument/2006/relationships/slide" Target="/ppt/slides/slide3.xml" Id="Rd3baa97f09584b2f" /><Relationship Type="http://schemas.openxmlformats.org/officeDocument/2006/relationships/slide" Target="/ppt/slides/slide4.xml" Id="Rb19df8ce562b4d21" /><Relationship Type="http://schemas.openxmlformats.org/officeDocument/2006/relationships/slide" Target="/ppt/slides/slide5.xml" Id="R9c7c8cea6f3a4c85" /><Relationship Type="http://schemas.openxmlformats.org/officeDocument/2006/relationships/slide" Target="/ppt/slides/slide6.xml" Id="R5e7d5af4e241439b" /><Relationship Type="http://schemas.openxmlformats.org/officeDocument/2006/relationships/slide" Target="/ppt/slides/slide7.xml" Id="R761d5fd6d4cd4145" /><Relationship Type="http://schemas.openxmlformats.org/officeDocument/2006/relationships/slide" Target="/ppt/slides/slide8.xml" Id="R727c571e32974a35" /><Relationship Type="http://schemas.openxmlformats.org/officeDocument/2006/relationships/slide" Target="/ppt/slides/slide9.xml" Id="R47c5fcc6552a46e0" /><Relationship Type="http://schemas.openxmlformats.org/officeDocument/2006/relationships/slide" Target="/ppt/slides/slide10.xml" Id="Rb85f34cb3f734964" /><Relationship Type="http://schemas.openxmlformats.org/officeDocument/2006/relationships/slide" Target="/ppt/slides/slide11.xml" Id="R14433b3747f94de4" /><Relationship Type="http://schemas.openxmlformats.org/officeDocument/2006/relationships/slide" Target="/ppt/slides/slide12.xml" Id="Rf53e6267da9544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ad4acbf87442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1873c5029d4a47" /><Relationship Type="http://schemas.openxmlformats.org/officeDocument/2006/relationships/notesMaster" Target="/ppt/notesMasters/notesMaster1.xml" Id="R30ff20d26f3745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9713aa3974490a" /><Relationship Type="http://schemas.openxmlformats.org/officeDocument/2006/relationships/notesMaster" Target="/ppt/notesMasters/notesMaster1.xml" Id="Rc17e0e03928f40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2641b7f89046b1" /><Relationship Type="http://schemas.openxmlformats.org/officeDocument/2006/relationships/notesMaster" Target="/ppt/notesMasters/notesMaster1.xml" Id="R1aa8afc2c3c446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59fe71f03d4cec" /><Relationship Type="http://schemas.openxmlformats.org/officeDocument/2006/relationships/notesMaster" Target="/ppt/notesMasters/notesMaster1.xml" Id="Rf6e137f3b79947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25003d6af14bf8" /><Relationship Type="http://schemas.openxmlformats.org/officeDocument/2006/relationships/notesMaster" Target="/ppt/notesMasters/notesMaster1.xml" Id="R1931061d049c49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30db5620214dc4" /><Relationship Type="http://schemas.openxmlformats.org/officeDocument/2006/relationships/notesMaster" Target="/ppt/notesMasters/notesMaster1.xml" Id="R22da532b13744d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f7abc4498c4b42" /><Relationship Type="http://schemas.openxmlformats.org/officeDocument/2006/relationships/notesMaster" Target="/ppt/notesMasters/notesMaster1.xml" Id="R4e8479d19b2d4b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eb21528cf34f54" /><Relationship Type="http://schemas.openxmlformats.org/officeDocument/2006/relationships/notesMaster" Target="/ppt/notesMasters/notesMaster1.xml" Id="R9bc13cc3dda94e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52f22815274186" /><Relationship Type="http://schemas.openxmlformats.org/officeDocument/2006/relationships/notesMaster" Target="/ppt/notesMasters/notesMaster1.xml" Id="R5e3dd622eaad4b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987e2d18034a7b" /><Relationship Type="http://schemas.openxmlformats.org/officeDocument/2006/relationships/notesMaster" Target="/ppt/notesMasters/notesMaster1.xml" Id="Rc1d7128f3ec649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32a159a6c94b0b" /><Relationship Type="http://schemas.openxmlformats.org/officeDocument/2006/relationships/notesMaster" Target="/ppt/notesMasters/notesMaster1.xml" Id="Rfd0548f8852f4c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e7cc6074b84184" /><Relationship Type="http://schemas.openxmlformats.org/officeDocument/2006/relationships/notesMaster" Target="/ppt/notesMasters/notesMaster1.xml" Id="R389148ad182a42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27a0145a8c46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9990ecac73431c" /><Relationship Type="http://schemas.openxmlformats.org/officeDocument/2006/relationships/slideLayout" Target="/ppt/slideLayouts/slideLayout1.xml" Id="R0cb6d28749444e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b6d28749444e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f9243194242bd" /><Relationship Type="http://schemas.openxmlformats.org/officeDocument/2006/relationships/notesSlide" Target="/ppt/notesSlides/notesSlide1.xml" Id="R9143ba29ea0c41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85e07b4ed4838" /><Relationship Type="http://schemas.openxmlformats.org/officeDocument/2006/relationships/notesSlide" Target="/ppt/notesSlides/notesSlide2.xml" Id="R2a9361feefa14b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8aef4727b479f" /><Relationship Type="http://schemas.openxmlformats.org/officeDocument/2006/relationships/notesSlide" Target="/ppt/notesSlides/notesSlide3.xml" Id="R3956ba7d66654a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0e612c7924cd2" /><Relationship Type="http://schemas.openxmlformats.org/officeDocument/2006/relationships/notesSlide" Target="/ppt/notesSlides/notesSlide4.xml" Id="Rb7e5f81de6f741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88b4f4b2b43d8" /><Relationship Type="http://schemas.openxmlformats.org/officeDocument/2006/relationships/notesSlide" Target="/ppt/notesSlides/notesSlide5.xml" Id="R51f2cd99a77d4a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baa0385654f77" /><Relationship Type="http://schemas.openxmlformats.org/officeDocument/2006/relationships/notesSlide" Target="/ppt/notesSlides/notesSlide6.xml" Id="Rfe952a6392f748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d91c51e064e7a" /><Relationship Type="http://schemas.openxmlformats.org/officeDocument/2006/relationships/notesSlide" Target="/ppt/notesSlides/notesSlide7.xml" Id="R091e099e860b47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024b3ee2a4f8a" /><Relationship Type="http://schemas.openxmlformats.org/officeDocument/2006/relationships/notesSlide" Target="/ppt/notesSlides/notesSlide8.xml" Id="Rea9fc7325dfd4d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8b810bd2b4384" /><Relationship Type="http://schemas.openxmlformats.org/officeDocument/2006/relationships/notesSlide" Target="/ppt/notesSlides/notesSlide9.xml" Id="R38996a41e4a34a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d90261aee4001" /><Relationship Type="http://schemas.openxmlformats.org/officeDocument/2006/relationships/notesSlide" Target="/ppt/notesSlides/notesSlide10.xml" Id="R376e92de7cca44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a85d94fa64d87" /><Relationship Type="http://schemas.openxmlformats.org/officeDocument/2006/relationships/notesSlide" Target="/ppt/notesSlides/notesSlide11.xml" Id="Rc3dd8046ec6d4a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b0816bdec48e5" /><Relationship Type="http://schemas.openxmlformats.org/officeDocument/2006/relationships/notesSlide" Target="/ppt/notesSlides/notesSlide12.xml" Id="Rede4eaf54af24d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1016C-D9C5-444E-9282-CB057FBD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F9956-ACB4-45F6-93A2-9DF3A895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 12 V battery is available. It is required to obtain 3 V from the battery to charge a mobile. Create a circuit to obtai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33497-7BE7-4629-B437-BCAABEDC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70F30-9939-4908-B421-2AB4E961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349D8-3D71-47DD-BE82-27364D35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318A9-F811-4066-8C4A-B48EEF84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F8904-F0E8-4A7A-B91A-F45716ED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28C3A-92BA-4E5E-A0B9-D3776D35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B14A7-1883-40D3-A755-AED1D85C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A7A563-AA9C-41F8-B69D-B227429E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39526-BE3D-48D0-9965-324A7740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49EAE-9936-4A4E-A7D5-3FE3E23A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2D8DA-0B12-44C5-8517-2B62B9FA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3885894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354B0-E98E-4FFE-847D-7DE0E913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6A93F9-5EE2-46AB-B287-D45D82E1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B8688-AACC-4296-9787-36695429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BC92E-08AA-428C-9096-A1A147A2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19B2D-4410-49F9-95A3-272A8D70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 12 V battery is available. It is required to obtain 3 V from the battery to charge a mobile. Create a circuit to obtai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4A683-B71C-4267-9D2C-ED4ABDB9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981894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41147-D275-430D-8104-BBA6C1D6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77117-B59A-4924-88DD-79984F90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42A00-891F-4AD4-A614-BB08A9C9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ABF79-DD03-454E-AB6D-DBCA49AA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162DE-1E36-4296-9FEE-6479B02D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 12 V battery is available. It is required to obtain 3 V from the battery to c....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BEC81-C3A5-45BF-9605-56E982BB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battery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0B4B9-6CC0-4504-9947-362C1A5E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6D794-C510-45D0-A9EF-4F093F11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30997-DBEA-4ED9-A94F-F8600AE1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326CB-BE2F-430D-A596-4E0A8881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CCA6E-57F5-416A-947D-F257A0F6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21C47-4AE9-4AD1-A295-B4C12D5E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obtain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16F4D-8D98-4EAB-B9F8-BB58AA42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E57FDF-6CB9-4B70-9A57-B67614D6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from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EC3BA-DCCD-4990-8B59-7E088659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36330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390A8-8430-496D-A27C-25E9F539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CC861-84BE-48C2-AAA7-31399CE8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AC74A-E8D8-4F81-B414-CA02A6DE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FDFB1-CCBE-4B4D-AD33-82E4348C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6FAA5B-AB80-44B9-8153-5DE323C2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BCA41-30AA-4089-81C1-D72A2335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77856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B4EA7-1C33-4A34-845C-6289FDDC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8D5C8-FBF4-46AE-8C6A-E36336E1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11C4B-F1C3-4C9B-8CA7-E74577C2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54B10-7F39-4561-BB4D-7327E834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7F877-EF47-408E-8353-D3C3AFE2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6B20C-485D-4B37-B02C-49C15C68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573205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FBF6A-A763-464D-A561-D889CC5B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47422-EB8B-4E76-84C9-AEDF2897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ADC17-5CED-452A-8DBB-980271DB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00617-ED24-464A-A1E8-7BF157D9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E9AD9-8048-40B3-AC9B-74F3E8B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7EF50-8594-481F-B23D-141D7884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8DCF1-B407-493B-84BD-AC74F18E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D7050-00C6-4047-A9F1-6083649B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1B479-CB20-4FB4-8F19-456E720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9AAE6-54A6-4DF0-A938-4357C378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6ECB6F-13A0-4033-9736-74C0776B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D1A5D-DDC0-489C-B84B-53A871AE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ED686-EE58-4BC3-ADA7-EE141E2B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C9183-90C6-4711-A022-62FA7975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53720-925C-47B1-85E7-C587838A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627578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597AF-1C70-44A5-BBB7-7356A27E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FB423-EDD2-4A18-BC79-0AED7843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3015F-BF2B-4BC5-8192-047E12CF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A7680-4179-4C1F-9D9D-E397D2E5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24EF8-01ED-4649-B7FF-32BA320B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7E2D4-DD2D-46C3-9DF0-ABBB9BC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BD287-4C61-4F5C-A3A2-28AB3452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6B1E6-111C-4C7B-9059-872F652B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D5F2D-A175-485D-AED9-509A4E8C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3B3BF2-89FE-4915-9BF9-FD4FFE6A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5AA74-DD23-4D4F-94F4-8E8796A0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96B5A-22A4-4049-AF0A-8B5AF909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8890A-E825-4637-9126-6B88E52D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F24F9-D6F1-47AB-96EA-1FDFA3F9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1AEDD-D2DF-4291-8C88-E01E5507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749E1-CA17-4A00-80C9-C72691E9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03BB4-B83A-4794-B8D9-77C526E2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12073-89E4-4024-888E-ECAC7D5F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8D1A41-349D-466C-9792-EC0699C2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04C19-BD6C-4865-A6AE-87179962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1C297-2683-48F8-ADBA-8A718F87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9FB7F0-D536-4F22-BBB9-3536921F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C5F83-4A21-4344-96EC-143FD960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DF631-9B70-49F1-A3D2-93BA825E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911E7C-9B2C-48FE-882D-DFBD71EE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562364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021E5-743B-467F-AE51-CD373260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7100A-07AD-4AEC-AAD9-C05B169B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06BFE-DD7A-45F0-971D-00C80C67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33166-0154-4DF4-91E4-15F5CF29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2612A-E279-42BA-909B-4A1CB05F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AE958-7866-46C1-BFC5-030DE6DD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138023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A94AE-FCE1-4437-81B6-9A571CEF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CE226-C0F2-420A-A1CF-D886020B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53C5B-6263-4381-A269-E291FD98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D1259-A73B-4762-BD64-2F9FD622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BFC1BA-ACD9-4FE5-BCE0-1FD04902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0B6EC-362C-433E-949C-E4BDD555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0345930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0A75A-6A07-484F-BD9C-17584AE9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9D42C-AD62-40CE-9825-7715B75B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47E7C-6505-408E-964D-221082F8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379E4-69B8-4511-9EF9-780C163F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F67912-C567-4DF8-8FFB-09DF6CAD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 12 V battery is available. It is required to...?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21AE6-33D2-4410-8113-D0DFAAAD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3218591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42E09-8B21-4ADB-8696-B9255E84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92F9E-F3F0-4D62-8272-C18F7CB2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1100D-C0F5-4CAE-8C20-661D625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A8E4E-BC3F-4EC8-B0FD-80870C32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10FB0-8B1B-4565-8A89-0DFF3C07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E5D21-BDA0-415F-81E7-E5FA2021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5203099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497612-A0C2-4DBA-9ADC-E8BB0E9E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6D2B5-DF98-4AED-893F-B36CEA02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22789-6A5B-4AD9-9962-62137CAD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BC577-40B1-41C5-99A4-C3C1C99A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18110-094C-4B36-BBCE-0DD66D2E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4CA92-681A-4DE6-82D3-51E41142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703DF-C3DE-4655-9AA5-C6024662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0C4AA-4CBA-40B3-9800-36AD99E3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5B5B9-7DE9-40A3-8F90-94FA37D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DF5723-7999-4D9F-B6E1-AD6B5D6E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A8BD4-1A59-4ADB-92D5-3AA99F4B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20DBD-3E2E-4D7F-A2CC-5E1358E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EE4FE-BEA7-4771-9150-0FE8FA7B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01B0E0-31CF-424D-A1F6-CBA3DC22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ED6208-A33D-42A7-8718-74286CC9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70CD7-F9F5-4CB0-AA12-E1738631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49777-8E8E-4EA5-8127-ED8DF9D7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F07040-4237-4754-A11A-6D8BF2CB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A9F42-7CB3-420E-B9F8-5AF41B65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D5A04C-E8BC-4690-AA57-8C42559A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ECAE4-9210-4C4E-8770-138B20F0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6A45A5-DBEF-456A-BC6D-AB7B3296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423E8A-B0B7-4A4B-9C39-C1B7B805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5195130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2026-08-24T16:02:23.9660000Z</dcterms:created>
  <dcterms:modified xsi:type="dcterms:W3CDTF">2026-08-24T16:02:23.9660000Z</dcterms:modified>
</coreProperties>
</file>