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86aec8ed9448cc" /><Relationship Type="http://schemas.openxmlformats.org/officeDocument/2006/relationships/extended-properties" Target="/docProps/app.xml" Id="R32102cb7f4ed4fbb" /><Relationship Type="http://schemas.openxmlformats.org/officeDocument/2006/relationships/officeDocument" Target="/ppt/presentation.xml" Id="R74945756600842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81fd3db4874353"/>
  </p:sldMasterIdLst>
  <p:notesMasterIdLst>
    <p:notesMasterId xmlns:r="http://schemas.openxmlformats.org/officeDocument/2006/relationships" r:id="R35df8a7d2b7c4812"/>
  </p:notesMasterIdLst>
  <p:sldIdLst>
    <p:sldId xmlns:r="http://schemas.openxmlformats.org/officeDocument/2006/relationships" id="256" r:id="Rbfdad3e0b0b245b3"/>
    <p:sldId xmlns:r="http://schemas.openxmlformats.org/officeDocument/2006/relationships" id="257" r:id="R3a765c3467954753"/>
    <p:sldId xmlns:r="http://schemas.openxmlformats.org/officeDocument/2006/relationships" id="258" r:id="Rbba7d1ee662a4ea7"/>
    <p:sldId xmlns:r="http://schemas.openxmlformats.org/officeDocument/2006/relationships" id="259" r:id="R1c71c37b6cc54055"/>
    <p:sldId xmlns:r="http://schemas.openxmlformats.org/officeDocument/2006/relationships" id="260" r:id="R9f82bfa1aef4459b"/>
    <p:sldId xmlns:r="http://schemas.openxmlformats.org/officeDocument/2006/relationships" id="261" r:id="R2cf189bd6b4d4121"/>
    <p:sldId xmlns:r="http://schemas.openxmlformats.org/officeDocument/2006/relationships" id="262" r:id="R3e99fadf7dbb4025"/>
    <p:sldId xmlns:r="http://schemas.openxmlformats.org/officeDocument/2006/relationships" id="263" r:id="R11b8fb73a9c74936"/>
    <p:sldId xmlns:r="http://schemas.openxmlformats.org/officeDocument/2006/relationships" id="264" r:id="R0ce4b9a26a4b43ba"/>
    <p:sldId xmlns:r="http://schemas.openxmlformats.org/officeDocument/2006/relationships" id="265" r:id="R41972813ce9e4b5f"/>
    <p:sldId xmlns:r="http://schemas.openxmlformats.org/officeDocument/2006/relationships" id="266" r:id="R41e1a8ae021a43c3"/>
    <p:sldId xmlns:r="http://schemas.openxmlformats.org/officeDocument/2006/relationships" id="267" r:id="R932224b38c134d8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c5312ad052409e" /><Relationship Type="http://schemas.openxmlformats.org/officeDocument/2006/relationships/slideMaster" Target="/ppt/slideMasters/slideMaster1.xml" Id="R1981fd3db4874353" /><Relationship Type="http://schemas.openxmlformats.org/officeDocument/2006/relationships/notesMaster" Target="/ppt/notesMasters/notesMaster1.xml" Id="R35df8a7d2b7c4812" /><Relationship Type="http://schemas.openxmlformats.org/officeDocument/2006/relationships/presProps" Target="/ppt/presProps.xml" Id="R114296aa6ebc4499" /><Relationship Type="http://schemas.openxmlformats.org/officeDocument/2006/relationships/tableStyles" Target="/ppt/tableStyles.xml" Id="Rebc726f889a04294" /><Relationship Type="http://schemas.openxmlformats.org/officeDocument/2006/relationships/slide" Target="/ppt/slides/slide1.xml" Id="Rbfdad3e0b0b245b3" /><Relationship Type="http://schemas.openxmlformats.org/officeDocument/2006/relationships/slide" Target="/ppt/slides/slide2.xml" Id="R3a765c3467954753" /><Relationship Type="http://schemas.openxmlformats.org/officeDocument/2006/relationships/slide" Target="/ppt/slides/slide3.xml" Id="Rbba7d1ee662a4ea7" /><Relationship Type="http://schemas.openxmlformats.org/officeDocument/2006/relationships/slide" Target="/ppt/slides/slide4.xml" Id="R1c71c37b6cc54055" /><Relationship Type="http://schemas.openxmlformats.org/officeDocument/2006/relationships/slide" Target="/ppt/slides/slide5.xml" Id="R9f82bfa1aef4459b" /><Relationship Type="http://schemas.openxmlformats.org/officeDocument/2006/relationships/slide" Target="/ppt/slides/slide6.xml" Id="R2cf189bd6b4d4121" /><Relationship Type="http://schemas.openxmlformats.org/officeDocument/2006/relationships/slide" Target="/ppt/slides/slide7.xml" Id="R3e99fadf7dbb4025" /><Relationship Type="http://schemas.openxmlformats.org/officeDocument/2006/relationships/slide" Target="/ppt/slides/slide8.xml" Id="R11b8fb73a9c74936" /><Relationship Type="http://schemas.openxmlformats.org/officeDocument/2006/relationships/slide" Target="/ppt/slides/slide9.xml" Id="R0ce4b9a26a4b43ba" /><Relationship Type="http://schemas.openxmlformats.org/officeDocument/2006/relationships/slide" Target="/ppt/slides/slide10.xml" Id="R41972813ce9e4b5f" /><Relationship Type="http://schemas.openxmlformats.org/officeDocument/2006/relationships/slide" Target="/ppt/slides/slide11.xml" Id="R41e1a8ae021a43c3" /><Relationship Type="http://schemas.openxmlformats.org/officeDocument/2006/relationships/slide" Target="/ppt/slides/slide12.xml" Id="R932224b38c134d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ff6fde768c42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0320f8ac7840d8" /><Relationship Type="http://schemas.openxmlformats.org/officeDocument/2006/relationships/notesMaster" Target="/ppt/notesMasters/notesMaster1.xml" Id="Rc8cf723fd74e4b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87c495e7c34d1e" /><Relationship Type="http://schemas.openxmlformats.org/officeDocument/2006/relationships/notesMaster" Target="/ppt/notesMasters/notesMaster1.xml" Id="Rcc1a174aa49b48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bbda0542bd433c" /><Relationship Type="http://schemas.openxmlformats.org/officeDocument/2006/relationships/notesMaster" Target="/ppt/notesMasters/notesMaster1.xml" Id="R80218b0773b847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2ed5b301ee44f7" /><Relationship Type="http://schemas.openxmlformats.org/officeDocument/2006/relationships/notesMaster" Target="/ppt/notesMasters/notesMaster1.xml" Id="R4d85769a5ca04b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02e43caa76480e" /><Relationship Type="http://schemas.openxmlformats.org/officeDocument/2006/relationships/notesMaster" Target="/ppt/notesMasters/notesMaster1.xml" Id="R13bdd4cf97b949e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889f459bfd447b5" /><Relationship Type="http://schemas.openxmlformats.org/officeDocument/2006/relationships/notesMaster" Target="/ppt/notesMasters/notesMaster1.xml" Id="R268f6d9d8bd0464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905ef187b964ebc" /><Relationship Type="http://schemas.openxmlformats.org/officeDocument/2006/relationships/notesMaster" Target="/ppt/notesMasters/notesMaster1.xml" Id="Rcb0b114045624ce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074f567f97e4364" /><Relationship Type="http://schemas.openxmlformats.org/officeDocument/2006/relationships/notesMaster" Target="/ppt/notesMasters/notesMaster1.xml" Id="Rbd09efef67da428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66c9d7b96494bd0" /><Relationship Type="http://schemas.openxmlformats.org/officeDocument/2006/relationships/notesMaster" Target="/ppt/notesMasters/notesMaster1.xml" Id="R4f73240209584b2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45b60e3364b4903" /><Relationship Type="http://schemas.openxmlformats.org/officeDocument/2006/relationships/notesMaster" Target="/ppt/notesMasters/notesMaster1.xml" Id="R8d5b456814244d6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6c1f1a327064be8" /><Relationship Type="http://schemas.openxmlformats.org/officeDocument/2006/relationships/notesMaster" Target="/ppt/notesMasters/notesMaster1.xml" Id="R381f700ea2f1413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53a23ab0a344e7e" /><Relationship Type="http://schemas.openxmlformats.org/officeDocument/2006/relationships/notesMaster" Target="/ppt/notesMasters/notesMaster1.xml" Id="R67de7aa1fafd46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13307d29af43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b1946862934b38" /><Relationship Type="http://schemas.openxmlformats.org/officeDocument/2006/relationships/slideLayout" Target="/ppt/slideLayouts/slideLayout1.xml" Id="Re401d8b7c3324c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01d8b7c3324c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525b739fdd4267" /><Relationship Type="http://schemas.openxmlformats.org/officeDocument/2006/relationships/notesSlide" Target="/ppt/notesSlides/notesSlide1.xml" Id="R8f0fd76427fd40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e588711c304d78" /><Relationship Type="http://schemas.openxmlformats.org/officeDocument/2006/relationships/notesSlide" Target="/ppt/notesSlides/notesSlide2.xml" Id="Rff3049b079cb49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edf8f2d07b48d0" /><Relationship Type="http://schemas.openxmlformats.org/officeDocument/2006/relationships/notesSlide" Target="/ppt/notesSlides/notesSlide3.xml" Id="Rf3ee7cc06d3f43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a9e3f69f2647dc" /><Relationship Type="http://schemas.openxmlformats.org/officeDocument/2006/relationships/notesSlide" Target="/ppt/notesSlides/notesSlide4.xml" Id="Rb2d8688b49a04d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bcc70237774f64" /><Relationship Type="http://schemas.openxmlformats.org/officeDocument/2006/relationships/notesSlide" Target="/ppt/notesSlides/notesSlide5.xml" Id="Rece847cf682e4dc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13994a83f546d4" /><Relationship Type="http://schemas.openxmlformats.org/officeDocument/2006/relationships/notesSlide" Target="/ppt/notesSlides/notesSlide6.xml" Id="R62f62b04594e4b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69293d28d1475e" /><Relationship Type="http://schemas.openxmlformats.org/officeDocument/2006/relationships/notesSlide" Target="/ppt/notesSlides/notesSlide7.xml" Id="R9d8ba260de1640e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ff5cb2219e46f6" /><Relationship Type="http://schemas.openxmlformats.org/officeDocument/2006/relationships/notesSlide" Target="/ppt/notesSlides/notesSlide8.xml" Id="R22118e3f57ad46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25878ab24c4366" /><Relationship Type="http://schemas.openxmlformats.org/officeDocument/2006/relationships/notesSlide" Target="/ppt/notesSlides/notesSlide9.xml" Id="R7a85a6dc2d6a4b1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451658b90942a3" /><Relationship Type="http://schemas.openxmlformats.org/officeDocument/2006/relationships/notesSlide" Target="/ppt/notesSlides/notesSlide10.xml" Id="R3d4aede8e9524f3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bfd689b4714c53" /><Relationship Type="http://schemas.openxmlformats.org/officeDocument/2006/relationships/notesSlide" Target="/ppt/notesSlides/notesSlide11.xml" Id="R40e1550fca6d422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8a2cb2d6b64f61" /><Relationship Type="http://schemas.openxmlformats.org/officeDocument/2006/relationships/notesSlide" Target="/ppt/notesSlides/notesSlide12.xml" Id="R86ab653ac65a46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3C568C-4EB9-4621-8E9F-B88AC955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41FFFE-4C0B-4027-94EE-73E1FC2B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Measurement of earth's resistance by 3-electrode method.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005ADC-3C34-4750-8A33-CFB8F6E7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Basic Electrical Lab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1BBEEL107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8BCA5E-0EF3-41A0-A6EA-FC6601CA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08BDB6-9003-4328-9DA3-573337FF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47D4B7-7511-4082-BD4B-0497EFC7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24A1FD-0323-4F23-BCE3-BA04EF38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2C8759-432A-4E74-9E71-6C2FA79C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8E5A0C-B63A-43D3-ACC3-1D4EC404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5380E8-28AA-47AF-AD22-9060356B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471A01-E09F-431E-BFF9-5CC02858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95574C-251B-415D-9AF2-6461502F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8D7464-14C5-4BDA-9A39-46B82580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299071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24D41C-F40D-4C65-A977-28A6ED34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C8C227-0B3D-4B9E-885D-4FB35A8A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B6B588-43CD-45BB-88A1-952C33E5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506595-123C-4E64-9D4B-A04BC980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F903C4-F180-4E69-8EA6-4B15DB35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Measurement of earth's resistance by 3-electrode method.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93F9A5-1E6A-4DD2-9A71-139BE118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20888409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022EC1-4762-406F-93E2-BC62515E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F3DDBF-A699-4229-8A00-305355CD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693850-4E72-4402-8D73-309C0125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3B2085-797B-468B-BC9B-AFDB1358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806983-75CF-43D4-972E-BCACBF25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Measurement of earth's resistance by 3-electrode method..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EC2C54-B2F0-44B6-A3B5-17BF76C7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23145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C1FE4A-2442-4275-868F-51DEDC67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5669E6-1BD0-4CF4-B47B-F1BECEB2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953000"/>
            <a:ext cx="23145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earth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0120E4-1678-46E6-BBDA-8A6D76BE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86F8F9-EF16-4EE5-9AD2-B94E5216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953000"/>
            <a:ext cx="23145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resistance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638F12-3A0F-4D74-8415-5C4E8135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4C5369-CB12-490A-A427-AA62DF46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953000"/>
            <a:ext cx="23145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electrode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587E8C-F521-48B7-8DAE-C8768C20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20105216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EFD3CD-33E1-424D-A994-A5B6E68F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B77FC2-9428-4A7A-A963-54A38A36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5220BF-26EA-41AD-98BC-6FE3D489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B412CC-584F-4311-9421-0912B38F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A55E67-7F99-4C66-BCC7-907E3134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D66973-B248-4151-AD78-2B5CB41A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3779574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0FE6B3-CAB0-4C40-A547-FCE94D95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F9E533-5D04-4D4E-8563-800CBC25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521792-D874-4BE3-890F-6081C9A4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821D42-98FA-41BA-93B4-17BC7487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9FC5D9-BD29-45CC-A3B3-EF20CBF7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56C8DD-7A3D-4E2D-8E20-04BBC1AA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21291146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83860A-77D4-4D0C-9880-ABCFE756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A8AF7A-16F6-4B25-B4E6-0BABA7D6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E985BB-E2C6-41AC-8B3C-D708A3B2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5D31DD-F1C3-42A3-9C2A-4449249D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69BD68-6573-4686-88A8-8AFECBD6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404BFA-063F-4C57-9445-F7467570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57BF6B-2119-469A-BDB6-0A653333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F42571-DA46-4850-B11E-F64B2196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7DA950-F4AA-4083-B84A-FEE09C10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F5DC1C-50E4-4B87-8868-DEBF7447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A84D1B-C95D-4000-B499-2E1F80FE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963B05-7BA8-4DB2-997C-207B3A39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A2EFAF-85D7-400D-A2E0-0F4FCA92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2A2AD2-FD73-4278-9103-546F785F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D6D1B4-6E67-4A23-B208-7DB19100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6241536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0A3AD9-B5FB-4249-BE05-2BF91B72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ECF08D-17CB-404F-A015-FD3D98BC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44463B-8203-489C-83B8-7042F065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983733-5B12-4146-AE82-3D75A4F4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7CAEF9-E26F-4B5F-A8E8-A069B8D3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1A22F6-6037-4827-9755-5B82FE7D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8050D6-5C7B-4387-9ED4-11229765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7A7520-6E9D-4404-92CC-EF3BD951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109668-4A2E-4FDB-B9A2-A76185B1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F902F2-F6DB-440D-B045-488A9C9C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2BDC70-867E-43D7-8F57-939F49D9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A9F426-6120-4136-8A4A-6C11400F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D9D585-C897-4996-8848-53DB3ED6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E81E37-EB5C-47C9-A09D-6DD01F2F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511040-F81D-4FEB-8865-09FD4D98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04883D-295B-42F5-9EE1-30F7E327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CFB68D-7E1A-4EAE-A79A-98B8333F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AD2A67-EDD6-41A3-AE6B-3B701303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F64FAD-AC51-4A84-83A4-A74229C2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082BD-318B-42FD-849D-B8B1009B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05EA70-1CB5-432F-80A7-3216D426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FB6FC3-B3BE-47FA-9569-36B7B65D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96DFC8-C36B-441D-9F75-72ED0DF1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38ABCE-5377-4763-BD02-A16E7D29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5436E0-F3DE-4240-B325-0E69CEDC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21310849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3CDB0C-9AAB-4571-BF24-74E426E0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785398-26C9-435D-8FA9-B4053CB2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E1B2AE-01C7-4CE8-BA75-5F89F0AE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37BE5A-59C0-459D-A86A-F256B498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9F9062-0CCA-46E0-8D3E-D6EA6281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3CC045-4A58-4C7D-B960-480D2763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6696520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6E0E93-F473-4E4B-8EA1-CCA332D4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821C7F-B975-4B0B-A46D-290FAEBE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D3E8E1-7AF5-490B-AD60-F4E4D0FE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C2C132-798E-4321-ADEA-B2DA0707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8625F1-C6B7-4DBA-99E5-42960370A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CE6A3A-93D5-4915-93DA-D8564A95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6503091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D79B3F-5E09-46BD-A0D1-DBC1BF20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CA8C92-AF09-4043-9AC7-7D7F333A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9B7261-C465-4121-867E-0A7B3038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FD5E1A-29D5-43D2-A910-916F2C63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42543B-7FC2-416E-B92A-D30BF1E7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Measurement of earth's resistance by 3-electrod...?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07198F-4B13-4CF1-956B-528F13BB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4786111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DB671E-352C-46D1-A668-39286615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990544-A344-4572-9F18-D55B8619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A9DFAE-06AC-418F-AE10-C1258AFE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1529D9-EB38-42F0-8805-1A933FA1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DE51B3-487E-45F2-A5B8-9C10B947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9A73AA-F530-4AB9-BAC8-02D4C7CA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2810943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7E70E8-E2DB-4D4B-AD97-BDC1D64D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90F050-B82B-486B-AB25-D37FD489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BA5731-9622-43CC-BEB9-E497EAA6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F35984-7519-41B0-8CED-533B50EB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489663-A265-4CCB-907C-72421D64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1CCD47-7F9C-4A05-AD3F-F3693F5F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4BCC74-A308-4B4D-AF28-61F22445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FFC40F-B0CD-4BCA-80CB-BCBAC174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6F3FFA-731F-4D9B-9707-A9A6AD33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CCBD3A-5C1A-4983-8AE6-4D073735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BF7350-F876-4FB6-B798-494F6C0B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504C15-240F-4B68-A121-9C4F1E435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33B333-050F-48AB-A347-FFD42840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86A8EE-F10E-4597-B2C0-B82B414C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F1E48E-A406-4AF5-9C08-7513E42C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B46066-D053-42C3-9D0F-B8F1FB09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038BAD-C9EF-4C5A-8795-21FE2A4B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3ECA08-9C29-4C64-ACE0-9B05E47C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06C631-A069-45B0-B655-D6F68CE7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C50CDF-DE21-4452-889B-594E3CEEB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6304E4-E3B0-4A72-B59A-050F330C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348815-D8E5-4F60-827E-A3FC1B0C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58F441-4C87-49A9-8810-AF063797D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5710389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2026-08-24T16:02:23.4980000Z</dcterms:created>
  <dcterms:modified xsi:type="dcterms:W3CDTF">2026-08-24T16:02:23.4980000Z</dcterms:modified>
</coreProperties>
</file>