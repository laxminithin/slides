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bcca52c8354b83" /><Relationship Type="http://schemas.openxmlformats.org/officeDocument/2006/relationships/extended-properties" Target="/docProps/app.xml" Id="R4ece64ada00742a5" /><Relationship Type="http://schemas.openxmlformats.org/officeDocument/2006/relationships/officeDocument" Target="/ppt/presentation.xml" Id="R2d3128de02044e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8d1875893466f"/>
  </p:sldMasterIdLst>
  <p:notesMasterIdLst>
    <p:notesMasterId xmlns:r="http://schemas.openxmlformats.org/officeDocument/2006/relationships" r:id="R679a871585c74704"/>
  </p:notesMasterIdLst>
  <p:sldIdLst>
    <p:sldId xmlns:r="http://schemas.openxmlformats.org/officeDocument/2006/relationships" id="256" r:id="R6ee1d53121674ea7"/>
    <p:sldId xmlns:r="http://schemas.openxmlformats.org/officeDocument/2006/relationships" id="257" r:id="R7c1406ed21874492"/>
    <p:sldId xmlns:r="http://schemas.openxmlformats.org/officeDocument/2006/relationships" id="258" r:id="R9f4423f08fd142f6"/>
    <p:sldId xmlns:r="http://schemas.openxmlformats.org/officeDocument/2006/relationships" id="259" r:id="R5b34ac2f65444dd1"/>
    <p:sldId xmlns:r="http://schemas.openxmlformats.org/officeDocument/2006/relationships" id="260" r:id="Rab73dc835c6c48a6"/>
    <p:sldId xmlns:r="http://schemas.openxmlformats.org/officeDocument/2006/relationships" id="261" r:id="Rf65d76b90f4d46fd"/>
    <p:sldId xmlns:r="http://schemas.openxmlformats.org/officeDocument/2006/relationships" id="262" r:id="R9b447d6e43d24859"/>
    <p:sldId xmlns:r="http://schemas.openxmlformats.org/officeDocument/2006/relationships" id="263" r:id="R4b0deb77c89e444b"/>
    <p:sldId xmlns:r="http://schemas.openxmlformats.org/officeDocument/2006/relationships" id="264" r:id="R8bde4ee73dcb440f"/>
    <p:sldId xmlns:r="http://schemas.openxmlformats.org/officeDocument/2006/relationships" id="265" r:id="R2f5a902caf3d48a4"/>
    <p:sldId xmlns:r="http://schemas.openxmlformats.org/officeDocument/2006/relationships" id="266" r:id="Rbfe1f04071e44681"/>
    <p:sldId xmlns:r="http://schemas.openxmlformats.org/officeDocument/2006/relationships" id="267" r:id="R2e66992460ea48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4e5e64f6a4696" /><Relationship Type="http://schemas.openxmlformats.org/officeDocument/2006/relationships/slideMaster" Target="/ppt/slideMasters/slideMaster1.xml" Id="R5488d1875893466f" /><Relationship Type="http://schemas.openxmlformats.org/officeDocument/2006/relationships/notesMaster" Target="/ppt/notesMasters/notesMaster1.xml" Id="R679a871585c74704" /><Relationship Type="http://schemas.openxmlformats.org/officeDocument/2006/relationships/presProps" Target="/ppt/presProps.xml" Id="Rb7df86682c8d4927" /><Relationship Type="http://schemas.openxmlformats.org/officeDocument/2006/relationships/tableStyles" Target="/ppt/tableStyles.xml" Id="Rdad9fe41140d45bf" /><Relationship Type="http://schemas.openxmlformats.org/officeDocument/2006/relationships/slide" Target="/ppt/slides/slide1.xml" Id="R6ee1d53121674ea7" /><Relationship Type="http://schemas.openxmlformats.org/officeDocument/2006/relationships/slide" Target="/ppt/slides/slide2.xml" Id="R7c1406ed21874492" /><Relationship Type="http://schemas.openxmlformats.org/officeDocument/2006/relationships/slide" Target="/ppt/slides/slide3.xml" Id="R9f4423f08fd142f6" /><Relationship Type="http://schemas.openxmlformats.org/officeDocument/2006/relationships/slide" Target="/ppt/slides/slide4.xml" Id="R5b34ac2f65444dd1" /><Relationship Type="http://schemas.openxmlformats.org/officeDocument/2006/relationships/slide" Target="/ppt/slides/slide5.xml" Id="Rab73dc835c6c48a6" /><Relationship Type="http://schemas.openxmlformats.org/officeDocument/2006/relationships/slide" Target="/ppt/slides/slide6.xml" Id="Rf65d76b90f4d46fd" /><Relationship Type="http://schemas.openxmlformats.org/officeDocument/2006/relationships/slide" Target="/ppt/slides/slide7.xml" Id="R9b447d6e43d24859" /><Relationship Type="http://schemas.openxmlformats.org/officeDocument/2006/relationships/slide" Target="/ppt/slides/slide8.xml" Id="R4b0deb77c89e444b" /><Relationship Type="http://schemas.openxmlformats.org/officeDocument/2006/relationships/slide" Target="/ppt/slides/slide9.xml" Id="R8bde4ee73dcb440f" /><Relationship Type="http://schemas.openxmlformats.org/officeDocument/2006/relationships/slide" Target="/ppt/slides/slide10.xml" Id="R2f5a902caf3d48a4" /><Relationship Type="http://schemas.openxmlformats.org/officeDocument/2006/relationships/slide" Target="/ppt/slides/slide11.xml" Id="Rbfe1f04071e44681" /><Relationship Type="http://schemas.openxmlformats.org/officeDocument/2006/relationships/slide" Target="/ppt/slides/slide12.xml" Id="R2e66992460ea48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23f593a714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1426d382f4d1d" /><Relationship Type="http://schemas.openxmlformats.org/officeDocument/2006/relationships/notesMaster" Target="/ppt/notesMasters/notesMaster1.xml" Id="R6266e24b32cf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07cb8351c34762" /><Relationship Type="http://schemas.openxmlformats.org/officeDocument/2006/relationships/notesMaster" Target="/ppt/notesMasters/notesMaster1.xml" Id="R20ba62b0c4cb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6731171a024af9" /><Relationship Type="http://schemas.openxmlformats.org/officeDocument/2006/relationships/notesMaster" Target="/ppt/notesMasters/notesMaster1.xml" Id="R6bdbfad9ab76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066c7bf8884899" /><Relationship Type="http://schemas.openxmlformats.org/officeDocument/2006/relationships/notesMaster" Target="/ppt/notesMasters/notesMaster1.xml" Id="Rc424fe3dd9cf44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f11010c8ac4d7f" /><Relationship Type="http://schemas.openxmlformats.org/officeDocument/2006/relationships/notesMaster" Target="/ppt/notesMasters/notesMaster1.xml" Id="Rabe87c29ffd24c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48fb0ef1874749" /><Relationship Type="http://schemas.openxmlformats.org/officeDocument/2006/relationships/notesMaster" Target="/ppt/notesMasters/notesMaster1.xml" Id="R7e716785fbc347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c2da16985d4aca" /><Relationship Type="http://schemas.openxmlformats.org/officeDocument/2006/relationships/notesMaster" Target="/ppt/notesMasters/notesMaster1.xml" Id="R3e9a249fa5a645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1ce3c2e7994693" /><Relationship Type="http://schemas.openxmlformats.org/officeDocument/2006/relationships/notesMaster" Target="/ppt/notesMasters/notesMaster1.xml" Id="R9545a1c3a69345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b0e4a1da3b470f" /><Relationship Type="http://schemas.openxmlformats.org/officeDocument/2006/relationships/notesMaster" Target="/ppt/notesMasters/notesMaster1.xml" Id="R232b4a0713b24c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ba2baab6c749ba" /><Relationship Type="http://schemas.openxmlformats.org/officeDocument/2006/relationships/notesMaster" Target="/ppt/notesMasters/notesMaster1.xml" Id="R720d6bfdc4c345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95f65b287440c6" /><Relationship Type="http://schemas.openxmlformats.org/officeDocument/2006/relationships/notesMaster" Target="/ppt/notesMasters/notesMaster1.xml" Id="R857b7a641a3041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3c794a238e4e4e" /><Relationship Type="http://schemas.openxmlformats.org/officeDocument/2006/relationships/notesMaster" Target="/ppt/notesMasters/notesMaster1.xml" Id="Rf8fa3970ae65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63e95ec88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61ffc3adc43ef" /><Relationship Type="http://schemas.openxmlformats.org/officeDocument/2006/relationships/slideLayout" Target="/ppt/slideLayouts/slideLayout1.xml" Id="Rbe2b76cbdefc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b76cbdefc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9dc087e5942c7" /><Relationship Type="http://schemas.openxmlformats.org/officeDocument/2006/relationships/notesSlide" Target="/ppt/notesSlides/notesSlide1.xml" Id="R256ae6fe2f32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162bbaa24280" /><Relationship Type="http://schemas.openxmlformats.org/officeDocument/2006/relationships/notesSlide" Target="/ppt/notesSlides/notesSlide2.xml" Id="R018ea7c99177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a9fb0a7784c75" /><Relationship Type="http://schemas.openxmlformats.org/officeDocument/2006/relationships/notesSlide" Target="/ppt/notesSlides/notesSlide3.xml" Id="Raedbfd19415b4c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1dbfbf83c4441" /><Relationship Type="http://schemas.openxmlformats.org/officeDocument/2006/relationships/notesSlide" Target="/ppt/notesSlides/notesSlide4.xml" Id="R6cc82850f966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d841bbdc34d23" /><Relationship Type="http://schemas.openxmlformats.org/officeDocument/2006/relationships/notesSlide" Target="/ppt/notesSlides/notesSlide5.xml" Id="Refa653b0bc9e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fca707a214b59" /><Relationship Type="http://schemas.openxmlformats.org/officeDocument/2006/relationships/notesSlide" Target="/ppt/notesSlides/notesSlide6.xml" Id="Rb190ccf82156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de58a23d54fc0" /><Relationship Type="http://schemas.openxmlformats.org/officeDocument/2006/relationships/notesSlide" Target="/ppt/notesSlides/notesSlide7.xml" Id="Rf13040b29f7243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ac2e01bee43be" /><Relationship Type="http://schemas.openxmlformats.org/officeDocument/2006/relationships/notesSlide" Target="/ppt/notesSlides/notesSlide8.xml" Id="Rc08c16a3702e44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4f235bd048d6" /><Relationship Type="http://schemas.openxmlformats.org/officeDocument/2006/relationships/notesSlide" Target="/ppt/notesSlides/notesSlide9.xml" Id="R584e25f3224040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eedda94f842da" /><Relationship Type="http://schemas.openxmlformats.org/officeDocument/2006/relationships/notesSlide" Target="/ppt/notesSlides/notesSlide10.xml" Id="R6025ed23f69b4a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df6ecc63d468c" /><Relationship Type="http://schemas.openxmlformats.org/officeDocument/2006/relationships/notesSlide" Target="/ppt/notesSlides/notesSlide11.xml" Id="R01971ca82c744a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d057e33ea454a" /><Relationship Type="http://schemas.openxmlformats.org/officeDocument/2006/relationships/notesSlide" Target="/ppt/notesSlides/notesSlide12.xml" Id="R9be98f44203d43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495D0-957D-4E36-9974-AB7B8E8D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B723D-9DF8-424D-8614-E482FC5B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Measurement of voltage between line and neutral, ground and line, ground and neutral in respect of heathy and unhealthy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02779-2101-44A0-918B-DD07A114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988E9-7C73-426D-B1BD-6461766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03D3E-E13C-4162-92EA-71FBA1C1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569E6-F9A9-4784-B38C-725B5204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283FD-B0DD-43D3-B77D-37F931C9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77092-E723-4143-B817-3652B6EA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827CB-8F70-4F66-99FD-732D5F3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E600E-011C-4984-A31C-8CBD0187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B8DE5-6C78-4D03-9F30-23133EC2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93003-CDDB-470C-B5A0-07E0CC56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78538-4561-45BA-A979-2589724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278637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73CCD-AC04-43E7-8E74-1576AB6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9F350-91B7-4657-B936-E1D38EA6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014A4-0167-4842-B563-36870AD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BE84-A92A-437A-92CC-0D10E4A6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E1A5C-5392-496F-B569-D1032EE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Measurement of voltage between line and neutral, ground and line, ground and neutral in respect of heathy and unhealthy 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CBFB0-0697-429D-BAFF-6EA9C78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88031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9737D-C8AA-4D2A-B005-EC4784C4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D2F4E-0BA1-4202-AA4D-FBC8210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2CA38-BCE3-40C9-99CE-02FD89D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B30F0-CAC8-4338-BE58-EE8B745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D79FF-A2C8-44F3-8260-6AF35C8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Measurement of voltage between line and neutral, ground and line, ground and ne....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3310F-AE6E-416B-AB73-BF95D4E2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B34D9-6B09-4C25-B972-8155772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0015E-25FE-40B8-A51A-CC66E0EA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voltage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BD3CC-A6A7-4CBC-A2BB-5EC0BE8A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3A21E-26C7-4D2B-8B30-5D51C7E3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373C3-DC01-4F13-9C81-435E7C76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90717-347C-4EDE-BADC-5489873B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neutral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98B3F-CB25-4DD5-801C-8C3D229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88C8E-3617-4C98-8FD5-EB69ED3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EF5D6-169B-42ED-9333-CCF15941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443273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E4D54-5F64-4D64-9D5A-696A157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E226D-EA1F-410E-A98F-71E47D72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6845D-0D68-4C73-A51D-0D21EEF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9A3F1-3691-410B-8784-485BC13D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B0C15-85DE-439D-AD49-98A1286D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89A24-01A9-4B36-B75B-9FC6F15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62424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DDA2-17ED-41C9-A09D-629D24D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34329-AEF1-41F9-8548-D312D01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98109-7B03-4F4C-B135-92E2A781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6E53B-7BFE-4307-9B41-66C5EB81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3D895-6A38-4728-96F3-308EAB48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8C209-73F9-4BF5-BD96-A921914F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9905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6EF35-929D-4A2B-9BB3-C9DCCDE4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B5333-9ABD-402B-AED0-F31D0BD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A1430-4668-4B57-9B07-7485E8C4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F6807-8CF5-46DF-A216-02FF871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A3A6F-05EF-49F9-A7CB-28A3ADE7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21AC1-FF0D-49A4-8118-F301F80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13D92-9800-4614-90D7-A8A92121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3260D-E59A-4586-85FD-943795C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E11F7-739F-4D8A-9963-96396A5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C6420-FF58-46D6-9BA3-DF8BCDE6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40C80-A644-4D3E-AE77-EDCB64B9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EF699-FA34-44CD-B307-1D16030B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1D355-C67A-4FB6-A914-79DE221A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BC1D5-99C6-4F2D-8ED6-AB02E53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0811-8055-46AA-B174-28F19E6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30086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2767A-E72F-4F68-AA0F-7501F4B6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ECD09-7702-4C99-904B-A98FA36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98108-AC59-45B8-81EC-C824E198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6DE30-25CF-41B8-B1EE-811394F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2219F-497A-4F63-B0F5-56A96047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79CA7-CD34-44F1-B2F0-D7F48AE3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12E84-EF2A-47E1-9E24-0B7FF0B6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57E08-4F35-4111-A494-790D4336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ADFE7-CBB9-4BA6-836D-FD78AA2A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91511-3F72-42B2-8380-B14D8DEC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E9B08-8C78-49A7-89D2-90A4290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305B7-3E92-4A03-958F-31E5438F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8139C-EE74-42FC-887B-380F798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A1D45-85D6-4E57-B3E4-FE432B6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664DB-6F8D-4E6B-8604-006F8C80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1CFDA-2FA4-4D95-8083-9444627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634FF-9D77-49D1-9723-2D1146AB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668CB-977D-48B6-8965-DD109EA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277E7-7C62-4A33-9708-F6B4A88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E685B-872D-4BCA-BA3E-6DC08E0F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7BAEC-1B11-4862-9499-275931B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CC925-BA04-4EF1-B183-0F62D32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FDA2D-8552-4542-9E22-3136C19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2F264-DA50-4CF0-8E76-7C85C7E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E07EB-084F-43FC-95AB-EF12BC80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61749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02890-CB66-42AA-B90B-BB09F05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55CC5-7B7D-4E1B-85DD-D3D7F780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5A6CD-B28E-454A-8ED0-FC7F6BB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6B0E4-A06F-4935-B244-CEB654F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3D23-1CBF-4D6C-9693-B566A7BD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A3380-FAA2-4532-B28F-67996117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273288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07DB5-6D47-41D6-AAC6-87FD7C98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8FF7A-8F6D-4DB5-8912-B503F94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CBB0F-3516-4096-86C7-AAED9FD8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19978-0573-42CD-931D-21E8C256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204CE-268A-4374-8C6A-D6F44D77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B476C-1AEE-4417-9353-5C43089E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28927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32DC6-66B1-46B5-AE5B-C816FEB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9F50D-7444-4BA5-9038-A7A26FC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EFBDF-F2DD-47C6-BC00-6BC3A1D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226C-9803-41C2-AEC1-0A664234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F5C7B-66ED-47AC-B781-8F1E0C2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Measurement of voltage between line and neutral...?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40E4F-6787-4FD2-A288-522BB8A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24072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81EB1-BF3A-43C4-9837-9FD2BE05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98783-6D37-456D-AF8C-8C57675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7C66E-0481-4BBF-B5A5-01EB3D1E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F6438-EED6-4F1D-AFD0-B1563BF3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2F373-A6A5-47A1-A938-61879A0F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8F4FC-CB6F-4A46-8040-B6C068C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30666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D1EAA-C09C-491F-AFE0-4F91B267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D76AF-F9B7-47CD-9F37-9D495320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1A1E-9AAD-4B09-A4B6-7B37EA0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9342D-2D20-402F-8A0F-8A8EDA9D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53D70-9761-4932-9F40-C26EC037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0C9CC-E437-4F71-A20A-B85F2EE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85120-2CD0-4284-B452-6A96250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5424B-6B6E-4E7C-B695-9522E863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C47E6-ACBC-4EE9-A70A-8B4981F1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3586B-68B5-431F-8451-ECA265D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895C9-B7D8-4B5A-B5AE-0B3A612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C961A-644F-4B66-B70A-6ABA8D87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3FBC4-8E4E-4FC9-983A-1CE40B6E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348F-1CC0-4D18-91BB-696B2DE0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B6835-AE58-4B4B-9A31-F65E7F9D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0CC81-004B-4341-8AC4-42F8AC39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FE950-D9B0-4933-BE0C-FBA9388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C18F2-B266-42D6-82ED-C6B1F01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34A7D-4840-45A4-BF8C-FE4F7073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E8D89-FCCE-482B-B343-3E2C465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555FB-56AC-489D-A9B5-47ACE8E8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9F068-D955-46D2-B2CB-4511DE90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00BD6-D658-487E-8A7D-ED6AD817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085543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2026-08-24T16:02:23.9070000Z</dcterms:created>
  <dcterms:modified xsi:type="dcterms:W3CDTF">2026-08-24T16:02:23.9070000Z</dcterms:modified>
</coreProperties>
</file>