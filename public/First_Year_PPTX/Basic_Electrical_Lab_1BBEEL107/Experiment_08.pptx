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2fd367c7294061" /><Relationship Type="http://schemas.openxmlformats.org/officeDocument/2006/relationships/extended-properties" Target="/docProps/app.xml" Id="Re06d2ae2a74e4a2c" /><Relationship Type="http://schemas.openxmlformats.org/officeDocument/2006/relationships/officeDocument" Target="/ppt/presentation.xml" Id="R1e6473c11ce649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60c73ba0f245e0"/>
  </p:sldMasterIdLst>
  <p:notesMasterIdLst>
    <p:notesMasterId xmlns:r="http://schemas.openxmlformats.org/officeDocument/2006/relationships" r:id="Re2042eb2bbda4db9"/>
  </p:notesMasterIdLst>
  <p:sldIdLst>
    <p:sldId xmlns:r="http://schemas.openxmlformats.org/officeDocument/2006/relationships" id="256" r:id="R373027e8eebe4b3e"/>
    <p:sldId xmlns:r="http://schemas.openxmlformats.org/officeDocument/2006/relationships" id="257" r:id="R8c019e1d3a34439d"/>
    <p:sldId xmlns:r="http://schemas.openxmlformats.org/officeDocument/2006/relationships" id="258" r:id="R8717800ee6b9470d"/>
    <p:sldId xmlns:r="http://schemas.openxmlformats.org/officeDocument/2006/relationships" id="259" r:id="R66cd2fc02ce54d96"/>
    <p:sldId xmlns:r="http://schemas.openxmlformats.org/officeDocument/2006/relationships" id="260" r:id="R99423949a6ba4ae9"/>
    <p:sldId xmlns:r="http://schemas.openxmlformats.org/officeDocument/2006/relationships" id="261" r:id="Rd6835c0fc2a94d9e"/>
    <p:sldId xmlns:r="http://schemas.openxmlformats.org/officeDocument/2006/relationships" id="262" r:id="R0294c5c5cb9749da"/>
    <p:sldId xmlns:r="http://schemas.openxmlformats.org/officeDocument/2006/relationships" id="263" r:id="R2f2bdf11316e4988"/>
    <p:sldId xmlns:r="http://schemas.openxmlformats.org/officeDocument/2006/relationships" id="264" r:id="Rcab592858f584432"/>
    <p:sldId xmlns:r="http://schemas.openxmlformats.org/officeDocument/2006/relationships" id="265" r:id="R90fe1a79e0284b4d"/>
    <p:sldId xmlns:r="http://schemas.openxmlformats.org/officeDocument/2006/relationships" id="266" r:id="R68c54e12b08e4370"/>
    <p:sldId xmlns:r="http://schemas.openxmlformats.org/officeDocument/2006/relationships" id="267" r:id="Rc33d1375799745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aa1b0a3c3a4ee0" /><Relationship Type="http://schemas.openxmlformats.org/officeDocument/2006/relationships/slideMaster" Target="/ppt/slideMasters/slideMaster1.xml" Id="Rca60c73ba0f245e0" /><Relationship Type="http://schemas.openxmlformats.org/officeDocument/2006/relationships/notesMaster" Target="/ppt/notesMasters/notesMaster1.xml" Id="Re2042eb2bbda4db9" /><Relationship Type="http://schemas.openxmlformats.org/officeDocument/2006/relationships/presProps" Target="/ppt/presProps.xml" Id="Rf60b06ce9fa142e2" /><Relationship Type="http://schemas.openxmlformats.org/officeDocument/2006/relationships/tableStyles" Target="/ppt/tableStyles.xml" Id="Rbeee58a0927d4d42" /><Relationship Type="http://schemas.openxmlformats.org/officeDocument/2006/relationships/slide" Target="/ppt/slides/slide1.xml" Id="R373027e8eebe4b3e" /><Relationship Type="http://schemas.openxmlformats.org/officeDocument/2006/relationships/slide" Target="/ppt/slides/slide2.xml" Id="R8c019e1d3a34439d" /><Relationship Type="http://schemas.openxmlformats.org/officeDocument/2006/relationships/slide" Target="/ppt/slides/slide3.xml" Id="R8717800ee6b9470d" /><Relationship Type="http://schemas.openxmlformats.org/officeDocument/2006/relationships/slide" Target="/ppt/slides/slide4.xml" Id="R66cd2fc02ce54d96" /><Relationship Type="http://schemas.openxmlformats.org/officeDocument/2006/relationships/slide" Target="/ppt/slides/slide5.xml" Id="R99423949a6ba4ae9" /><Relationship Type="http://schemas.openxmlformats.org/officeDocument/2006/relationships/slide" Target="/ppt/slides/slide6.xml" Id="Rd6835c0fc2a94d9e" /><Relationship Type="http://schemas.openxmlformats.org/officeDocument/2006/relationships/slide" Target="/ppt/slides/slide7.xml" Id="R0294c5c5cb9749da" /><Relationship Type="http://schemas.openxmlformats.org/officeDocument/2006/relationships/slide" Target="/ppt/slides/slide8.xml" Id="R2f2bdf11316e4988" /><Relationship Type="http://schemas.openxmlformats.org/officeDocument/2006/relationships/slide" Target="/ppt/slides/slide9.xml" Id="Rcab592858f584432" /><Relationship Type="http://schemas.openxmlformats.org/officeDocument/2006/relationships/slide" Target="/ppt/slides/slide10.xml" Id="R90fe1a79e0284b4d" /><Relationship Type="http://schemas.openxmlformats.org/officeDocument/2006/relationships/slide" Target="/ppt/slides/slide11.xml" Id="R68c54e12b08e4370" /><Relationship Type="http://schemas.openxmlformats.org/officeDocument/2006/relationships/slide" Target="/ppt/slides/slide12.xml" Id="Rc33d1375799745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41c15fbfc640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e40ffd9e254f8a" /><Relationship Type="http://schemas.openxmlformats.org/officeDocument/2006/relationships/notesMaster" Target="/ppt/notesMasters/notesMaster1.xml" Id="R9b104e50e80e49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3de8061c1f4175" /><Relationship Type="http://schemas.openxmlformats.org/officeDocument/2006/relationships/notesMaster" Target="/ppt/notesMasters/notesMaster1.xml" Id="R07c04513e94a4c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8a2ff5f3754597" /><Relationship Type="http://schemas.openxmlformats.org/officeDocument/2006/relationships/notesMaster" Target="/ppt/notesMasters/notesMaster1.xml" Id="Rde073ea1659f43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acdf3e58f842ef" /><Relationship Type="http://schemas.openxmlformats.org/officeDocument/2006/relationships/notesMaster" Target="/ppt/notesMasters/notesMaster1.xml" Id="Reb8e99a99a1742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0b1df97a7df46c5" /><Relationship Type="http://schemas.openxmlformats.org/officeDocument/2006/relationships/notesMaster" Target="/ppt/notesMasters/notesMaster1.xml" Id="R943edbcc320c443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bddc2a247f417b" /><Relationship Type="http://schemas.openxmlformats.org/officeDocument/2006/relationships/notesMaster" Target="/ppt/notesMasters/notesMaster1.xml" Id="R4e6f2cc57b0c40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814ca9a40074ca6" /><Relationship Type="http://schemas.openxmlformats.org/officeDocument/2006/relationships/notesMaster" Target="/ppt/notesMasters/notesMaster1.xml" Id="R7313776a47964dc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bd69df62e6e4e37" /><Relationship Type="http://schemas.openxmlformats.org/officeDocument/2006/relationships/notesMaster" Target="/ppt/notesMasters/notesMaster1.xml" Id="Ra9683f9181cb438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89c4274dc004f9a" /><Relationship Type="http://schemas.openxmlformats.org/officeDocument/2006/relationships/notesMaster" Target="/ppt/notesMasters/notesMaster1.xml" Id="R0a5437c9df5d4ad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78d335fb7864599" /><Relationship Type="http://schemas.openxmlformats.org/officeDocument/2006/relationships/notesMaster" Target="/ppt/notesMasters/notesMaster1.xml" Id="Rd52c423e922e4ce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5be8a9f1a1e4e81" /><Relationship Type="http://schemas.openxmlformats.org/officeDocument/2006/relationships/notesMaster" Target="/ppt/notesMasters/notesMaster1.xml" Id="R1c29493471a7467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5bd576023d442b9" /><Relationship Type="http://schemas.openxmlformats.org/officeDocument/2006/relationships/notesMaster" Target="/ppt/notesMasters/notesMaster1.xml" Id="R0a53507d10244b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15de02cb444bf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57b0618787478c" /><Relationship Type="http://schemas.openxmlformats.org/officeDocument/2006/relationships/slideLayout" Target="/ppt/slideLayouts/slideLayout1.xml" Id="R58b0d561985c4e9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b0d561985c4e9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0c5effaf3a4555" /><Relationship Type="http://schemas.openxmlformats.org/officeDocument/2006/relationships/notesSlide" Target="/ppt/notesSlides/notesSlide1.xml" Id="R16e7cd98c0bc4f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0c8b2ecfdc4972" /><Relationship Type="http://schemas.openxmlformats.org/officeDocument/2006/relationships/notesSlide" Target="/ppt/notesSlides/notesSlide2.xml" Id="Raf094fdda65c45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433042fcda4542" /><Relationship Type="http://schemas.openxmlformats.org/officeDocument/2006/relationships/notesSlide" Target="/ppt/notesSlides/notesSlide3.xml" Id="R33d012e4f9f441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56aa09d73b4e6b" /><Relationship Type="http://schemas.openxmlformats.org/officeDocument/2006/relationships/notesSlide" Target="/ppt/notesSlides/notesSlide4.xml" Id="R50e4b0b6c176463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5606245b4d441e" /><Relationship Type="http://schemas.openxmlformats.org/officeDocument/2006/relationships/notesSlide" Target="/ppt/notesSlides/notesSlide5.xml" Id="R13242cc2382442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ba024d823d401e" /><Relationship Type="http://schemas.openxmlformats.org/officeDocument/2006/relationships/notesSlide" Target="/ppt/notesSlides/notesSlide6.xml" Id="Reb6908338c2a4d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a24fa052f74149" /><Relationship Type="http://schemas.openxmlformats.org/officeDocument/2006/relationships/notesSlide" Target="/ppt/notesSlides/notesSlide7.xml" Id="R7309286b47e8445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b61bd0f4454791" /><Relationship Type="http://schemas.openxmlformats.org/officeDocument/2006/relationships/notesSlide" Target="/ppt/notesSlides/notesSlide8.xml" Id="Rdff5e545d223407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d2a7863b014d78" /><Relationship Type="http://schemas.openxmlformats.org/officeDocument/2006/relationships/notesSlide" Target="/ppt/notesSlides/notesSlide9.xml" Id="Re56b1226b9654ac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0fccb1e0b64619" /><Relationship Type="http://schemas.openxmlformats.org/officeDocument/2006/relationships/notesSlide" Target="/ppt/notesSlides/notesSlide10.xml" Id="R609d502b80ad492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c455034fa04e25" /><Relationship Type="http://schemas.openxmlformats.org/officeDocument/2006/relationships/notesSlide" Target="/ppt/notesSlides/notesSlide11.xml" Id="R78e0b03bb514463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44e26e6e35439e" /><Relationship Type="http://schemas.openxmlformats.org/officeDocument/2006/relationships/notesSlide" Target="/ppt/notesSlides/notesSlide12.xml" Id="R055f7234b983492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E04449-5204-423E-956E-38EE241D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7670AC-074C-4C31-8EDF-28A850BE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33"/>
                </a:solidFill>
              </a:defRPr>
            </a:pPr>
            <a:r>
              <a:rPr sz="2550" b="1">
                <a:solidFill>
                  <a:srgbClr val="182033"/>
                </a:solidFill>
              </a:rPr>
              <a:t>Trouble shooting experiments in simple DC circuits. The trouble may be due to loose connection, faulty component leading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E67F11-B4A0-48C4-9C68-DD9B78B69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Subject: Basic Electrical Lab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Code: 1BBEEL107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Depth pass: 7 -&gt; 12 slides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68ACA0-65BF-4CEB-B056-35AC33FB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CEE497-AE8C-48F9-97AC-BBB6D0DC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698994-3A56-4500-9C3C-9E876D7D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43C78F-C46A-48BC-8112-08A12A54E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FD1B07-A591-4183-849B-EC19917E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259070-6901-42D5-8FC4-E4926CAC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F0CEAF-471D-4E16-874B-33FC713F4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36BE65-16F3-4D76-907F-AB140FACE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E67867-10D2-4EEC-8761-49FE07D0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A89D07-BAA0-404D-A241-13294E72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675074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3E5D6F-95E4-4E51-9BEA-4A2ADC9E7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7B1F5E-8166-4B93-A10E-5A8FBF31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D50B7C-AE74-4187-AC03-53B0F40A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CF9921-5AB7-49A1-9FDE-76F1F551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DED0B0-F9F5-4807-9ABD-8A25D9C9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Trouble shooting experiments in simple DC circuits. The trouble may be due to loose connection, faulty component leading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State the measurable or demonstrable outcome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FAC6CF-A95A-49F4-8C31-3044A6C4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6994112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B36863-829C-491A-A7E5-F98A6B86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0AE3B8-C4ED-4BF1-BF16-9F75BC56F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446C5A-5A28-4104-A4B7-F66F3555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22C2F7-06E5-4DAD-B0D5-427DC7AC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A70534-545D-4D8E-BDB5-CBC00CCA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This experiment demonstrates Trouble shooting experiments in simple DC circuits. The trouble may be due to l....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Connect the observation to the principle, algorithm, circuit, setup,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C362A9-54E5-40DA-9C79-FBF537D0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Trouble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E8E742-ECAE-4E7B-88F8-50FF7E00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197B29-842D-4186-94CE-C9068677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shooting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3F2781-B15D-40E2-8FAB-4AB6DEB3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F9BDB4-A324-4495-9285-159FFB78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experiments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C89C13-224D-4084-855F-2FDA53E3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61FAF3-E52B-415F-8FF2-9B570CA3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circuits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4B8AA1-47CC-4985-985A-5F876170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5AADC4-D824-45B0-817F-62A8A4BB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loose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208CBD-C065-43DC-AC91-D1E6676F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4488404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87F216-A098-484D-806C-A6C42752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12D263-031B-410B-99F6-FAA1170B8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Tools and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D3FC05-2F67-40E5-89B4-175160B9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9D7676-CFCF-4D2F-B267-758115EE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36CC89-838B-47A4-BA05-053B7A39A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Required apparatus/software/components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table or lab record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Safety and calibration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D7783C-5748-4115-8122-8F51E842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8638375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E5EF36-45D9-4FAB-8B27-0D7FEB14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467E93-2D3C-4695-AC66-4BBCB7E7C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43B18B-9C17-407A-B17C-5F0694E87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A91AA5-6CD7-4A4F-8160-D88FE339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D54B63-B431-4900-A04F-994FB621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Prepare the setup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Execute the steps in order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readings/output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Verify result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61A90D-C9AF-485F-8E24-12B4F6C8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9643950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EDFA8D-A1EB-4369-AD98-6C7944F5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2A6C13-88F0-4838-8452-C4EEEAE7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Algorithm / circuit /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9B8498-0A0F-4A85-944C-8810AC0E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686713-6982-4CA9-8847-BACC38F6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60257D-74F4-48DD-85CE-E8E0D9A1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00063B-1D40-4D02-814A-D00B9D7E1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291E12-CDBA-418E-8D31-A997A219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ED39A3-5EA6-4A01-A980-AD1BD3A8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03D1A6-B418-4780-BFFD-E05E288C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722DC8-7D2B-466F-B3A2-43E16E44C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61C839-097D-44B2-B4A0-E25F3884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643C05-73A3-4182-92F4-E40FEFAF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0BC234-0F9E-47FD-B563-0E1F3874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3630B0-D4EC-43B8-8405-63509C88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 or write the working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Label inputs, outputs, units, and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25C2A1-701A-44F2-A144-4EC6F88A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21443942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056338-7023-4EB9-94FA-17FBBAAA4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E4DB69-F89C-4C03-A31C-889B8BB7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Observation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5F019E-D185-4A93-AE48-DC417409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C6784C-42AD-49FF-8FC3-44298147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0A5727-9855-4942-A56A-BE62D4644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8AA499-5548-46D2-ABF5-66BFBCD3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61900D-C3EE-4412-A375-6F5D95BB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2945C0-BE5B-433B-96C6-7AE65FB7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BADA4B-4C51-4E5F-98A4-479CDD5B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41D6C2-CF7C-47AB-8E05-927047E7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9FBD8D-F5CC-441F-AC1C-6AC976E08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396BA8-B3D4-43C9-9849-32409ED7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2CB072-4F3E-4DF7-A4CE-AC8E1A5E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F719E5-A703-4570-8351-1885C500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E08652-0C26-46DE-A35A-002044CE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7DE683-A99A-41F5-AC2A-28016012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4EFE2C-4883-4852-B3DB-B4475FAA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78FF61-DF0B-4322-8E0C-37D4E355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3DDEE7-5757-4C15-9B55-88BCE6FF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614981-EE17-4A47-A6F7-0BCEA511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5CF204-C83F-44CA-A3EF-8909EDA8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DE32B2-B437-4408-91D5-AA7201DD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E8AA26-DF78-4487-B3EC-A2C3B2DB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F742E1-27B4-48EB-AFE5-17C7A9DF2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0F39E8-302A-4232-AE7F-C2F3BDD35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4949281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804AD5-DC46-4B0B-BC9A-B0173454A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2FF94D-8BBE-412E-8DCA-3582BB95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Expected output /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DD6667-AECA-4913-B370-6C46B5D1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C24D4B-6D85-425E-8FDD-45385F2A7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13714B-D784-4F83-A450-01EC6D20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 result should match the stated aim and be explainable from the theory.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deviations and possible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9E6CA4-C4CA-4637-A753-48168241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1914208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22364E-1667-4054-981D-1BAF1A10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3DF692-A380-4561-B6FF-328CF12A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4C1B11-6A02-4DC9-8A03-37C6EDC4C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3128B1-080F-44D3-AADA-DDFF62B4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C66B5A-2765-4958-9FA5-CA18E813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Wrong connection/input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No units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Skipping calibration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Unclear result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9CD796-6585-4529-A17C-4D7A4E97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2525983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08A608-3834-4E0B-8939-9783B926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DB9B74-1DED-4F48-8EFA-9D9D7328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42FA12-E80C-4762-881F-8DAACC31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3529E6-2FD4-4FEB-8B27-B44F8ECB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BDE586-FFE0-439B-B823-04F42D64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is the aim of Trouble shooting experiments in simple DC circu...?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Which principle is used?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How is error detected?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changes if input/setup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EE4F6F-BC8B-4005-8486-32634FFF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20399847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FDF477-A378-4348-875C-8738A780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F7A8CC-30CD-472E-B816-156F4B1C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Lab record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79BC56-2FF7-48F6-8010-59E52C62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D64027-335E-423E-8863-4F850745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81C369-7A39-4881-9216-6EE0A14D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Aim written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Theory summarized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Setup labeled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complete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Result stated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B0D795-3025-460E-96F9-6DB3A9FB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612968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880A63-F19E-4788-84C1-0C17E949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A1CCD8-E1D5-488E-8279-7F5DD0C5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Experiment completion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BE3C43-DF37-4DDF-BF38-91EBFD75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25FDAC-EC94-4930-A8FA-1F9990EC5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FCEC12-9DD7-48C4-BA4B-B24DDC29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C63557-3C56-4905-9BD9-2728A67C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Complete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31EA6A-1CC4-4A6C-9B13-0EE0A902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5EA0F0-DC84-4178-A1B1-DF90AB02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9C26C7-2CD8-44DF-BF1A-9B6FE2E7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Outcome is stated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D86C41-7F1D-46CE-9CA8-89584F7F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B9EC66-4D90-4C8F-B7AC-A260A87C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0D8837-D837-422F-8284-39198426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Principle is connected to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17130A-2AEE-47F2-BDC5-1C90BA05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0E6339-7E84-4A42-8950-D0AEF6F9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18DD00-94B6-4875-BB9F-9B87BD08B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Steps can be followed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C5B11D-658B-49EE-8277-36BF2D07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43A730-1FDC-4511-A424-BF86D9F2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E61223-CEAA-4FAE-8A21-E79DF104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Values/output are recorded with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F76BBA-A36F-49F4-A633-9310555B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21A55B-B271-4580-93D2-01B8F457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5559A8-7330-4A35-8ACB-872F746E0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Student can defend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9DEEE4-2D34-4D51-9125-03EB45AA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931E8B-4818-4C49-8209-580FCF6B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Basic Electrical Lab</a:t>
            </a:r>
          </a:p>
        </p:txBody>
      </p:sp>
    </p:spTree>
    <p:extLst>
      <p:ext uri="{BB962C8B-B14F-4D97-AF65-F5344CB8AC3E}">
        <p14:creationId xmlns:p14="http://schemas.microsoft.com/office/powerpoint/2010/main" val="14600986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2026-08-24T16:02:23.8480000Z</dcterms:created>
  <dcterms:modified xsi:type="dcterms:W3CDTF">2026-08-24T16:02:23.8480000Z</dcterms:modified>
</coreProperties>
</file>