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d68022aa2145b4" /><Relationship Type="http://schemas.openxmlformats.org/officeDocument/2006/relationships/extended-properties" Target="/docProps/app.xml" Id="Re9c540e4c36145f3" /><Relationship Type="http://schemas.openxmlformats.org/officeDocument/2006/relationships/officeDocument" Target="/ppt/presentation.xml" Id="Rb29699fd98454b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3f2dba5116494f"/>
  </p:sldMasterIdLst>
  <p:notesMasterIdLst>
    <p:notesMasterId xmlns:r="http://schemas.openxmlformats.org/officeDocument/2006/relationships" r:id="R17f06272fb394c0e"/>
  </p:notesMasterIdLst>
  <p:sldIdLst>
    <p:sldId xmlns:r="http://schemas.openxmlformats.org/officeDocument/2006/relationships" id="256" r:id="R580be975c9b0477c"/>
    <p:sldId xmlns:r="http://schemas.openxmlformats.org/officeDocument/2006/relationships" id="257" r:id="R202a2b0a793b4827"/>
    <p:sldId xmlns:r="http://schemas.openxmlformats.org/officeDocument/2006/relationships" id="258" r:id="Raaed35f2264e43ad"/>
    <p:sldId xmlns:r="http://schemas.openxmlformats.org/officeDocument/2006/relationships" id="259" r:id="R061df1c7350b4e68"/>
    <p:sldId xmlns:r="http://schemas.openxmlformats.org/officeDocument/2006/relationships" id="260" r:id="R423c2e31e8504f4f"/>
    <p:sldId xmlns:r="http://schemas.openxmlformats.org/officeDocument/2006/relationships" id="261" r:id="R7075e116dcd04666"/>
    <p:sldId xmlns:r="http://schemas.openxmlformats.org/officeDocument/2006/relationships" id="262" r:id="R99f76c3ed69a4967"/>
    <p:sldId xmlns:r="http://schemas.openxmlformats.org/officeDocument/2006/relationships" id="263" r:id="Rbec85e79840e4755"/>
    <p:sldId xmlns:r="http://schemas.openxmlformats.org/officeDocument/2006/relationships" id="264" r:id="Re422f1bdb3694f70"/>
    <p:sldId xmlns:r="http://schemas.openxmlformats.org/officeDocument/2006/relationships" id="265" r:id="R8f9d42d66bb045bd"/>
    <p:sldId xmlns:r="http://schemas.openxmlformats.org/officeDocument/2006/relationships" id="266" r:id="R3c3af77628794f1a"/>
    <p:sldId xmlns:r="http://schemas.openxmlformats.org/officeDocument/2006/relationships" id="267" r:id="Rd9dc880ef75344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723d907ebf47d1" /><Relationship Type="http://schemas.openxmlformats.org/officeDocument/2006/relationships/slideMaster" Target="/ppt/slideMasters/slideMaster1.xml" Id="Re53f2dba5116494f" /><Relationship Type="http://schemas.openxmlformats.org/officeDocument/2006/relationships/notesMaster" Target="/ppt/notesMasters/notesMaster1.xml" Id="R17f06272fb394c0e" /><Relationship Type="http://schemas.openxmlformats.org/officeDocument/2006/relationships/presProps" Target="/ppt/presProps.xml" Id="R590f38d065ff48ca" /><Relationship Type="http://schemas.openxmlformats.org/officeDocument/2006/relationships/tableStyles" Target="/ppt/tableStyles.xml" Id="Rf0f849becb624a90" /><Relationship Type="http://schemas.openxmlformats.org/officeDocument/2006/relationships/slide" Target="/ppt/slides/slide1.xml" Id="R580be975c9b0477c" /><Relationship Type="http://schemas.openxmlformats.org/officeDocument/2006/relationships/slide" Target="/ppt/slides/slide2.xml" Id="R202a2b0a793b4827" /><Relationship Type="http://schemas.openxmlformats.org/officeDocument/2006/relationships/slide" Target="/ppt/slides/slide3.xml" Id="Raaed35f2264e43ad" /><Relationship Type="http://schemas.openxmlformats.org/officeDocument/2006/relationships/slide" Target="/ppt/slides/slide4.xml" Id="R061df1c7350b4e68" /><Relationship Type="http://schemas.openxmlformats.org/officeDocument/2006/relationships/slide" Target="/ppt/slides/slide5.xml" Id="R423c2e31e8504f4f" /><Relationship Type="http://schemas.openxmlformats.org/officeDocument/2006/relationships/slide" Target="/ppt/slides/slide6.xml" Id="R7075e116dcd04666" /><Relationship Type="http://schemas.openxmlformats.org/officeDocument/2006/relationships/slide" Target="/ppt/slides/slide7.xml" Id="R99f76c3ed69a4967" /><Relationship Type="http://schemas.openxmlformats.org/officeDocument/2006/relationships/slide" Target="/ppt/slides/slide8.xml" Id="Rbec85e79840e4755" /><Relationship Type="http://schemas.openxmlformats.org/officeDocument/2006/relationships/slide" Target="/ppt/slides/slide9.xml" Id="Re422f1bdb3694f70" /><Relationship Type="http://schemas.openxmlformats.org/officeDocument/2006/relationships/slide" Target="/ppt/slides/slide10.xml" Id="R8f9d42d66bb045bd" /><Relationship Type="http://schemas.openxmlformats.org/officeDocument/2006/relationships/slide" Target="/ppt/slides/slide11.xml" Id="R3c3af77628794f1a" /><Relationship Type="http://schemas.openxmlformats.org/officeDocument/2006/relationships/slide" Target="/ppt/slides/slide12.xml" Id="Rd9dc880ef75344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d68e8e15144c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84ebfaf1dc4b03" /><Relationship Type="http://schemas.openxmlformats.org/officeDocument/2006/relationships/notesMaster" Target="/ppt/notesMasters/notesMaster1.xml" Id="R034e8687951c42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5eebf8846f4b50" /><Relationship Type="http://schemas.openxmlformats.org/officeDocument/2006/relationships/notesMaster" Target="/ppt/notesMasters/notesMaster1.xml" Id="R37a7c0fca4014b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a3f17505764fdf" /><Relationship Type="http://schemas.openxmlformats.org/officeDocument/2006/relationships/notesMaster" Target="/ppt/notesMasters/notesMaster1.xml" Id="R6e61e2df0e5b49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3fc7f09f984487" /><Relationship Type="http://schemas.openxmlformats.org/officeDocument/2006/relationships/notesMaster" Target="/ppt/notesMasters/notesMaster1.xml" Id="R4efc778a5f2d4b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b7a6dd7d21454d" /><Relationship Type="http://schemas.openxmlformats.org/officeDocument/2006/relationships/notesMaster" Target="/ppt/notesMasters/notesMaster1.xml" Id="Rb21219ddf3864b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92b3e274834b14" /><Relationship Type="http://schemas.openxmlformats.org/officeDocument/2006/relationships/notesMaster" Target="/ppt/notesMasters/notesMaster1.xml" Id="Rcf9dbfa70a5a4d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63e3adf9a144ff" /><Relationship Type="http://schemas.openxmlformats.org/officeDocument/2006/relationships/notesMaster" Target="/ppt/notesMasters/notesMaster1.xml" Id="R3a8a3aad66f64c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ac1aa3339b4f86" /><Relationship Type="http://schemas.openxmlformats.org/officeDocument/2006/relationships/notesMaster" Target="/ppt/notesMasters/notesMaster1.xml" Id="R2b50f27ee1b54d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7871e3816b473f" /><Relationship Type="http://schemas.openxmlformats.org/officeDocument/2006/relationships/notesMaster" Target="/ppt/notesMasters/notesMaster1.xml" Id="R962c50700fe14c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c81dbc6a7846ad" /><Relationship Type="http://schemas.openxmlformats.org/officeDocument/2006/relationships/notesMaster" Target="/ppt/notesMasters/notesMaster1.xml" Id="R0c4ce668da5b4d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acf9c813024886" /><Relationship Type="http://schemas.openxmlformats.org/officeDocument/2006/relationships/notesMaster" Target="/ppt/notesMasters/notesMaster1.xml" Id="R72320ee5717c40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38d9e2f2a44f32" /><Relationship Type="http://schemas.openxmlformats.org/officeDocument/2006/relationships/notesMaster" Target="/ppt/notesMasters/notesMaster1.xml" Id="Rf2ae623ef5bc4c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c68d1f035f40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738efeb44f44af" /><Relationship Type="http://schemas.openxmlformats.org/officeDocument/2006/relationships/slideLayout" Target="/ppt/slideLayouts/slideLayout1.xml" Id="R9add7b49750440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dd7b49750440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82c2520c3417b" /><Relationship Type="http://schemas.openxmlformats.org/officeDocument/2006/relationships/notesSlide" Target="/ppt/notesSlides/notesSlide1.xml" Id="Red73b32da15b45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bdc3cd5424dab" /><Relationship Type="http://schemas.openxmlformats.org/officeDocument/2006/relationships/notesSlide" Target="/ppt/notesSlides/notesSlide2.xml" Id="Ra12483dabf4e45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bddc94ad845d8" /><Relationship Type="http://schemas.openxmlformats.org/officeDocument/2006/relationships/notesSlide" Target="/ppt/notesSlides/notesSlide3.xml" Id="Rf96cfd9b776b43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166c565c8486f" /><Relationship Type="http://schemas.openxmlformats.org/officeDocument/2006/relationships/notesSlide" Target="/ppt/notesSlides/notesSlide4.xml" Id="R22d628dd000246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375fc12e14ba0" /><Relationship Type="http://schemas.openxmlformats.org/officeDocument/2006/relationships/notesSlide" Target="/ppt/notesSlides/notesSlide5.xml" Id="R36d0728d614444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40e28364b4fc0" /><Relationship Type="http://schemas.openxmlformats.org/officeDocument/2006/relationships/notesSlide" Target="/ppt/notesSlides/notesSlide6.xml" Id="Ra0074197105d41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426abb4b94d8b" /><Relationship Type="http://schemas.openxmlformats.org/officeDocument/2006/relationships/notesSlide" Target="/ppt/notesSlides/notesSlide7.xml" Id="Rb00bc98d1eaf43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1a5a9ccda4991" /><Relationship Type="http://schemas.openxmlformats.org/officeDocument/2006/relationships/notesSlide" Target="/ppt/notesSlides/notesSlide8.xml" Id="R47aca6a5e31542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63f8e21644bc6" /><Relationship Type="http://schemas.openxmlformats.org/officeDocument/2006/relationships/notesSlide" Target="/ppt/notesSlides/notesSlide9.xml" Id="R6fa34a149bbc4b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7202eb4cb471a" /><Relationship Type="http://schemas.openxmlformats.org/officeDocument/2006/relationships/notesSlide" Target="/ppt/notesSlides/notesSlide10.xml" Id="R433bbbba430842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24308143b4c85" /><Relationship Type="http://schemas.openxmlformats.org/officeDocument/2006/relationships/notesSlide" Target="/ppt/notesSlides/notesSlide11.xml" Id="Rb77f57bc828b4b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29670a54e4d44" /><Relationship Type="http://schemas.openxmlformats.org/officeDocument/2006/relationships/notesSlide" Target="/ppt/notesSlides/notesSlide12.xml" Id="Rcd02d99aaabf45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BFF558-EA53-4141-B121-6F59B65D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75454-17D4-40E2-A43D-9DE6340A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Measurement of low range resistance using voltmeter-ammeter method.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C0828-DF34-4CF5-B009-81387E08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Basic Electrical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1BBEEL107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C3897-1A89-428A-A7BC-BD8BD7BA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D0AB1-B03A-43A6-83E4-09EFA8FD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A2CF3-090A-4ED7-8097-5B1DED3B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C261C-E2E5-4776-A8E9-7840503D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91F56-2F37-4C7C-AA11-60260ACE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1AFF1-6F38-4B9E-9152-D65EE97F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BC9F9-4043-42A0-9B8E-6988E686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48107-E12C-4314-904F-49B8DAD6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E7741-02A7-4021-9856-FB7351B3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CA234-5AED-45B9-9E43-2CC46A1D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8518424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6E133-8BEA-4C40-828F-D3B7ABEC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ECFE2-5698-4E6D-92FD-7395818B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6B0824-6BF0-42F0-AE75-7C6BDFFD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078C0-ADCE-4F90-B006-77E9A56C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189EC-98AF-4AC8-9EEE-2A1250FA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Measurement of low range resistance using voltmeter-ammeter method.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62DEB-CD8D-4736-A637-47EC71B4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3897558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B228AB-9622-41DD-9495-A034D589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3B0FF-F88A-46D8-BED1-342A483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8A36B-9599-46DA-B052-5C32CD14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839C1-0732-4701-8A7A-B75738D9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90018-BD1D-4C2C-AD99-9A57E1DC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Measurement of low range resistance using voltmeter-ammeter method..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C1312-2B2A-464E-9348-5A851884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23145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D65B5-DF63-4CED-B9B1-BEEB6EAD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C96F4-5288-4AE9-8147-60F56626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53000"/>
            <a:ext cx="23145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CCB37-E2FB-4822-8B50-56F756B2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6709B-F2AA-48A7-A688-C80FE906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53000"/>
            <a:ext cx="23145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resistance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E0870-733F-4CBF-8801-2E51FCD1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B2523-428C-457D-B44B-79AA021D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53000"/>
            <a:ext cx="23145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voltmeter-ammeter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27E92-91BB-4C0E-AB53-E6370ECA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1764072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A3ADB-EB62-4525-A7C2-72F71B61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F43E0-6750-417E-9EB5-6AFFF9C9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08461-B5DC-4042-9D4F-05EE8821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404B5-15CA-482F-A0BF-9111D386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20F94-D74E-4328-B152-63CECB74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770BB-89A2-46F8-AD71-34536501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505632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5C312-5CEB-4336-B8E7-21492CC7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C3EA4-EEDD-4C2A-B7F1-D5A535F1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C0733-CBA5-4BA0-80F1-307804B6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ACFD3-E3D8-4AC9-AD3B-627B6D80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C6A35-761A-4F85-B68E-05A2378C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D8E4F-EAE8-442A-99E6-2F7D9A3A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1651338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3A940A-B08A-4161-A4EB-DC0C6FED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BD1F2-E15A-403C-BC40-E455CF1F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3BF81-AF33-46E5-A63A-3DB2016D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BFAA3-E0D7-4E27-9C6A-6A4A795E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C8CBD-326E-4E87-9EB2-13EBAAC4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84D32-D35E-4EAD-9FE6-13080710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9025C-2ECB-4A4F-B012-DE7CB287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C54E1-05FF-438E-8BE7-095DE72B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48A3C-1AC2-4120-91C3-65948001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3019F-1F4D-497A-8C37-483063FB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E7F8A-58A7-4A06-8E3E-5E488813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4DA07-233C-4588-95A5-B11CE051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E6911-6FA6-4821-9582-5EBBB675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64631-3889-4FD0-B19F-95B4CC25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716F6-11C3-458E-9E22-FFCDED2B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8482048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D3C2A2-DEAC-4B37-980D-FC877B9E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D452F-2B37-4D54-89EE-9DD353F9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DD5A8-BBCA-4623-9E20-73FA5C51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1792B-58FB-49CF-910D-F565C4AF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5C76C-F17E-4828-89BB-B0D8FDAA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5F0B7-2FD6-4676-9741-D474DA68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CFC85-2AB1-441B-A8CF-65BB0276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9F634-5E8B-4B5C-8497-7BD49541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04E70-8DEA-4056-88A3-4BDB0B4A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0D9F9-26D3-4E7E-9AA3-67E6F042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BA25C-0040-43AA-BDA6-CB387E5B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A3611-1BF1-4602-B671-5A386E03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3E7E9-0D56-45EA-B063-3B4E18F5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254EAB-ABDA-4F08-A047-DB6373C7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CEB3D9-999A-4457-A6A7-3CBA77B3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464CEC-C6B7-4634-B384-C4E229C0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A961B9-F223-4CD2-99C4-B2A2BD06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C5A06-D23F-42E6-A962-D34145EE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02B25-0C46-47EF-99E3-2B82FA52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D3FC8-78C0-4B4F-BD34-4E2562F5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F059B1-665F-4C4C-900D-466329D2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7475B8-7F9C-41C8-9E7E-0E55303F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09423C-D7BB-4636-9336-1328FC22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9182CB-DC7B-4329-BAF8-8A2E36A4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40AA6D-BB71-434F-8B73-104866AE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8515728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88A06-347B-40AC-A72C-5D6DBBE7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968B3-F4A6-4A10-BBE2-DDDEC4D0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08B12-612A-4F4B-8221-05F3DB8F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FD7F7-E152-4199-9928-416C5BC3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E9E45-F3D8-4014-B8A7-F848E224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A1A65-D21E-4FD5-BF23-382EC7B5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8981293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48E40-3A71-4C63-BC4B-DF5631EB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DB758-63BE-40D4-BBB3-CF28B432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1D215-6F80-436A-B737-B0C42429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80E80-CAB4-4518-BB3F-6C922E44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352CB-A2BD-412D-98FC-D0B3C33D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272CC-8663-4066-926E-E9794AA5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4488551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BBE99-DC9D-4F1D-B96C-DE674D90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34E90-74CF-4537-A245-ABB14AD0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E6325-7DC0-4797-AB28-4885BF67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16627-8B79-4984-AA62-AC58B1B6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2DEFD-0F24-4CF1-B7AD-95AF968F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Measurement of low range resistance using voltm...?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4F86B-FE8A-4590-846D-1F6D1BC8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6791851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20876-FD08-477C-ABAE-FB6CDAB4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B811D-A258-4682-894E-7132BD9A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1E64A-328A-43F4-82D1-1EC748FA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37D2A-0248-46A4-ACFC-A07E5276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F3663-4932-42D2-B8DF-F3C2DC66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ACBCB-8A23-43FA-81D7-AFA08C79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170278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E95609-A6F5-4B62-A6AC-3678FCDA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447AC-4D24-4718-8E20-D0184F62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BCE14-EC7A-46A2-8073-01639B71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2DAF4-4030-466B-B290-1DA627C2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DA433-405B-4675-8D21-7018A1A4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AF019-2FB3-4F9C-8DBF-5314FE9E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BF099-322F-46F6-AC97-6F355B2B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24C4F-E53D-4012-89E4-13A2F946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956AEE-235D-448C-8E59-570D013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8295B-8F20-44F0-A960-D7980D8E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FC7EF-A3DB-4E15-AC30-EBED6EBB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747DB8-8F17-47B9-A875-CE73BF46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2FF5A-2E5B-4D1F-B488-C7504B68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72BA9-A632-406B-9011-F69C51E3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D79429-68C5-4A6C-8745-1AC222F8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D24D98-3B13-4726-9C4A-F4544C03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6F2DDD-87F9-45DE-939D-13AC8591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36AE6-3D4D-48B3-B431-3BA4215F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4B7B7C-876C-4842-8709-DCADC78F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A25A39-8731-44C2-B2A3-17277BD8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288865-65D7-47B3-B164-98A740FB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9A4595-22E3-4286-828D-16AE4320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586FE2-D727-4BC5-908F-0C0223DD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9779611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2026-08-24T16:02:23.4360000Z</dcterms:created>
  <dcterms:modified xsi:type="dcterms:W3CDTF">2026-08-24T16:02:23.4360000Z</dcterms:modified>
</coreProperties>
</file>