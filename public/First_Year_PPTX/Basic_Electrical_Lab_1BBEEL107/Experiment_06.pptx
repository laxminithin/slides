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e48ed83f864339" /><Relationship Type="http://schemas.openxmlformats.org/officeDocument/2006/relationships/extended-properties" Target="/docProps/app.xml" Id="Rdeaef518f66b4dd7" /><Relationship Type="http://schemas.openxmlformats.org/officeDocument/2006/relationships/officeDocument" Target="/ppt/presentation.xml" Id="R6212adedd50844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f3eae65c84456b"/>
  </p:sldMasterIdLst>
  <p:notesMasterIdLst>
    <p:notesMasterId xmlns:r="http://schemas.openxmlformats.org/officeDocument/2006/relationships" r:id="Reaf1905081df4760"/>
  </p:notesMasterIdLst>
  <p:sldIdLst>
    <p:sldId xmlns:r="http://schemas.openxmlformats.org/officeDocument/2006/relationships" id="256" r:id="R8750f450281f4c7a"/>
    <p:sldId xmlns:r="http://schemas.openxmlformats.org/officeDocument/2006/relationships" id="257" r:id="R1d45fd26146d40c4"/>
    <p:sldId xmlns:r="http://schemas.openxmlformats.org/officeDocument/2006/relationships" id="258" r:id="R8149ea3f8f7c476e"/>
    <p:sldId xmlns:r="http://schemas.openxmlformats.org/officeDocument/2006/relationships" id="259" r:id="R4e4c3f4fdf0b46fd"/>
    <p:sldId xmlns:r="http://schemas.openxmlformats.org/officeDocument/2006/relationships" id="260" r:id="R015aef1400f547d5"/>
    <p:sldId xmlns:r="http://schemas.openxmlformats.org/officeDocument/2006/relationships" id="261" r:id="Rc1360ec49d5846ec"/>
    <p:sldId xmlns:r="http://schemas.openxmlformats.org/officeDocument/2006/relationships" id="262" r:id="Ra495f75bfb1642b5"/>
    <p:sldId xmlns:r="http://schemas.openxmlformats.org/officeDocument/2006/relationships" id="263" r:id="R14d66f9bb1024f86"/>
    <p:sldId xmlns:r="http://schemas.openxmlformats.org/officeDocument/2006/relationships" id="264" r:id="Rfcf06e2aac9f43fc"/>
    <p:sldId xmlns:r="http://schemas.openxmlformats.org/officeDocument/2006/relationships" id="265" r:id="R22adde5843a24c20"/>
    <p:sldId xmlns:r="http://schemas.openxmlformats.org/officeDocument/2006/relationships" id="266" r:id="Rdcfdb96b459f4b40"/>
    <p:sldId xmlns:r="http://schemas.openxmlformats.org/officeDocument/2006/relationships" id="267" r:id="R20e0ae6ebdf54a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8106cd9af64861" /><Relationship Type="http://schemas.openxmlformats.org/officeDocument/2006/relationships/slideMaster" Target="/ppt/slideMasters/slideMaster1.xml" Id="R27f3eae65c84456b" /><Relationship Type="http://schemas.openxmlformats.org/officeDocument/2006/relationships/notesMaster" Target="/ppt/notesMasters/notesMaster1.xml" Id="Reaf1905081df4760" /><Relationship Type="http://schemas.openxmlformats.org/officeDocument/2006/relationships/presProps" Target="/ppt/presProps.xml" Id="R1ca7eb9ea5a94f50" /><Relationship Type="http://schemas.openxmlformats.org/officeDocument/2006/relationships/tableStyles" Target="/ppt/tableStyles.xml" Id="Rf1ec0e9cb0c44973" /><Relationship Type="http://schemas.openxmlformats.org/officeDocument/2006/relationships/slide" Target="/ppt/slides/slide1.xml" Id="R8750f450281f4c7a" /><Relationship Type="http://schemas.openxmlformats.org/officeDocument/2006/relationships/slide" Target="/ppt/slides/slide2.xml" Id="R1d45fd26146d40c4" /><Relationship Type="http://schemas.openxmlformats.org/officeDocument/2006/relationships/slide" Target="/ppt/slides/slide3.xml" Id="R8149ea3f8f7c476e" /><Relationship Type="http://schemas.openxmlformats.org/officeDocument/2006/relationships/slide" Target="/ppt/slides/slide4.xml" Id="R4e4c3f4fdf0b46fd" /><Relationship Type="http://schemas.openxmlformats.org/officeDocument/2006/relationships/slide" Target="/ppt/slides/slide5.xml" Id="R015aef1400f547d5" /><Relationship Type="http://schemas.openxmlformats.org/officeDocument/2006/relationships/slide" Target="/ppt/slides/slide6.xml" Id="Rc1360ec49d5846ec" /><Relationship Type="http://schemas.openxmlformats.org/officeDocument/2006/relationships/slide" Target="/ppt/slides/slide7.xml" Id="Ra495f75bfb1642b5" /><Relationship Type="http://schemas.openxmlformats.org/officeDocument/2006/relationships/slide" Target="/ppt/slides/slide8.xml" Id="R14d66f9bb1024f86" /><Relationship Type="http://schemas.openxmlformats.org/officeDocument/2006/relationships/slide" Target="/ppt/slides/slide9.xml" Id="Rfcf06e2aac9f43fc" /><Relationship Type="http://schemas.openxmlformats.org/officeDocument/2006/relationships/slide" Target="/ppt/slides/slide10.xml" Id="R22adde5843a24c20" /><Relationship Type="http://schemas.openxmlformats.org/officeDocument/2006/relationships/slide" Target="/ppt/slides/slide11.xml" Id="Rdcfdb96b459f4b40" /><Relationship Type="http://schemas.openxmlformats.org/officeDocument/2006/relationships/slide" Target="/ppt/slides/slide12.xml" Id="R20e0ae6ebdf54a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de347b8d4e47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59d8c036df4f4a" /><Relationship Type="http://schemas.openxmlformats.org/officeDocument/2006/relationships/notesMaster" Target="/ppt/notesMasters/notesMaster1.xml" Id="R3cd8df120b6c4c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0b850c9b8a405b" /><Relationship Type="http://schemas.openxmlformats.org/officeDocument/2006/relationships/notesMaster" Target="/ppt/notesMasters/notesMaster1.xml" Id="R6524a44f9d574e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1926afe07f459d" /><Relationship Type="http://schemas.openxmlformats.org/officeDocument/2006/relationships/notesMaster" Target="/ppt/notesMasters/notesMaster1.xml" Id="R5cde9803468a4b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7eec163de042ef" /><Relationship Type="http://schemas.openxmlformats.org/officeDocument/2006/relationships/notesMaster" Target="/ppt/notesMasters/notesMaster1.xml" Id="Ra4a3dd8b3eb64a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0422097e064598" /><Relationship Type="http://schemas.openxmlformats.org/officeDocument/2006/relationships/notesMaster" Target="/ppt/notesMasters/notesMaster1.xml" Id="R5f5f5acb3b3a42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0541c87f744db2" /><Relationship Type="http://schemas.openxmlformats.org/officeDocument/2006/relationships/notesMaster" Target="/ppt/notesMasters/notesMaster1.xml" Id="Rca7f362f4f8443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d35981a238432f" /><Relationship Type="http://schemas.openxmlformats.org/officeDocument/2006/relationships/notesMaster" Target="/ppt/notesMasters/notesMaster1.xml" Id="R5446e2d852be4f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a40d250974490f" /><Relationship Type="http://schemas.openxmlformats.org/officeDocument/2006/relationships/notesMaster" Target="/ppt/notesMasters/notesMaster1.xml" Id="Rbf92a610104c49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b0cfa4694b42e4" /><Relationship Type="http://schemas.openxmlformats.org/officeDocument/2006/relationships/notesMaster" Target="/ppt/notesMasters/notesMaster1.xml" Id="R77a9352dd48846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c64616629b4735" /><Relationship Type="http://schemas.openxmlformats.org/officeDocument/2006/relationships/notesMaster" Target="/ppt/notesMasters/notesMaster1.xml" Id="R6e6c76c5398d48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f4e42e086c4f10" /><Relationship Type="http://schemas.openxmlformats.org/officeDocument/2006/relationships/notesMaster" Target="/ppt/notesMasters/notesMaster1.xml" Id="R05c42c2c0b7848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89799b931f4cd8" /><Relationship Type="http://schemas.openxmlformats.org/officeDocument/2006/relationships/notesMaster" Target="/ppt/notesMasters/notesMaster1.xml" Id="R309c656d3b5047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356744c514b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4b755ecb9d4478" /><Relationship Type="http://schemas.openxmlformats.org/officeDocument/2006/relationships/slideLayout" Target="/ppt/slideLayouts/slideLayout1.xml" Id="Rbe87e17625b546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87e17625b546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b375f6bd8467e" /><Relationship Type="http://schemas.openxmlformats.org/officeDocument/2006/relationships/notesSlide" Target="/ppt/notesSlides/notesSlide1.xml" Id="R488ef47e3dc848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56e1352d4405c" /><Relationship Type="http://schemas.openxmlformats.org/officeDocument/2006/relationships/notesSlide" Target="/ppt/notesSlides/notesSlide2.xml" Id="R5662ce509ffb40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504301b9a4d1d" /><Relationship Type="http://schemas.openxmlformats.org/officeDocument/2006/relationships/notesSlide" Target="/ppt/notesSlides/notesSlide3.xml" Id="R0512363dee054e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a17b533a04ab1" /><Relationship Type="http://schemas.openxmlformats.org/officeDocument/2006/relationships/notesSlide" Target="/ppt/notesSlides/notesSlide4.xml" Id="R94b1b2285fee4f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a4d9de7bc4fa6" /><Relationship Type="http://schemas.openxmlformats.org/officeDocument/2006/relationships/notesSlide" Target="/ppt/notesSlides/notesSlide5.xml" Id="Rb2928302e66248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6c74b78214e37" /><Relationship Type="http://schemas.openxmlformats.org/officeDocument/2006/relationships/notesSlide" Target="/ppt/notesSlides/notesSlide6.xml" Id="R8b7062cb5a894c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f49a9bcd948a7" /><Relationship Type="http://schemas.openxmlformats.org/officeDocument/2006/relationships/notesSlide" Target="/ppt/notesSlides/notesSlide7.xml" Id="R212ffd58ed7b40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16b01e281438d" /><Relationship Type="http://schemas.openxmlformats.org/officeDocument/2006/relationships/notesSlide" Target="/ppt/notesSlides/notesSlide8.xml" Id="Ref57a75862c349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0062ef1a34beb" /><Relationship Type="http://schemas.openxmlformats.org/officeDocument/2006/relationships/notesSlide" Target="/ppt/notesSlides/notesSlide9.xml" Id="R8440af7b358741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479c33c654593" /><Relationship Type="http://schemas.openxmlformats.org/officeDocument/2006/relationships/notesSlide" Target="/ppt/notesSlides/notesSlide10.xml" Id="R7b97a30e00a647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f6683b2e140f7" /><Relationship Type="http://schemas.openxmlformats.org/officeDocument/2006/relationships/notesSlide" Target="/ppt/notesSlides/notesSlide11.xml" Id="Rcf340829858345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86054c2fa4948" /><Relationship Type="http://schemas.openxmlformats.org/officeDocument/2006/relationships/notesSlide" Target="/ppt/notesSlides/notesSlide12.xml" Id="R1166b118425e44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FBD66-743D-4112-9D19-8598BA75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FD158-F283-4B78-9357-886A7034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Wiring an appropriate electric circuit, understanding the basic principle used for 2 -way and 3-way control of load.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5B3D9-0029-4CCF-BA98-648E5AA9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58232-C14F-4CEF-9DEA-EA6505F0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CAC10-E1DD-4661-AB92-E487B13A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E3A72-0685-47F1-81FE-0F31AA5A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4E78B-716B-4720-951D-223E5A15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FE234-EB80-434D-B6FB-8AEE491C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D3A0E-DFBF-435D-9B8B-3EB38DCF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9760E-FEF7-4A62-939A-2F8AF613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34F4C-E885-4545-BAAF-3820BD97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0335E-1C33-468A-98D6-AD0B39DE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EA239-38C3-46EF-9C84-1EC12B48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7355977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7EEFC-E969-418C-A14F-7EC4FAD6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9AAA5-4CEB-45F5-91B1-6B1ED0AC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5D86E-38FD-4768-BE25-29ABE284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C0A04-8808-40EE-853C-A3F0745A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4BB17-5269-478F-AA60-5B021C4E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Wiring an appropriate electric circuit, understanding the basic principle used for 2 -way and 3-way control of load.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538A8-2D7E-4C91-8A49-6CD7A0A9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709030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D2CF6-23D3-4D75-89AE-52037DEF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85EF4-070E-428C-B8A8-042F5253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1E3A5-3E4E-489A-BFC1-3040055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2F399-9444-4E7A-8DE1-A948F278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A3CA6-7C10-4029-9A72-07D30921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Wiring an appropriate electric circuit, understanding the basic principle used....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BB51F-6AA4-4806-B372-CFC0716C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Wiring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A7023-011C-4658-8DA2-D7161A10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8BC96-4028-419E-A083-1DE6334F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appropriate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04B4E-A47A-4BE2-8122-D31F45E5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B90D1-0B7B-4889-93FC-F75B6B6E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electric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32CD0-62CB-41C7-A7BE-0A9E2886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8EE9A-93F9-4BF0-8135-1C767327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1D056-2270-46A3-A127-FEB78BB7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BF3CE-07C2-4BA4-A987-E40C52E6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understanding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FDB1E-9C0E-42A0-B7B3-6FB3BB14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842605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46DC0-7372-43B6-8BC3-3F3A9DE5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62B9F-B077-4BB8-BA32-291C5B34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9D49F-96D6-48B7-935D-E83F0ABD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3A06C-734E-4CD4-97A5-9DD355E2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BFA42-6650-44C9-951E-062DD1C6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014A0-DA84-439C-B40D-D371108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427072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D4A24-9845-418B-8C05-121F1CB5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B4419-C30D-46F3-BFDC-BC566060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CB8EF-7C1F-4CB4-8699-09C94AD8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19E40-E093-47F8-8013-979E445A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D1DC0-5EF3-4DA9-951C-C85CCC97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26D84-C5FD-4A1C-86C2-B27C50A5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903116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21219-1C48-402B-8172-6DB5838B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5B0E4-7634-4886-8077-EFBB5E3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1342A-A4C8-4161-94D8-E5076154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3A3FA-5B71-472A-BD72-4D369BC4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E073C-6944-4BB9-AABC-7A975777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BA4D2-35ED-451B-8FED-B5B46D0F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CC41C-DF4C-4726-BF91-29AF55E6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40C17-47AC-45B5-9D5D-4498B27A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928A2-73ED-44AE-B070-DE1D5906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2959AE-0F23-4C2D-BF89-CF55D343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757C8-16AC-4CA3-842A-7DE22F39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06FE3-9894-4762-BE07-A2A533B1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9053D-F1FF-41F4-B98E-B707879E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53471-0F25-4AB6-A0D8-BF1990B3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DF699-1326-4AC4-AD6A-FE9EC251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29490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4D3F84-3D92-409B-957B-33601FCD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55B93-E695-419D-A8B0-F30D3EFA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92F3F-0662-4B10-9724-80C6B5F6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C4466-D1AD-442A-9094-DA2FAB04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833BA-A0B9-4B82-8B4F-F9A3C320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8DACC-11F5-41C3-B968-2F14352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E31CC-1B8F-4F97-93B2-9F289D69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A7E68-93F2-4DA9-8FAF-1C6BAC88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09812-7CFD-4FF6-8C82-97B2D9DD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C367A-BEC9-4D6E-B84F-38223289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A0FB2-D883-4B7B-AD4B-FF5D828C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76BE8-17C2-4FD7-8BF3-BA73BFE0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86697-B3B6-4332-8B64-12704B94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DA631-F449-4BA6-AA26-47EC0EA9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92A32-B784-4109-9BC2-96572AF4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4FD18-D45E-4C94-8B8B-F5576B4E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AEB2F-6539-465E-8D57-E3BC4AA1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EFA02-93AE-4ED4-8AEC-960DC472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1FFFF-DB6D-44DC-9434-F2BD6981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D3368-0D6E-4998-BBF0-AA51258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13D54-689B-4C3D-AC8C-6C771E8F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EA6C8-DF24-4F9F-8D22-AC8C9117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ED5F8-91FA-46F4-8DFA-3BF681F0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EAEE4-F3E4-4615-BB29-0F0EAE57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A19DA-D6FB-4CA8-A6CB-C178C049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724367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F7EBE-3564-40C7-8E20-6821EDF3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54082-271D-4E0D-A7C7-0A1858A5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3D0E4-A695-49C0-910C-E989E732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D24A2-969C-43D0-8B36-96773352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8B45C-1A1D-4DE7-95A1-39D70514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9AAD7-B87F-4DC7-A542-3F4E76ED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8699759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DB6DD-5C27-4A88-9962-BD7C6BE1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3E8EF-5953-4120-BC81-700F9041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1425B-CD37-475F-B1D5-521EDA82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AD215-BE66-415F-BE49-9DBD61AD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02466-85E0-4CAB-BE8F-18025B5E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9496D-B75C-4F4A-9670-3B3F8403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6083931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567F1-B0E5-444C-938E-9F846F46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CB607-F511-4798-8E7E-4B9CDE24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FA3C2-F0D1-45DF-A0A2-119925FD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ED5CD-822B-4BC6-A5DB-47481B09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D5493-D929-4E9F-B75F-C1A43434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Wiring an appropriate electric circuit, underst...?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4BFFF-373C-440A-973A-F1158763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91254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83CF9-94E1-49E5-AD23-72E8E5CC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2B1E4-2568-403F-B1FE-C41191DC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4B736-3647-496E-91A7-C774E2E6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4375E-5FFC-45BA-8C62-B52D00A9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5D727-F876-4B83-8AEE-70D9BC20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8BA83-FF21-48BC-9C24-ED0D35E8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6777204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3194F-D10B-4A5D-B6D2-A53AE946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201FD-8906-4E6F-8238-7C6E4CA3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B5687-25FE-4422-8F48-6EF7B4E5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295B0-5F63-44AF-B44E-3906F264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22C73-1372-47DD-A431-03053602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B8F1A-E014-442B-8B19-6EA460C1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FBD8F-8D02-4C4C-983A-E9D30872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DA17F-366A-40D3-8A62-A587518F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7ECBA-5D97-4BB7-B7EA-E8A11891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81D64-1326-4C33-8729-11F645ED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D4137-F274-4116-8074-20D3943D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68EF1-493A-474F-90B8-39E4AD5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69EC2-2A93-45FA-9854-9D2DB94B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F361B-4AF6-43F3-B83B-00EE1E16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26FBC-1C13-4F77-AB07-B5D61DFB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A0157-D3DF-4C69-AEFD-4A6CE74C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98B49-D3EC-42D0-AB23-A4CCC66F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38DD8-ED2A-45FE-A72B-6BBC3A57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6D4A4-F2EC-4C8A-B4E8-C9E7DE16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A34AD-423A-46B2-836D-BA74AA5B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5F491-EA31-44C2-9BB1-F9C60386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A6EC5-832A-46A1-9C3C-8DBE980F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69AC0-A3E0-489F-900C-88459902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514477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2026-08-24T16:02:23.6860000Z</dcterms:created>
  <dcterms:modified xsi:type="dcterms:W3CDTF">2026-08-24T16:02:23.6860000Z</dcterms:modified>
</coreProperties>
</file>