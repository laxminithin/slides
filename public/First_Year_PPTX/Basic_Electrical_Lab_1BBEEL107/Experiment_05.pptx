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bf5c8d787b48c9" /><Relationship Type="http://schemas.openxmlformats.org/officeDocument/2006/relationships/extended-properties" Target="/docProps/app.xml" Id="R5ecac93d1dc34d76" /><Relationship Type="http://schemas.openxmlformats.org/officeDocument/2006/relationships/officeDocument" Target="/ppt/presentation.xml" Id="R8ed4d0b0a09942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d62b4bb4ee478e"/>
  </p:sldMasterIdLst>
  <p:notesMasterIdLst>
    <p:notesMasterId xmlns:r="http://schemas.openxmlformats.org/officeDocument/2006/relationships" r:id="Re281f068c7cd43a6"/>
  </p:notesMasterIdLst>
  <p:sldIdLst>
    <p:sldId xmlns:r="http://schemas.openxmlformats.org/officeDocument/2006/relationships" id="256" r:id="Rea2aed89b19f44ff"/>
    <p:sldId xmlns:r="http://schemas.openxmlformats.org/officeDocument/2006/relationships" id="257" r:id="R83b2542455634f08"/>
    <p:sldId xmlns:r="http://schemas.openxmlformats.org/officeDocument/2006/relationships" id="258" r:id="Rf40d6847208d4e31"/>
    <p:sldId xmlns:r="http://schemas.openxmlformats.org/officeDocument/2006/relationships" id="259" r:id="Rabb50b49b106415c"/>
    <p:sldId xmlns:r="http://schemas.openxmlformats.org/officeDocument/2006/relationships" id="260" r:id="R772019ff56914c02"/>
    <p:sldId xmlns:r="http://schemas.openxmlformats.org/officeDocument/2006/relationships" id="261" r:id="R5faaf7a066f54afd"/>
    <p:sldId xmlns:r="http://schemas.openxmlformats.org/officeDocument/2006/relationships" id="262" r:id="Rdcd468bcbabf4d2a"/>
    <p:sldId xmlns:r="http://schemas.openxmlformats.org/officeDocument/2006/relationships" id="263" r:id="R956ebcb1e20c4a49"/>
    <p:sldId xmlns:r="http://schemas.openxmlformats.org/officeDocument/2006/relationships" id="264" r:id="Ra35e2974dccb4d66"/>
    <p:sldId xmlns:r="http://schemas.openxmlformats.org/officeDocument/2006/relationships" id="265" r:id="Rf9bb7ebaf0fe4b21"/>
    <p:sldId xmlns:r="http://schemas.openxmlformats.org/officeDocument/2006/relationships" id="266" r:id="R0d4cbfbbad6f4446"/>
    <p:sldId xmlns:r="http://schemas.openxmlformats.org/officeDocument/2006/relationships" id="267" r:id="R0d23137a9cce42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50768f05214023" /><Relationship Type="http://schemas.openxmlformats.org/officeDocument/2006/relationships/slideMaster" Target="/ppt/slideMasters/slideMaster1.xml" Id="R42d62b4bb4ee478e" /><Relationship Type="http://schemas.openxmlformats.org/officeDocument/2006/relationships/notesMaster" Target="/ppt/notesMasters/notesMaster1.xml" Id="Re281f068c7cd43a6" /><Relationship Type="http://schemas.openxmlformats.org/officeDocument/2006/relationships/presProps" Target="/ppt/presProps.xml" Id="R0512a173c3884192" /><Relationship Type="http://schemas.openxmlformats.org/officeDocument/2006/relationships/tableStyles" Target="/ppt/tableStyles.xml" Id="R60c8b4dffb1240cc" /><Relationship Type="http://schemas.openxmlformats.org/officeDocument/2006/relationships/slide" Target="/ppt/slides/slide1.xml" Id="Rea2aed89b19f44ff" /><Relationship Type="http://schemas.openxmlformats.org/officeDocument/2006/relationships/slide" Target="/ppt/slides/slide2.xml" Id="R83b2542455634f08" /><Relationship Type="http://schemas.openxmlformats.org/officeDocument/2006/relationships/slide" Target="/ppt/slides/slide3.xml" Id="Rf40d6847208d4e31" /><Relationship Type="http://schemas.openxmlformats.org/officeDocument/2006/relationships/slide" Target="/ppt/slides/slide4.xml" Id="Rabb50b49b106415c" /><Relationship Type="http://schemas.openxmlformats.org/officeDocument/2006/relationships/slide" Target="/ppt/slides/slide5.xml" Id="R772019ff56914c02" /><Relationship Type="http://schemas.openxmlformats.org/officeDocument/2006/relationships/slide" Target="/ppt/slides/slide6.xml" Id="R5faaf7a066f54afd" /><Relationship Type="http://schemas.openxmlformats.org/officeDocument/2006/relationships/slide" Target="/ppt/slides/slide7.xml" Id="Rdcd468bcbabf4d2a" /><Relationship Type="http://schemas.openxmlformats.org/officeDocument/2006/relationships/slide" Target="/ppt/slides/slide8.xml" Id="R956ebcb1e20c4a49" /><Relationship Type="http://schemas.openxmlformats.org/officeDocument/2006/relationships/slide" Target="/ppt/slides/slide9.xml" Id="Ra35e2974dccb4d66" /><Relationship Type="http://schemas.openxmlformats.org/officeDocument/2006/relationships/slide" Target="/ppt/slides/slide10.xml" Id="Rf9bb7ebaf0fe4b21" /><Relationship Type="http://schemas.openxmlformats.org/officeDocument/2006/relationships/slide" Target="/ppt/slides/slide11.xml" Id="R0d4cbfbbad6f4446" /><Relationship Type="http://schemas.openxmlformats.org/officeDocument/2006/relationships/slide" Target="/ppt/slides/slide12.xml" Id="R0d23137a9cce42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cc16d2425348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492f4796254bb8" /><Relationship Type="http://schemas.openxmlformats.org/officeDocument/2006/relationships/notesMaster" Target="/ppt/notesMasters/notesMaster1.xml" Id="R83b18a9ba63a41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71d9896b3c483f" /><Relationship Type="http://schemas.openxmlformats.org/officeDocument/2006/relationships/notesMaster" Target="/ppt/notesMasters/notesMaster1.xml" Id="Rf466e8a0cc8147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04d90b6ec24ce6" /><Relationship Type="http://schemas.openxmlformats.org/officeDocument/2006/relationships/notesMaster" Target="/ppt/notesMasters/notesMaster1.xml" Id="R33c116e3fdc247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9cc439493041f4" /><Relationship Type="http://schemas.openxmlformats.org/officeDocument/2006/relationships/notesMaster" Target="/ppt/notesMasters/notesMaster1.xml" Id="Rc423803b4cb94f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f4b5ad77b44738" /><Relationship Type="http://schemas.openxmlformats.org/officeDocument/2006/relationships/notesMaster" Target="/ppt/notesMasters/notesMaster1.xml" Id="R6ee0e7621cdd42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7ce0548774419a" /><Relationship Type="http://schemas.openxmlformats.org/officeDocument/2006/relationships/notesMaster" Target="/ppt/notesMasters/notesMaster1.xml" Id="Rcbf65a5c184044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1707deccef4872" /><Relationship Type="http://schemas.openxmlformats.org/officeDocument/2006/relationships/notesMaster" Target="/ppt/notesMasters/notesMaster1.xml" Id="Ra5bcbc4c8d204b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6223f9ffd146d0" /><Relationship Type="http://schemas.openxmlformats.org/officeDocument/2006/relationships/notesMaster" Target="/ppt/notesMasters/notesMaster1.xml" Id="Re5738f1d321341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b24ab100de482a" /><Relationship Type="http://schemas.openxmlformats.org/officeDocument/2006/relationships/notesMaster" Target="/ppt/notesMasters/notesMaster1.xml" Id="R8dde84210d3443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32526bb293478b" /><Relationship Type="http://schemas.openxmlformats.org/officeDocument/2006/relationships/notesMaster" Target="/ppt/notesMasters/notesMaster1.xml" Id="Ra14e50ecf9ff40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545b42a46e4661" /><Relationship Type="http://schemas.openxmlformats.org/officeDocument/2006/relationships/notesMaster" Target="/ppt/notesMasters/notesMaster1.xml" Id="Rc01dc3cd66a84a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0c214fb58234eb3" /><Relationship Type="http://schemas.openxmlformats.org/officeDocument/2006/relationships/notesMaster" Target="/ppt/notesMasters/notesMaster1.xml" Id="R3d291c90782c4f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b55e74f02148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2536df2bd54197" /><Relationship Type="http://schemas.openxmlformats.org/officeDocument/2006/relationships/slideLayout" Target="/ppt/slideLayouts/slideLayout1.xml" Id="Rf01f18ab83f545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1f18ab83f545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d59a236674e7b" /><Relationship Type="http://schemas.openxmlformats.org/officeDocument/2006/relationships/notesSlide" Target="/ppt/notesSlides/notesSlide1.xml" Id="R1aef8ee7f0014b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94bb2e4ef47c0" /><Relationship Type="http://schemas.openxmlformats.org/officeDocument/2006/relationships/notesSlide" Target="/ppt/notesSlides/notesSlide2.xml" Id="R03fd5da8cb5042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4af3ff8924010" /><Relationship Type="http://schemas.openxmlformats.org/officeDocument/2006/relationships/notesSlide" Target="/ppt/notesSlides/notesSlide3.xml" Id="R588db9c8a80042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78ad4c73c4d72" /><Relationship Type="http://schemas.openxmlformats.org/officeDocument/2006/relationships/notesSlide" Target="/ppt/notesSlides/notesSlide4.xml" Id="R821a9095d1e247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6aa1810f84232" /><Relationship Type="http://schemas.openxmlformats.org/officeDocument/2006/relationships/notesSlide" Target="/ppt/notesSlides/notesSlide5.xml" Id="Ra6809250816c43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73e67982947ad" /><Relationship Type="http://schemas.openxmlformats.org/officeDocument/2006/relationships/notesSlide" Target="/ppt/notesSlides/notesSlide6.xml" Id="R4216567e434b49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7bf67ce0d4e52" /><Relationship Type="http://schemas.openxmlformats.org/officeDocument/2006/relationships/notesSlide" Target="/ppt/notesSlides/notesSlide7.xml" Id="R882573fa21f745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e414b55af4384" /><Relationship Type="http://schemas.openxmlformats.org/officeDocument/2006/relationships/notesSlide" Target="/ppt/notesSlides/notesSlide8.xml" Id="Rd9ab3d3193e54e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15b980505459f" /><Relationship Type="http://schemas.openxmlformats.org/officeDocument/2006/relationships/notesSlide" Target="/ppt/notesSlides/notesSlide9.xml" Id="R5cdbc12744df47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f24508aa14fff" /><Relationship Type="http://schemas.openxmlformats.org/officeDocument/2006/relationships/notesSlide" Target="/ppt/notesSlides/notesSlide10.xml" Id="R0cfbfe6e3ac84f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5e0e4956a4e1c" /><Relationship Type="http://schemas.openxmlformats.org/officeDocument/2006/relationships/notesSlide" Target="/ppt/notesSlides/notesSlide11.xml" Id="Rf528590a4f1846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464fcaeea487e" /><Relationship Type="http://schemas.openxmlformats.org/officeDocument/2006/relationships/notesSlide" Target="/ppt/notesSlides/notesSlide12.xml" Id="Rae25425bf80c4b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BCE7A2-3E66-4B18-864B-41D53140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C4F41-D352-4355-9969-2110ABB7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Measurement of three-phase power of an inductive load by 2-wattmeter method, when the load is (a) star connected and (b)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EB9F1-C8D6-4102-8EDE-06F0DDF6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Basic Electrical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1BBEEL107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EB082-B68D-48E8-9B51-D4E27527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D3CCB-6F30-4E3B-AC3D-97A7758A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07E6B-2F2E-4CF9-848D-02EA7332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70E78-28F3-4415-B39D-132E6DBF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51BC8-3EA5-409A-8169-44D52103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E84305-531D-4B49-B2C6-7D5AD6A0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BB319-DDBE-4A2D-87EC-07F40327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F299A-2DF2-46F7-9885-7867FC31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E93D2-BDC1-44C4-BDF3-31017C7F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DD0081-D88A-43FF-AF8E-CE7BD52C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4656008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707E6-4312-4724-9059-BA6B26A2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0C90D-83F9-4685-94E2-D2E86FF3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D42B4-F3F7-45CC-B1FE-498AC932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B9CCF-89C1-4DA6-868C-51EC55C1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5216F-83E5-4373-AEF5-5263DF5E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Measurement of three-phase power of an inductive load by 2-wattmeter method, when the load is (a) star connected and (b)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E25BE-FE61-4C6A-A624-128DBB35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4693994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384C10-1A00-49D0-9F83-F8FC646D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D44EC-F35E-4CBB-8433-9B591773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68A87-5F31-4273-82F3-09D78686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A20DF-3681-436E-9B99-39DC4DFD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20776-C54C-4A26-A147-BF8D3BC9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Measurement of three-phase power of an inductive load by 2-wattmeter method, wh....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24062-C247-49B6-AEFA-4035859E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F0524-808A-4180-95D8-948CEFEA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DACC98-7750-430C-861B-7AE32EBC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three-phase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BCB810-1A55-4F84-B0DC-7102E441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FCE0B-5BEC-4C4C-9B04-FD5F69CB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power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0BDAF-E13A-4557-A908-CC141601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C70100-8C6D-4BE1-892A-F6CB1104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inductive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9B8B9B-158E-4BAF-B30E-90CD1402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7C1EB3-55D4-47C8-94A4-D047396A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load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87A9B8-5CDB-4F32-80A2-28FFFC49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5282678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F7027-D575-432A-A4AF-6937DEE2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69A9E-46DC-4EE4-8BD1-734468F0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D6C63-0B22-4A13-AA2D-6ED4DF6E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7D41C-6C90-4ABD-BDB7-749D909E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3DFF2-083E-48C0-92A2-D08CD635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7E7B9-F278-4375-B678-B0406F27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3367231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E1B4E-D6B4-4F7A-8F0E-F9E0887F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74774-26BA-4A95-9DE1-DD30A2FC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D2B4C-21B9-4CA5-9250-B73D72F7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33F69-31EA-4CEF-8347-9043C15D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1F2C9-AFAE-4D81-AE5F-4D8D5A89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89E2F-CEAA-49E5-8A76-93CAF9E2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6171179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E37752-C9F5-475E-A454-EFE4EB0D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801B0-FE1E-4A49-8872-9B9B080B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C394C-6925-4AEE-A202-B49692C7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F213D9-DC9C-4973-8A42-88668235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8E8E1-37B3-4325-AC2D-EA4B3A72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253488-3095-4F79-872A-05AFEDE8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6321C-1BBE-40D4-9ABF-6A07698C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BF46A-D48E-4873-B8E4-76846F35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2E114-E026-42FB-A447-CC158014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9C382-D09C-4988-BF7E-B4C53278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317440-461B-45E5-87EC-95899B28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6E803F-FFCA-4C63-B17C-D4A995A3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AD862C-AA44-40D7-900A-E6661F29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8224AE-E8E9-418A-8C2D-78806796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B322E2-FB6D-40EA-8415-DFCDAF21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20789240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590730-29E8-42EA-9CBE-1709DA74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FDAE4-F9E7-4FC8-B6BC-15F523BA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D97ED-1BA7-4CC4-8848-125C32A4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A896D-B7E5-46BF-A7E6-18FB6C51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1368E-3A17-46C9-B752-C6540D3D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8701A-A97F-48AC-BC22-138AAD0A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65434-BB44-4ECD-A6E1-FA2B71F1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7CB21-A33A-4FC3-ADBC-BB74C8B8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E40125-0519-4F52-A582-C10B13F7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68117-FBF2-48C1-B828-17DBAA2F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9E73A8-7CA0-45E2-B0E3-853AABD7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7AD4FB-5B75-4D3D-8247-F764C76F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0FD6BF-B63F-4F3F-A75A-A21997A0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8A8BB6-E7BE-40B8-8CFA-364E7304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B94BA-8869-4BAD-ADCA-CD0F72E2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AF74C1-E349-4556-BE8E-2B1DE2E8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CBA98D-1032-474A-A3D7-1AA48BA8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1D3483-B33F-41FB-8D8D-B6381919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3047CD-1832-4A72-9D88-C3ABCBD4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CAFD74-6335-4CEA-BB78-6CE8E260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3041BD-9A01-4836-95C8-6C410795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E467B-4D1A-4238-8DA8-9144EF59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E4D1C4-F2CB-461E-8385-65F5E843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2EDA68-D54D-4BB4-8114-7B9C6C9D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CBBB5B-9C0D-4398-A666-7149AA1D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2306733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9D2159-C5D0-4079-8F6B-5C525349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944E2-3CF0-4585-BF26-FB9D1F4E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39B7A-C1E0-4B97-80A5-86F8FA25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35A81-0CCC-464B-944C-03B1499A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0E770-A8F2-463D-B2F8-32E343DB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AA8D8-C494-4339-83E0-5F0C15CE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9442028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2F527-4A42-4EC6-9BEB-F86B20F1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0D6E0-A4B8-4225-B7BC-65A3E1AC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12FF5-D8D4-46B5-BC8D-D5F22CF3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3E5AB-B306-4691-9908-7D9914FF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04A30-04C9-44C8-84E7-64E0402D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DA0A0-A73F-4D59-9778-8177848F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6899734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CC5B23-DAC3-484D-974E-EDFC6D49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61DB5-39FB-417A-9AF6-7EE8B6C5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70DEE-6AA4-482B-8875-B9F42C8E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70DC1-8EAD-4DE8-95AD-389D37EF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8FAD4-D522-4F17-A8CD-5A45932E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Measurement of three-phase power of an inductiv...?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A5091-3F19-4C01-AA15-DA347BE0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0502780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77EF1-CE3D-41A0-8119-344D8632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E3531-666A-494C-9E46-D4FE5647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C7A8B-0549-4B85-8156-646B2D40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97980D-0CC6-412B-9079-B355E916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3B28B-D6B0-45E3-AF39-2389BAC8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604F9-4802-4C7F-ACF6-42EE6356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7495324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1F1E6A-794F-47E9-B24C-3EC809B7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BCC5A-9633-4B18-8EE3-7D23A69C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FE762-5271-4F3E-9624-BC9A8D8A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39A31-EE69-4212-8D9D-2DC4AD2F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A3609-AA46-4B0E-8D5F-D92B2536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34907-B8DF-46AC-960D-6A0390C7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0A0A6-7DDE-49D4-A054-D2692C85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8726A-DE83-49F8-896A-8E057CE4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9F07B-10E4-4622-AEDF-9AA8F94C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EC6BE-69CF-40F2-9329-82D4279A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74C92-4F3C-49E7-94F4-4DC94D36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8738AC-AF65-4E2E-A33F-8C87F3FB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D1208C-049C-42AC-8204-D4E83922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399E12-0396-4BAC-B9F2-61966D2B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67C96A-6000-431F-B9C6-F1415BD1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58F28-58FD-4873-88AD-9DED8796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ADDB25-448D-4B95-BD39-42C66431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23F5AC-6D6A-4BA9-890D-F1B10F0A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13B4D5-A43D-4732-9D36-545EF651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2D4BA9-7E1B-4183-90C1-BD5A355B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53DB91-0466-409A-8588-6B70C413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D717D0-5055-4977-8D9A-E49EE262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7DDC9C-9885-459B-A2A7-F2DF13CC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4190991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2026-08-24T16:02:23.6260000Z</dcterms:created>
  <dcterms:modified xsi:type="dcterms:W3CDTF">2026-08-24T16:02:23.6260000Z</dcterms:modified>
</coreProperties>
</file>