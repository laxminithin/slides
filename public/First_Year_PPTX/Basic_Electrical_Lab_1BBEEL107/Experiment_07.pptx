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1ef0d6e2d74347" /><Relationship Type="http://schemas.openxmlformats.org/officeDocument/2006/relationships/extended-properties" Target="/docProps/app.xml" Id="Rd2cc2d6b7cf5401f" /><Relationship Type="http://schemas.openxmlformats.org/officeDocument/2006/relationships/officeDocument" Target="/ppt/presentation.xml" Id="R0d5656f1237348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3fb0b5a9094d7e"/>
  </p:sldMasterIdLst>
  <p:notesMasterIdLst>
    <p:notesMasterId xmlns:r="http://schemas.openxmlformats.org/officeDocument/2006/relationships" r:id="R941bf0bb8a35477f"/>
  </p:notesMasterIdLst>
  <p:sldIdLst>
    <p:sldId xmlns:r="http://schemas.openxmlformats.org/officeDocument/2006/relationships" id="256" r:id="R5c9413f452b8447c"/>
    <p:sldId xmlns:r="http://schemas.openxmlformats.org/officeDocument/2006/relationships" id="257" r:id="Rba0c785e32c44159"/>
    <p:sldId xmlns:r="http://schemas.openxmlformats.org/officeDocument/2006/relationships" id="258" r:id="R7d3c9a0d14014f8d"/>
    <p:sldId xmlns:r="http://schemas.openxmlformats.org/officeDocument/2006/relationships" id="259" r:id="R1eea072fece3468b"/>
    <p:sldId xmlns:r="http://schemas.openxmlformats.org/officeDocument/2006/relationships" id="260" r:id="R71ebf86d869e48e4"/>
    <p:sldId xmlns:r="http://schemas.openxmlformats.org/officeDocument/2006/relationships" id="261" r:id="R7ebb8ee360e147b3"/>
    <p:sldId xmlns:r="http://schemas.openxmlformats.org/officeDocument/2006/relationships" id="262" r:id="Re9e08d6253f54ac4"/>
    <p:sldId xmlns:r="http://schemas.openxmlformats.org/officeDocument/2006/relationships" id="263" r:id="Rd02c8829104843ad"/>
    <p:sldId xmlns:r="http://schemas.openxmlformats.org/officeDocument/2006/relationships" id="264" r:id="R9a3566e0d1d74952"/>
    <p:sldId xmlns:r="http://schemas.openxmlformats.org/officeDocument/2006/relationships" id="265" r:id="Rab79db24e88a49ae"/>
    <p:sldId xmlns:r="http://schemas.openxmlformats.org/officeDocument/2006/relationships" id="266" r:id="R55b8e29529fe4ec4"/>
    <p:sldId xmlns:r="http://schemas.openxmlformats.org/officeDocument/2006/relationships" id="267" r:id="R88d77b2a532e48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7f7cf320ae414a" /><Relationship Type="http://schemas.openxmlformats.org/officeDocument/2006/relationships/slideMaster" Target="/ppt/slideMasters/slideMaster1.xml" Id="R573fb0b5a9094d7e" /><Relationship Type="http://schemas.openxmlformats.org/officeDocument/2006/relationships/notesMaster" Target="/ppt/notesMasters/notesMaster1.xml" Id="R941bf0bb8a35477f" /><Relationship Type="http://schemas.openxmlformats.org/officeDocument/2006/relationships/presProps" Target="/ppt/presProps.xml" Id="R7e454807e6944f92" /><Relationship Type="http://schemas.openxmlformats.org/officeDocument/2006/relationships/tableStyles" Target="/ppt/tableStyles.xml" Id="R2ed2fb65b32a4d2c" /><Relationship Type="http://schemas.openxmlformats.org/officeDocument/2006/relationships/slide" Target="/ppt/slides/slide1.xml" Id="R5c9413f452b8447c" /><Relationship Type="http://schemas.openxmlformats.org/officeDocument/2006/relationships/slide" Target="/ppt/slides/slide2.xml" Id="Rba0c785e32c44159" /><Relationship Type="http://schemas.openxmlformats.org/officeDocument/2006/relationships/slide" Target="/ppt/slides/slide3.xml" Id="R7d3c9a0d14014f8d" /><Relationship Type="http://schemas.openxmlformats.org/officeDocument/2006/relationships/slide" Target="/ppt/slides/slide4.xml" Id="R1eea072fece3468b" /><Relationship Type="http://schemas.openxmlformats.org/officeDocument/2006/relationships/slide" Target="/ppt/slides/slide5.xml" Id="R71ebf86d869e48e4" /><Relationship Type="http://schemas.openxmlformats.org/officeDocument/2006/relationships/slide" Target="/ppt/slides/slide6.xml" Id="R7ebb8ee360e147b3" /><Relationship Type="http://schemas.openxmlformats.org/officeDocument/2006/relationships/slide" Target="/ppt/slides/slide7.xml" Id="Re9e08d6253f54ac4" /><Relationship Type="http://schemas.openxmlformats.org/officeDocument/2006/relationships/slide" Target="/ppt/slides/slide8.xml" Id="Rd02c8829104843ad" /><Relationship Type="http://schemas.openxmlformats.org/officeDocument/2006/relationships/slide" Target="/ppt/slides/slide9.xml" Id="R9a3566e0d1d74952" /><Relationship Type="http://schemas.openxmlformats.org/officeDocument/2006/relationships/slide" Target="/ppt/slides/slide10.xml" Id="Rab79db24e88a49ae" /><Relationship Type="http://schemas.openxmlformats.org/officeDocument/2006/relationships/slide" Target="/ppt/slides/slide11.xml" Id="R55b8e29529fe4ec4" /><Relationship Type="http://schemas.openxmlformats.org/officeDocument/2006/relationships/slide" Target="/ppt/slides/slide12.xml" Id="R88d77b2a532e48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c7517bc3c045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6393a482554a91" /><Relationship Type="http://schemas.openxmlformats.org/officeDocument/2006/relationships/notesMaster" Target="/ppt/notesMasters/notesMaster1.xml" Id="Raec9fe72d76142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e47a6da94749f2" /><Relationship Type="http://schemas.openxmlformats.org/officeDocument/2006/relationships/notesMaster" Target="/ppt/notesMasters/notesMaster1.xml" Id="Rc77cdbe0b2a84c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d76874dea64ae5" /><Relationship Type="http://schemas.openxmlformats.org/officeDocument/2006/relationships/notesMaster" Target="/ppt/notesMasters/notesMaster1.xml" Id="R8d8ea878c6f640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a22b6e6eed4788" /><Relationship Type="http://schemas.openxmlformats.org/officeDocument/2006/relationships/notesMaster" Target="/ppt/notesMasters/notesMaster1.xml" Id="R57adb7894fde4e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c471b84e284f42" /><Relationship Type="http://schemas.openxmlformats.org/officeDocument/2006/relationships/notesMaster" Target="/ppt/notesMasters/notesMaster1.xml" Id="R4fab424b673245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f56dceb6ca42fa" /><Relationship Type="http://schemas.openxmlformats.org/officeDocument/2006/relationships/notesMaster" Target="/ppt/notesMasters/notesMaster1.xml" Id="R7701750a3a8d4b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9a86c37b22463e" /><Relationship Type="http://schemas.openxmlformats.org/officeDocument/2006/relationships/notesMaster" Target="/ppt/notesMasters/notesMaster1.xml" Id="R4a53b81650ba41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95717237924943" /><Relationship Type="http://schemas.openxmlformats.org/officeDocument/2006/relationships/notesMaster" Target="/ppt/notesMasters/notesMaster1.xml" Id="R63159a63e90f40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f342e48d274027" /><Relationship Type="http://schemas.openxmlformats.org/officeDocument/2006/relationships/notesMaster" Target="/ppt/notesMasters/notesMaster1.xml" Id="Rc169b2d1d70246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644a6d25714dda" /><Relationship Type="http://schemas.openxmlformats.org/officeDocument/2006/relationships/notesMaster" Target="/ppt/notesMasters/notesMaster1.xml" Id="R2a16034dd0824c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99534816c9422b" /><Relationship Type="http://schemas.openxmlformats.org/officeDocument/2006/relationships/notesMaster" Target="/ppt/notesMasters/notesMaster1.xml" Id="R133a6707498a40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5b4931ec57437f" /><Relationship Type="http://schemas.openxmlformats.org/officeDocument/2006/relationships/notesMaster" Target="/ppt/notesMasters/notesMaster1.xml" Id="Rf9591eb7260949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e4e739520940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3766f298e0415b" /><Relationship Type="http://schemas.openxmlformats.org/officeDocument/2006/relationships/slideLayout" Target="/ppt/slideLayouts/slideLayout1.xml" Id="Rce280a520b3d4a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280a520b3d4a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555ef02904807" /><Relationship Type="http://schemas.openxmlformats.org/officeDocument/2006/relationships/notesSlide" Target="/ppt/notesSlides/notesSlide1.xml" Id="R5e6f72c1398c47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dcb12ee6a43fc" /><Relationship Type="http://schemas.openxmlformats.org/officeDocument/2006/relationships/notesSlide" Target="/ppt/notesSlides/notesSlide2.xml" Id="R427e76fe1dda4e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484abee064132" /><Relationship Type="http://schemas.openxmlformats.org/officeDocument/2006/relationships/notesSlide" Target="/ppt/notesSlides/notesSlide3.xml" Id="R08bcc39a64b14e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c1e11bd1c4713" /><Relationship Type="http://schemas.openxmlformats.org/officeDocument/2006/relationships/notesSlide" Target="/ppt/notesSlides/notesSlide4.xml" Id="R65378dbc600f4f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2f9ac32b74acd" /><Relationship Type="http://schemas.openxmlformats.org/officeDocument/2006/relationships/notesSlide" Target="/ppt/notesSlides/notesSlide5.xml" Id="R105edb02e2554d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09793dfcf494e" /><Relationship Type="http://schemas.openxmlformats.org/officeDocument/2006/relationships/notesSlide" Target="/ppt/notesSlides/notesSlide6.xml" Id="R86aeb6952c3a41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dd21b8887464e" /><Relationship Type="http://schemas.openxmlformats.org/officeDocument/2006/relationships/notesSlide" Target="/ppt/notesSlides/notesSlide7.xml" Id="Rf28928efaff444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d9d343c094c7f" /><Relationship Type="http://schemas.openxmlformats.org/officeDocument/2006/relationships/notesSlide" Target="/ppt/notesSlides/notesSlide8.xml" Id="R6c252b1353384b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40a82e3b14214" /><Relationship Type="http://schemas.openxmlformats.org/officeDocument/2006/relationships/notesSlide" Target="/ppt/notesSlides/notesSlide9.xml" Id="R5a3e24adfcd04c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024fe7c7f42ca" /><Relationship Type="http://schemas.openxmlformats.org/officeDocument/2006/relationships/notesSlide" Target="/ppt/notesSlides/notesSlide10.xml" Id="Rfe0728238b4e46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acab648d24e1b" /><Relationship Type="http://schemas.openxmlformats.org/officeDocument/2006/relationships/notesSlide" Target="/ppt/notesSlides/notesSlide11.xml" Id="R6c83c1b2c00147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f502ac8d84488" /><Relationship Type="http://schemas.openxmlformats.org/officeDocument/2006/relationships/notesSlide" Target="/ppt/notesSlides/notesSlide12.xml" Id="Rf8be301e843c4d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F33DA2-156A-4AEF-A09E-5714F9A8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52757-63B3-4A9C-BF7B-93BA42D7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Creation of short circuit to determine the time taken by a fuse of different length. Documenting the test data and the 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80E9E-D8CA-43A1-B02F-7D9A8BDB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Basic Electrical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1BBEEL107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0452B-2F49-4CC9-BC1E-2C2F5C5C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8FC34-01A6-4EF5-92C9-53C5FA68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DB790-0CAC-447A-BAAF-0EB007E2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052B71-80F2-46D6-A1AF-6D9051A2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95A1C-96CD-40C8-A6F0-B3121371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27FF23-DEF4-4A73-949C-5AB9A3A3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668C4-4983-44A6-8449-936B86A3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2B7F9-CB4B-4236-B472-27DD0248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6760B6-4D92-4BF6-8DB3-AE08AF59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C41051-6BAA-4285-8026-C9DF7F5D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5375100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70820-8548-4343-AF55-10D4F903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2E711-F8DE-4140-B3FD-0EEAF606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38B03-595C-4DCB-8D04-CBA2757B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4BDA7-B2CE-49DE-9CF6-C3A0AD99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A0973-8B9D-4E7A-9E9D-A34BC477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Creation of short circuit to determine the time taken by a fuse of different length. Documenting the test data and the c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31CFB-D2C3-4818-A526-1BC990EE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8120176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D32624-7EC5-40F2-A122-8D685544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1B6C7-5321-49B1-AC97-50416F9B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B41EE-5B83-49D0-9F29-20C2F1A4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ADAAD-FB44-4D19-B0D4-28F08E4C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59E97-CF58-4E77-99E4-A6C70DA6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Creation of short circuit to determine the time taken by a fuse of different le....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B6255-3D6B-4C96-8499-D1B44CF4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Creation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1B8B2-C58D-4325-8840-A8A2700C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4F091-B3B0-4B6E-ACA0-2CC59199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short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3E837-763B-4690-AF80-7A690700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DB766-1DC0-4AE4-AC1F-3A16FEA2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4EB23-968F-4494-81A2-6B4C5E7E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471A83-BB06-458D-9526-D235FD68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determine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E33B85-4A16-4240-BD40-D35D01D7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90F0D-E7B1-4DC6-98B4-31D65B84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27F92-C382-4DB3-9060-9D4AFD36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18962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F29F8-B725-4948-8ECA-7395BA76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533F1-E872-4A47-BCD5-8AE5EB80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BD06C-32B5-4866-84E1-479FF09E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39ACC-80FB-481C-AEC6-621A29B6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6BE81-5726-4561-9D44-465C9B97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68FA6-2991-4898-835A-7E694669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773299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D8EC5-3B80-4AF9-8339-E649BA7A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5BE1C-D0EA-4A0F-85C3-C2DF33FD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7D11A-E845-4D54-82BD-7E01F106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4718E-8F08-41B7-897F-F6654E5E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8E7C7F-6D4A-42FA-BEFB-94680AD6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3D287-6AF3-41E8-B752-4E50CA4A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6256108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4A63A1-B9BD-43E7-870A-F4642BA4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28084-F767-4F1D-B676-FEB26A3D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DB439-5844-4364-8EC7-B7C22D7D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E0BC5-EC57-47BA-99D2-95EED95F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D64E6-D2DC-4589-9FC6-174FE077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80BB4-2FC4-451E-859D-D13A5935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183B0-781D-4A21-8B60-4B6177BF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1A5BF-34A0-4DD7-94F8-23589A71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13F25-E732-413F-AD46-E405606D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9BB41-322D-4386-90D0-9D535F00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34AF5-8055-44FE-9975-B6D8ED74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AEABB8-B80C-4FA1-BF51-B3B3A8B9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C9CD3-2C02-4C6B-A60D-46259D48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217F8-FD2F-462D-A110-1CF0A07C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BC948C-8949-4D6A-9036-83003989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397036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C5F01C-BE58-4677-848A-D1C33717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38D95-945A-4504-994C-5059CA0C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B500E-2C3C-4BFD-A401-B6D2EEAE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8A9D2-8957-41C8-9723-CFF4A35E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049A3-F1C0-4E3D-B09B-F45A95F4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5D690-E461-4666-93E8-37D174D4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43DA4-D080-450B-8DAA-2F5ACD59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0A840-32C8-4E44-B303-7FE62BD0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EB65B-243B-453A-B38D-FEECCD69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9D45F-A5C9-4E21-8E60-480F51BC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C910F-8F7A-467B-A863-21F693F6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C659C-9B90-49EB-9D9B-2D73FC33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C3D5D4-D3D2-4ABF-A5EE-B5692A54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7043A2-81B4-4538-9E8A-F7EC5407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BE8690-4B43-4AD9-BC24-9FDD7362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0B499C-780D-4F0D-AB1D-78024B80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FDC69-D59C-4D79-93FE-85988839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DDE092-B548-4FC5-B050-8011F933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E92179-EE7F-4F3A-B4D4-115E4647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F35A92-6B87-4EA7-94F1-9E44DFE9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C81F2E-314F-473C-BE0A-5DF100B7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3EAC6A-AB6D-4EAD-9641-38CA3936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B96BA8-C415-4EF4-99F8-2B16C622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B14F46-DDF5-4C3D-8F55-B6C1FF6E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967161-594A-48E5-98CD-92DFACA2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9595402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46D23A-304D-47FF-B6B6-0BBC683C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902D1-7B5C-42E7-B32F-6439F7EF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94918-8828-4ADB-9E5F-0F1CBE15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29A9A-BFDE-4F20-8608-5A5CAFF4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CB70A-9582-4AC8-9EBC-CC48632C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77940-9C60-4DBD-85E5-ED6A455B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0485602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90181-AF71-476F-9630-3DF83AD8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A681E-81A0-4F49-A9CE-3DCB857E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2603B-6318-46B4-9D5B-8C218918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6CE71-7FFB-475D-926A-CE61AAB3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445C9-02DF-4533-9BA6-A31F0690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F8609-232C-47D1-81CA-B57F6A21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4097813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126C1-C195-4B2D-A77E-851966AA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4D5B9-8149-4A7F-9E3A-CB44A999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D408C-BE5C-4D41-8D0C-7CAA9C53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C1C70-D169-453A-A71D-7533A73B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5D88C-F9AD-4E8E-BDB3-392B902A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Creation of short circuit to determine the time...?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C1823-BE89-4BA2-A134-B2AD2616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20313407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A44ED-0721-4B39-AF47-E0B319A7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723B7-F7FD-464E-9E2D-52BFFB7D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503BF-83EC-4264-B60B-A4238028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D52C7-B729-480E-A0A4-DA73C47C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98488A-9901-415D-A5BB-1DEBCC16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01A71-D742-4AE9-ADBE-15842009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2661892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D51840-D978-4209-ABAB-FE303D9C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E3E84-021F-4D77-9232-7DC703EF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BF136-1C8F-48F9-BC30-9AF315AA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252B5-CD5F-4D16-B337-846810C1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07EE1-55DB-453C-B04E-BC97DB43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C4681-1F87-44C1-BE9F-EC4D4006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D57E1-FB65-4C05-AB72-4A8F46FD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4F1DA-4C3A-494D-8EDD-78F2410B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B5D79-0A79-4FAF-99DF-2142970A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70E899-258C-4808-BDDF-8F43F13D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6375A-BE39-401E-A410-212815ED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5E0F7-3D5A-43F5-9694-4DCD87AD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643776-4FED-4541-BC50-C4290F7E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0B8EA6-E329-4BD5-8817-3124055A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D6E1D-643F-4B84-9652-F48CFFC5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EB4A33-8051-467E-B478-33ECB188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C339F6-9AF8-4AAD-89CF-AB25E82A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DEC83A-6F3D-475A-A104-47EEC5A7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D90D7E-02A6-4D9F-86FA-20D93A31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AD5E1B-9962-4255-A6A7-DAE55AB4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1F6027-1230-4402-84B1-CC0BD7FA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4B336E-B2EB-4641-9B52-EAADF5F9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676997-35E1-4739-84A9-DD17788D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20094894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2026-08-24T16:02:23.7860000Z</dcterms:created>
  <dcterms:modified xsi:type="dcterms:W3CDTF">2026-08-24T16:02:23.7860000Z</dcterms:modified>
</coreProperties>
</file>