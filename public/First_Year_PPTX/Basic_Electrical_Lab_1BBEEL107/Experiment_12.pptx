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97e15096740c3" /><Relationship Type="http://schemas.openxmlformats.org/officeDocument/2006/relationships/extended-properties" Target="/docProps/app.xml" Id="R85f698bb3f864a35" /><Relationship Type="http://schemas.openxmlformats.org/officeDocument/2006/relationships/officeDocument" Target="/ppt/presentation.xml" Id="Rca97186f18b94b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981bfa33c4c15"/>
  </p:sldMasterIdLst>
  <p:notesMasterIdLst>
    <p:notesMasterId xmlns:r="http://schemas.openxmlformats.org/officeDocument/2006/relationships" r:id="R4571ff730ea3459a"/>
  </p:notesMasterIdLst>
  <p:sldIdLst>
    <p:sldId xmlns:r="http://schemas.openxmlformats.org/officeDocument/2006/relationships" id="256" r:id="R1477df8994994ee4"/>
    <p:sldId xmlns:r="http://schemas.openxmlformats.org/officeDocument/2006/relationships" id="257" r:id="Rd817851669074ac9"/>
    <p:sldId xmlns:r="http://schemas.openxmlformats.org/officeDocument/2006/relationships" id="258" r:id="Rfbb5ff956fe04052"/>
    <p:sldId xmlns:r="http://schemas.openxmlformats.org/officeDocument/2006/relationships" id="259" r:id="R49f9619b46b64498"/>
    <p:sldId xmlns:r="http://schemas.openxmlformats.org/officeDocument/2006/relationships" id="260" r:id="R020221f0c8ea49c5"/>
    <p:sldId xmlns:r="http://schemas.openxmlformats.org/officeDocument/2006/relationships" id="261" r:id="R010d96632bbd4010"/>
    <p:sldId xmlns:r="http://schemas.openxmlformats.org/officeDocument/2006/relationships" id="262" r:id="Rd4392610a4d048e4"/>
    <p:sldId xmlns:r="http://schemas.openxmlformats.org/officeDocument/2006/relationships" id="263" r:id="R6cd002e9cb0241b4"/>
    <p:sldId xmlns:r="http://schemas.openxmlformats.org/officeDocument/2006/relationships" id="264" r:id="R1f9f9095bb974013"/>
    <p:sldId xmlns:r="http://schemas.openxmlformats.org/officeDocument/2006/relationships" id="265" r:id="R888c9de25dd54a4b"/>
    <p:sldId xmlns:r="http://schemas.openxmlformats.org/officeDocument/2006/relationships" id="266" r:id="R29723076e97e4596"/>
    <p:sldId xmlns:r="http://schemas.openxmlformats.org/officeDocument/2006/relationships" id="267" r:id="R366727789587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817df3f8b4f11" /><Relationship Type="http://schemas.openxmlformats.org/officeDocument/2006/relationships/slideMaster" Target="/ppt/slideMasters/slideMaster1.xml" Id="R297981bfa33c4c15" /><Relationship Type="http://schemas.openxmlformats.org/officeDocument/2006/relationships/notesMaster" Target="/ppt/notesMasters/notesMaster1.xml" Id="R4571ff730ea3459a" /><Relationship Type="http://schemas.openxmlformats.org/officeDocument/2006/relationships/presProps" Target="/ppt/presProps.xml" Id="Rfa803e25299d4ccf" /><Relationship Type="http://schemas.openxmlformats.org/officeDocument/2006/relationships/tableStyles" Target="/ppt/tableStyles.xml" Id="R6ef8faf56b0e4fd5" /><Relationship Type="http://schemas.openxmlformats.org/officeDocument/2006/relationships/slide" Target="/ppt/slides/slide1.xml" Id="R1477df8994994ee4" /><Relationship Type="http://schemas.openxmlformats.org/officeDocument/2006/relationships/slide" Target="/ppt/slides/slide2.xml" Id="Rd817851669074ac9" /><Relationship Type="http://schemas.openxmlformats.org/officeDocument/2006/relationships/slide" Target="/ppt/slides/slide3.xml" Id="Rfbb5ff956fe04052" /><Relationship Type="http://schemas.openxmlformats.org/officeDocument/2006/relationships/slide" Target="/ppt/slides/slide4.xml" Id="R49f9619b46b64498" /><Relationship Type="http://schemas.openxmlformats.org/officeDocument/2006/relationships/slide" Target="/ppt/slides/slide5.xml" Id="R020221f0c8ea49c5" /><Relationship Type="http://schemas.openxmlformats.org/officeDocument/2006/relationships/slide" Target="/ppt/slides/slide6.xml" Id="R010d96632bbd4010" /><Relationship Type="http://schemas.openxmlformats.org/officeDocument/2006/relationships/slide" Target="/ppt/slides/slide7.xml" Id="Rd4392610a4d048e4" /><Relationship Type="http://schemas.openxmlformats.org/officeDocument/2006/relationships/slide" Target="/ppt/slides/slide8.xml" Id="R6cd002e9cb0241b4" /><Relationship Type="http://schemas.openxmlformats.org/officeDocument/2006/relationships/slide" Target="/ppt/slides/slide9.xml" Id="R1f9f9095bb974013" /><Relationship Type="http://schemas.openxmlformats.org/officeDocument/2006/relationships/slide" Target="/ppt/slides/slide10.xml" Id="R888c9de25dd54a4b" /><Relationship Type="http://schemas.openxmlformats.org/officeDocument/2006/relationships/slide" Target="/ppt/slides/slide11.xml" Id="R29723076e97e4596" /><Relationship Type="http://schemas.openxmlformats.org/officeDocument/2006/relationships/slide" Target="/ppt/slides/slide12.xml" Id="R366727789587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68ccc3069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dc8ea2a624666" /><Relationship Type="http://schemas.openxmlformats.org/officeDocument/2006/relationships/notesMaster" Target="/ppt/notesMasters/notesMaster1.xml" Id="R0fb72c56c2924f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c9f7c376d142bd" /><Relationship Type="http://schemas.openxmlformats.org/officeDocument/2006/relationships/notesMaster" Target="/ppt/notesMasters/notesMaster1.xml" Id="Rdfd3fa6e8ab6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e4b4fe2db04ba1" /><Relationship Type="http://schemas.openxmlformats.org/officeDocument/2006/relationships/notesMaster" Target="/ppt/notesMasters/notesMaster1.xml" Id="R704231b6aedc4e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f5da206f5f4a72" /><Relationship Type="http://schemas.openxmlformats.org/officeDocument/2006/relationships/notesMaster" Target="/ppt/notesMasters/notesMaster1.xml" Id="R0b966f65f67a46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2b4b3cd3a44187" /><Relationship Type="http://schemas.openxmlformats.org/officeDocument/2006/relationships/notesMaster" Target="/ppt/notesMasters/notesMaster1.xml" Id="Rc620057342084d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b36cbf7264421e" /><Relationship Type="http://schemas.openxmlformats.org/officeDocument/2006/relationships/notesMaster" Target="/ppt/notesMasters/notesMaster1.xml" Id="R6744f0e5080f4a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2176a8c0f1434b" /><Relationship Type="http://schemas.openxmlformats.org/officeDocument/2006/relationships/notesMaster" Target="/ppt/notesMasters/notesMaster1.xml" Id="R21fc2a122a1f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e3898147f64686" /><Relationship Type="http://schemas.openxmlformats.org/officeDocument/2006/relationships/notesMaster" Target="/ppt/notesMasters/notesMaster1.xml" Id="R39d1d4962e15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9be5b0b04b4c75" /><Relationship Type="http://schemas.openxmlformats.org/officeDocument/2006/relationships/notesMaster" Target="/ppt/notesMasters/notesMaster1.xml" Id="R2fad45d04a614f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65853f592c4905" /><Relationship Type="http://schemas.openxmlformats.org/officeDocument/2006/relationships/notesMaster" Target="/ppt/notesMasters/notesMaster1.xml" Id="R0a2e64484cf04e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7ff60cbc9c4191" /><Relationship Type="http://schemas.openxmlformats.org/officeDocument/2006/relationships/notesMaster" Target="/ppt/notesMasters/notesMaster1.xml" Id="Re9fb281989f941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219a790a4d4108" /><Relationship Type="http://schemas.openxmlformats.org/officeDocument/2006/relationships/notesMaster" Target="/ppt/notesMasters/notesMaster1.xml" Id="R414f633fcc38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eb82bc300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27d1987404398" /><Relationship Type="http://schemas.openxmlformats.org/officeDocument/2006/relationships/slideLayout" Target="/ppt/slideLayouts/slideLayout1.xml" Id="R5e36a7e0a26a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6a7e0a26a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64f12a7e64f3f" /><Relationship Type="http://schemas.openxmlformats.org/officeDocument/2006/relationships/notesSlide" Target="/ppt/notesSlides/notesSlide1.xml" Id="Rac27a3bf5a4645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b41d9e6074c5d" /><Relationship Type="http://schemas.openxmlformats.org/officeDocument/2006/relationships/notesSlide" Target="/ppt/notesSlides/notesSlide2.xml" Id="R29a438eb9302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41951c7014e1e" /><Relationship Type="http://schemas.openxmlformats.org/officeDocument/2006/relationships/notesSlide" Target="/ppt/notesSlides/notesSlide3.xml" Id="Rde3d3bc0f484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32750de024168" /><Relationship Type="http://schemas.openxmlformats.org/officeDocument/2006/relationships/notesSlide" Target="/ppt/notesSlides/notesSlide4.xml" Id="R9e86ebf52da1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871e2be1b4db6" /><Relationship Type="http://schemas.openxmlformats.org/officeDocument/2006/relationships/notesSlide" Target="/ppt/notesSlides/notesSlide5.xml" Id="R2a12934f5884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94b632ad245f6" /><Relationship Type="http://schemas.openxmlformats.org/officeDocument/2006/relationships/notesSlide" Target="/ppt/notesSlides/notesSlide6.xml" Id="R5721213649f34c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6626031da4949" /><Relationship Type="http://schemas.openxmlformats.org/officeDocument/2006/relationships/notesSlide" Target="/ppt/notesSlides/notesSlide7.xml" Id="R057dd179b36141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abf1ba8f042ba" /><Relationship Type="http://schemas.openxmlformats.org/officeDocument/2006/relationships/notesSlide" Target="/ppt/notesSlides/notesSlide8.xml" Id="R17dcf3457f8846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6cfc566e425c" /><Relationship Type="http://schemas.openxmlformats.org/officeDocument/2006/relationships/notesSlide" Target="/ppt/notesSlides/notesSlide9.xml" Id="Rc35ea7827482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e1965604c4acf" /><Relationship Type="http://schemas.openxmlformats.org/officeDocument/2006/relationships/notesSlide" Target="/ppt/notesSlides/notesSlide10.xml" Id="R4b8493cb6e274d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470fd0b1f4fbf" /><Relationship Type="http://schemas.openxmlformats.org/officeDocument/2006/relationships/notesSlide" Target="/ppt/notesSlides/notesSlide11.xml" Id="Rf890e998624f4e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0bd7cb4ac4dde" /><Relationship Type="http://schemas.openxmlformats.org/officeDocument/2006/relationships/notesSlide" Target="/ppt/notesSlides/notesSlide12.xml" Id="Rb0656d4504ee4e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98929-5376-4045-8E08-8AED2100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B219-38D6-4CBE-8F67-FDD5C8A5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Only three voltmeters and standard resistance are available in the laboratory. Using the same measure the single phase 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61A40-2EF0-4E46-BC55-34150B6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F35E5-48A1-43B7-9802-B002B663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E4543-258D-497D-80A7-F2CFE8D3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27440-D354-43F9-9F83-6EB62615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41ADA-139E-4E3C-8233-F502266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EE558-B50E-45CC-B699-45AA98D4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0C313-78CD-463D-9AF8-FE9B04A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31EB8-B135-43CB-9761-A7FFC66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8007E-327F-45B6-83AE-A689912D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CF0F1-0BEA-48A0-B2A8-ADA9DFAD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248D4-123E-4627-9A86-E7FD687D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51006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EFEB0-BBCD-4A99-AB54-0DAFD461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216F9-1A89-44BF-ACBF-C6543F7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C8B7E-F38B-4B37-9E12-BDA7C21D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96A1E-8AC0-4C3C-9249-77E5F3C5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6275-719F-4019-83DC-4A69B061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Only three voltmeters and standard resistance are available in the laboratory. Using the same measure the single phase 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6B8C8-D565-46F2-A1A4-60A8C3E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44680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E1BCE-5FF3-43D9-9B11-0718D8F9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230AD-D144-4CAD-8582-759E0CB4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4DB52-1E22-469A-9362-32EE3A66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13412-5EB8-4808-95CA-8E089328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5EA1B-3F0E-4D5E-AB26-978A02AD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Only three voltmeters and standard resistance are available in the laboratory.....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A896-66FE-44E6-89F1-8EF40F42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07818-01CF-4140-9F21-A75714C8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E6233-2A13-4DE9-97B2-B0BEC11F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00B19-BBFA-497B-A892-3166733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4DD2F-6505-420C-9646-BCF3A78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voltmeters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B6AC8-16C0-4CE1-B5EB-2C1AED39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1DBD4-30C8-40A9-A13C-98FFD64F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617F0-973B-4F4F-B55E-C9AC44B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7933D-FFA0-4C52-BD59-B8C432B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9EAA1-0B22-49F6-B354-4069D1B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296808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6765B-ABC2-44EB-8759-4F88598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A2468-20C3-4433-B342-103905B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124D7-B8D9-45D9-8169-D38DE421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6A961-D416-4865-AFA4-71F48605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31F95-B167-49E5-8A77-9347A25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927F2-0AE0-4A25-808D-D06BC119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907546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A1FB-B94A-45F2-B901-85EB8D7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71DE1-5A26-4702-9858-521CBA0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D1BB4-0ECA-41FF-B261-4507A83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C496-868E-4907-B060-2336473A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F81F1-367F-4A4A-89EB-EAB829E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F70D3-8304-4A05-B81D-B99320A0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68821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C3A81-18A1-4932-B1DA-799BF0AA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1C6A-0FD1-4237-B6F8-CAA50278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76242-EEAA-45CE-A7A0-DA5FAB18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6DE74-7F69-44A1-A35C-494E72CA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92997-B27D-46EF-A3BF-6A7F132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0D92E-7D77-4FB9-8C6E-BB3F1A60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CEA5B-8E18-4A4A-90CA-726D8537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46080-1E73-4F65-902B-5C65164B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93ED4-4E41-4115-93B5-50A8604F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32801-1B4C-4794-989C-CF9C0FD2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C5A27-2F58-4B27-B45E-0CA0542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8F7FE-AD65-4F1F-B05C-D3D7932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56FC6-30F0-494D-B75E-98A556DD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82416-7ADC-4F89-9780-313FC9C8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7F65A-4817-4F50-ACFB-49A0ADB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59636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6F309-A0A8-484D-A536-D104BAB4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56610-4D3A-430B-A4C2-7DF8C1A9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0F1F-C1C9-4CDA-9481-A3721EC9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B5923-1953-4545-A649-112AF5BD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176D4-7FF0-4EA6-B479-F5B6C4C8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A97FC-BEB9-49A5-83DB-E14BFA9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3A827-06BE-4425-80B1-0FE99438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832B3-322A-4311-8F91-BFC9A094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D7E03-5EBB-4687-8820-1EEA4C46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925B0-9CF4-4BAA-9992-1A3F3909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7235-29B9-43FC-8826-1D56BFD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32907-769F-431F-95A5-FE9A5B3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F8B32-6BAA-4BDB-BFDD-8EE3FF3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D7AED-35C4-47D0-B532-9EAACDF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D8FD3-3C62-4BB6-8107-E81D5936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844D7-A24F-4F2C-B0E6-46241FC3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0115D-1FDB-4662-A790-D2D8E57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F1C92-2EAB-48BA-BA4F-DB3DD1B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730F9-343E-46AB-8FD4-DBE110F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394FF-EF9A-41C0-970F-8E26A8A1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6F67B-2F20-4E9C-8A56-14E93EA0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E52C5-F169-46E5-AD96-0B142739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B6AA9-00C0-4245-B4F1-D05BDEE8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AED22-0734-4802-A662-A9286B9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25ED0-7B3E-4FC4-8365-FE0DAB8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65181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BD3A1-897A-4A7E-989A-3371C287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FEB34-68CD-408E-A77B-A56FF4F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9DBD6-782C-4076-841C-30D3F5F9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F25A5-8A4E-4121-9E51-21093FB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7FDDA-2C6B-4FF9-BC08-06BE609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30FED-B5D2-4D47-8742-38FDEDF8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0227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31E79-11B3-4C76-8870-1430D226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AB6E0-0B1D-4E1C-A308-1B1B90B4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AD5B5-BECD-4EA6-899F-99FD2B5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AA5D7-D2E1-4507-9F83-8596F060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4117B-2AFF-4996-92AE-910292BC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4EC41-3B32-4D73-B6C8-537E796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115435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B4915-B2CE-4C2A-A71E-E4B9F03C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2DB7A-6CC4-48F1-BD84-CB54EE2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99FC8-99F8-41B4-B0D0-0DB327C3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E2264-EAE3-4F00-9299-C36F321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97073-AE25-4383-8989-A6189676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Only three voltmeters and standard resistance a...?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FC3BF-7CC6-43CD-BA02-C168A3C8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818869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9D53F-CBD4-4500-B0F1-A142464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A48F7-C32D-4569-B137-6D867D1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68591-E653-461E-A035-CA11BD3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85C8F-F82B-415C-990C-0F3B1FD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8249E-86B3-49C7-83C3-D315E523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E4CAC-FA55-4F68-90AE-B2FE8AAF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23589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53CA8-5020-4E10-972D-EAD9BD03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FAAAB-B700-42AF-A11D-0AAB214A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11335-178A-45B9-B493-5322C2C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B2C7A-19C2-4C5C-B3D0-0007CF6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63CE3-C2F0-4671-AC85-5332371B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C732C-983C-401D-831D-39D50E65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EF1F8-5BF7-434F-B76C-5C80BB7A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1503B-D533-46B0-9A6C-E0914FA8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D7C73-F2EB-4BF8-BDF5-D4DD3992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10B17-9C0F-452B-A04D-B69F6B8D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D0B94-6227-4A01-85AA-E5E2DA80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6F1B8-64ED-478F-8C0F-333BBB4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882D0-58E0-4AB7-B23E-73E08C47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FC651-1A34-4E41-9304-2ED3BB51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AAAF0-A07F-4439-881A-9A3BBDA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62AD8-AB84-474D-9F9B-56955420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BC1F4-E476-42A7-BBE2-658452D4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4CBDA-A4E2-4937-91FD-9CF60B8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28907-D993-4B49-9997-DDAE214D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B23B8-0C38-4790-8CD1-13B22958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D0E0B-31FC-406A-8C3E-0BC0AE4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909C6-EA23-4877-A986-AC97297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EAB52-60C6-46EE-A7BE-651C9FB1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011072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2026-08-24T16:02:24.0920000Z</dcterms:created>
  <dcterms:modified xsi:type="dcterms:W3CDTF">2026-08-24T16:02:24.0920000Z</dcterms:modified>
</coreProperties>
</file>