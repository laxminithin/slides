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3d49b6c8d874ace" /><Relationship Type="http://schemas.openxmlformats.org/officeDocument/2006/relationships/extended-properties" Target="/docProps/app.xml" Id="R379c5a1253f3406b" /><Relationship Type="http://schemas.openxmlformats.org/officeDocument/2006/relationships/officeDocument" Target="/ppt/presentation.xml" Id="R5fff708e9b5743d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8aca14d4b6f49d2"/>
  </p:sldMasterIdLst>
  <p:notesMasterIdLst>
    <p:notesMasterId xmlns:r="http://schemas.openxmlformats.org/officeDocument/2006/relationships" r:id="Rc7c4730d221341f3"/>
  </p:notesMasterIdLst>
  <p:sldIdLst>
    <p:sldId xmlns:r="http://schemas.openxmlformats.org/officeDocument/2006/relationships" id="256" r:id="R74cf7b2a9aa942e6"/>
    <p:sldId xmlns:r="http://schemas.openxmlformats.org/officeDocument/2006/relationships" id="257" r:id="R3b77f28296b5482a"/>
    <p:sldId xmlns:r="http://schemas.openxmlformats.org/officeDocument/2006/relationships" id="258" r:id="R8e652432ff7b4b09"/>
    <p:sldId xmlns:r="http://schemas.openxmlformats.org/officeDocument/2006/relationships" id="259" r:id="R201617f996534627"/>
    <p:sldId xmlns:r="http://schemas.openxmlformats.org/officeDocument/2006/relationships" id="260" r:id="R88b877ec3e0f4ac9"/>
    <p:sldId xmlns:r="http://schemas.openxmlformats.org/officeDocument/2006/relationships" id="261" r:id="R98f6aee3a65d490c"/>
    <p:sldId xmlns:r="http://schemas.openxmlformats.org/officeDocument/2006/relationships" id="262" r:id="R6a17bb9490ca495a"/>
    <p:sldId xmlns:r="http://schemas.openxmlformats.org/officeDocument/2006/relationships" id="263" r:id="Ra699d8b2cc894307"/>
    <p:sldId xmlns:r="http://schemas.openxmlformats.org/officeDocument/2006/relationships" id="264" r:id="Rb37960668a694967"/>
    <p:sldId xmlns:r="http://schemas.openxmlformats.org/officeDocument/2006/relationships" id="265" r:id="Rbe3706fd71e249a5"/>
    <p:sldId xmlns:r="http://schemas.openxmlformats.org/officeDocument/2006/relationships" id="266" r:id="R5a8c27aebe23475b"/>
    <p:sldId xmlns:r="http://schemas.openxmlformats.org/officeDocument/2006/relationships" id="267" r:id="R8b7835042512445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1ee94efab1142ce" /><Relationship Type="http://schemas.openxmlformats.org/officeDocument/2006/relationships/slideMaster" Target="/ppt/slideMasters/slideMaster1.xml" Id="R88aca14d4b6f49d2" /><Relationship Type="http://schemas.openxmlformats.org/officeDocument/2006/relationships/notesMaster" Target="/ppt/notesMasters/notesMaster1.xml" Id="Rc7c4730d221341f3" /><Relationship Type="http://schemas.openxmlformats.org/officeDocument/2006/relationships/presProps" Target="/ppt/presProps.xml" Id="Rcec76740516340f8" /><Relationship Type="http://schemas.openxmlformats.org/officeDocument/2006/relationships/tableStyles" Target="/ppt/tableStyles.xml" Id="R7bdb056b33f64645" /><Relationship Type="http://schemas.openxmlformats.org/officeDocument/2006/relationships/slide" Target="/ppt/slides/slide1.xml" Id="R74cf7b2a9aa942e6" /><Relationship Type="http://schemas.openxmlformats.org/officeDocument/2006/relationships/slide" Target="/ppt/slides/slide2.xml" Id="R3b77f28296b5482a" /><Relationship Type="http://schemas.openxmlformats.org/officeDocument/2006/relationships/slide" Target="/ppt/slides/slide3.xml" Id="R8e652432ff7b4b09" /><Relationship Type="http://schemas.openxmlformats.org/officeDocument/2006/relationships/slide" Target="/ppt/slides/slide4.xml" Id="R201617f996534627" /><Relationship Type="http://schemas.openxmlformats.org/officeDocument/2006/relationships/slide" Target="/ppt/slides/slide5.xml" Id="R88b877ec3e0f4ac9" /><Relationship Type="http://schemas.openxmlformats.org/officeDocument/2006/relationships/slide" Target="/ppt/slides/slide6.xml" Id="R98f6aee3a65d490c" /><Relationship Type="http://schemas.openxmlformats.org/officeDocument/2006/relationships/slide" Target="/ppt/slides/slide7.xml" Id="R6a17bb9490ca495a" /><Relationship Type="http://schemas.openxmlformats.org/officeDocument/2006/relationships/slide" Target="/ppt/slides/slide8.xml" Id="Ra699d8b2cc894307" /><Relationship Type="http://schemas.openxmlformats.org/officeDocument/2006/relationships/slide" Target="/ppt/slides/slide9.xml" Id="Rb37960668a694967" /><Relationship Type="http://schemas.openxmlformats.org/officeDocument/2006/relationships/slide" Target="/ppt/slides/slide10.xml" Id="Rbe3706fd71e249a5" /><Relationship Type="http://schemas.openxmlformats.org/officeDocument/2006/relationships/slide" Target="/ppt/slides/slide11.xml" Id="R5a8c27aebe23475b" /><Relationship Type="http://schemas.openxmlformats.org/officeDocument/2006/relationships/slide" Target="/ppt/slides/slide12.xml" Id="R8b7835042512445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009df7b54e0417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605f52e095c4e59" /><Relationship Type="http://schemas.openxmlformats.org/officeDocument/2006/relationships/notesMaster" Target="/ppt/notesMasters/notesMaster1.xml" Id="R50165172ef9d417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cd92cbf8ada448c" /><Relationship Type="http://schemas.openxmlformats.org/officeDocument/2006/relationships/notesMaster" Target="/ppt/notesMasters/notesMaster1.xml" Id="Re86cb7e2c18240b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2c937813aac49ca" /><Relationship Type="http://schemas.openxmlformats.org/officeDocument/2006/relationships/notesMaster" Target="/ppt/notesMasters/notesMaster1.xml" Id="R83c2590de3174c3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80bf94852234a37" /><Relationship Type="http://schemas.openxmlformats.org/officeDocument/2006/relationships/notesMaster" Target="/ppt/notesMasters/notesMaster1.xml" Id="R15fdb44124054cb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10b8dbc02724631" /><Relationship Type="http://schemas.openxmlformats.org/officeDocument/2006/relationships/notesMaster" Target="/ppt/notesMasters/notesMaster1.xml" Id="R76b147cbb2ca47e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4f7d8e165e74930" /><Relationship Type="http://schemas.openxmlformats.org/officeDocument/2006/relationships/notesMaster" Target="/ppt/notesMasters/notesMaster1.xml" Id="Rc9cd6a66c2c245d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51c8938a3414a32" /><Relationship Type="http://schemas.openxmlformats.org/officeDocument/2006/relationships/notesMaster" Target="/ppt/notesMasters/notesMaster1.xml" Id="Rb61672240d184f8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1774eabfdd44c59" /><Relationship Type="http://schemas.openxmlformats.org/officeDocument/2006/relationships/notesMaster" Target="/ppt/notesMasters/notesMaster1.xml" Id="Rbf82589c2c3943a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b9df7a695704964" /><Relationship Type="http://schemas.openxmlformats.org/officeDocument/2006/relationships/notesMaster" Target="/ppt/notesMasters/notesMaster1.xml" Id="Ra2e8a0b7e5664ce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645c375e29f4715" /><Relationship Type="http://schemas.openxmlformats.org/officeDocument/2006/relationships/notesMaster" Target="/ppt/notesMasters/notesMaster1.xml" Id="R64c052eda21a497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2d37ff4742b4c92" /><Relationship Type="http://schemas.openxmlformats.org/officeDocument/2006/relationships/notesMaster" Target="/ppt/notesMasters/notesMaster1.xml" Id="R4f9ec5304c0a4a6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1a324d4a2744bc6" /><Relationship Type="http://schemas.openxmlformats.org/officeDocument/2006/relationships/notesMaster" Target="/ppt/notesMasters/notesMaster1.xml" Id="Rd17b072303c046b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7b2414b1a3f461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a4d55a7d51646a5" /><Relationship Type="http://schemas.openxmlformats.org/officeDocument/2006/relationships/slideLayout" Target="/ppt/slideLayouts/slideLayout1.xml" Id="R1f147b4e732c4bc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f147b4e732c4bc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43eea9e0494ed9" /><Relationship Type="http://schemas.openxmlformats.org/officeDocument/2006/relationships/notesSlide" Target="/ppt/notesSlides/notesSlide1.xml" Id="R22adef10c9cf430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5d06f88418468e" /><Relationship Type="http://schemas.openxmlformats.org/officeDocument/2006/relationships/notesSlide" Target="/ppt/notesSlides/notesSlide2.xml" Id="R0ced892771f540a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017e9983544031" /><Relationship Type="http://schemas.openxmlformats.org/officeDocument/2006/relationships/notesSlide" Target="/ppt/notesSlides/notesSlide3.xml" Id="Re97b00c379eb4ca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a6ef326c05494a" /><Relationship Type="http://schemas.openxmlformats.org/officeDocument/2006/relationships/notesSlide" Target="/ppt/notesSlides/notesSlide4.xml" Id="Rd32cbf46e8d7485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adb44d1e434874" /><Relationship Type="http://schemas.openxmlformats.org/officeDocument/2006/relationships/notesSlide" Target="/ppt/notesSlides/notesSlide5.xml" Id="R841af707009542a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dabd9b40354ce4" /><Relationship Type="http://schemas.openxmlformats.org/officeDocument/2006/relationships/notesSlide" Target="/ppt/notesSlides/notesSlide6.xml" Id="R1937e3bf820845f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026277c5d14f21" /><Relationship Type="http://schemas.openxmlformats.org/officeDocument/2006/relationships/notesSlide" Target="/ppt/notesSlides/notesSlide7.xml" Id="Rbc2c191906b340a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f0360e6b9c4f57" /><Relationship Type="http://schemas.openxmlformats.org/officeDocument/2006/relationships/notesSlide" Target="/ppt/notesSlides/notesSlide8.xml" Id="R9bcc3dd2fb034c4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096cc9b6594c2a" /><Relationship Type="http://schemas.openxmlformats.org/officeDocument/2006/relationships/notesSlide" Target="/ppt/notesSlides/notesSlide9.xml" Id="R83eed3b7b88a40e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de05a58a144f24" /><Relationship Type="http://schemas.openxmlformats.org/officeDocument/2006/relationships/notesSlide" Target="/ppt/notesSlides/notesSlide10.xml" Id="Rcc2b809abd1e4c0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f0dcadd2f74f5a" /><Relationship Type="http://schemas.openxmlformats.org/officeDocument/2006/relationships/notesSlide" Target="/ppt/notesSlides/notesSlide11.xml" Id="R21adb3e7dc354b9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0941ea15914815" /><Relationship Type="http://schemas.openxmlformats.org/officeDocument/2006/relationships/notesSlide" Target="/ppt/notesSlides/notesSlide12.xml" Id="R7d00a635cd73468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2E22B6-3B14-4688-B40D-9E4E8A064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533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6D28D9"/>
                </a:solidFill>
              </a:defRPr>
            </a:pPr>
            <a:r>
              <a:rPr sz="3450" b="1">
                <a:solidFill>
                  <a:srgbClr val="6D28D9"/>
                </a:solidFill>
              </a:rPr>
              <a:t>Experiment 11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09D0A8-212A-4FB8-A557-58F65DEBB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8001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2033"/>
                </a:solidFill>
              </a:defRPr>
            </a:pPr>
            <a:r>
              <a:rPr sz="2550" b="1">
                <a:solidFill>
                  <a:srgbClr val="182033"/>
                </a:solidFill>
              </a:rPr>
              <a:t>Only three ammeters and standard resistance are available in the laboratory. Using the same measure the single phase pow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974E38-9FFB-4DEB-BDAD-F9352C2FA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43250"/>
            <a:ext cx="619125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• Subject: Basic Electrical Lab</a:t>
            </a:r>
          </a:p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• Code: 1BBEEL107</a:t>
            </a:r>
          </a:p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• Depth pass: 7 -&gt; 12 slides</a:t>
            </a:r>
          </a:p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• Source basis: official syllabus; Official syllabus; no local prescribed textbook PDF matched for this module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3EBE13-9175-466E-B662-502BBE4C3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Aim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95F3A1-1694-4DAE-AD1A-5937C269A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27FBD4-48F3-4F76-A20F-1857B8378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Setup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90862E-B01C-47B1-A374-635603F2E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78D204-1FD0-40F2-92A6-9A47A888D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91A677-5BA0-457D-A3CC-AED9E72F4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585627-7763-45AB-9270-6CA22EA58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Observe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BAF84D-4280-4812-A303-CCD3B595E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4E327F-3151-4B59-8069-BAB8EDB69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Viva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BE2D99-3ACB-4F3B-9B27-92C85223D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Basic Electrical Lab</a:t>
            </a:r>
          </a:p>
        </p:txBody>
      </p:sp>
    </p:spTree>
    <p:extLst>
      <p:ext uri="{BB962C8B-B14F-4D97-AF65-F5344CB8AC3E}">
        <p14:creationId xmlns:p14="http://schemas.microsoft.com/office/powerpoint/2010/main" val="211723525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D00157-F80F-4FCA-90F4-BE8F14675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1BBEEL107 | Experiment 11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3767DF-C8A0-4C25-88F3-274CB2F2B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Aim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51AF4B-1DCB-4F5A-BFF4-5AE47A925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204023-2AD9-45E8-A65E-53A4DD8C5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670D2F-0347-4B5B-9756-2AF90346B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Only three ammeters and standard resistance are available in the laboratory. Using the same measure the single phase pow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State the measurable or demonstrable outcome before starting.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71D0A3-470B-467C-9BCA-183578511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Basic Electrical Lab</a:t>
            </a:r>
          </a:p>
        </p:txBody>
      </p:sp>
    </p:spTree>
    <p:extLst>
      <p:ext uri="{BB962C8B-B14F-4D97-AF65-F5344CB8AC3E}">
        <p14:creationId xmlns:p14="http://schemas.microsoft.com/office/powerpoint/2010/main" val="146115760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983832-1665-41AA-968F-A29686BCF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1BBEEL107 | Experiment 11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239A80-F2EA-4ECD-A6DC-8CE116F15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Theory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DC572D-F190-4273-A4D2-1FB4249F7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E9D948-3258-40C5-B677-46B9EC268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7924BD-688C-444C-B032-9AEEE893D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This experiment demonstrates Only three ammeters and standard resistance are available in the laboratory. Us....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Connect the observation to the principle, algorithm, circuit, setup, or design decision.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46F9BF-F39D-43E4-8FE4-ECD4A988B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9530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Only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414D90-54B6-4212-95FB-38A9454FB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1435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27FB29-FF60-4FEF-B7F4-324FFB4BE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49530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three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950784-C428-45E8-A7EB-CE167CB07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1435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E3D42B-1370-402C-982C-29E5BFAEF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49530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ammeters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691BB3-821B-4C72-BE26-2DE171F3C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1435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71A7BC-6DEC-49AF-BA20-49CA487B7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9530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standard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91919A-72C0-4128-BDE3-9E7547010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1435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B0046F-6D49-41C5-97D5-994FE9174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9530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resistance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1726AF-0DFC-4E89-8A8A-BC2598A0C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Basic Electrical Lab</a:t>
            </a:r>
          </a:p>
        </p:txBody>
      </p:sp>
    </p:spTree>
    <p:extLst>
      <p:ext uri="{BB962C8B-B14F-4D97-AF65-F5344CB8AC3E}">
        <p14:creationId xmlns:p14="http://schemas.microsoft.com/office/powerpoint/2010/main" val="104261585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DD762C-160C-4D87-AE40-01884B0FA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1BBEEL107 | Experiment 11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56458E-1490-4092-A2F7-4C69569FD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Tools and setup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F6A668-F2A2-4C2E-B845-DA1231A3A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AF3692-F133-4CAD-93C4-06B0A185E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E28A83-2F0B-41CC-985B-A19027AA7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Required apparatus/software/components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Observation table or lab record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Safety and calibration checklist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1D162E-1741-47B0-A780-02938F8F0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Basic Electrical Lab</a:t>
            </a:r>
          </a:p>
        </p:txBody>
      </p:sp>
    </p:spTree>
    <p:extLst>
      <p:ext uri="{BB962C8B-B14F-4D97-AF65-F5344CB8AC3E}">
        <p14:creationId xmlns:p14="http://schemas.microsoft.com/office/powerpoint/2010/main" val="77928564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3A68F5-25F5-4042-B8B1-0C355B0C8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1BBEEL107 | Experiment 11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865C75-54F8-41C1-A46A-DC454ED0F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F93F8D-4F1D-4BBA-A29F-334D705D7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0790BE-EBBC-44E4-A8AF-14AE0B62E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5/12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C1975A-D57F-4374-97C5-58F79D85D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Prepare the setup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Execute the steps in order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Record readings/output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Verify result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Conclude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DF4C10-441A-4881-B86B-A41323056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Basic Electrical Lab</a:t>
            </a:r>
          </a:p>
        </p:txBody>
      </p:sp>
    </p:spTree>
    <p:extLst>
      <p:ext uri="{BB962C8B-B14F-4D97-AF65-F5344CB8AC3E}">
        <p14:creationId xmlns:p14="http://schemas.microsoft.com/office/powerpoint/2010/main" val="144116391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CC58C9D-9C5A-4740-9495-2F9D9DDA4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1BBEEL107 | Experiment 11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76102D-2BC3-4239-821A-C7CF5FCD0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Algorithm / circuit / setup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F1F462-DC93-497D-9510-0999052F4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A65E5B-F42D-4C21-B89D-2DAD9EEF5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6/12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4B1779-C6FD-4EF9-9B72-5D2F48F79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9240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6AC5A4-1FE0-49BD-A581-C81E909FA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1145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8DC6DE-7860-44BE-A868-3FB2F3C9C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9240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3C5E37-69EF-4184-AF25-DC4F1C107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1145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0D5F73-9D14-4552-B771-EBA63D727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9240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66A19E-5F79-4B2C-932E-84C333404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1145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4DEA56-D5A0-4893-931B-B0D00D425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9240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Measurement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9FCB44-C106-448C-96A1-CE264BA95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1145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C11E30-1A17-4182-B590-EBBBDB275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9240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Result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A7BDF1-6C60-4E2D-B209-6AA91A852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000500"/>
            <a:ext cx="8953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Draw or write the working setup before execution.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Label inputs, outputs, units, and constraints.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D26B00-7B39-4520-AD0F-C06181C12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Basic Electrical Lab</a:t>
            </a:r>
          </a:p>
        </p:txBody>
      </p:sp>
    </p:spTree>
    <p:extLst>
      <p:ext uri="{BB962C8B-B14F-4D97-AF65-F5344CB8AC3E}">
        <p14:creationId xmlns:p14="http://schemas.microsoft.com/office/powerpoint/2010/main" val="17415805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BBD6052-C1C3-450D-97E8-16D377CC2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1BBEEL107 | Experiment 11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BAE300-1025-4DE0-85D6-D3C034C8B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Observation table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8E4763-5AB1-4E0F-BE65-E951F6E4C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4D18DB-AEA9-45C3-B888-4CB4AB38C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7/12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639E25-08D4-4891-ACD5-4AF4486C2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657350"/>
            <a:ext cx="152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Trial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D962F1-F8BC-412A-B330-F00784D4E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1657350"/>
            <a:ext cx="266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7FE5F5-7CA4-4432-AD95-7128B37C1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1657350"/>
            <a:ext cx="304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Observation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047265-DAEB-456A-A31C-C5597AF00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6573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Inference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7C8528-C1B3-4CB0-8CE6-C33BDA32C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09800"/>
            <a:ext cx="152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9E066E-7794-4B0D-8926-14E7D3F46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209800"/>
            <a:ext cx="266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77CBA7-918A-4915-A330-683DD008E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209800"/>
            <a:ext cx="304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AB264A-C4D5-47AB-AF1A-B7BAC0458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2098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949209-E70D-464D-B1E3-50BC4716E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62250"/>
            <a:ext cx="152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E77DBB-4E99-48A1-BE5E-E50965C38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762250"/>
            <a:ext cx="266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C3C0A8-AA29-420D-9A05-BE9085228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762250"/>
            <a:ext cx="304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51959F-1D2F-4E92-909C-7B2B47581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7622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3183F91-B636-4059-ABCD-99549EFC6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14700"/>
            <a:ext cx="152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8E39C60-D1F6-493F-865B-F0125D994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314700"/>
            <a:ext cx="266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833A24A-8029-4DF3-8DFB-E5F847B0C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314700"/>
            <a:ext cx="304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25D0578-1B1C-49ED-87ED-83F1DDC55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3147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3016FCB-75BA-44C0-BA24-FD9CFEE4F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67150"/>
            <a:ext cx="152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18BA524-3E17-4CAC-9FDB-2D2C3AAFA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867150"/>
            <a:ext cx="266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BD2E031-F5E9-44DF-ABCE-E8F076334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867150"/>
            <a:ext cx="304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18734D1-29F1-4694-B1B6-88E7CDA35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8671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69C15F6-5FC5-4CD4-B38A-71FABBB18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Basic Electrical Lab</a:t>
            </a:r>
          </a:p>
        </p:txBody>
      </p:sp>
    </p:spTree>
    <p:extLst>
      <p:ext uri="{BB962C8B-B14F-4D97-AF65-F5344CB8AC3E}">
        <p14:creationId xmlns:p14="http://schemas.microsoft.com/office/powerpoint/2010/main" val="76207587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B350ED-09EB-4C53-97A8-F8C7FD133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1BBEEL107 | Experiment 11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04087B-0FDE-4B96-850F-09BA207FD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Expected output / result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67B33E-EB9F-4A96-AD5F-315D0C705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9815A2-1C55-4256-8B4C-D74E04C72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8/12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5FD35C-A798-470D-B4BC-EE5D1901F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The result should match the stated aim and be explainable from the theory.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Record deviations and possible causes.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007F99-6247-4C42-AB21-E0B487C4B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Basic Electrical Lab</a:t>
            </a:r>
          </a:p>
        </p:txBody>
      </p:sp>
    </p:spTree>
    <p:extLst>
      <p:ext uri="{BB962C8B-B14F-4D97-AF65-F5344CB8AC3E}">
        <p14:creationId xmlns:p14="http://schemas.microsoft.com/office/powerpoint/2010/main" val="15563478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A5C46A-7605-4539-A34C-1CA3FD933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1BBEEL107 | Experiment 11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B3EE03-245D-4D12-AA3C-41718BEF3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Common errors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7275B6-802A-4E62-8CB6-21D57AA7A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D91CB9-7CDC-4A9F-8A6F-AA4CD08F1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9/12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ABA6EB-6C6B-4534-AF40-2DFA24E26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Wrong connection/input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No units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Skipping calibration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Unclear result statement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6E4D1F-EC60-48F4-A3E8-48A6DD320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Basic Electrical Lab</a:t>
            </a:r>
          </a:p>
        </p:txBody>
      </p:sp>
    </p:spTree>
    <p:extLst>
      <p:ext uri="{BB962C8B-B14F-4D97-AF65-F5344CB8AC3E}">
        <p14:creationId xmlns:p14="http://schemas.microsoft.com/office/powerpoint/2010/main" val="82263556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DF9990-9FA9-435C-B10C-A0493D786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1BBEEL107 | Experiment 11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B13120-675D-4654-B451-212171309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Viva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64D287-3F7F-4B95-B720-3207AF111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7AEEDD-47D6-4A88-94CB-C6C8C405D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10/12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414A1B-378C-4FB2-BF26-1B23A8C8A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What is the aim of Only three ammeters and standard resistance are...?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Which principle is used?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How is error detected?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What changes if input/setup changes?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BEA72D-367E-433B-88F3-61B192FE5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Basic Electrical Lab</a:t>
            </a:r>
          </a:p>
        </p:txBody>
      </p:sp>
    </p:spTree>
    <p:extLst>
      <p:ext uri="{BB962C8B-B14F-4D97-AF65-F5344CB8AC3E}">
        <p14:creationId xmlns:p14="http://schemas.microsoft.com/office/powerpoint/2010/main" val="114827160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5C58C5-8A97-4759-B224-9C234002E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1BBEEL107 | Experiment 11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641498-C0CE-4B9F-8420-34669FD95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Lab record checklist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A0518F-6610-4935-8331-CFB181096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72632A-5AFE-44A8-8C80-7A75109C4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11/12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5D0DD7-C4EE-4252-9992-784BA2041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Aim written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Theory summarized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Setup labeled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Observation complete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Result stated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FB42D0-8545-4F09-B5EE-DE5C209E7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Basic Electrical Lab</a:t>
            </a:r>
          </a:p>
        </p:txBody>
      </p:sp>
    </p:spTree>
    <p:extLst>
      <p:ext uri="{BB962C8B-B14F-4D97-AF65-F5344CB8AC3E}">
        <p14:creationId xmlns:p14="http://schemas.microsoft.com/office/powerpoint/2010/main" val="40058746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6C6B9C2-ED94-4F61-B947-D4EAF96AD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1BBEEL107 | Experiment 11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0FB70C-CA6D-48BF-9AEB-D2E09B71B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Experiment completion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A92CD3-4535-4FEA-8818-98AA41A89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0D98C0-46FE-49E0-A94A-002CD1D6C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12/12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15B4FB-552B-4295-8326-3494E0EEB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6192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Element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1D9853-676B-4F51-B7FD-6AD5BF72D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16192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Complete when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89036E-CF3F-4294-B961-12028D0CA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6192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Status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E914E7-0C8A-4818-9CC5-642085F1F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Aim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56C46C-C839-45B7-8B34-751607FE3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1526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Outcome is stated clearly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7A4DF6-DEDC-47E0-B031-68620B916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1526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COMPLETE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D4FC45-C354-4DFF-930E-FA6687DFB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860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Theory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A4315F-ED9A-4DF2-AD4B-852A2178E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6860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Principle is connected to result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5DD77B-01B7-45D4-B056-B566E8446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6860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COMPLETE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115547-DE89-4B50-90A8-5D3F4357B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194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8FDE89-35A8-46C3-ADDE-E011E61C2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2194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Steps can be followed safely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95D960-8890-4F25-9807-CF71C6C20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2194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COMPLETE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EC2F75-F357-4FD5-B0F1-13D6C0CB6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528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Observation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236E388-6E3B-416B-9D30-8DC5B36BB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7528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Values/output are recorded with units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F2F3DAF-F106-4D5B-8071-D7784B74C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7528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COMPLETE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F9C686F-4D37-4D76-BC2D-FF77E229E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862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Viva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7127D0A-ADA1-47E9-BFA8-65D8D6B66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2862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Student can defend the result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5C6ABBA-FC45-4BCA-A598-A3D0373C1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2862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COMPLETE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8F3ED19-E6FA-4441-8F3B-D57788D8C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Basic Electrical Lab</a:t>
            </a:r>
          </a:p>
        </p:txBody>
      </p:sp>
    </p:spTree>
    <p:extLst>
      <p:ext uri="{BB962C8B-B14F-4D97-AF65-F5344CB8AC3E}">
        <p14:creationId xmlns:p14="http://schemas.microsoft.com/office/powerpoint/2010/main" val="14074975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2026-08-24T16:02:24.0260000Z</dcterms:created>
  <dcterms:modified xsi:type="dcterms:W3CDTF">2026-08-24T16:02:24.0260000Z</dcterms:modified>
</coreProperties>
</file>