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f8b6d1028141b3" /><Relationship Type="http://schemas.openxmlformats.org/officeDocument/2006/relationships/extended-properties" Target="/docProps/app.xml" Id="R2cb6f0d7c60b4af1" /><Relationship Type="http://schemas.openxmlformats.org/officeDocument/2006/relationships/officeDocument" Target="/ppt/presentation.xml" Id="R8f85ece37d7749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95d0dc3564c5d"/>
  </p:sldMasterIdLst>
  <p:notesMasterIdLst>
    <p:notesMasterId xmlns:r="http://schemas.openxmlformats.org/officeDocument/2006/relationships" r:id="R8b8a3b064ff440db"/>
  </p:notesMasterIdLst>
  <p:sldIdLst>
    <p:sldId xmlns:r="http://schemas.openxmlformats.org/officeDocument/2006/relationships" id="256" r:id="R33f385a15676418b"/>
    <p:sldId xmlns:r="http://schemas.openxmlformats.org/officeDocument/2006/relationships" id="257" r:id="Rca62f6273cdd4d23"/>
    <p:sldId xmlns:r="http://schemas.openxmlformats.org/officeDocument/2006/relationships" id="258" r:id="Rdf27707d81454f01"/>
    <p:sldId xmlns:r="http://schemas.openxmlformats.org/officeDocument/2006/relationships" id="259" r:id="R49bada9aa06247a1"/>
    <p:sldId xmlns:r="http://schemas.openxmlformats.org/officeDocument/2006/relationships" id="260" r:id="Rd4684b09973c4cb3"/>
    <p:sldId xmlns:r="http://schemas.openxmlformats.org/officeDocument/2006/relationships" id="261" r:id="R5bb10ad0c70f4448"/>
    <p:sldId xmlns:r="http://schemas.openxmlformats.org/officeDocument/2006/relationships" id="262" r:id="R34030a9f4147406c"/>
    <p:sldId xmlns:r="http://schemas.openxmlformats.org/officeDocument/2006/relationships" id="263" r:id="R3fcc24ecd77c4401"/>
    <p:sldId xmlns:r="http://schemas.openxmlformats.org/officeDocument/2006/relationships" id="264" r:id="R6ed5456f0887457d"/>
    <p:sldId xmlns:r="http://schemas.openxmlformats.org/officeDocument/2006/relationships" id="265" r:id="R58ca20e84d41498b"/>
    <p:sldId xmlns:r="http://schemas.openxmlformats.org/officeDocument/2006/relationships" id="266" r:id="R2642efeee3354b59"/>
    <p:sldId xmlns:r="http://schemas.openxmlformats.org/officeDocument/2006/relationships" id="267" r:id="R2fe8f8f8fd77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d4e6dd82e48bc" /><Relationship Type="http://schemas.openxmlformats.org/officeDocument/2006/relationships/slideMaster" Target="/ppt/slideMasters/slideMaster1.xml" Id="R45095d0dc3564c5d" /><Relationship Type="http://schemas.openxmlformats.org/officeDocument/2006/relationships/notesMaster" Target="/ppt/notesMasters/notesMaster1.xml" Id="R8b8a3b064ff440db" /><Relationship Type="http://schemas.openxmlformats.org/officeDocument/2006/relationships/presProps" Target="/ppt/presProps.xml" Id="R75883eb0d6a94831" /><Relationship Type="http://schemas.openxmlformats.org/officeDocument/2006/relationships/tableStyles" Target="/ppt/tableStyles.xml" Id="Rf58e8d7f84714456" /><Relationship Type="http://schemas.openxmlformats.org/officeDocument/2006/relationships/slide" Target="/ppt/slides/slide1.xml" Id="R33f385a15676418b" /><Relationship Type="http://schemas.openxmlformats.org/officeDocument/2006/relationships/slide" Target="/ppt/slides/slide2.xml" Id="Rca62f6273cdd4d23" /><Relationship Type="http://schemas.openxmlformats.org/officeDocument/2006/relationships/slide" Target="/ppt/slides/slide3.xml" Id="Rdf27707d81454f01" /><Relationship Type="http://schemas.openxmlformats.org/officeDocument/2006/relationships/slide" Target="/ppt/slides/slide4.xml" Id="R49bada9aa06247a1" /><Relationship Type="http://schemas.openxmlformats.org/officeDocument/2006/relationships/slide" Target="/ppt/slides/slide5.xml" Id="Rd4684b09973c4cb3" /><Relationship Type="http://schemas.openxmlformats.org/officeDocument/2006/relationships/slide" Target="/ppt/slides/slide6.xml" Id="R5bb10ad0c70f4448" /><Relationship Type="http://schemas.openxmlformats.org/officeDocument/2006/relationships/slide" Target="/ppt/slides/slide7.xml" Id="R34030a9f4147406c" /><Relationship Type="http://schemas.openxmlformats.org/officeDocument/2006/relationships/slide" Target="/ppt/slides/slide8.xml" Id="R3fcc24ecd77c4401" /><Relationship Type="http://schemas.openxmlformats.org/officeDocument/2006/relationships/slide" Target="/ppt/slides/slide9.xml" Id="R6ed5456f0887457d" /><Relationship Type="http://schemas.openxmlformats.org/officeDocument/2006/relationships/slide" Target="/ppt/slides/slide10.xml" Id="R58ca20e84d41498b" /><Relationship Type="http://schemas.openxmlformats.org/officeDocument/2006/relationships/slide" Target="/ppt/slides/slide11.xml" Id="R2642efeee3354b59" /><Relationship Type="http://schemas.openxmlformats.org/officeDocument/2006/relationships/slide" Target="/ppt/slides/slide12.xml" Id="R2fe8f8f8fd77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30cf0a394a4b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8a3533bedd4ca1" /><Relationship Type="http://schemas.openxmlformats.org/officeDocument/2006/relationships/notesMaster" Target="/ppt/notesMasters/notesMaster1.xml" Id="R9435eebb482b45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2d229d13b2402e" /><Relationship Type="http://schemas.openxmlformats.org/officeDocument/2006/relationships/notesMaster" Target="/ppt/notesMasters/notesMaster1.xml" Id="R3bf47ebbf6db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c86dbd74f4d2e" /><Relationship Type="http://schemas.openxmlformats.org/officeDocument/2006/relationships/notesMaster" Target="/ppt/notesMasters/notesMaster1.xml" Id="R96c2bdb1e6c945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2b5a8f10b46d2" /><Relationship Type="http://schemas.openxmlformats.org/officeDocument/2006/relationships/notesMaster" Target="/ppt/notesMasters/notesMaster1.xml" Id="Rf32b490eb29940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7f78b634174f80" /><Relationship Type="http://schemas.openxmlformats.org/officeDocument/2006/relationships/notesMaster" Target="/ppt/notesMasters/notesMaster1.xml" Id="R5a03d551f22744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fc418f9d3347a2" /><Relationship Type="http://schemas.openxmlformats.org/officeDocument/2006/relationships/notesMaster" Target="/ppt/notesMasters/notesMaster1.xml" Id="Re09abd79ddcb42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40e6465ed84219" /><Relationship Type="http://schemas.openxmlformats.org/officeDocument/2006/relationships/notesMaster" Target="/ppt/notesMasters/notesMaster1.xml" Id="Rd5299ced992244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2e0563ccb944c0" /><Relationship Type="http://schemas.openxmlformats.org/officeDocument/2006/relationships/notesMaster" Target="/ppt/notesMasters/notesMaster1.xml" Id="Rddfead326f8142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4219159d4b449b" /><Relationship Type="http://schemas.openxmlformats.org/officeDocument/2006/relationships/notesMaster" Target="/ppt/notesMasters/notesMaster1.xml" Id="Ra92a5903c6544b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9107f07b494689" /><Relationship Type="http://schemas.openxmlformats.org/officeDocument/2006/relationships/notesMaster" Target="/ppt/notesMasters/notesMaster1.xml" Id="Re5e945fc28224f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6d43c712104333" /><Relationship Type="http://schemas.openxmlformats.org/officeDocument/2006/relationships/notesMaster" Target="/ppt/notesMasters/notesMaster1.xml" Id="R2c4a57b5058842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92fbd6d34644ec" /><Relationship Type="http://schemas.openxmlformats.org/officeDocument/2006/relationships/notesMaster" Target="/ppt/notesMasters/notesMaster1.xml" Id="Rd2f3dc303f87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d3fcb3edf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c5510344746ec" /><Relationship Type="http://schemas.openxmlformats.org/officeDocument/2006/relationships/slideLayout" Target="/ppt/slideLayouts/slideLayout1.xml" Id="R35d9207ab0c442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9207ab0c442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352aa2c954291" /><Relationship Type="http://schemas.openxmlformats.org/officeDocument/2006/relationships/notesSlide" Target="/ppt/notesSlides/notesSlide1.xml" Id="R47fc5eb8137546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6e233598d4fce" /><Relationship Type="http://schemas.openxmlformats.org/officeDocument/2006/relationships/notesSlide" Target="/ppt/notesSlides/notesSlide2.xml" Id="Ra3e8f4be4c7b48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f7b80f8c04242" /><Relationship Type="http://schemas.openxmlformats.org/officeDocument/2006/relationships/notesSlide" Target="/ppt/notesSlides/notesSlide3.xml" Id="R777094ec827542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81860ae244f24" /><Relationship Type="http://schemas.openxmlformats.org/officeDocument/2006/relationships/notesSlide" Target="/ppt/notesSlides/notesSlide4.xml" Id="Rf2aa343246c040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461ffb3214df9" /><Relationship Type="http://schemas.openxmlformats.org/officeDocument/2006/relationships/notesSlide" Target="/ppt/notesSlides/notesSlide5.xml" Id="R0d48b67b202745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1627a8c9442d4" /><Relationship Type="http://schemas.openxmlformats.org/officeDocument/2006/relationships/notesSlide" Target="/ppt/notesSlides/notesSlide6.xml" Id="R8b7bd671a92047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0aebeb0a4ad5" /><Relationship Type="http://schemas.openxmlformats.org/officeDocument/2006/relationships/notesSlide" Target="/ppt/notesSlides/notesSlide7.xml" Id="R6c1c18c467df48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2d4df947d452e" /><Relationship Type="http://schemas.openxmlformats.org/officeDocument/2006/relationships/notesSlide" Target="/ppt/notesSlides/notesSlide8.xml" Id="Rf45fa3f7420642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a2cad123b4130" /><Relationship Type="http://schemas.openxmlformats.org/officeDocument/2006/relationships/notesSlide" Target="/ppt/notesSlides/notesSlide9.xml" Id="Ra9e94b4aab7049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d0f4e3b8b455a" /><Relationship Type="http://schemas.openxmlformats.org/officeDocument/2006/relationships/notesSlide" Target="/ppt/notesSlides/notesSlide10.xml" Id="Rbc49e43e26ce43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15faf78ed4afa" /><Relationship Type="http://schemas.openxmlformats.org/officeDocument/2006/relationships/notesSlide" Target="/ppt/notesSlides/notesSlide11.xml" Id="R11e2ef49161c40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85e2055cb43b4" /><Relationship Type="http://schemas.openxmlformats.org/officeDocument/2006/relationships/notesSlide" Target="/ppt/notesSlides/notesSlide12.xml" Id="R31980684f8fe41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AB6C8-2418-4988-AAFB-CF706E3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A5210-F939-4D71-978C-762A2CBB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Verification of Ohm's law and Kirchhoff's laws.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7F3D-41D9-45D9-97E3-5FE94857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27BB6-C2CF-4F8A-AC14-50586E3C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D8D7E-0BCC-4B4E-8A5F-45818174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98E72-3639-47BD-939D-AA2BC6D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5DB34-9E0F-4538-A253-AAB3473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5F732-A8BF-4077-A8E9-804B4C5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0591E-53C0-4D30-B5DA-B88DBACD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1A158-B334-42E7-A42F-041C933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21CFB-BE77-4E6E-8853-B080C7AB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424DD-0711-4165-A3C1-1B6BF17D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E1E12-1B6E-4A86-80DA-EE455DE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17334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32050-1785-4B12-9EF2-36AE879C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69828-5424-484E-B815-1F79A34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90FDA-4723-49EF-A18D-A318834B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0A5D9-A222-4568-A5A5-151C39D0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3FFA-465B-4F37-BDD1-82DBCFC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Verification of Ohm's law and Kirchhoff's laws.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E6B4A-5AE5-448B-AF6F-D4011F77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4402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47106-57C3-4AD4-A360-5E170F9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BC769-1738-435E-9ABB-211C879E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E1EA7-3C83-458C-BE6C-4EF0004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CB19C-E073-4AFE-BD6C-803A41AC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CE903-D8B6-42FB-BBF9-B329096E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Verification of Ohm's law and Kirchhoff's laws..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A359E-E976-4EAF-A429-8BBE0F5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EA96E-92F6-44C0-8E34-B784071A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40C48-8791-4E68-A61F-534C0A88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Kirchhoff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C92E7-B95C-4E2D-BC7D-7590CF49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DE210-4901-4A22-8501-7F2EF8CF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laws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25F91-F8AB-4B4B-8A1C-209C55DE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36717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B48FA-05B8-45B5-97DA-A573218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4DFFF-51AB-468F-8C60-06033E9E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8DF74-CF68-49AD-A080-3338C85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26050-CFC9-41E1-B605-15BB19A5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AC04F-3B8B-4232-B6A1-6E7A6D1D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74D3A-B345-454B-A176-137596AA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397697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47043-4023-43C5-BFB0-95DDB605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26E88-9D64-47EF-A47E-5837F6A3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4E571-C43C-408D-B76F-5C1A291D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9AEA6-EF19-4562-B25C-03D3665B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63B23-4530-4AF4-A4F4-B262B76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DF29D-FA0D-4C7D-AED6-FA7F2A5D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23515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72FFD-CA26-4B2F-B99C-5BBB0A4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6E7E6-AF86-46CA-9020-92A3D371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55EE6-CF1C-435D-A2BF-B9F411AB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1086C-80BA-46A4-BF3B-D987477B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16D57-C684-4243-B4BD-DCF3322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BBCCD-94D7-4297-8EB3-991288C9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81F90-3125-4A97-A146-724E74B1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D0FDD-7F8A-452F-81D4-D086484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50CEA-F196-4012-BE58-34950B7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1EA87-3CB4-4C6A-B5DC-D73089B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8FF42-A0EB-4874-8992-9007C3B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D015C-709F-4BD8-A432-6D3E6290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EF8C7-8788-4826-8A7A-6B8691D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8BED2-9DA7-4AA8-89BC-B023EF2A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8A39C-D6D2-4ED1-94BD-0603B5A1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11976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1CDA1D-366C-4F0C-A982-D1C95DE0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37ED0-7EB4-4935-88CF-F6FCB0F7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5F4D3-8ABC-4309-80AA-88476E06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34FD0-B16A-4801-B3EC-2B7D8860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E950-B5C4-4805-954B-F83A924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D350F-7791-4AC0-96B2-A6C87FF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863D-7D99-4D67-A808-180F809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9E98-8D45-48F4-A06F-8F7F53F0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DCC06-401E-4920-8322-156489EF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E03AF-B967-48F6-A9D2-59D2DDA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D3A0B-471D-484D-9989-A485F768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0821F-D236-40C0-8690-9F029D58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71500-AB73-4DAE-80B9-4079498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BFC7D-DFC8-4BAC-9DBE-8D455FE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8A3D4-09A3-4498-AC9B-3CD5E547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4BA27-66E5-43DA-B473-5EB1E690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23541-DC91-484E-B627-198AEAE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38BF0-2B98-443B-8E3A-F6341719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03CAF-7C20-49A5-8B3E-3063F31F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C2A48-92B8-49A1-8995-01298FAC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F7450-7BA5-47A6-9A86-1C7573D8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0EAA7-2DC1-4F26-BF99-F6F5A4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4C582-6005-4A61-9826-4DEE3B5A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9EAFA-2EA1-4EEF-85B3-4D5D030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C8D7D-55E4-41B8-88B1-427797E1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238813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7125C-F0E8-476E-94AE-E925708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A3B0E-8658-4F46-8953-DAD88591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B4192-1743-4FFB-93EE-16943556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E85F7-A13E-428B-9139-1CB73E8E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BB753-4370-4D75-AD7B-A65560B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3E374-C298-4916-ADD3-7D669192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60153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04960-0779-462D-9D58-31F29764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42E50-D542-421B-B0DB-25B6F27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682A-A630-48B9-BA2E-02B36010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CE9FC-9D73-4710-9358-CA119CF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99A4A-CB9A-4B00-A257-E7BB3F9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07CBF-BE9A-4757-A459-E00767A4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93152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59604-DFFB-44BD-AD68-C2CF353E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6B242-8A25-44A1-90D2-F775707B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D7DB2-F2FB-4416-A3F6-1F4911A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E37EF-239A-4F14-B25F-E0F0C849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2CA8A-FE79-43EF-A829-DFD9DF7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Verification of Ohm's law and Kirchhoff's laws.?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B7945-DB15-4C67-89E2-F19F521E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22289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FEE5-56DB-4746-94C5-FD9BA5C5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2F806-5263-4A80-9DDE-D6475ABD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14263-B602-4A97-9072-E0755A02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20477-9754-417F-85A0-F1824524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FB518-A390-43DB-837B-2EEDFDB0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D1D86-A9E9-4011-81CF-708E6206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602012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28D24-A415-448F-873E-57C1EC62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5CBC-736A-4EDA-8389-DF6FAB2A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7D64A-4246-4576-9B32-89DD71F7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EB426-2846-4B82-B494-89213BC6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28695-45CE-480A-A246-DCE5B1C0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889EF-FE53-4EA4-8C02-8DC08E82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78DD5-CBCF-4352-91E0-5AB8231F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7A63C-6189-4205-AA66-AB3A573D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B91B9-408F-4AC9-8380-84D8AE0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7BD60-5858-42EC-830F-2E7713C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D45EA-EEB6-4D91-8C71-13690C3B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40E51-675F-43BE-9EA2-84F8F5D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33B0D-E5F1-4AF9-9BD2-19ECDE6C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FCC6-E4D0-478B-946E-6BF318CD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D2889-B7D3-4AB3-81F8-3F5A8D31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7EA11-1F52-4DF3-BAB0-8A05F1EC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1F5F1-0680-482D-84E7-98C7D4E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64CA8-1B60-4D37-A1D5-CFE41D3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E4788-3453-4C44-A015-CEE85315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FAC7A-745B-4E99-AEC5-ED590DD3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2A871-E64C-4988-82A6-4E6CEA0F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8B641-67C0-4884-86E3-26405BC9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78E98-A559-497E-A7C9-BF0689BD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214876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2026-08-24T16:02:23.3760000Z</dcterms:created>
  <dcterms:modified xsi:type="dcterms:W3CDTF">2026-08-24T16:02:23.3760000Z</dcterms:modified>
</coreProperties>
</file>