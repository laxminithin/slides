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9232c65d9f4365" /><Relationship Type="http://schemas.openxmlformats.org/officeDocument/2006/relationships/extended-properties" Target="/docProps/app.xml" Id="Rcf15f9b07e9844ac" /><Relationship Type="http://schemas.openxmlformats.org/officeDocument/2006/relationships/officeDocument" Target="/ppt/presentation.xml" Id="Rd553aa7e284640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fcbc31e0d24730"/>
  </p:sldMasterIdLst>
  <p:notesMasterIdLst>
    <p:notesMasterId xmlns:r="http://schemas.openxmlformats.org/officeDocument/2006/relationships" r:id="R9080f88b70d54704"/>
  </p:notesMasterIdLst>
  <p:sldIdLst>
    <p:sldId xmlns:r="http://schemas.openxmlformats.org/officeDocument/2006/relationships" id="256" r:id="R36ec97fab8564145"/>
    <p:sldId xmlns:r="http://schemas.openxmlformats.org/officeDocument/2006/relationships" id="257" r:id="Rc1b701c38e524673"/>
    <p:sldId xmlns:r="http://schemas.openxmlformats.org/officeDocument/2006/relationships" id="258" r:id="Rca80359624034146"/>
    <p:sldId xmlns:r="http://schemas.openxmlformats.org/officeDocument/2006/relationships" id="259" r:id="R0ac15efd064c4986"/>
    <p:sldId xmlns:r="http://schemas.openxmlformats.org/officeDocument/2006/relationships" id="260" r:id="R554e41954f3f49bb"/>
    <p:sldId xmlns:r="http://schemas.openxmlformats.org/officeDocument/2006/relationships" id="261" r:id="R8005223e683b42e0"/>
    <p:sldId xmlns:r="http://schemas.openxmlformats.org/officeDocument/2006/relationships" id="262" r:id="R33b75255b2cc4531"/>
    <p:sldId xmlns:r="http://schemas.openxmlformats.org/officeDocument/2006/relationships" id="263" r:id="R9dd3820ae06c4b96"/>
    <p:sldId xmlns:r="http://schemas.openxmlformats.org/officeDocument/2006/relationships" id="264" r:id="R0dde3eb1bc4a474f"/>
    <p:sldId xmlns:r="http://schemas.openxmlformats.org/officeDocument/2006/relationships" id="265" r:id="R20b4194ea6224463"/>
    <p:sldId xmlns:r="http://schemas.openxmlformats.org/officeDocument/2006/relationships" id="266" r:id="Rfba9f0f70afc4668"/>
    <p:sldId xmlns:r="http://schemas.openxmlformats.org/officeDocument/2006/relationships" id="267" r:id="R8a3e5ea51ba948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ec3dbf86db4949" /><Relationship Type="http://schemas.openxmlformats.org/officeDocument/2006/relationships/slideMaster" Target="/ppt/slideMasters/slideMaster1.xml" Id="R2cfcbc31e0d24730" /><Relationship Type="http://schemas.openxmlformats.org/officeDocument/2006/relationships/notesMaster" Target="/ppt/notesMasters/notesMaster1.xml" Id="R9080f88b70d54704" /><Relationship Type="http://schemas.openxmlformats.org/officeDocument/2006/relationships/presProps" Target="/ppt/presProps.xml" Id="R08002f9b19e64fd8" /><Relationship Type="http://schemas.openxmlformats.org/officeDocument/2006/relationships/tableStyles" Target="/ppt/tableStyles.xml" Id="Rd0c502a83e6d4855" /><Relationship Type="http://schemas.openxmlformats.org/officeDocument/2006/relationships/slide" Target="/ppt/slides/slide1.xml" Id="R36ec97fab8564145" /><Relationship Type="http://schemas.openxmlformats.org/officeDocument/2006/relationships/slide" Target="/ppt/slides/slide2.xml" Id="Rc1b701c38e524673" /><Relationship Type="http://schemas.openxmlformats.org/officeDocument/2006/relationships/slide" Target="/ppt/slides/slide3.xml" Id="Rca80359624034146" /><Relationship Type="http://schemas.openxmlformats.org/officeDocument/2006/relationships/slide" Target="/ppt/slides/slide4.xml" Id="R0ac15efd064c4986" /><Relationship Type="http://schemas.openxmlformats.org/officeDocument/2006/relationships/slide" Target="/ppt/slides/slide5.xml" Id="R554e41954f3f49bb" /><Relationship Type="http://schemas.openxmlformats.org/officeDocument/2006/relationships/slide" Target="/ppt/slides/slide6.xml" Id="R8005223e683b42e0" /><Relationship Type="http://schemas.openxmlformats.org/officeDocument/2006/relationships/slide" Target="/ppt/slides/slide7.xml" Id="R33b75255b2cc4531" /><Relationship Type="http://schemas.openxmlformats.org/officeDocument/2006/relationships/slide" Target="/ppt/slides/slide8.xml" Id="R9dd3820ae06c4b96" /><Relationship Type="http://schemas.openxmlformats.org/officeDocument/2006/relationships/slide" Target="/ppt/slides/slide9.xml" Id="R0dde3eb1bc4a474f" /><Relationship Type="http://schemas.openxmlformats.org/officeDocument/2006/relationships/slide" Target="/ppt/slides/slide10.xml" Id="R20b4194ea6224463" /><Relationship Type="http://schemas.openxmlformats.org/officeDocument/2006/relationships/slide" Target="/ppt/slides/slide11.xml" Id="Rfba9f0f70afc4668" /><Relationship Type="http://schemas.openxmlformats.org/officeDocument/2006/relationships/slide" Target="/ppt/slides/slide12.xml" Id="R8a3e5ea51ba948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1361ecee3843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b17e9b3b624e0c" /><Relationship Type="http://schemas.openxmlformats.org/officeDocument/2006/relationships/notesMaster" Target="/ppt/notesMasters/notesMaster1.xml" Id="R49f47e0b246f41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c59fec46024fd6" /><Relationship Type="http://schemas.openxmlformats.org/officeDocument/2006/relationships/notesMaster" Target="/ppt/notesMasters/notesMaster1.xml" Id="Rcfb7ce3cdbd747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425f3c2d5747c3" /><Relationship Type="http://schemas.openxmlformats.org/officeDocument/2006/relationships/notesMaster" Target="/ppt/notesMasters/notesMaster1.xml" Id="R571679238fc94c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1fea73a4ce441c" /><Relationship Type="http://schemas.openxmlformats.org/officeDocument/2006/relationships/notesMaster" Target="/ppt/notesMasters/notesMaster1.xml" Id="R45875280503441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2a16498ee0476c" /><Relationship Type="http://schemas.openxmlformats.org/officeDocument/2006/relationships/notesMaster" Target="/ppt/notesMasters/notesMaster1.xml" Id="Rb1cf17b093af40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4c75e15c6b4e0b" /><Relationship Type="http://schemas.openxmlformats.org/officeDocument/2006/relationships/notesMaster" Target="/ppt/notesMasters/notesMaster1.xml" Id="R3dfc5514fb054d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121894939544cb" /><Relationship Type="http://schemas.openxmlformats.org/officeDocument/2006/relationships/notesMaster" Target="/ppt/notesMasters/notesMaster1.xml" Id="R3239f4e0d86b43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b182c9607c43f4" /><Relationship Type="http://schemas.openxmlformats.org/officeDocument/2006/relationships/notesMaster" Target="/ppt/notesMasters/notesMaster1.xml" Id="Ra00ab26ecc2741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6eb4038fe1457e" /><Relationship Type="http://schemas.openxmlformats.org/officeDocument/2006/relationships/notesMaster" Target="/ppt/notesMasters/notesMaster1.xml" Id="Rfe9966c0026843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a0e17d56564ebe" /><Relationship Type="http://schemas.openxmlformats.org/officeDocument/2006/relationships/notesMaster" Target="/ppt/notesMasters/notesMaster1.xml" Id="R981603fdbdf64c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b9e490fb2964084" /><Relationship Type="http://schemas.openxmlformats.org/officeDocument/2006/relationships/notesMaster" Target="/ppt/notesMasters/notesMaster1.xml" Id="R74a5af47e813498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8c0cd0b8374618" /><Relationship Type="http://schemas.openxmlformats.org/officeDocument/2006/relationships/notesMaster" Target="/ppt/notesMasters/notesMaster1.xml" Id="Ra73dbccafee345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f3a7d736e94d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b536ccc7f84799" /><Relationship Type="http://schemas.openxmlformats.org/officeDocument/2006/relationships/slideLayout" Target="/ppt/slideLayouts/slideLayout1.xml" Id="R0217e8ab899d44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17e8ab899d44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5b3a5c3684030" /><Relationship Type="http://schemas.openxmlformats.org/officeDocument/2006/relationships/notesSlide" Target="/ppt/notesSlides/notesSlide1.xml" Id="Rcce91785bc184a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215896a264bc1" /><Relationship Type="http://schemas.openxmlformats.org/officeDocument/2006/relationships/notesSlide" Target="/ppt/notesSlides/notesSlide2.xml" Id="Rd58837fdf5654e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8648b6b374517" /><Relationship Type="http://schemas.openxmlformats.org/officeDocument/2006/relationships/notesSlide" Target="/ppt/notesSlides/notesSlide3.xml" Id="R1a6f8bf81ed843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2c1c638754ac3" /><Relationship Type="http://schemas.openxmlformats.org/officeDocument/2006/relationships/notesSlide" Target="/ppt/notesSlides/notesSlide4.xml" Id="R046110e660844d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b9c4aa29724647" /><Relationship Type="http://schemas.openxmlformats.org/officeDocument/2006/relationships/notesSlide" Target="/ppt/notesSlides/notesSlide5.xml" Id="R4110d07c133a40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b03df27934064" /><Relationship Type="http://schemas.openxmlformats.org/officeDocument/2006/relationships/notesSlide" Target="/ppt/notesSlides/notesSlide6.xml" Id="R64fb57fc37024f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f0aac04fcd4b46" /><Relationship Type="http://schemas.openxmlformats.org/officeDocument/2006/relationships/notesSlide" Target="/ppt/notesSlides/notesSlide7.xml" Id="R38f962df63f343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8990fe4f2743d1" /><Relationship Type="http://schemas.openxmlformats.org/officeDocument/2006/relationships/notesSlide" Target="/ppt/notesSlides/notesSlide8.xml" Id="Rced86bb63f3b4e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00ca9438b4367" /><Relationship Type="http://schemas.openxmlformats.org/officeDocument/2006/relationships/notesSlide" Target="/ppt/notesSlides/notesSlide9.xml" Id="Rc8cdf2f05396407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1d05092ec4b26" /><Relationship Type="http://schemas.openxmlformats.org/officeDocument/2006/relationships/notesSlide" Target="/ppt/notesSlides/notesSlide10.xml" Id="R354a0e4a4d29402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81dd69cac4aeb" /><Relationship Type="http://schemas.openxmlformats.org/officeDocument/2006/relationships/notesSlide" Target="/ppt/notesSlides/notesSlide11.xml" Id="Rd2f6f45a3de243b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c8c5b9a934f10" /><Relationship Type="http://schemas.openxmlformats.org/officeDocument/2006/relationships/notesSlide" Target="/ppt/notesSlides/notesSlide12.xml" Id="R998dc470453849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E3E493-9A1F-495D-90AB-D35B5CF2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314FD-3181-4F8A-881F-8D076F55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Measurement of resistance, inductance, impedance, power and power factor using voltmeter, ammeter and wattmeter in singl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B1BB9-BF71-4ADC-9A62-1F332F79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Basic Electrical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1BBEEL107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6F2D39-0BE0-4D9C-95F6-8DDC2FB1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DC5E9C-B60C-4939-A3B4-9F361428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5D41D-1946-407F-810C-ABE0F6D8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E5FC21-7669-4F3B-8728-80B0751B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671630-A81F-4558-89DB-5573F69A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9DBD98-F0CA-43BF-AB8B-9BD75224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629A6F-7ECD-4863-827D-4BBCE55F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EA7F8A-3233-4211-B920-239E2482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C48C55-53C0-47E3-BBAC-5299F7FD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E8B128-51B1-4FA7-AFF4-F1DA206A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9522983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D19889-0E1E-4F74-BED3-40040A0F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B0D90-ED03-4DC5-8E7C-241A6E8C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0058A-93E0-4DF6-AEB2-C3030F76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03195-E864-4C62-9B21-507A7A92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4CD16F-49DA-4CD4-849D-A29EFA82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Measurement of resistance, inductance, impedance, power and power factor using voltmeter, ammeter and wattmeter in singl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D8ABD-7142-4EEB-94C8-2CB0564E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5344576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1B218B-A3CF-424D-AEC9-F4E0F300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A9125-8A93-4381-B46E-1C6F3346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E13260-5FDB-4792-8809-A1334572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3E82F6-3DAE-4390-8A5A-7EC23E23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52D17B-33BD-40B3-9213-2291A830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Measurement of resistance, inductance, impedance, power and power factor using....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B92BA-0407-4DF8-8AD4-5B9E1F5F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8AD575-B29A-4D4F-98AC-9ADC68CF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33E19A-2171-4248-A3D7-F8440E7E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resistance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E616E9-3A08-40D3-BAFC-9AF3F761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3263FC-D38C-4F9B-B0A6-3E14AE77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inductance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22194B-2948-4C60-ABD1-558FF576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8703C1-CBF9-44D5-BDB2-EB7C4D04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impedance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8C811D-E890-4565-B571-FE9CF103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B2890F-0DC4-4AC4-9CA3-3626757F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power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4C7562-AAE6-4D9D-870F-110570B6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6944611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E4603-9237-42AC-94A3-F37A5E99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7018C-B97F-4EEB-968E-C96666C3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16D4EA-7060-47FC-A09D-D025980E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56AC99-4A84-4645-88B6-146BAC38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3E4B0-788D-4BBF-BE93-B686C864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415763-D2D7-4D75-9E79-4B61900C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20156167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DD686A-6BBD-4EE4-B13A-D75442ED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049C4-C940-4E0E-B42B-CA71D0E9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2E475-01EE-4B3B-9162-C548DE24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F9145E-5B66-49E1-B111-A090B4EF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69E4E2-0D47-4E51-AFA4-C411D9FB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BD34EF-CE46-40E3-8266-DEE03ADC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4387041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3D3B4F-C27F-4841-B6F9-3581C311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5B47CE-FDCC-42E4-A6AD-2807684C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F00B5F-71A2-48E0-8333-31B89C08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E281A5-682F-4200-BD9A-62B7850D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A2C82-8703-43B4-905B-851C563A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617CE-0C67-4D9E-818F-C25629ED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22BCCB-4C85-48BD-B18F-337DA123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BF060C-B172-4F9B-A7E6-CD983405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F9FD20-17D7-4C1A-BD81-D2A0A567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ACC187-4EA1-4ECB-8CC7-EA6FF8BA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0FB683-6B76-4265-B906-4FEA4930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073D80-45F0-4ED1-A086-176B81B2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88B78A-853B-415E-9FA8-EE311A60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6FC211-AC7A-4498-AC27-89DD0484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AC93B2-5735-4540-B069-5262C361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3741812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BD24D6-36B6-45D7-A6EB-E984FE5B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56228D-FFAB-4207-A611-83ABCC4A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997DFD-AB91-478B-B0C6-097C1960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3333C9-E18B-4414-BEF7-FD1AEB7A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9A886-51A2-4390-8959-733A2223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5036D-ABBE-4188-A07D-A5B67354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13877-0ED1-4628-B5DC-C338CFB6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64CD20-E1EB-494E-9686-3E4B52EF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2A4509-8057-4A0D-97C2-1D20EB6A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5068AB-A26A-4309-943B-F18D7E39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E5724A-524C-47DD-80B2-57933736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84D390-9399-418F-8F53-B06FEC7F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7DDDEB-79AF-44A6-A10A-73CF07ED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AE0A4D-3359-42D5-B5E1-364A0541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1CA382-6F09-4691-9EBC-F90B9362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0B0713-3260-4CB6-9DDB-AFE01AA1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E26B24-1F75-4ACA-9DD9-1DE76A78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8E2EC9-6C8A-4F2F-A119-CEB1DC9C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130374-245C-4B41-AB33-A3637526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E2FCDF-1CC2-4A42-9131-58036897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1045D7-5149-47F3-84AA-D80C62C6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DFA620-C45D-4927-8687-6CC3CC16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047921-35E9-42D2-B6FF-48C2B40D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5AB8AA-8199-45B9-B88B-BC28B67C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901030-AE80-4D60-9102-DC75FC58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20097106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30D137-5ED9-4A9E-A270-900DF9BF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44C42A-3D27-4CAB-A83C-B94ADE81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E3AF40-355A-411C-9BD7-8B879D33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2510CE-4D41-427E-997D-9599ACB5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49168-EE5A-49BA-846C-BBED38D1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A4161F-F276-414B-B49E-F9B35A28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6966716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62C0FB-F88E-457C-B8C3-1975DC16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EF26B3-8A07-4928-8678-4DCB4DEC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C2E8C-2E15-4D65-9B78-4D067F1C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6C500-E1BA-4464-AB82-EE76A59E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683C58-21A8-4708-B4B3-2633FABA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9D4E16-147D-4317-98D5-FFA4FA70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610144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09215-22DC-4D78-A862-C29E2ADE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D7016-48F9-493F-B45F-1199EE29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EE577D-8610-457F-9603-B215707E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E2E10-7D86-458B-9822-0742D3BE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57580-76ED-4C2E-BE08-06F59210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Measurement of resistance, inductance, impedanc...?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A15113-3D33-4507-A3F8-5514700E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4345871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A7C356-E20E-4842-9FF6-25B8FD0E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834F1-D5C6-448C-8500-24191846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17908C-DC0A-4612-A221-6ED6A82F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22E10-C362-4AA1-A7C9-B27DA460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593EF-4FE0-4122-B715-F9B361B8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640F93-3ADF-45DA-AD29-825910C2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3363540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2931BF-57B9-46B9-8182-B10B285D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D6C693-ECB7-4F70-95E3-91BDD0D9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7B9548-3D54-4B0A-B16F-214605BD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92A95-D8AE-46D3-90D8-8ABB3AF2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CF28D-9757-4436-8B44-70B1B3C6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B3953-49C4-49E8-AA23-547C04C7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0CD45-06DC-4B37-A1CC-DA655033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63D216-A4B5-48B0-BE05-059136BE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C15FBB-3CBA-4B99-8C4D-38532080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455C73-46C3-4062-9FB0-90E9CEEF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4DBB5D-6ACD-4FC6-8335-E086B11C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F2CE46-A832-493C-803E-18A5F15F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A6F141-487E-4272-B65C-BA9141DF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FC2FC4-73AD-47D9-BA66-07BBD81E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2D8D9C-A37C-4BDE-B303-004413B8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8A76A8-1419-42E0-95BB-32913EF7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46A342-3BC9-40F9-A419-FD759F98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7B1CB2-7E13-4F4A-B3F0-94E3AFB0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28135B-7146-44D4-AFBC-8A934C4B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1E7E44-1EC1-4D3E-BF96-313788A8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F40B35-C901-41D7-B09E-FAD54B1B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9C1B22-FA48-4805-BCBC-3DDAB078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5ADFD7-0F52-426C-9E6D-5E324B6A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4929813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2026-08-24T16:02:23.5640000Z</dcterms:created>
  <dcterms:modified xsi:type="dcterms:W3CDTF">2026-08-24T16:02:23.5640000Z</dcterms:modified>
</coreProperties>
</file>