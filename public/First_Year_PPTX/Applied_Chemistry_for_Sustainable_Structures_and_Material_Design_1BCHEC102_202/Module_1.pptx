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ac828077b43fc" /><Relationship Type="http://schemas.openxmlformats.org/officeDocument/2006/relationships/extended-properties" Target="/docProps/app.xml" Id="Re770999bc42b4db1" /><Relationship Type="http://schemas.openxmlformats.org/officeDocument/2006/relationships/officeDocument" Target="/ppt/presentation.xml" Id="R606be9db7f30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020cfc7d040e0"/>
  </p:sldMasterIdLst>
  <p:notesMasterIdLst>
    <p:notesMasterId xmlns:r="http://schemas.openxmlformats.org/officeDocument/2006/relationships" r:id="R2a5b83745d0f47c7"/>
  </p:notesMasterIdLst>
  <p:sldIdLst>
    <p:sldId xmlns:r="http://schemas.openxmlformats.org/officeDocument/2006/relationships" id="256" r:id="R5fa33bc6fd314b95"/>
    <p:sldId xmlns:r="http://schemas.openxmlformats.org/officeDocument/2006/relationships" id="257" r:id="R4432fd7049ed45f2"/>
    <p:sldId xmlns:r="http://schemas.openxmlformats.org/officeDocument/2006/relationships" id="258" r:id="R2b786a905d2943c6"/>
    <p:sldId xmlns:r="http://schemas.openxmlformats.org/officeDocument/2006/relationships" id="259" r:id="Ra8040381229247d6"/>
    <p:sldId xmlns:r="http://schemas.openxmlformats.org/officeDocument/2006/relationships" id="260" r:id="R8e52eff4a82e4518"/>
    <p:sldId xmlns:r="http://schemas.openxmlformats.org/officeDocument/2006/relationships" id="261" r:id="R1679536113064581"/>
    <p:sldId xmlns:r="http://schemas.openxmlformats.org/officeDocument/2006/relationships" id="262" r:id="Rd7503370be3d4a21"/>
    <p:sldId xmlns:r="http://schemas.openxmlformats.org/officeDocument/2006/relationships" id="263" r:id="R87833aee58664fd8"/>
    <p:sldId xmlns:r="http://schemas.openxmlformats.org/officeDocument/2006/relationships" id="264" r:id="R7115ce77110e4aa7"/>
    <p:sldId xmlns:r="http://schemas.openxmlformats.org/officeDocument/2006/relationships" id="265" r:id="R13690d3851414868"/>
    <p:sldId xmlns:r="http://schemas.openxmlformats.org/officeDocument/2006/relationships" id="266" r:id="Rc663af46af194846"/>
    <p:sldId xmlns:r="http://schemas.openxmlformats.org/officeDocument/2006/relationships" id="267" r:id="R90912e42afa34af1"/>
    <p:sldId xmlns:r="http://schemas.openxmlformats.org/officeDocument/2006/relationships" id="268" r:id="R78570e7b1ab841d1"/>
    <p:sldId xmlns:r="http://schemas.openxmlformats.org/officeDocument/2006/relationships" id="269" r:id="R102232514e304640"/>
    <p:sldId xmlns:r="http://schemas.openxmlformats.org/officeDocument/2006/relationships" id="270" r:id="R2884337ace4a4ce5"/>
    <p:sldId xmlns:r="http://schemas.openxmlformats.org/officeDocument/2006/relationships" id="271" r:id="R894597c901da4387"/>
    <p:sldId xmlns:r="http://schemas.openxmlformats.org/officeDocument/2006/relationships" id="272" r:id="Rb883dff449ff4f8d"/>
    <p:sldId xmlns:r="http://schemas.openxmlformats.org/officeDocument/2006/relationships" id="273" r:id="Rb3d921f27db14274"/>
    <p:sldId xmlns:r="http://schemas.openxmlformats.org/officeDocument/2006/relationships" id="274" r:id="Rbf738a6842454011"/>
    <p:sldId xmlns:r="http://schemas.openxmlformats.org/officeDocument/2006/relationships" id="275" r:id="R630a755cebcc4675"/>
    <p:sldId xmlns:r="http://schemas.openxmlformats.org/officeDocument/2006/relationships" id="276" r:id="Rcde57ddd89db4724"/>
    <p:sldId xmlns:r="http://schemas.openxmlformats.org/officeDocument/2006/relationships" id="277" r:id="R1e187908b52e4a87"/>
    <p:sldId xmlns:r="http://schemas.openxmlformats.org/officeDocument/2006/relationships" id="278" r:id="R332399b2980b4006"/>
    <p:sldId xmlns:r="http://schemas.openxmlformats.org/officeDocument/2006/relationships" id="279" r:id="R0c53b5851e584e02"/>
    <p:sldId xmlns:r="http://schemas.openxmlformats.org/officeDocument/2006/relationships" id="280" r:id="Rdcd2489abe854d4e"/>
    <p:sldId xmlns:r="http://schemas.openxmlformats.org/officeDocument/2006/relationships" id="281" r:id="Rf1646cfc68bf4566"/>
    <p:sldId xmlns:r="http://schemas.openxmlformats.org/officeDocument/2006/relationships" id="282" r:id="R14be2f55cc0744fc"/>
    <p:sldId xmlns:r="http://schemas.openxmlformats.org/officeDocument/2006/relationships" id="283" r:id="R2de896913cbc4982"/>
    <p:sldId xmlns:r="http://schemas.openxmlformats.org/officeDocument/2006/relationships" id="284" r:id="Rc579f7fca26649f4"/>
    <p:sldId xmlns:r="http://schemas.openxmlformats.org/officeDocument/2006/relationships" id="285" r:id="Rd9706109713f4b7b"/>
    <p:sldId xmlns:r="http://schemas.openxmlformats.org/officeDocument/2006/relationships" id="286" r:id="R431de29bd9ff4dba"/>
    <p:sldId xmlns:r="http://schemas.openxmlformats.org/officeDocument/2006/relationships" id="287" r:id="Rbfd71455135849f6"/>
    <p:sldId xmlns:r="http://schemas.openxmlformats.org/officeDocument/2006/relationships" id="288" r:id="Rd4cb958b3b7d4125"/>
    <p:sldId xmlns:r="http://schemas.openxmlformats.org/officeDocument/2006/relationships" id="289" r:id="R3002a47b594d410a"/>
    <p:sldId xmlns:r="http://schemas.openxmlformats.org/officeDocument/2006/relationships" id="290" r:id="R7b80e6ccbdda41b7"/>
    <p:sldId xmlns:r="http://schemas.openxmlformats.org/officeDocument/2006/relationships" id="291" r:id="Ra12487e128924549"/>
    <p:sldId xmlns:r="http://schemas.openxmlformats.org/officeDocument/2006/relationships" id="292" r:id="R158b289e12c04b40"/>
    <p:sldId xmlns:r="http://schemas.openxmlformats.org/officeDocument/2006/relationships" id="293" r:id="Rd948862103b44db5"/>
    <p:sldId xmlns:r="http://schemas.openxmlformats.org/officeDocument/2006/relationships" id="294" r:id="R0c411ae7caea4e72"/>
    <p:sldId xmlns:r="http://schemas.openxmlformats.org/officeDocument/2006/relationships" id="295" r:id="R5810cb50e017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65187abc124a72" /><Relationship Type="http://schemas.openxmlformats.org/officeDocument/2006/relationships/slideMaster" Target="/ppt/slideMasters/slideMaster1.xml" Id="R4cc020cfc7d040e0" /><Relationship Type="http://schemas.openxmlformats.org/officeDocument/2006/relationships/notesMaster" Target="/ppt/notesMasters/notesMaster1.xml" Id="R2a5b83745d0f47c7" /><Relationship Type="http://schemas.openxmlformats.org/officeDocument/2006/relationships/presProps" Target="/ppt/presProps.xml" Id="R38d2cf3a6db1448d" /><Relationship Type="http://schemas.openxmlformats.org/officeDocument/2006/relationships/tableStyles" Target="/ppt/tableStyles.xml" Id="R92b549470d3a4ae5" /><Relationship Type="http://schemas.openxmlformats.org/officeDocument/2006/relationships/slide" Target="/ppt/slides/slide1.xml" Id="R5fa33bc6fd314b95" /><Relationship Type="http://schemas.openxmlformats.org/officeDocument/2006/relationships/slide" Target="/ppt/slides/slide2.xml" Id="R4432fd7049ed45f2" /><Relationship Type="http://schemas.openxmlformats.org/officeDocument/2006/relationships/slide" Target="/ppt/slides/slide3.xml" Id="R2b786a905d2943c6" /><Relationship Type="http://schemas.openxmlformats.org/officeDocument/2006/relationships/slide" Target="/ppt/slides/slide4.xml" Id="Ra8040381229247d6" /><Relationship Type="http://schemas.openxmlformats.org/officeDocument/2006/relationships/slide" Target="/ppt/slides/slide5.xml" Id="R8e52eff4a82e4518" /><Relationship Type="http://schemas.openxmlformats.org/officeDocument/2006/relationships/slide" Target="/ppt/slides/slide6.xml" Id="R1679536113064581" /><Relationship Type="http://schemas.openxmlformats.org/officeDocument/2006/relationships/slide" Target="/ppt/slides/slide7.xml" Id="Rd7503370be3d4a21" /><Relationship Type="http://schemas.openxmlformats.org/officeDocument/2006/relationships/slide" Target="/ppt/slides/slide8.xml" Id="R87833aee58664fd8" /><Relationship Type="http://schemas.openxmlformats.org/officeDocument/2006/relationships/slide" Target="/ppt/slides/slide9.xml" Id="R7115ce77110e4aa7" /><Relationship Type="http://schemas.openxmlformats.org/officeDocument/2006/relationships/slide" Target="/ppt/slides/slide10.xml" Id="R13690d3851414868" /><Relationship Type="http://schemas.openxmlformats.org/officeDocument/2006/relationships/slide" Target="/ppt/slides/slide11.xml" Id="Rc663af46af194846" /><Relationship Type="http://schemas.openxmlformats.org/officeDocument/2006/relationships/slide" Target="/ppt/slides/slide12.xml" Id="R90912e42afa34af1" /><Relationship Type="http://schemas.openxmlformats.org/officeDocument/2006/relationships/slide" Target="/ppt/slides/slide13.xml" Id="R78570e7b1ab841d1" /><Relationship Type="http://schemas.openxmlformats.org/officeDocument/2006/relationships/slide" Target="/ppt/slides/slide14.xml" Id="R102232514e304640" /><Relationship Type="http://schemas.openxmlformats.org/officeDocument/2006/relationships/slide" Target="/ppt/slides/slide15.xml" Id="R2884337ace4a4ce5" /><Relationship Type="http://schemas.openxmlformats.org/officeDocument/2006/relationships/slide" Target="/ppt/slides/slide16.xml" Id="R894597c901da4387" /><Relationship Type="http://schemas.openxmlformats.org/officeDocument/2006/relationships/slide" Target="/ppt/slides/slide17.xml" Id="Rb883dff449ff4f8d" /><Relationship Type="http://schemas.openxmlformats.org/officeDocument/2006/relationships/slide" Target="/ppt/slides/slide18.xml" Id="Rb3d921f27db14274" /><Relationship Type="http://schemas.openxmlformats.org/officeDocument/2006/relationships/slide" Target="/ppt/slides/slide19.xml" Id="Rbf738a6842454011" /><Relationship Type="http://schemas.openxmlformats.org/officeDocument/2006/relationships/slide" Target="/ppt/slides/slide20.xml" Id="R630a755cebcc4675" /><Relationship Type="http://schemas.openxmlformats.org/officeDocument/2006/relationships/slide" Target="/ppt/slides/slide21.xml" Id="Rcde57ddd89db4724" /><Relationship Type="http://schemas.openxmlformats.org/officeDocument/2006/relationships/slide" Target="/ppt/slides/slide22.xml" Id="R1e187908b52e4a87" /><Relationship Type="http://schemas.openxmlformats.org/officeDocument/2006/relationships/slide" Target="/ppt/slides/slide23.xml" Id="R332399b2980b4006" /><Relationship Type="http://schemas.openxmlformats.org/officeDocument/2006/relationships/slide" Target="/ppt/slides/slide24.xml" Id="R0c53b5851e584e02" /><Relationship Type="http://schemas.openxmlformats.org/officeDocument/2006/relationships/slide" Target="/ppt/slides/slide25.xml" Id="Rdcd2489abe854d4e" /><Relationship Type="http://schemas.openxmlformats.org/officeDocument/2006/relationships/slide" Target="/ppt/slides/slide26.xml" Id="Rf1646cfc68bf4566" /><Relationship Type="http://schemas.openxmlformats.org/officeDocument/2006/relationships/slide" Target="/ppt/slides/slide27.xml" Id="R14be2f55cc0744fc" /><Relationship Type="http://schemas.openxmlformats.org/officeDocument/2006/relationships/slide" Target="/ppt/slides/slide28.xml" Id="R2de896913cbc4982" /><Relationship Type="http://schemas.openxmlformats.org/officeDocument/2006/relationships/slide" Target="/ppt/slides/slide29.xml" Id="Rc579f7fca26649f4" /><Relationship Type="http://schemas.openxmlformats.org/officeDocument/2006/relationships/slide" Target="/ppt/slides/slide30.xml" Id="Rd9706109713f4b7b" /><Relationship Type="http://schemas.openxmlformats.org/officeDocument/2006/relationships/slide" Target="/ppt/slides/slide31.xml" Id="R431de29bd9ff4dba" /><Relationship Type="http://schemas.openxmlformats.org/officeDocument/2006/relationships/slide" Target="/ppt/slides/slide32.xml" Id="Rbfd71455135849f6" /><Relationship Type="http://schemas.openxmlformats.org/officeDocument/2006/relationships/slide" Target="/ppt/slides/slide33.xml" Id="Rd4cb958b3b7d4125" /><Relationship Type="http://schemas.openxmlformats.org/officeDocument/2006/relationships/slide" Target="/ppt/slides/slide34.xml" Id="R3002a47b594d410a" /><Relationship Type="http://schemas.openxmlformats.org/officeDocument/2006/relationships/slide" Target="/ppt/slides/slide35.xml" Id="R7b80e6ccbdda41b7" /><Relationship Type="http://schemas.openxmlformats.org/officeDocument/2006/relationships/slide" Target="/ppt/slides/slide36.xml" Id="Ra12487e128924549" /><Relationship Type="http://schemas.openxmlformats.org/officeDocument/2006/relationships/slide" Target="/ppt/slides/slide37.xml" Id="R158b289e12c04b40" /><Relationship Type="http://schemas.openxmlformats.org/officeDocument/2006/relationships/slide" Target="/ppt/slides/slide38.xml" Id="Rd948862103b44db5" /><Relationship Type="http://schemas.openxmlformats.org/officeDocument/2006/relationships/slide" Target="/ppt/slides/slide39.xml" Id="R0c411ae7caea4e72" /><Relationship Type="http://schemas.openxmlformats.org/officeDocument/2006/relationships/slide" Target="/ppt/slides/slide40.xml" Id="R5810cb50e017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dd2f4dce1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fba4f31a646f6" /><Relationship Type="http://schemas.openxmlformats.org/officeDocument/2006/relationships/notesMaster" Target="/ppt/notesMasters/notesMaster1.xml" Id="R6069d013d15049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b8cf41ad945bb" /><Relationship Type="http://schemas.openxmlformats.org/officeDocument/2006/relationships/notesMaster" Target="/ppt/notesMasters/notesMaster1.xml" Id="Re89cf86a9c7d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8ca08e670d487b" /><Relationship Type="http://schemas.openxmlformats.org/officeDocument/2006/relationships/notesMaster" Target="/ppt/notesMasters/notesMaster1.xml" Id="R983699563a904b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c8e0a17ec04eba" /><Relationship Type="http://schemas.openxmlformats.org/officeDocument/2006/relationships/notesMaster" Target="/ppt/notesMasters/notesMaster1.xml" Id="R09b695a4f20045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8d42fd3345456f" /><Relationship Type="http://schemas.openxmlformats.org/officeDocument/2006/relationships/notesMaster" Target="/ppt/notesMasters/notesMaster1.xml" Id="R39acdd907a5245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475924b5bf4b70" /><Relationship Type="http://schemas.openxmlformats.org/officeDocument/2006/relationships/notesMaster" Target="/ppt/notesMasters/notesMaster1.xml" Id="R7a122d849de245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9a441c44a64765" /><Relationship Type="http://schemas.openxmlformats.org/officeDocument/2006/relationships/notesMaster" Target="/ppt/notesMasters/notesMaster1.xml" Id="R679bc7560e5b48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abbfa268e4bee" /><Relationship Type="http://schemas.openxmlformats.org/officeDocument/2006/relationships/notesMaster" Target="/ppt/notesMasters/notesMaster1.xml" Id="Ra0e015e00c1b44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9bfa3aedd244c4" /><Relationship Type="http://schemas.openxmlformats.org/officeDocument/2006/relationships/notesMaster" Target="/ppt/notesMasters/notesMaster1.xml" Id="R9ff339d1568b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71469a36204352" /><Relationship Type="http://schemas.openxmlformats.org/officeDocument/2006/relationships/notesMaster" Target="/ppt/notesMasters/notesMaster1.xml" Id="R6ea1b57e602c4c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740058ef524d9d" /><Relationship Type="http://schemas.openxmlformats.org/officeDocument/2006/relationships/notesMaster" Target="/ppt/notesMasters/notesMaster1.xml" Id="R9872ce7ede6e4e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a8a6514da4d39" /><Relationship Type="http://schemas.openxmlformats.org/officeDocument/2006/relationships/notesMaster" Target="/ppt/notesMasters/notesMaster1.xml" Id="R9b8b5a19b47c49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82c6cdd7a4810" /><Relationship Type="http://schemas.openxmlformats.org/officeDocument/2006/relationships/notesMaster" Target="/ppt/notesMasters/notesMaster1.xml" Id="R253f3f583e4d47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4e74c5c7d4e55" /><Relationship Type="http://schemas.openxmlformats.org/officeDocument/2006/relationships/notesMaster" Target="/ppt/notesMasters/notesMaster1.xml" Id="R53e917d784ed4f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6d9bae67404a7f" /><Relationship Type="http://schemas.openxmlformats.org/officeDocument/2006/relationships/notesMaster" Target="/ppt/notesMasters/notesMaster1.xml" Id="R1ab431c6f8e841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b0e4708d1446d0" /><Relationship Type="http://schemas.openxmlformats.org/officeDocument/2006/relationships/notesMaster" Target="/ppt/notesMasters/notesMaster1.xml" Id="Rd77551338abd46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2ea9f846f64561" /><Relationship Type="http://schemas.openxmlformats.org/officeDocument/2006/relationships/notesMaster" Target="/ppt/notesMasters/notesMaster1.xml" Id="R251fd809701146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550f9267ba4d98" /><Relationship Type="http://schemas.openxmlformats.org/officeDocument/2006/relationships/notesMaster" Target="/ppt/notesMasters/notesMaster1.xml" Id="R8f03a462080146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ec16d18d98479c" /><Relationship Type="http://schemas.openxmlformats.org/officeDocument/2006/relationships/notesMaster" Target="/ppt/notesMasters/notesMaster1.xml" Id="Rc7e28a5638054e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ab23b1be3f454a" /><Relationship Type="http://schemas.openxmlformats.org/officeDocument/2006/relationships/notesMaster" Target="/ppt/notesMasters/notesMaster1.xml" Id="Ra8707b1bf6d141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5617146fff4258" /><Relationship Type="http://schemas.openxmlformats.org/officeDocument/2006/relationships/notesMaster" Target="/ppt/notesMasters/notesMaster1.xml" Id="Raf7a8e0fa6c54f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d41a5d0ae045a1" /><Relationship Type="http://schemas.openxmlformats.org/officeDocument/2006/relationships/notesMaster" Target="/ppt/notesMasters/notesMaster1.xml" Id="Re4421a4e0b0741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92f38fbdf1644b2" /><Relationship Type="http://schemas.openxmlformats.org/officeDocument/2006/relationships/notesMaster" Target="/ppt/notesMasters/notesMaster1.xml" Id="Ra4ca6a7da60349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fb3b64468d4531" /><Relationship Type="http://schemas.openxmlformats.org/officeDocument/2006/relationships/notesMaster" Target="/ppt/notesMasters/notesMaster1.xml" Id="R098dd8b4240541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d04e35366c4435" /><Relationship Type="http://schemas.openxmlformats.org/officeDocument/2006/relationships/notesMaster" Target="/ppt/notesMasters/notesMaster1.xml" Id="R154ba5d17abd4f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eb13e9dcba44fa" /><Relationship Type="http://schemas.openxmlformats.org/officeDocument/2006/relationships/notesMaster" Target="/ppt/notesMasters/notesMaster1.xml" Id="R4c8f3e9a2b9d4b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ab928f1846490b" /><Relationship Type="http://schemas.openxmlformats.org/officeDocument/2006/relationships/notesMaster" Target="/ppt/notesMasters/notesMaster1.xml" Id="R4c500288a0d74d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1e9c26477f43a1" /><Relationship Type="http://schemas.openxmlformats.org/officeDocument/2006/relationships/notesMaster" Target="/ppt/notesMasters/notesMaster1.xml" Id="R86a6b9a1471840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5e12f57c1d4369" /><Relationship Type="http://schemas.openxmlformats.org/officeDocument/2006/relationships/notesMaster" Target="/ppt/notesMasters/notesMaster1.xml" Id="R4a6bb6b5ee6243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66bbf41c754fbb" /><Relationship Type="http://schemas.openxmlformats.org/officeDocument/2006/relationships/notesMaster" Target="/ppt/notesMasters/notesMaster1.xml" Id="R93abe8f5dc804b4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3fb12519fc4e33" /><Relationship Type="http://schemas.openxmlformats.org/officeDocument/2006/relationships/notesMaster" Target="/ppt/notesMasters/notesMaster1.xml" Id="Rc246e14552e948d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83a77356bc412a" /><Relationship Type="http://schemas.openxmlformats.org/officeDocument/2006/relationships/notesMaster" Target="/ppt/notesMasters/notesMaster1.xml" Id="R7ce47e6d309e4bc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e77d55e6ed4e77" /><Relationship Type="http://schemas.openxmlformats.org/officeDocument/2006/relationships/notesMaster" Target="/ppt/notesMasters/notesMaster1.xml" Id="R36effcdf83cb40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96c74fe7ca9442e" /><Relationship Type="http://schemas.openxmlformats.org/officeDocument/2006/relationships/notesMaster" Target="/ppt/notesMasters/notesMaster1.xml" Id="R8a3ef6d8323f47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5ddc1e8cf443ea" /><Relationship Type="http://schemas.openxmlformats.org/officeDocument/2006/relationships/notesMaster" Target="/ppt/notesMasters/notesMaster1.xml" Id="R6d3e1510108a4b0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e63ea009b74531" /><Relationship Type="http://schemas.openxmlformats.org/officeDocument/2006/relationships/notesMaster" Target="/ppt/notesMasters/notesMaster1.xml" Id="R80f604b7979044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592d7a107d04efb" /><Relationship Type="http://schemas.openxmlformats.org/officeDocument/2006/relationships/notesMaster" Target="/ppt/notesMasters/notesMaster1.xml" Id="Red33a0deb79e409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c433dffe50e4026" /><Relationship Type="http://schemas.openxmlformats.org/officeDocument/2006/relationships/notesMaster" Target="/ppt/notesMasters/notesMaster1.xml" Id="Rebe92151a67b458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19a695a2394ebc" /><Relationship Type="http://schemas.openxmlformats.org/officeDocument/2006/relationships/notesMaster" Target="/ppt/notesMasters/notesMaster1.xml" Id="Rb5c25181ea28499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e33516e1d0e45cd" /><Relationship Type="http://schemas.openxmlformats.org/officeDocument/2006/relationships/notesMaster" Target="/ppt/notesMasters/notesMaster1.xml" Id="Rfa29f847e8e6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2219fec0049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9a4cad50e14b8f" /><Relationship Type="http://schemas.openxmlformats.org/officeDocument/2006/relationships/slideLayout" Target="/ppt/slideLayouts/slideLayout1.xml" Id="R1686f355fd6c4c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86f355fd6c4c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f9b608bf4a78" /><Relationship Type="http://schemas.openxmlformats.org/officeDocument/2006/relationships/notesSlide" Target="/ppt/notesSlides/notesSlide1.xml" Id="R3dfc53fd7e10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405b815e14b2b" /><Relationship Type="http://schemas.openxmlformats.org/officeDocument/2006/relationships/notesSlide" Target="/ppt/notesSlides/notesSlide2.xml" Id="R1d62b51cf54f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d736c2dd648c7" /><Relationship Type="http://schemas.openxmlformats.org/officeDocument/2006/relationships/notesSlide" Target="/ppt/notesSlides/notesSlide3.xml" Id="Rf3488f64eb8e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380e435bf4163" /><Relationship Type="http://schemas.openxmlformats.org/officeDocument/2006/relationships/notesSlide" Target="/ppt/notesSlides/notesSlide4.xml" Id="Rbd00416820a5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682243a2a4382" /><Relationship Type="http://schemas.openxmlformats.org/officeDocument/2006/relationships/notesSlide" Target="/ppt/notesSlides/notesSlide5.xml" Id="R04055468c38d49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685e508d442a" /><Relationship Type="http://schemas.openxmlformats.org/officeDocument/2006/relationships/notesSlide" Target="/ppt/notesSlides/notesSlide6.xml" Id="R8eaf095c771a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a46a3248947d2" /><Relationship Type="http://schemas.openxmlformats.org/officeDocument/2006/relationships/notesSlide" Target="/ppt/notesSlides/notesSlide7.xml" Id="Rd31a401176284e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11b257a64713" /><Relationship Type="http://schemas.openxmlformats.org/officeDocument/2006/relationships/notesSlide" Target="/ppt/notesSlides/notesSlide8.xml" Id="Rea9da32f8eb94e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5036da2cb4ef8" /><Relationship Type="http://schemas.openxmlformats.org/officeDocument/2006/relationships/notesSlide" Target="/ppt/notesSlides/notesSlide9.xml" Id="R483eb46602d04a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53a99596d4446" /><Relationship Type="http://schemas.openxmlformats.org/officeDocument/2006/relationships/notesSlide" Target="/ppt/notesSlides/notesSlide10.xml" Id="Rd304de5de3f245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7a89698be467a" /><Relationship Type="http://schemas.openxmlformats.org/officeDocument/2006/relationships/notesSlide" Target="/ppt/notesSlides/notesSlide11.xml" Id="Reaf6a4b2acd742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f4d2d7d5446fb" /><Relationship Type="http://schemas.openxmlformats.org/officeDocument/2006/relationships/notesSlide" Target="/ppt/notesSlides/notesSlide12.xml" Id="R29886896015a4d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c747d3a804778" /><Relationship Type="http://schemas.openxmlformats.org/officeDocument/2006/relationships/notesSlide" Target="/ppt/notesSlides/notesSlide13.xml" Id="R86c437b3510040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c47aef87743fe" /><Relationship Type="http://schemas.openxmlformats.org/officeDocument/2006/relationships/notesSlide" Target="/ppt/notesSlides/notesSlide14.xml" Id="R7b858b373a11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b3cb4e2fa4e03" /><Relationship Type="http://schemas.openxmlformats.org/officeDocument/2006/relationships/notesSlide" Target="/ppt/notesSlides/notesSlide15.xml" Id="R60d362f782bb48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fe7cca556400a" /><Relationship Type="http://schemas.openxmlformats.org/officeDocument/2006/relationships/notesSlide" Target="/ppt/notesSlides/notesSlide16.xml" Id="R13c4c9805ab844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bb582d6b54a20" /><Relationship Type="http://schemas.openxmlformats.org/officeDocument/2006/relationships/notesSlide" Target="/ppt/notesSlides/notesSlide17.xml" Id="R865ff3b6474840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04d1bc1614e4a" /><Relationship Type="http://schemas.openxmlformats.org/officeDocument/2006/relationships/notesSlide" Target="/ppt/notesSlides/notesSlide18.xml" Id="R9a2462f933ed47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a2c8c37f4141" /><Relationship Type="http://schemas.openxmlformats.org/officeDocument/2006/relationships/notesSlide" Target="/ppt/notesSlides/notesSlide19.xml" Id="R21a919c0186948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f9827651406b" /><Relationship Type="http://schemas.openxmlformats.org/officeDocument/2006/relationships/notesSlide" Target="/ppt/notesSlides/notesSlide20.xml" Id="Rb6a10fc5e81c4c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5008be96b4eae" /><Relationship Type="http://schemas.openxmlformats.org/officeDocument/2006/relationships/notesSlide" Target="/ppt/notesSlides/notesSlide21.xml" Id="R3343348bd4a748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c9bcbcaa4a79" /><Relationship Type="http://schemas.openxmlformats.org/officeDocument/2006/relationships/notesSlide" Target="/ppt/notesSlides/notesSlide22.xml" Id="Rb51b3494a93a44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03c0e667942fe" /><Relationship Type="http://schemas.openxmlformats.org/officeDocument/2006/relationships/notesSlide" Target="/ppt/notesSlides/notesSlide23.xml" Id="Rae73a428862c42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c97c663a4e3b" /><Relationship Type="http://schemas.openxmlformats.org/officeDocument/2006/relationships/notesSlide" Target="/ppt/notesSlides/notesSlide24.xml" Id="Re9c81bf4179341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20a3bf8ca4c6e" /><Relationship Type="http://schemas.openxmlformats.org/officeDocument/2006/relationships/notesSlide" Target="/ppt/notesSlides/notesSlide25.xml" Id="Rcafdf17226e8484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64accb5804ac3" /><Relationship Type="http://schemas.openxmlformats.org/officeDocument/2006/relationships/notesSlide" Target="/ppt/notesSlides/notesSlide26.xml" Id="Rdc8f16bc3b134e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1843f248540ba" /><Relationship Type="http://schemas.openxmlformats.org/officeDocument/2006/relationships/notesSlide" Target="/ppt/notesSlides/notesSlide27.xml" Id="Rdd47144799bd45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b5385f13649cc" /><Relationship Type="http://schemas.openxmlformats.org/officeDocument/2006/relationships/notesSlide" Target="/ppt/notesSlides/notesSlide28.xml" Id="Rcb1a02b4752f40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4fa6df9d4370" /><Relationship Type="http://schemas.openxmlformats.org/officeDocument/2006/relationships/notesSlide" Target="/ppt/notesSlides/notesSlide29.xml" Id="Rf1dbb9e0596a4a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ce6ddf6254a9f" /><Relationship Type="http://schemas.openxmlformats.org/officeDocument/2006/relationships/notesSlide" Target="/ppt/notesSlides/notesSlide30.xml" Id="R60ebbb7cc9054c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063fd3e4b4d74" /><Relationship Type="http://schemas.openxmlformats.org/officeDocument/2006/relationships/notesSlide" Target="/ppt/notesSlides/notesSlide31.xml" Id="Re6b41b65f0ec47c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0277087304115" /><Relationship Type="http://schemas.openxmlformats.org/officeDocument/2006/relationships/notesSlide" Target="/ppt/notesSlides/notesSlide32.xml" Id="Rb1a7f4189afc4f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86ab972f1430d" /><Relationship Type="http://schemas.openxmlformats.org/officeDocument/2006/relationships/notesSlide" Target="/ppt/notesSlides/notesSlide33.xml" Id="R3cc1d128946749e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910321813449d" /><Relationship Type="http://schemas.openxmlformats.org/officeDocument/2006/relationships/notesSlide" Target="/ppt/notesSlides/notesSlide34.xml" Id="R56d1f6ef25da4d5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b84248e1e4bef" /><Relationship Type="http://schemas.openxmlformats.org/officeDocument/2006/relationships/notesSlide" Target="/ppt/notesSlides/notesSlide35.xml" Id="R6994369ef942440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792f91d794f57" /><Relationship Type="http://schemas.openxmlformats.org/officeDocument/2006/relationships/notesSlide" Target="/ppt/notesSlides/notesSlide36.xml" Id="R83d2eff1126340e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2d0d21074d42" /><Relationship Type="http://schemas.openxmlformats.org/officeDocument/2006/relationships/notesSlide" Target="/ppt/notesSlides/notesSlide37.xml" Id="Ra1a3741caf744f1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d9ebea6b4e71" /><Relationship Type="http://schemas.openxmlformats.org/officeDocument/2006/relationships/notesSlide" Target="/ppt/notesSlides/notesSlide38.xml" Id="R096161e6e9fc45a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7e97ec23e4e89" /><Relationship Type="http://schemas.openxmlformats.org/officeDocument/2006/relationships/notesSlide" Target="/ppt/notesSlides/notesSlide39.xml" Id="R5c174a4163d9400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a5d2610904efd" /><Relationship Type="http://schemas.openxmlformats.org/officeDocument/2006/relationships/notesSlide" Target="/ppt/notesSlides/notesSlide40.xml" Id="R58290e524de7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5F698-8179-43C0-A5C9-D28EAF2A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AD705-1B08-4353-B909-74E4493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Energy Systems and Green Fuels Electrochemistry: Introduction, electrode potential, overview of Nerns't equation, concen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74315-56F3-4D65-98C4-C6B5DE9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6AF8B-42D3-42C1-A4CC-B2FE91E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B4B7E-D852-471F-92C7-52F88BE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59368-DA8F-4E9E-AB17-E160F9D7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C2A35-0666-4F7E-BC43-CCFA3B5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2F2A-3AE8-4A41-A8C8-217584D2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9D50-1129-433D-A281-8CF0E85E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12941-AB4B-40F4-B0E1-D454FC21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39107-FCDD-4601-86C5-0456C931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24BF0-19E6-492E-8970-4F3191AB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9F047-D700-40B5-9408-63ABDAB6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90008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AC8EB-04AF-431D-9A5E-609E7732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78F5B-9DFB-45B2-AA5E-8E9F8ACA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86DF-90B3-48E3-9391-E25F13A7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3332D-E17F-425D-8CFB-F2F0B2E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F382C-3CBE-4765-9BFB-12844C2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353CD-29BB-4541-9F4E-66B90874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8D89F-492B-4472-84C8-B77A219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6445C-789C-4C9A-A566-D79010A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82E8C-02ED-42D6-A06F-2DDDE1E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A3579-B2EF-40FA-A0E2-39ACC2D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80D7-D8AB-44E1-997D-182B1F18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FFBE0-4350-4B18-AF66-1F2BDDCC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64D28-14FE-4D7D-ACBF-BEC87BA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5AAF1-6C8E-46B1-BDD8-D21F1E1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22596-B7F0-4C2D-B7AC-46D114C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81628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C1BA4-2701-4052-A678-C3376BC7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84DC7-46F6-4F12-AE39-39F7D4C3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2B2F6-8D9B-477C-B615-6AF0744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776B5-4530-47BE-9B18-6A356C8B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86859-F789-411B-859E-A3CCBE14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8D709-1FC1-40EF-B35F-4AB68ABA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92204-EB21-4F45-85BC-4012DE0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7956D-37D7-4F17-BD6A-622750D6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AF006-BECB-49BB-A812-3E9776E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Electrochemistry: Introduction, electrode potential, over...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078DD-F608-4732-A559-E794D0E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04ADD-7042-4804-B612-CF227D2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EA0AC-FBB1-4050-911B-C3E81DE1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Energy systems : Introduction, classification of batterie...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A96A8-E729-4B23-A4AF-B8378412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59F45-2914-434B-8E74-07F6FD90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7BC03-EE64-40DE-9641-F0B2066B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Construction, working, and applications of Lithium-ion ba...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341A3-831C-46E5-A82E-6805C596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433FC-11C1-4F14-BDB6-3B2A7035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E1F51-4A2C-4EDB-A4AC-571836A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Fuel cell -definition, difference between battery and fue...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E47EE-63F4-4093-9D69-7BEF6157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2A8BA-693F-483C-91E6-F9CAE82B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C4186-ACB2-4DD4-9A92-DCBA496D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Fuels : Introduction, production of green hydrogen by pho...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68D01-AA25-4D94-8CAC-5163DF8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E2949-2F12-483F-AA57-C2253FD6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6964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8B04B-444A-4F9B-AC74-EAA2655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DFB93-69C2-4478-A62E-3249DF67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D91FA-1B87-4DBC-8101-6D2C1918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67440-39ED-4D95-93D8-C723483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74503-F00D-4ABD-8738-96E573DB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5B4D7-67BB-41D2-AD0B-34EA7391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5E4BB-E2DE-42F1-8DDB-FDDA68D0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C7C89-D30B-471E-963D-E8B712EC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Electrochemistry: Introduction, electrode potential, over...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2179A-C70E-43E4-85C2-5F4E7F53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78469-61B0-4626-A1B1-4238B9D8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3F197-C483-4875-B494-D9A3838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Energy systems : Introduction, classification of batterie...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331D3-940F-4E78-8CFB-03A36A4E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E08AB-294F-4F7A-99DE-0E969E22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08A97-71F8-4DCF-BF6E-7A1B862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Construction, working, and applications of Lithium-ion ba...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378B9-28DE-452D-B0F5-E68EBF4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6F8CC-9930-4B1D-A759-267353F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5B15A-B791-43FF-B8C7-FA843453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Fuel cell -definition, difference between battery and fue...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D4888-4374-4F4E-B650-257A9B3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27E6F-5387-4C73-891E-345EDBE1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347EB-1400-42C4-A7B4-9363A8D0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Fuels : Introduction, production of green hydrogen by pho...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3CDBB-69DF-458C-B821-626FB3D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54271-9324-49F5-9EB1-32A0CB0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15CE1-4C82-42FF-913A-CAA045F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16830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5CA18-D9CC-458A-A63C-589B293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1BF9B-B5F5-4232-9348-95FCD21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6D317-7A92-49CB-A4EC-92BC82E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33C88-F1CE-499D-AEF0-B0F2ACF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3D0E8-9460-4026-A09C-D41A880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7004-F93E-4061-A558-F9F89627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F903B-157E-4AB7-BF97-6A981BA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C6524-9C59-4773-8A5E-2536A702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E8303-5095-4B58-9909-9F785A7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Electrochemistry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B68DA-3A61-4ACF-8A19-FA793F5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77C14-D2DF-4779-9C7D-79B4F37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potential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A4224-6E24-4C2A-8B17-A1D0FBF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E2600-5A79-4153-8F5D-9AB5E8C6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6904A-2595-4DE4-B48C-F4EEBD3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609EE-ADDE-4497-B66C-0655343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F07BD-3470-4121-901D-C19590E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09315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77976-3E92-49B2-B9A5-514179FD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B4354-6B9F-4C94-AB0C-87C94C2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959D-810E-444F-9820-7301E32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DA259-F576-4BBA-BF04-36812E7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450E0-FE10-4C9B-AB1D-A68A941E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Electrochemistry: Introduction, electrode potential, overview of Nerns't equation, concentration cell, numerica...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9CDA6-D339-4856-84D0-294A3906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Electrochemistry: Introduction, electrode...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D3705-8C14-4440-93D7-BD52B23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839C5-3693-42E3-8650-985C46B4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79D2-6F76-443B-A75D-4417A5E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7F610-932F-48EB-8C38-D9A5B9B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10A97-97A3-4F95-A99F-EFCD5949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F2FE6-CC56-4E1B-8525-95E5C59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BD49A-7346-4F84-9284-127A1D1F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964DD-0231-43EC-AE00-9D462C4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49193-9D8C-49F9-8A00-B92E4DB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B8D36-8A85-46DA-8A63-ED14165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82619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91FCE-5817-4FA6-B695-C7990687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15F4A-0ABD-417A-8EF3-9D55F4D6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41FD4-2FC5-4A16-B5B6-EBFA3CC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5112E-0AB5-434A-B173-C613675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EC2EA-F424-47A1-9BB3-71E0D20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F4249-5586-4164-847C-67D694C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BA2D7-5057-4C15-81E3-1AFAC9C4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63036-25EB-457E-8F3C-5E0191F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69C1-D2D9-4F20-8110-9872207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Electro...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50564-0D38-44C6-8AD5-DC029EBD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54A3B-F34F-4E1C-A9D9-0A7CDF5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6F591-D49E-48BF-8835-CFD32FF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Electrochemistry:...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3D5EA-5D8E-4EFE-BC95-AC59EFA9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441FC-2FF0-4991-9440-A61155C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50F23-6A2E-46EF-BE4A-FCDF6CE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Electroc...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FB2C4-B4F7-4E2E-BA57-62108B2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4658F-E095-47D9-A02E-1538B24F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954CB-6A8A-48E0-81A0-391F035D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Electrochemist...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42697-B698-4FD6-8F40-9A7BABB8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4D01E-684B-436B-A60D-30343AC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EFAC8-5842-4DB7-93CC-0746808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Electrochemist...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C62BD-C94A-4A78-988D-C78EDEB2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144B3-8645-4232-8811-20F92900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19561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87DF7-6952-481D-912A-69C806F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2FB7B-EBE2-427B-8F7C-71DA2653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24A9A-290A-4D6E-9F9C-589AE1C3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7F641-1762-4732-A3D4-10BF8BA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67A5E-0E0E-457E-A084-ED2AA07B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C9A61-2E73-4D9C-B8CC-90601112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C5DA-0721-4B74-A8A8-8975959E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A402-C6EE-405B-8C58-6D834B09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A27F-2104-4FAC-A36B-5E4A6C81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AEB50-6C69-46BF-AE8C-20B2112C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1A308-9E85-4335-9A0E-182D3D7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9B0C-97BC-4802-BE73-FBF6A34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7713E-3813-487B-A0E7-4DD4C84C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FF492-2905-48E0-B8ED-1041509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95EAB-8CCA-478C-9179-98ED6274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8082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65788-828E-4876-8BCD-6A93AC2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48BFB-59EA-41C2-B1FC-8C438CE1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C18CB-DDEE-4C5E-8D12-BD003E69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14739-A5B0-47CA-9209-008F0E62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41F1B-9763-4CB7-A1B0-69AD4E2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43E66-432E-421E-B612-DBAC70DA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Electrochemistry: Introduction, electrode potential, over...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E4142-CFC7-4D58-8D3B-EB1005E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F036C-DD4C-4B2F-96E6-C34292A1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6E278-E277-46E4-82C0-96EAB436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B8574-DF04-4CEE-95DC-2FE87BA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EC09F-2025-4B9A-B733-B9E1AA9E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27949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8ACE8-4B20-4DF0-A465-B4D92412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E2BBE-CF4D-4A3B-8128-7B3C8F9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79D84-0DC0-49AD-B306-B67C3DE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14E03-8D8A-4395-B2CF-6B7F4C5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6374C-C495-4CA2-A829-AFBDC837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Energy systems : Introduction, classification of batteries, characteristics of battery -capacity, power density...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C3F88-997E-47CD-9984-A54E9439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 systems : Introduction, classifica...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AF154-3ECC-4436-B656-55A43A6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F3EDD-EBBD-4A7A-A9CE-036C14D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632E3-18B4-4FF4-A3BB-B2F6ACC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728C9-3D06-4529-8F4A-C0F4AD1A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4607F-CA57-44AA-8EDC-2DE50F60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17E9F-742C-4CCB-A2F7-D3752E9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674FA-D395-4D56-B080-62FF2920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00FD0-512F-4EBE-BEE8-F2E8F54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E1290-82AB-4137-9870-CCF3818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935AD-D22C-47CB-A052-D9404843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57738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DE168-BC7C-4730-A802-A9A4086B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CF15E-6CCD-40EF-B3CD-7823069D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2AD54-3EB4-402A-A56A-8BB0FA6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179F9-9306-4DA0-AD40-45D65C0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FF944-E112-48EF-ABA2-D213CE0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96EA5-0610-42A9-9332-DC887D41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20E49-E8F6-40AE-90C5-D3E2ACA1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C4DFA-9188-4E89-8303-E5CAB34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0F051-8031-4662-976F-34E3BDE2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Energy...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446AA-BA8E-4364-A16C-02F444E8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C1EB-AFDC-4149-B7D7-FAF8C9B7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33CC5-1A12-4019-9626-7971807D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Energy systems 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E5E7A-67A6-4D9D-9B2B-8550B1DD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449D7-7524-449E-BE4A-76DEA8C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02BED-D113-431B-8747-F8B3BE30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Energy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CB1F9-8414-44A4-90A0-F270097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4E72E-DB3E-48D9-81CF-1AA75C91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74C41-5944-48A8-AA62-F37B7E90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Energy systems...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DDB30-57CA-4713-A5EE-E6374CB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920C9-B7AD-4847-B477-031C4BF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43405-27CF-4683-ACBA-40DE605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Energy systems...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512DC-C098-47C0-B71A-7DA8F4B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B3880-C1FA-48F6-8965-E5A05B1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25184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4EAC2-618E-4FAF-85F6-4430EA20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281A-9E47-4A2E-8168-C98B42E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08A6F-4835-4DE1-8AE9-59C8E8F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5A2F7-ACE9-44EC-9CB4-78A7C6E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A2467-02D2-4610-A926-A122789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A1F84-CD48-49D1-96C6-883D63A9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58A37-DD27-4495-BA3A-AEA22174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AEA8A-2F3B-43B0-9BAE-CF81C72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7531A-05C1-4553-91F7-7B88AAC9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A9FD2-913B-493B-A9F7-2B718C9E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BE918-32F5-45F0-8E1D-388D578F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773F0-DC3F-456B-BC2C-2184E9E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E1C57-4BC8-41B6-83A2-E721C612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EE4D5-32B0-4177-AC13-DFB07088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8ED59-8A18-4D99-B043-80A1B75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5746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FA6C0-1B9B-49A3-8BFE-2434021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F957-9F67-4A7D-B7CF-6D005FE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ED7B-F577-4EA5-8613-4D56BAEC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92A02-7B0A-4ABF-86BE-87930F77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5742D-05AC-4953-9E9C-6FDF4C10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BE14D-4901-4DD3-91BE-D3F45B5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Energy systems : Introduction, classification of batterie...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1C717-A496-4AA2-9F51-68289F67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07C88-4C46-4D71-9D33-798CC252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E6660-B68A-40E6-8698-66407061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9DEFC-C306-44BE-95FC-43141440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1DB43-D227-4D93-8743-DB19F7E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59168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98480-E73B-420F-84E9-F29A0AD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E6828-6543-4116-A52C-8EB0B70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5BCD2-9104-4FBA-A4FD-3EFF6CBC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2A18B-469E-4E51-B9CF-781B135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5B08E-BC88-4502-A235-8AF6DD7C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Construction, working, and applications of Lithium-ion battery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16AC9-4C47-4507-861E-0783D00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Construction, working, and applications 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CBFCB-D943-41B7-B2BA-B85E800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DE546-67DE-40B3-9E37-50501C0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CC4E5-CA9F-4E0D-B760-BC623446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FD1A4-9B3D-4430-997B-8339807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F307D-FC0C-4A6E-AF6D-A8690FD1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8239B-F3FD-4C1E-B325-35F1316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D1F5C-0926-45AE-B094-B391CCDC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54E9C-AE03-4FE6-8D3F-2FAC2ED9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93192-B5BA-4D4E-A913-49115B3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61B37-3E21-4C4E-8E1B-79CA31D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591993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DB30A-9EBE-41AA-A87F-FD6E0C36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0F771-7F29-47C1-A097-B7F1D97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0F2AC-34F7-451D-A4CA-F073599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6BC19-5887-49BB-8A30-E72CF2D3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BD114-1107-48D7-BCF0-0CAD0565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9DE41-6DAA-49E7-9FB1-F2D10F60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B329C-235E-46B5-8564-2C556EEE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27A10-7F64-49A2-8CDA-10DBFCC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5BB9-582C-4A4B-B717-1E3C75B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Constru...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1AF12-D5D5-4813-9DB6-BA21DEE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AC4B6-7ACE-412F-8B51-86E3743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79877-62A3-421B-994C-7A32030E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Construction, wor...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CE61F-8482-4E18-9119-BE9B0AC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5BED4-A6E0-41BD-83B9-8FE40B5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F43AC-FB0F-4011-88DE-0A17C5F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5B3AA-BE08-4E80-AE86-EB822369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05D40-5E63-480E-BF9B-B7FBF3B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E8B6B-62B9-4F5F-BCEC-C43549F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Construction,...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EFE2-686F-48D1-8AB2-FD44DD31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4F221-20FE-4526-A131-B1DF4D19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6231B-279C-4D63-9563-48C4A04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CF35A-870D-4E87-AFB8-25D5C3A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C6E0E-DE99-40CD-91D7-1C2F6D4E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396691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DD67D-0F47-4869-8ED9-2B88AC7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D8665-7FCE-4250-9F14-330CC0DB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8FE28-10E3-4AD1-B2B1-2D4E68B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B4046-5683-46A1-93E6-039ACA4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CDCAC-55A0-453C-8B4A-8B3AC94E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EF828-1829-4F42-8EB5-4BF9ED5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83681-4F01-465A-9586-B9C41306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770B5-923C-4913-A39E-902FEE8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1DB19-8600-45CC-89DA-F4F3B37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2697A-4B92-4D32-92B5-80CEACB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D7F18-12A0-4C41-A831-8ACBC76A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2FCE5-EE2C-4CF5-8685-26EFED31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89402-6291-44D3-B4FF-AF61756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86187-A338-4D8D-B65D-D13614C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4853F-B90B-401E-8B60-CB1E534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958852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9D88A-361D-4A7D-B096-770C4782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26E98-2E53-47F3-B2F9-0201BF27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FD0A4-D756-4A4C-8FD2-616734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E2786-850F-4BB9-AFB3-0AF6A203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BF18D-5B60-4986-BCBB-B85EF30C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6F734-5B60-4FA9-B689-2CE6C361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Construction, working, and applications of Lithium-ion ba...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D79DF-D93C-4A70-A7B2-1AA6CF0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0136F-3874-4A1C-879E-CD76847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3C1F-30FC-4D05-AB93-1B3507AC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3B8EF-5CF7-41FF-945A-652851E7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E0A43-6924-4DFF-BEA4-FD9A2835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061168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B7084-B784-415E-A741-7C4588E7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05D5A-89C5-439A-8F0F-631BCEC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9E661-5A60-4C9D-8A5E-422491C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D35D1-CDCE-4BEE-A096-05D0814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CC8F5-7F4A-49EA-9C45-D7B82E0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Fuel cell -definition, difference between battery and fuel cell, construction, working and applications of soli...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D1F86-B27A-4D92-892D-D221257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 cell -definition, difference between...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6E3AA-5644-4B16-A5E5-5C69341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D831A-1AAB-4761-883F-C0A2FE0F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62E4A-B310-4F2F-A6DF-C1FDB07A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847D6-532A-4ED3-BB7C-2D2DEC14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4682D-C785-4524-8BD0-B804912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8837D-E069-42DA-88CA-895661FD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7CB9C-FEBC-4AEB-B742-A4ED96FA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2D846-F6EB-4D78-A35A-860AD0E8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E61A1-4096-47C6-9A49-293A6C0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02AFB-9941-4B9E-9025-43E1949C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827930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A9659-943E-4692-B22F-5111EF3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2D941-F146-4F04-BACF-F512053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11B2F-56B6-4682-9145-69C9F0B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FB46D-E5C8-4739-8773-DD2E10E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0DDE8-76E1-4BB6-A164-F451E4D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7DB06-5DFD-4751-AC0E-5B74648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3B25A-673E-42EF-91ED-AB9472D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FCFFB-6D52-457E-A091-EF5291E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2A42-4DAA-4BC4-91CA-0FA8EE0B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Fuel 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E377A-5534-42A7-AB49-82F58CA5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ED062-C950-44D7-8136-2E667B8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D0B94-5733-4CD7-A372-75EB0906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Fuel cell -defini...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39A45-2D87-4EFB-B684-C494DDBA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6CDB2-20BB-4C3A-9B2F-7655F54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A04CC-25F8-434B-A84B-B317F0F9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Fuel cel...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BD7D5-8B63-477D-BE42-69041C2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77D85-EA5E-4928-A38F-52F0D2D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034D1-74FE-4542-BBBD-A253ECBB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Fuel cell -def...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DA785-FAA7-4B1D-8ED1-A2F310B9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8460D-2A10-4756-9F4C-D1E0539F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24F9A-B03F-4948-A963-CDE9DFF0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Fuel cell -def...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4A665-D628-481D-ACC6-02A1D00C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A2F6B-68BE-4BEB-AE0D-937E9CDB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613474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8C52A-C41F-4F3A-8DA5-7F6939A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C5888-295B-4C39-BF98-C09AB06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6EBB9-F7C2-4A0B-A69D-C79B2C6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09B69-E77A-44D6-B89A-2510A2C0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F5360-3493-4647-83C0-FF7DFAC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8489D-A060-4D4B-9C02-1032433C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5FB19-5547-45B3-AF0F-1EFEA54C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A0A40-127C-4EEE-BBC4-10DC8BEA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1DEC6-B06A-4D1B-8D8F-634D509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C9020-0DD7-4789-A88A-8B963B0E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84038-2A16-42BB-8110-644460C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230A0-C520-48A2-987D-CA67980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A6FFC-D3D6-45AD-BF6A-613E2B80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403D0-D583-4E32-91D1-3F07FCFC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1B47A-1CB3-455B-AA90-7BD4C39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229168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90D87-A841-424B-82AC-0FF79CCE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3CF99-9FE7-4D9B-8702-224F74D4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C3E63-A5FD-4E55-940E-A04799D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00D5F-5079-43EB-AFD4-84B5F10F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90B3B-2740-4B53-B936-C5C3B21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717A6-E7AD-4A11-A141-EA1B9838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Fuel cell -definition, difference between battery and fue...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09873-D759-4DD2-BFF4-8E83324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1115-FF41-4D2A-A21D-B0AD480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69437-BE69-4436-828A-36B51247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23A83-2C9B-4262-8AEB-15753CA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52629-EBD8-45DC-905E-9FE256F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090970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38078-5F76-4A57-95CA-D93B6850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DF73E-E094-4497-9688-8995829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D3D27-8615-48CC-AC72-85C0BAD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0C7B4-B34E-4271-9558-323B417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3A39A-FFAD-45EE-A712-E31387A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Fuels : Introduction, production of green hydrogen by photocatalytic water splitting by TiO2 catalyst and its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DC155-40AF-43B8-9529-497CC76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Fuels : Introduction, production of green...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D6FD6-E892-4F2D-B3D3-7F41788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BE094-4D7D-4D85-A803-68EC77F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8D56E-BC0D-474E-8580-1315C0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23F0C-5AB5-41E4-82F1-ECEB93D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5373D-265F-4BD4-9912-4AF7F05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81A90-04A2-4623-8719-E744802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10C6D-FBCD-4C58-9104-56710F8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980DB-ECBB-44A5-8FA8-54F88F0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A98C3-994E-40F8-90E0-EC5D7402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0EEDA-2BBE-4FA6-9EB7-B8155A2A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88274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89655-1FA6-4AFB-BDAE-DE6E967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A7188-2B29-410A-A33B-03F02A7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BDA24-6DCC-49AF-AF2E-0B281D82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F2A83-D8E7-4F93-A2E2-ABEA21B8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7C57F-5757-4D2F-A669-D4E188F8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C4158-4345-4F01-9C03-E3702DB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89738-503F-4347-8614-2656047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46D6-7EB9-44B8-AC96-67AF0F6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7F8C2-4513-4019-8CF4-CF72A46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Fuels 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B6417-0A02-43B8-88CE-E76AB6B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044CD-7928-436E-B145-294422B6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159C-C389-4949-B08C-10C2D9DB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Fuels : Introduct...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4284E-FABF-439B-9D42-119D1A5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7BB32-1431-4648-992C-A28EA3CA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3CC89-00EB-49FE-B699-601E2F9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Fuels 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F1C12-1108-4C54-A9FE-B619242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2A075-A176-4575-A190-C785FD0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04ACE-07F4-4DFC-A6EB-E48C448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Fuels 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72443-3DCD-4BD5-834C-0A056C6F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F4C49-31B6-479F-8BA1-AB7C42B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0C947-28A6-4A20-8F19-274303A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Fuels 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0D296-75B6-4CD1-BB7F-E55B7FC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B10EA-525B-4E32-91D2-8BAA36F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718741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B85C8-94E4-48A4-88FB-08C6746C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ED62F-09FA-4EDD-8281-625661ED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E75C-B8E2-47CC-9C08-B9CC0CA8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E4642-9C3F-449A-9592-E92B6C0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818C8-A798-4416-BD1D-5B67673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B9375-2BDD-4A8C-A61B-97D460E4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FAB78-86F8-4B3F-8C74-A3325DE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2D796-5702-4D59-97F9-BD0E6DE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50BA2-6AF3-4CE8-A82F-4FA2E111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3B1EC-86CE-4E1E-86D8-24F3C4C9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94DF6-EBDC-45B1-9E17-A4F05E21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977A4-B059-41C3-B108-B90B4F99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8466D-0E14-4C83-9C00-FB2ABC4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8CAB2-1A84-4774-B307-347AF4A6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2F219-0008-4E4A-88B3-145994A4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64995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E8C18-5A19-4138-B693-A615CD9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10F60-6932-40F2-B482-2F9F042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E9E28-567B-4586-8658-4CA5F1F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4D9E4-2B84-4046-855C-E6550A6D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C75BC-DC0B-4CEA-B01E-D1B84ED9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89621-87BF-45AA-9AA1-608BF32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Fuels : Introduction, production of green hydrogen by pho...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3430E-A2F2-4227-87EF-FCB8E29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8913D-8A47-45BB-801F-23A54D4C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031CD-2C24-4930-BDE6-9AE02CF5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57A27-CAC7-4288-986B-82BF6E4E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A0166-EBC1-4288-9559-415D251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840227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FC8CB-C4BE-438F-B152-991E3988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2D448-1A84-410A-A03E-3C784362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F906B-B497-4585-BF34-2D86EBB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D31FE-FF60-4EA3-A962-A46CFA6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F3FB9-5C5D-4B50-A847-F3978AB0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72599-C522-4692-806B-D623759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332444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1FEA2-6B09-4390-8A33-83070A07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52F86-E42C-4C10-A412-4F4C85D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190C4-109D-4020-90F3-48345520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70288-07B1-4E40-A558-79866D0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5E43-B83E-4DE9-B872-F4F973AC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Green: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Electrochemistry: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58AA0-E980-4486-A49D-A8B5786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603241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B5D85-DEC9-4C57-8070-847FD2FB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2B1F4-1518-4872-8284-251DA36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7A4A6-B141-4558-9EB4-B128F56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3A35F-3DF4-4222-A666-4AC7CFA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F305F-78BD-43AA-821D-921159D2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5C17C-E2F7-45C1-9584-B03DE9ED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563495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A31F-3766-466C-9959-AAF8B34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9F0E4-07F5-4420-9307-E4D435F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74B46-72AE-493A-9532-1C7198F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E83B-BEAB-4AA4-89FE-70E1772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E3E7-F588-4CF3-B0E3-C069C456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3FF-552F-4869-BFC2-7924994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141789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AC62C-0475-4275-894E-CDA94CE6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B90DE-2866-4DC4-89C3-598E5DB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1DD4C-5727-477C-9CA2-4F53B0D7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67D4-8B36-46D3-A5DC-8EAF13D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33949-115D-4550-BAC0-77F45C6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Electrochemistry: Introduction, electrode potential, overview of Nerns'...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Energy systems : Introduction, classification of batteries, characteris...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Construction, working, and applications of Lithium-ion battery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Fuel cell -definition, difference between battery and fuel cell, constr...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Fuels : Introduction, production of green hydrogen by photocatalytic wa...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FDE1A-FBDA-4B10-922B-D6CA2A35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29EA7-A4B7-4876-A8C6-3ABF2AE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A473D-53CB-42B6-BE4E-EF9527BE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981191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E6130-7991-4771-9544-26DDA2A3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8A91E-DAF7-42F7-8BBA-F8690D6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Electrochemistry: Introduction, electrode 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BE509-391A-4DED-9738-E9BCC9D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9DFBD-D405-41D7-8417-DD1CFB6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08875-4366-470D-BCC6-B5ED54F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1684-722E-4565-8ED7-FC2B5C24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D050F-0016-4CF5-A554-E02BEB6E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B32D-7379-4770-9214-C8A21C1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6BCC9-425C-477E-A522-D6987F2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3F654-AB1D-4737-ACBA-8F45A0D2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E9C6B-FD87-4BCA-B621-20CA8900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5192E-33DA-4611-A1A7-BD91AFF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A94D6-0B04-4307-896C-9D6C7399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66410-615D-49F5-BF4F-34FE92F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FFCFD-DE72-44E0-8ED2-A4E3A5E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C4640-2B73-48CB-8991-ABEF0441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84238-AF12-4DC7-9BD8-841FF5B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B8BAF-8690-4ADE-ABB4-CE72DB72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4C9BA-9805-4BCE-BFDA-1116AB16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94DE5-A646-401D-B88B-8CE3367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CA8BF-452B-457F-A185-F6F720B9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E33BB-0BFD-499D-8AD4-CB1E1593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76C3C-079F-4A1E-A251-E6853309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A8C1B-D038-4FFB-A8C9-4C7A1FF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7B016-E403-4260-BE3D-9EA288B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AB04E-69CF-4C2B-A0A4-28B3999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D5C53-4485-46C0-B9E9-96958ED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F632A-D495-4959-83B6-9A865F7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9C726-283B-43D0-B61F-7B8EC9F0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00F4BD-9254-41B5-A36E-122AFDAF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D8DC3-304E-42B2-8CE1-D3968D6C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99CED-6BE2-49E1-BC3D-7F0A4C80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669782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4480BB-EBF5-4B4C-9C10-2E9833EC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1931A-6573-4E23-A70A-8BEE85DF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Energy systems : Introduction, classificati...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EA1E0-3D14-46C3-A229-DC5C8A9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0042-FB3A-41C2-8AC5-60FB406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F259A-FDC0-4EB5-A2BF-EDDE772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0AAD1-E013-432D-8DB2-1CCEF7C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27FBC-A309-4BAE-B94A-6361B998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D8CDE-0AB3-4C88-938D-9A8CB815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ABD81-55CE-4283-8BBA-D190279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44926-F075-4083-9196-EBC34DB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33E2E-DF9F-4ACF-B680-C2A64D73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82B69-6AC7-4C30-A152-6FCAC79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13ACA-ADF9-4DB9-8D9F-AE7FD0B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FA1AE-3B05-49B5-B74E-11B267FB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808C3-4337-4DE0-8A28-5694D4B5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539FE-9277-4730-9562-C52B603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67AB5-B242-4143-81EF-9CF14BFD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DBE10-1B86-4098-80B6-5161EA01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BD54E-B0C4-4B76-A98F-F338479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F805B-015D-4140-94E3-17159AF2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0E3CC-21BB-4A25-9A0C-4BD85C5B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2E1CB-F2A6-4509-BFBE-274107A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89350-173D-4608-9B96-0778A9F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CA559-094E-4245-BC09-21B5556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D2DE7-7152-4E5F-A95A-C2B1020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034AF-EBBC-4EA1-B1A2-1DEF04BB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0D138-15B7-43B6-BAF4-6FFCF9F8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8232D-463B-4DF5-87EA-ED3008C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1E4A8-914E-4556-ABB1-0FABA27F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CDA61-A380-4469-A3C0-8CC104E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54A8C-561C-41FC-8D3A-B117E45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67547E-9F75-4649-BD4E-31E20E3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601503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CD887-9849-4835-A6F5-2F4C858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83F3-38BF-41A9-A82C-A471E98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Construction, working, and applications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C89FB-7E33-4CBB-85DA-6630ADE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F0699-F845-4074-8472-6E4F755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A8CB5-D562-47CE-903D-007544F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BEF90-B276-4CA9-8332-C438B80F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E102-4924-4F39-9F16-E80C591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89D59-5003-4633-A98E-81BD4909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79B0-D0B1-41C8-A1BA-79FF3B3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2B33E-9952-408C-8D04-D063683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774FF-F357-41EF-A107-A5668E0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CA93C-5246-4C48-BF7E-9C4416F0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C2522-4058-4049-9E72-16B8059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61FD3-AEC9-4BDF-929E-E669BC77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BEF3A-B257-4450-A435-43D031A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22753-2129-41D4-A254-EA800B94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BA17A-5D5B-4D85-A8F8-9CDC6CA1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0726-D349-4292-AD4C-24C8116E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44BF2-F812-45DD-B616-5B4CA78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CA815-EF39-4117-A90F-881B09C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3D573-BE26-444C-AC3F-7044752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844EA-1E91-4716-8B4E-5361D51E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70A27-E9A4-4532-9533-5AE8E31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D36A3-6686-4BC1-9780-3248DA68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7047B-53B0-4300-A880-63474F0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8CCC7-D077-4023-97EF-F61C0AFA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793DB-F809-4944-9ED7-9C1B2C0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F40DAB-BDCF-4872-A365-157CEBA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E9EEA-FE74-48C5-8BD8-855B197A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FE961-ACD2-42E9-A3B2-7415FD6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1B9831-2059-40DF-AC0A-37BF5C2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83037-DCBA-485B-AB34-84E6C1E8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029848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868A1-C447-4FA4-80A7-893B27D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D886D-86E7-45EB-867B-FAA249E8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 cell -definition, difference between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AC0B3-231B-4981-A9F1-1796E21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62975-8D6F-4694-B20B-0FD7DC34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7C713-10E8-42E9-8966-489E04C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2FB48-0C54-4DB0-92EB-68AEDC2F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B355-4275-4597-B610-9FC3CDFB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58B47-1309-4F3D-A21B-6A2D3CE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995D2-CD20-49FB-A614-4A6997E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684AA-3C30-4914-BC4A-903114D5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0A599-03A6-4730-9277-67940AA8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7635C-9D3F-4443-A0B9-C8955F36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A4FD-8D8C-4D61-A2AA-75C6A57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06B59-6132-4BE9-8266-3D8A901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11A5B-B4F3-4721-9DFE-9562A0D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18A3A-863D-4845-8B48-06EE4B3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31D47-2655-4E94-AF69-1E513FC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34F58-F62F-4078-8F21-0EA2476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3B9AA-A96E-432F-ACCC-21611B9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48E69-8D3E-4150-9BDA-085DA3C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17AC0-A16D-45DF-B777-C9F9C0C4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D7DFB-7CED-483C-B356-F9996931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283F1-F48C-476C-9259-75233AB4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5A637-9B9B-49C5-9FB6-8A71914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B30CA-AE20-4708-90F2-3D9ED00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46DB5-BF0C-45FC-8895-E85C4EE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C2761-C258-4248-AF09-C3FEBB3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864C8-B2EC-4D67-B0A1-EF195FB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1B757-11F4-469E-810F-095FE16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66470-2774-415E-83B8-1CF459C5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60D267-B3EE-4525-91C3-188507A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1EEFA-6BB2-43E7-9522-B808967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8735470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4E410-3783-4E8C-80CB-B16D8AEB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5592-171D-408F-9346-B34F4FB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Fuels : Introduction, production of green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5F43-9E49-41DD-BECC-8FF13405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472BA-40DD-4BCD-866B-4504826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34D5D-9E99-4D53-9470-0BD72EF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1B6A8-C57D-430A-BC2C-58880DC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D7FCB-7AC5-4368-89EA-1FC717E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3BE78-02B2-4378-B47D-E31FD58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6FBDB-C67A-4B20-9589-CE0B851B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2EEB3-DD80-44F4-A58F-5BD12B7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175DB-F11D-4274-A433-4B0F8AE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4D691-7CEC-4B04-AC72-46794995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F584B-E2FD-4EA5-984B-FA0E084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D71D4-D5AD-4C90-BF46-D0F5C56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6B253-5882-44F7-B929-9F330F9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F5AC7-CF0B-49EF-B0EC-7271D6F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0E0BC-175A-4B41-B0D2-1C6D8F3B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BE5B5-42FF-42C4-B94F-F8AB84A0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10780-9AA1-48CE-8CC0-A373C2F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81CC3-2DC9-457C-A5DF-34299E0E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02676-D98A-4F01-BE86-9C5054D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6FD1C-7FE2-4363-9235-EB38BE8B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F89E6-7221-485D-B9E2-E3FCD06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553B9-146C-43B9-A4E3-CE320CA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9F3B5-3614-4AC7-A2AC-640F350F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81C05-DADB-4225-AB22-D0B5B1B7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D3863-5809-4A8E-9C24-DE2D3BF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D8504-7F24-4FB2-93F6-7F8A9BC8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1CD2D-3CBE-4DC8-B7C9-84D09A6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EC2B3-8733-44E5-B07A-768B735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F2888-3EAE-4F49-BF79-A825728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8A2E9-F0A7-4F6D-B1AB-A9CBBFB6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257727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E8523-6136-4A31-A80F-9C9CDAF0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7FA6E-A297-4204-AA14-A9281BA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Electrochemistry: Introduction, electrode 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6F449-21B7-4E68-9533-9BAF1A6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BE78-D26D-49BA-88A9-8D9EA1D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03B06-EAE0-4282-A39A-F325F72F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79C3B-1BE6-4902-9329-1A5889A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31197-D9F4-4E89-936B-0462EFF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3E879-BDA8-47CF-BAEF-95A6F479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B116-A30C-4C0B-8DCB-3920280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A351B-A1D2-4963-8352-8DC4345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5E6E8-8545-40EA-8C8C-A2D9A3C6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16FE1-0306-405A-9FCB-6B7D7F2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FCFEE-3E08-4E29-8822-EFDC133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86F51-93B5-4124-A5B9-9B78E54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BB7C5-29F6-4AC7-9F2E-B64A23C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D2EB-0789-4455-9CAF-A1BC65D1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BAA8-4BCE-437F-AA41-42C60C8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907E7-B1AF-4B08-9B64-E05594A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1B417-439C-482D-8EFA-8216352F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8803C-D6E1-40A5-A777-FCA0E58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199FA-8572-44B3-9539-8C8A21E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DBAE4-58AB-4D24-A2DB-31060D47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8D84A-9889-43A0-B61C-6357BF11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EB65D-8076-4FF6-AFA4-CDF973B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071E5-FCF4-44EB-A5B4-79BD329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6FFED-A21E-4178-8378-31163FA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0CC9E-8241-4689-9848-DC3CA5D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93275-F8C5-4EF5-85A9-27F42D56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D2158-DF5C-4BDB-8185-A5F87FC3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5CC702-6E46-4C6D-B0FA-27A34E4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F819A-312D-4EEE-BB0F-C7A5DBF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A4B58-D500-4890-9366-93F7BBCB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367133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80795-E77C-4BC8-9AF5-15FEA114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46989-1BE3-4C10-8F8F-62FC72D3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Energy systems : Introduction, classificati...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58461-4DE9-45F2-8362-9DAEAFF8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5F8CC-661B-4618-9D79-81553DB3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DBDD0-5D4E-4BCE-AB1F-5D7DC8D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38D03-131A-4F45-8A96-AE50D5E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CE1AC-A95F-469D-8AA3-2F11431D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969C-6DED-444A-911F-C7B17EC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BD25B-919C-4D18-9228-FE572C49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A7844-2ABA-484F-9EAF-1D26803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A2F84-0153-4F06-8B9E-A160424A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8138-0971-4B32-A5A9-4998093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EFC5C-CBA9-4BD5-B4E4-5C5CD932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DDDCE-A65B-4AF3-8DDA-8265C93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EAAA5-29A0-4662-9CBE-A47AEE7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1199E-51F0-42CD-ACEA-079A405B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60760-EB7B-4893-896C-499D64BF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C03B3-F489-46BC-849D-A20EE4C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5BE6C-A8F3-4543-AD4B-F2AC0BC2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338DE-1FB8-4E6F-A526-EF56AB4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2276B-8156-4730-9EA2-CC3288D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DC2D5-1277-453F-869C-6C380B2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D8EC9-603F-4B79-880C-ED81B36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67120-2DD3-4F69-B893-79298ECE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868A4-8759-4AA3-B514-0F268FD8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A6B07-7668-4C8C-8753-8FEE641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40E6B-A644-4822-9E3F-22447D8D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DEE31-070B-46B0-BBEA-2A5302F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CC891-9CCE-4E4F-9824-7A6A03B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0B943-B7C6-40A1-BC36-22D4778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719FE-5A16-400F-B09F-F2E9071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14518-0930-4EED-A6C7-69A62A0F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538321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8D8E1-898C-45A8-BCE1-190F3AD3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334C8-655B-4ECE-B76D-1A158562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Construction, working, and applications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82640-B39E-4A0D-A02B-0624AD9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EFA8E-1BA3-428F-8B9F-182D5DED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42FD-CFB2-4606-8259-353137CB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CCD60-3FA8-4D60-AC0D-9EA7133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8C69-76D6-4D0D-9E62-18C4DFE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29887-356B-4D52-855E-50B174BD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83C3-041C-45DB-95DC-2AA6D85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53D3D-7AFA-4597-9566-DFC82A71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B7683-0384-4AAB-8364-116DAA2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BD145-CC5F-4C04-BF05-428D9F2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8A2DA-2C27-49E9-B98F-BE0A5CD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F4A79-EF37-4961-967B-4FD3049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19DE9-6178-4028-B8E9-0F72460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72E43-0E04-4C14-9005-33E41F15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68A84-FEAB-4CC5-BD85-5FDBA06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7E371-3670-4AD3-952A-3501231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69EBD-1FEB-4A2F-8C3C-0DDE110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5BFBE-8323-4DC3-AA50-FCDD23F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84353-B22B-434A-875A-4607F10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7B87B-743B-453E-9E60-00B6BF6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9DB81-5241-4669-9027-543E097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FB15C-AC8A-4FBF-AA55-29BAC5E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7545A-8A08-4212-99B5-0BE9B92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2A262-9852-41F7-A903-DC8CECC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58D4E-E282-49D9-9A08-57D2EF7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4E426-B19A-4E6B-B4BF-E6876AE9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AF929-D8FE-42E0-A2FA-DE10D36D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DEFB3-E383-4CED-9212-4202CAFB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2192CF-8E2B-4450-B1C3-1CF70B76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82A6C-EBAF-482B-B6A6-974E674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317447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7B418-BEA8-46D0-AB57-C9551B6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4A23F-4948-48A6-B41C-A27E52BD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 cell -definition, difference between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8B58C-FCE6-47A9-B4B3-A7421D6A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B6741-FF8B-454D-99AA-2E5ACFB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64A79-7E36-4215-BD74-D4560A4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6B5DE-0501-46DD-8003-346ECE8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4A2B8-12C3-43F8-B8A7-2BD867C8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A5996-211A-4260-88E5-5574E7B0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1B43D-D962-4D86-86E5-4D598C94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9AE77-423D-4790-B471-21A2130B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D5780-A16C-4C5D-8501-42BD4A0D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51CB-CED0-40AE-9A72-785B552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1445F-568D-4AC2-A9AE-BAD96383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0CC85-84F0-4346-A9EF-7150E2E3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C35B2-D008-4402-8E5C-CEF121F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9A298-68E7-4EA0-BD3B-D6692CB9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9ACE5-3EA1-41E2-AFD2-1125C1F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7E419-C78E-489E-A667-FDD2420D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B1847-38D6-46B1-85E2-4F607E02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72F2C-67C1-421C-89F9-545450FD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5224D-62B0-41EB-8CFC-B8A31D6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B2746-3017-4976-89BE-E7515054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B8D87-CE9C-401F-8ACE-306A24EB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02A45-EA39-4197-A3AB-2281F98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3AB4B-886E-4854-9072-7AB9718F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A0368-2404-44A0-BD4F-E3A0DFBC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D2B8F-E3C9-43A3-A113-6204C4E2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49D5C-DCE1-4C82-9F1C-2DB9603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ED316-585B-4AF8-9B9F-31ACB48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61F33-575D-488E-83E4-CE86173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46BB4-B4A5-4D8D-8EB9-C0B4099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6228A-64B3-4FE6-9D2D-FF3FA836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539990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E776BF-5059-4386-9829-FF35AD2C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46582-2CE8-4451-A8C2-C5A20375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Fuels : Introduction, production of green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75554-5634-4413-9605-1851077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5DC3E-DA59-442C-9FB6-167479B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F5DBF-E761-40BE-AF7E-9CE4C14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1C023-83AD-473C-97F1-FFC0366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73A6D-F1EE-4C16-838C-65BFCD00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67559-58EB-4B5A-9D1A-233DED66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21493-2E9A-44A9-A0BC-FFA10360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3519D-79F6-45AC-89DB-26D868B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FD3A1-8675-4C5C-B916-08BD3BEE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EEC1-15B9-4B7A-9B7E-531DA86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4DA75-0A51-4F6F-A9F8-2F90391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7F088-E8A8-4B6B-B53E-B7749C62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31B3D-6A01-4918-ACBC-D86836AD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E195D-9D13-477A-8875-A119069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78B13-12AD-4F5A-87F9-3AD8E70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0B05A-A9A2-4701-A13E-9D92D365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5CEF8-EEBD-4B61-80B7-0B45E9DB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2CEC1-7AD3-4234-82B2-421D6D3E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92530-DAFB-4A23-9FAA-49AB520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6D0C8-03AB-49F8-B369-BD2FC75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27771-11F2-4EAA-A906-3854D85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579B5-B38D-486B-8A7B-9888E1E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84E1B-C0BD-472F-AFBA-3FA8F39E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D884A-0028-4165-B6BD-32C048F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674B9-7E47-41A0-95E8-D26163B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1FF66-17F5-47D5-BAE3-70D2518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15076-674D-4D52-964A-CD793BA6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50490-AACB-4B39-A8E9-919870DA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9F11E-EB49-4023-B78A-76D785EB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C9CA3-DB95-4DAA-BE5E-C04B3A8D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50339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2026-08-24T16:02:30.8280000Z</dcterms:created>
  <dcterms:modified xsi:type="dcterms:W3CDTF">2026-08-24T16:02:30.8280000Z</dcterms:modified>
</coreProperties>
</file>