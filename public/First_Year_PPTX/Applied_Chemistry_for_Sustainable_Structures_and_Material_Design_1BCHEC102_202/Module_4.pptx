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13bfba9374d2a" /><Relationship Type="http://schemas.openxmlformats.org/officeDocument/2006/relationships/extended-properties" Target="/docProps/app.xml" Id="Rf6f26997a0e6437e" /><Relationship Type="http://schemas.openxmlformats.org/officeDocument/2006/relationships/officeDocument" Target="/ppt/presentation.xml" Id="R9c2554c4b7c2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dbdb7e052483e"/>
  </p:sldMasterIdLst>
  <p:notesMasterIdLst>
    <p:notesMasterId xmlns:r="http://schemas.openxmlformats.org/officeDocument/2006/relationships" r:id="R194fcb77074e43fc"/>
  </p:notesMasterIdLst>
  <p:sldIdLst>
    <p:sldId xmlns:r="http://schemas.openxmlformats.org/officeDocument/2006/relationships" id="256" r:id="R8313eacb984b46b9"/>
    <p:sldId xmlns:r="http://schemas.openxmlformats.org/officeDocument/2006/relationships" id="257" r:id="Rf8593b7d7bde483e"/>
    <p:sldId xmlns:r="http://schemas.openxmlformats.org/officeDocument/2006/relationships" id="258" r:id="Rb55d99fffe484fe1"/>
    <p:sldId xmlns:r="http://schemas.openxmlformats.org/officeDocument/2006/relationships" id="259" r:id="R68798541c5854637"/>
    <p:sldId xmlns:r="http://schemas.openxmlformats.org/officeDocument/2006/relationships" id="260" r:id="Ra213a6ef0a144949"/>
    <p:sldId xmlns:r="http://schemas.openxmlformats.org/officeDocument/2006/relationships" id="261" r:id="R888d0195901d4342"/>
    <p:sldId xmlns:r="http://schemas.openxmlformats.org/officeDocument/2006/relationships" id="262" r:id="R5a0652e6c9744d4d"/>
    <p:sldId xmlns:r="http://schemas.openxmlformats.org/officeDocument/2006/relationships" id="263" r:id="R2bde5dcccb2f4b1e"/>
    <p:sldId xmlns:r="http://schemas.openxmlformats.org/officeDocument/2006/relationships" id="264" r:id="R55c2ac8a90a44383"/>
    <p:sldId xmlns:r="http://schemas.openxmlformats.org/officeDocument/2006/relationships" id="265" r:id="R6fe533ebcb4c4ec9"/>
    <p:sldId xmlns:r="http://schemas.openxmlformats.org/officeDocument/2006/relationships" id="266" r:id="Rfa345b7ef69a4eeb"/>
    <p:sldId xmlns:r="http://schemas.openxmlformats.org/officeDocument/2006/relationships" id="267" r:id="R4b45460ca17440c9"/>
    <p:sldId xmlns:r="http://schemas.openxmlformats.org/officeDocument/2006/relationships" id="268" r:id="R377bc6e7fc524260"/>
    <p:sldId xmlns:r="http://schemas.openxmlformats.org/officeDocument/2006/relationships" id="269" r:id="Rda43742848794a59"/>
    <p:sldId xmlns:r="http://schemas.openxmlformats.org/officeDocument/2006/relationships" id="270" r:id="Rf7d3e0ea1d644f4a"/>
    <p:sldId xmlns:r="http://schemas.openxmlformats.org/officeDocument/2006/relationships" id="271" r:id="R3818ed56564a40bc"/>
    <p:sldId xmlns:r="http://schemas.openxmlformats.org/officeDocument/2006/relationships" id="272" r:id="R259930e161304479"/>
    <p:sldId xmlns:r="http://schemas.openxmlformats.org/officeDocument/2006/relationships" id="273" r:id="R792ad31d13f44942"/>
    <p:sldId xmlns:r="http://schemas.openxmlformats.org/officeDocument/2006/relationships" id="274" r:id="Rfacacdb6bf2a454c"/>
    <p:sldId xmlns:r="http://schemas.openxmlformats.org/officeDocument/2006/relationships" id="275" r:id="R9057445236c843e4"/>
    <p:sldId xmlns:r="http://schemas.openxmlformats.org/officeDocument/2006/relationships" id="276" r:id="R49f11d1fe1834eef"/>
    <p:sldId xmlns:r="http://schemas.openxmlformats.org/officeDocument/2006/relationships" id="277" r:id="R27a1390050944213"/>
    <p:sldId xmlns:r="http://schemas.openxmlformats.org/officeDocument/2006/relationships" id="278" r:id="Rae75e23486584c20"/>
    <p:sldId xmlns:r="http://schemas.openxmlformats.org/officeDocument/2006/relationships" id="279" r:id="Rdaab5f3abce640cd"/>
    <p:sldId xmlns:r="http://schemas.openxmlformats.org/officeDocument/2006/relationships" id="280" r:id="Rbbffa0b84670412a"/>
    <p:sldId xmlns:r="http://schemas.openxmlformats.org/officeDocument/2006/relationships" id="281" r:id="Rfdb0ee02cb6b498f"/>
    <p:sldId xmlns:r="http://schemas.openxmlformats.org/officeDocument/2006/relationships" id="282" r:id="R1160addf8c274e46"/>
    <p:sldId xmlns:r="http://schemas.openxmlformats.org/officeDocument/2006/relationships" id="283" r:id="Rf4cd895d2bd44844"/>
    <p:sldId xmlns:r="http://schemas.openxmlformats.org/officeDocument/2006/relationships" id="284" r:id="R3b636b2e4955488e"/>
    <p:sldId xmlns:r="http://schemas.openxmlformats.org/officeDocument/2006/relationships" id="285" r:id="R9805bf1e51c2433d"/>
    <p:sldId xmlns:r="http://schemas.openxmlformats.org/officeDocument/2006/relationships" id="286" r:id="R77719784b1e947aa"/>
    <p:sldId xmlns:r="http://schemas.openxmlformats.org/officeDocument/2006/relationships" id="287" r:id="Rc730bf1de333431c"/>
    <p:sldId xmlns:r="http://schemas.openxmlformats.org/officeDocument/2006/relationships" id="288" r:id="R02cc818f88e246ca"/>
    <p:sldId xmlns:r="http://schemas.openxmlformats.org/officeDocument/2006/relationships" id="289" r:id="R9dd59382adc94f49"/>
    <p:sldId xmlns:r="http://schemas.openxmlformats.org/officeDocument/2006/relationships" id="290" r:id="R17cdcb067b684e9c"/>
    <p:sldId xmlns:r="http://schemas.openxmlformats.org/officeDocument/2006/relationships" id="291" r:id="Rbc7b112d6b8d4d7b"/>
    <p:sldId xmlns:r="http://schemas.openxmlformats.org/officeDocument/2006/relationships" id="292" r:id="R956e08da04584e1c"/>
    <p:sldId xmlns:r="http://schemas.openxmlformats.org/officeDocument/2006/relationships" id="293" r:id="R7ff00e6baae24864"/>
    <p:sldId xmlns:r="http://schemas.openxmlformats.org/officeDocument/2006/relationships" id="294" r:id="Re9e8d30193ef4b12"/>
    <p:sldId xmlns:r="http://schemas.openxmlformats.org/officeDocument/2006/relationships" id="295" r:id="R0a3c8bc9f74144be"/>
    <p:sldId xmlns:r="http://schemas.openxmlformats.org/officeDocument/2006/relationships" id="296" r:id="R4b6819ea67944cb7"/>
    <p:sldId xmlns:r="http://schemas.openxmlformats.org/officeDocument/2006/relationships" id="297" r:id="R77a7e562730940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ffe64208754a42" /><Relationship Type="http://schemas.openxmlformats.org/officeDocument/2006/relationships/slideMaster" Target="/ppt/slideMasters/slideMaster1.xml" Id="R11cdbdb7e052483e" /><Relationship Type="http://schemas.openxmlformats.org/officeDocument/2006/relationships/notesMaster" Target="/ppt/notesMasters/notesMaster1.xml" Id="R194fcb77074e43fc" /><Relationship Type="http://schemas.openxmlformats.org/officeDocument/2006/relationships/presProps" Target="/ppt/presProps.xml" Id="Rbffac2314cf54636" /><Relationship Type="http://schemas.openxmlformats.org/officeDocument/2006/relationships/tableStyles" Target="/ppt/tableStyles.xml" Id="R17a9b209da4d423e" /><Relationship Type="http://schemas.openxmlformats.org/officeDocument/2006/relationships/slide" Target="/ppt/slides/slide1.xml" Id="R8313eacb984b46b9" /><Relationship Type="http://schemas.openxmlformats.org/officeDocument/2006/relationships/slide" Target="/ppt/slides/slide2.xml" Id="Rf8593b7d7bde483e" /><Relationship Type="http://schemas.openxmlformats.org/officeDocument/2006/relationships/slide" Target="/ppt/slides/slide3.xml" Id="Rb55d99fffe484fe1" /><Relationship Type="http://schemas.openxmlformats.org/officeDocument/2006/relationships/slide" Target="/ppt/slides/slide4.xml" Id="R68798541c5854637" /><Relationship Type="http://schemas.openxmlformats.org/officeDocument/2006/relationships/slide" Target="/ppt/slides/slide5.xml" Id="Ra213a6ef0a144949" /><Relationship Type="http://schemas.openxmlformats.org/officeDocument/2006/relationships/slide" Target="/ppt/slides/slide6.xml" Id="R888d0195901d4342" /><Relationship Type="http://schemas.openxmlformats.org/officeDocument/2006/relationships/slide" Target="/ppt/slides/slide7.xml" Id="R5a0652e6c9744d4d" /><Relationship Type="http://schemas.openxmlformats.org/officeDocument/2006/relationships/slide" Target="/ppt/slides/slide8.xml" Id="R2bde5dcccb2f4b1e" /><Relationship Type="http://schemas.openxmlformats.org/officeDocument/2006/relationships/slide" Target="/ppt/slides/slide9.xml" Id="R55c2ac8a90a44383" /><Relationship Type="http://schemas.openxmlformats.org/officeDocument/2006/relationships/slide" Target="/ppt/slides/slide10.xml" Id="R6fe533ebcb4c4ec9" /><Relationship Type="http://schemas.openxmlformats.org/officeDocument/2006/relationships/slide" Target="/ppt/slides/slide11.xml" Id="Rfa345b7ef69a4eeb" /><Relationship Type="http://schemas.openxmlformats.org/officeDocument/2006/relationships/slide" Target="/ppt/slides/slide12.xml" Id="R4b45460ca17440c9" /><Relationship Type="http://schemas.openxmlformats.org/officeDocument/2006/relationships/slide" Target="/ppt/slides/slide13.xml" Id="R377bc6e7fc524260" /><Relationship Type="http://schemas.openxmlformats.org/officeDocument/2006/relationships/slide" Target="/ppt/slides/slide14.xml" Id="Rda43742848794a59" /><Relationship Type="http://schemas.openxmlformats.org/officeDocument/2006/relationships/slide" Target="/ppt/slides/slide15.xml" Id="Rf7d3e0ea1d644f4a" /><Relationship Type="http://schemas.openxmlformats.org/officeDocument/2006/relationships/slide" Target="/ppt/slides/slide16.xml" Id="R3818ed56564a40bc" /><Relationship Type="http://schemas.openxmlformats.org/officeDocument/2006/relationships/slide" Target="/ppt/slides/slide17.xml" Id="R259930e161304479" /><Relationship Type="http://schemas.openxmlformats.org/officeDocument/2006/relationships/slide" Target="/ppt/slides/slide18.xml" Id="R792ad31d13f44942" /><Relationship Type="http://schemas.openxmlformats.org/officeDocument/2006/relationships/slide" Target="/ppt/slides/slide19.xml" Id="Rfacacdb6bf2a454c" /><Relationship Type="http://schemas.openxmlformats.org/officeDocument/2006/relationships/slide" Target="/ppt/slides/slide20.xml" Id="R9057445236c843e4" /><Relationship Type="http://schemas.openxmlformats.org/officeDocument/2006/relationships/slide" Target="/ppt/slides/slide21.xml" Id="R49f11d1fe1834eef" /><Relationship Type="http://schemas.openxmlformats.org/officeDocument/2006/relationships/slide" Target="/ppt/slides/slide22.xml" Id="R27a1390050944213" /><Relationship Type="http://schemas.openxmlformats.org/officeDocument/2006/relationships/slide" Target="/ppt/slides/slide23.xml" Id="Rae75e23486584c20" /><Relationship Type="http://schemas.openxmlformats.org/officeDocument/2006/relationships/slide" Target="/ppt/slides/slide24.xml" Id="Rdaab5f3abce640cd" /><Relationship Type="http://schemas.openxmlformats.org/officeDocument/2006/relationships/slide" Target="/ppt/slides/slide25.xml" Id="Rbbffa0b84670412a" /><Relationship Type="http://schemas.openxmlformats.org/officeDocument/2006/relationships/slide" Target="/ppt/slides/slide26.xml" Id="Rfdb0ee02cb6b498f" /><Relationship Type="http://schemas.openxmlformats.org/officeDocument/2006/relationships/slide" Target="/ppt/slides/slide27.xml" Id="R1160addf8c274e46" /><Relationship Type="http://schemas.openxmlformats.org/officeDocument/2006/relationships/slide" Target="/ppt/slides/slide28.xml" Id="Rf4cd895d2bd44844" /><Relationship Type="http://schemas.openxmlformats.org/officeDocument/2006/relationships/slide" Target="/ppt/slides/slide29.xml" Id="R3b636b2e4955488e" /><Relationship Type="http://schemas.openxmlformats.org/officeDocument/2006/relationships/slide" Target="/ppt/slides/slide30.xml" Id="R9805bf1e51c2433d" /><Relationship Type="http://schemas.openxmlformats.org/officeDocument/2006/relationships/slide" Target="/ppt/slides/slide31.xml" Id="R77719784b1e947aa" /><Relationship Type="http://schemas.openxmlformats.org/officeDocument/2006/relationships/slide" Target="/ppt/slides/slide32.xml" Id="Rc730bf1de333431c" /><Relationship Type="http://schemas.openxmlformats.org/officeDocument/2006/relationships/slide" Target="/ppt/slides/slide33.xml" Id="R02cc818f88e246ca" /><Relationship Type="http://schemas.openxmlformats.org/officeDocument/2006/relationships/slide" Target="/ppt/slides/slide34.xml" Id="R9dd59382adc94f49" /><Relationship Type="http://schemas.openxmlformats.org/officeDocument/2006/relationships/slide" Target="/ppt/slides/slide35.xml" Id="R17cdcb067b684e9c" /><Relationship Type="http://schemas.openxmlformats.org/officeDocument/2006/relationships/slide" Target="/ppt/slides/slide36.xml" Id="Rbc7b112d6b8d4d7b" /><Relationship Type="http://schemas.openxmlformats.org/officeDocument/2006/relationships/slide" Target="/ppt/slides/slide37.xml" Id="R956e08da04584e1c" /><Relationship Type="http://schemas.openxmlformats.org/officeDocument/2006/relationships/slide" Target="/ppt/slides/slide38.xml" Id="R7ff00e6baae24864" /><Relationship Type="http://schemas.openxmlformats.org/officeDocument/2006/relationships/slide" Target="/ppt/slides/slide39.xml" Id="Re9e8d30193ef4b12" /><Relationship Type="http://schemas.openxmlformats.org/officeDocument/2006/relationships/slide" Target="/ppt/slides/slide40.xml" Id="R0a3c8bc9f74144be" /><Relationship Type="http://schemas.openxmlformats.org/officeDocument/2006/relationships/slide" Target="/ppt/slides/slide41.xml" Id="R4b6819ea67944cb7" /><Relationship Type="http://schemas.openxmlformats.org/officeDocument/2006/relationships/slide" Target="/ppt/slides/slide42.xml" Id="R77a7e5627309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0effa1c0e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84b7ed202043a5" /><Relationship Type="http://schemas.openxmlformats.org/officeDocument/2006/relationships/notesMaster" Target="/ppt/notesMasters/notesMaster1.xml" Id="R7e80b2e49e0f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3ce3ab70a467c" /><Relationship Type="http://schemas.openxmlformats.org/officeDocument/2006/relationships/notesMaster" Target="/ppt/notesMasters/notesMaster1.xml" Id="R5e952954f4fa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ac0ab65b6441b3" /><Relationship Type="http://schemas.openxmlformats.org/officeDocument/2006/relationships/notesMaster" Target="/ppt/notesMasters/notesMaster1.xml" Id="R89488f52014d48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066c3658f45d1" /><Relationship Type="http://schemas.openxmlformats.org/officeDocument/2006/relationships/notesMaster" Target="/ppt/notesMasters/notesMaster1.xml" Id="Rc10d55d72d7e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ac8fe9f374140" /><Relationship Type="http://schemas.openxmlformats.org/officeDocument/2006/relationships/notesMaster" Target="/ppt/notesMasters/notesMaster1.xml" Id="Rfbf81059579847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26de64105240e2" /><Relationship Type="http://schemas.openxmlformats.org/officeDocument/2006/relationships/notesMaster" Target="/ppt/notesMasters/notesMaster1.xml" Id="R4d0afec789b1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47eb0ee83442d8" /><Relationship Type="http://schemas.openxmlformats.org/officeDocument/2006/relationships/notesMaster" Target="/ppt/notesMasters/notesMaster1.xml" Id="R36a02485b858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a3b9ccb2e944fe" /><Relationship Type="http://schemas.openxmlformats.org/officeDocument/2006/relationships/notesMaster" Target="/ppt/notesMasters/notesMaster1.xml" Id="Reed53788373c47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d5dd091e6f4892" /><Relationship Type="http://schemas.openxmlformats.org/officeDocument/2006/relationships/notesMaster" Target="/ppt/notesMasters/notesMaster1.xml" Id="R8836b3a9a0eb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9616fdbf640f7" /><Relationship Type="http://schemas.openxmlformats.org/officeDocument/2006/relationships/notesMaster" Target="/ppt/notesMasters/notesMaster1.xml" Id="Rc643d58ee7944d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b9b7fcfdef409e" /><Relationship Type="http://schemas.openxmlformats.org/officeDocument/2006/relationships/notesMaster" Target="/ppt/notesMasters/notesMaster1.xml" Id="R6a333dfecdf440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65017f93b542c9" /><Relationship Type="http://schemas.openxmlformats.org/officeDocument/2006/relationships/notesMaster" Target="/ppt/notesMasters/notesMaster1.xml" Id="R0960b81777f943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439cabf7024918" /><Relationship Type="http://schemas.openxmlformats.org/officeDocument/2006/relationships/notesMaster" Target="/ppt/notesMasters/notesMaster1.xml" Id="R1429604e187a47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4ca1ceb724654" /><Relationship Type="http://schemas.openxmlformats.org/officeDocument/2006/relationships/notesMaster" Target="/ppt/notesMasters/notesMaster1.xml" Id="R59c8e47fd6344e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bc16257749428f" /><Relationship Type="http://schemas.openxmlformats.org/officeDocument/2006/relationships/notesMaster" Target="/ppt/notesMasters/notesMaster1.xml" Id="R19822e894fff40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f20a10e8814a96" /><Relationship Type="http://schemas.openxmlformats.org/officeDocument/2006/relationships/notesMaster" Target="/ppt/notesMasters/notesMaster1.xml" Id="Re14e7698e54f4a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96fc3c10f141fa" /><Relationship Type="http://schemas.openxmlformats.org/officeDocument/2006/relationships/notesMaster" Target="/ppt/notesMasters/notesMaster1.xml" Id="Re8c00ab5f8ba4d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961dec05d64169" /><Relationship Type="http://schemas.openxmlformats.org/officeDocument/2006/relationships/notesMaster" Target="/ppt/notesMasters/notesMaster1.xml" Id="R37b2331d1a4b48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b20f8f27994939" /><Relationship Type="http://schemas.openxmlformats.org/officeDocument/2006/relationships/notesMaster" Target="/ppt/notesMasters/notesMaster1.xml" Id="Re4b19627b6cf47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f6581c9ea04358" /><Relationship Type="http://schemas.openxmlformats.org/officeDocument/2006/relationships/notesMaster" Target="/ppt/notesMasters/notesMaster1.xml" Id="R91b27179decf4d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5cccc062584a8c" /><Relationship Type="http://schemas.openxmlformats.org/officeDocument/2006/relationships/notesMaster" Target="/ppt/notesMasters/notesMaster1.xml" Id="Rd246240bd1c04e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61365e747ad4fbe" /><Relationship Type="http://schemas.openxmlformats.org/officeDocument/2006/relationships/notesMaster" Target="/ppt/notesMasters/notesMaster1.xml" Id="R8da7367ac71b4a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c6b11e19914ca8" /><Relationship Type="http://schemas.openxmlformats.org/officeDocument/2006/relationships/notesMaster" Target="/ppt/notesMasters/notesMaster1.xml" Id="R8226293179fa44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f3201a25644803" /><Relationship Type="http://schemas.openxmlformats.org/officeDocument/2006/relationships/notesMaster" Target="/ppt/notesMasters/notesMaster1.xml" Id="R7b99d4930e334e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3853418d994814" /><Relationship Type="http://schemas.openxmlformats.org/officeDocument/2006/relationships/notesMaster" Target="/ppt/notesMasters/notesMaster1.xml" Id="R57ca8b328e5749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00b63644974724" /><Relationship Type="http://schemas.openxmlformats.org/officeDocument/2006/relationships/notesMaster" Target="/ppt/notesMasters/notesMaster1.xml" Id="Ree978ffc59de428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87bd2fbe55455c" /><Relationship Type="http://schemas.openxmlformats.org/officeDocument/2006/relationships/notesMaster" Target="/ppt/notesMasters/notesMaster1.xml" Id="R718f83d78d024f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931e312105a4491" /><Relationship Type="http://schemas.openxmlformats.org/officeDocument/2006/relationships/notesMaster" Target="/ppt/notesMasters/notesMaster1.xml" Id="R4494154777db4d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b05bd33de24926" /><Relationship Type="http://schemas.openxmlformats.org/officeDocument/2006/relationships/notesMaster" Target="/ppt/notesMasters/notesMaster1.xml" Id="Rb1e6ebae47af40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7c3e23a2144395" /><Relationship Type="http://schemas.openxmlformats.org/officeDocument/2006/relationships/notesMaster" Target="/ppt/notesMasters/notesMaster1.xml" Id="R8fe3ed0a8dd2494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a2e6af5a910487f" /><Relationship Type="http://schemas.openxmlformats.org/officeDocument/2006/relationships/notesMaster" Target="/ppt/notesMasters/notesMaster1.xml" Id="R5d1ac85394a940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1658c3013645d0" /><Relationship Type="http://schemas.openxmlformats.org/officeDocument/2006/relationships/notesMaster" Target="/ppt/notesMasters/notesMaster1.xml" Id="Rf834a4156455469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2cc96106b54edf" /><Relationship Type="http://schemas.openxmlformats.org/officeDocument/2006/relationships/notesMaster" Target="/ppt/notesMasters/notesMaster1.xml" Id="R2247198cf7bc41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4b03678d484e77" /><Relationship Type="http://schemas.openxmlformats.org/officeDocument/2006/relationships/notesMaster" Target="/ppt/notesMasters/notesMaster1.xml" Id="R9a47d5215a6945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3a62990d0d24569" /><Relationship Type="http://schemas.openxmlformats.org/officeDocument/2006/relationships/notesMaster" Target="/ppt/notesMasters/notesMaster1.xml" Id="R60617ac7205f43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5ddac5f5e8436d" /><Relationship Type="http://schemas.openxmlformats.org/officeDocument/2006/relationships/notesMaster" Target="/ppt/notesMasters/notesMaster1.xml" Id="Rd1faa477c7e14e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666a2bcafd40a5" /><Relationship Type="http://schemas.openxmlformats.org/officeDocument/2006/relationships/notesMaster" Target="/ppt/notesMasters/notesMaster1.xml" Id="R3ea3993610604ec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8626149b4994377" /><Relationship Type="http://schemas.openxmlformats.org/officeDocument/2006/relationships/notesMaster" Target="/ppt/notesMasters/notesMaster1.xml" Id="R1e28faa3af4f47f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61c00951784323" /><Relationship Type="http://schemas.openxmlformats.org/officeDocument/2006/relationships/notesMaster" Target="/ppt/notesMasters/notesMaster1.xml" Id="Ra4e03039cfd348b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fe5493fa1fc4293" /><Relationship Type="http://schemas.openxmlformats.org/officeDocument/2006/relationships/notesMaster" Target="/ppt/notesMasters/notesMaster1.xml" Id="Ra1d61330496c40a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8f4da82c4ae46ea" /><Relationship Type="http://schemas.openxmlformats.org/officeDocument/2006/relationships/notesMaster" Target="/ppt/notesMasters/notesMaster1.xml" Id="R749f745c1ef64f2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b4e928de6ba4627" /><Relationship Type="http://schemas.openxmlformats.org/officeDocument/2006/relationships/notesMaster" Target="/ppt/notesMasters/notesMaster1.xml" Id="R3a03316014be4c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da59e5c0943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5bc1991644c56" /><Relationship Type="http://schemas.openxmlformats.org/officeDocument/2006/relationships/slideLayout" Target="/ppt/slideLayouts/slideLayout1.xml" Id="R37c36996877949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36996877949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1dc68f5964e26" /><Relationship Type="http://schemas.openxmlformats.org/officeDocument/2006/relationships/notesSlide" Target="/ppt/notesSlides/notesSlide1.xml" Id="R025f5a7eae8e4e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4ee44c7a647be" /><Relationship Type="http://schemas.openxmlformats.org/officeDocument/2006/relationships/notesSlide" Target="/ppt/notesSlides/notesSlide2.xml" Id="Re372d24f9dfd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cffa9a6094df8" /><Relationship Type="http://schemas.openxmlformats.org/officeDocument/2006/relationships/notesSlide" Target="/ppt/notesSlides/notesSlide3.xml" Id="R1ee5226d0cf348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c7341deb74f36" /><Relationship Type="http://schemas.openxmlformats.org/officeDocument/2006/relationships/notesSlide" Target="/ppt/notesSlides/notesSlide4.xml" Id="R08bd0d12720d4f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a2d4487c45bc" /><Relationship Type="http://schemas.openxmlformats.org/officeDocument/2006/relationships/notesSlide" Target="/ppt/notesSlides/notesSlide5.xml" Id="Radb68b3eb3a441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0d76058034bbd" /><Relationship Type="http://schemas.openxmlformats.org/officeDocument/2006/relationships/notesSlide" Target="/ppt/notesSlides/notesSlide6.xml" Id="R942d068e0145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0f7bb45cc4ca2" /><Relationship Type="http://schemas.openxmlformats.org/officeDocument/2006/relationships/notesSlide" Target="/ppt/notesSlides/notesSlide7.xml" Id="R28c4394db93344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c657b9b74e48" /><Relationship Type="http://schemas.openxmlformats.org/officeDocument/2006/relationships/notesSlide" Target="/ppt/notesSlides/notesSlide8.xml" Id="R2b4bee10592a49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316680e5a499e" /><Relationship Type="http://schemas.openxmlformats.org/officeDocument/2006/relationships/notesSlide" Target="/ppt/notesSlides/notesSlide9.xml" Id="R23f12aef87f94a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b2fdb863a45c7" /><Relationship Type="http://schemas.openxmlformats.org/officeDocument/2006/relationships/notesSlide" Target="/ppt/notesSlides/notesSlide10.xml" Id="Rc88ad6abb33c49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b936ad10e4475" /><Relationship Type="http://schemas.openxmlformats.org/officeDocument/2006/relationships/notesSlide" Target="/ppt/notesSlides/notesSlide11.xml" Id="R87774458365349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3304e73704596" /><Relationship Type="http://schemas.openxmlformats.org/officeDocument/2006/relationships/notesSlide" Target="/ppt/notesSlides/notesSlide12.xml" Id="R1d0feabc2e3f4b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203d0b5554aa3" /><Relationship Type="http://schemas.openxmlformats.org/officeDocument/2006/relationships/notesSlide" Target="/ppt/notesSlides/notesSlide13.xml" Id="R83e7d14f264e4a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aed704e84395" /><Relationship Type="http://schemas.openxmlformats.org/officeDocument/2006/relationships/notesSlide" Target="/ppt/notesSlides/notesSlide14.xml" Id="R7b93f448f22749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58c29880c482e" /><Relationship Type="http://schemas.openxmlformats.org/officeDocument/2006/relationships/notesSlide" Target="/ppt/notesSlides/notesSlide15.xml" Id="R806af41d0a9244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af87876e490f" /><Relationship Type="http://schemas.openxmlformats.org/officeDocument/2006/relationships/notesSlide" Target="/ppt/notesSlides/notesSlide16.xml" Id="R579092e5682146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623dfdb9a48b3" /><Relationship Type="http://schemas.openxmlformats.org/officeDocument/2006/relationships/notesSlide" Target="/ppt/notesSlides/notesSlide17.xml" Id="R77eb469a74e941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c9d75fd544880" /><Relationship Type="http://schemas.openxmlformats.org/officeDocument/2006/relationships/notesSlide" Target="/ppt/notesSlides/notesSlide18.xml" Id="Rb91e749890f540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c51ca3e784bb7" /><Relationship Type="http://schemas.openxmlformats.org/officeDocument/2006/relationships/notesSlide" Target="/ppt/notesSlides/notesSlide19.xml" Id="Rb179463c881e45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8d10195334514" /><Relationship Type="http://schemas.openxmlformats.org/officeDocument/2006/relationships/notesSlide" Target="/ppt/notesSlides/notesSlide20.xml" Id="R76769c02e4f74a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16a1c5b6b4b16" /><Relationship Type="http://schemas.openxmlformats.org/officeDocument/2006/relationships/notesSlide" Target="/ppt/notesSlides/notesSlide21.xml" Id="Rae40ee9442c44a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c3fd842074720" /><Relationship Type="http://schemas.openxmlformats.org/officeDocument/2006/relationships/notesSlide" Target="/ppt/notesSlides/notesSlide22.xml" Id="Rd5d9d10acf5c48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e84521c1408c" /><Relationship Type="http://schemas.openxmlformats.org/officeDocument/2006/relationships/notesSlide" Target="/ppt/notesSlides/notesSlide23.xml" Id="Ra92a69c97d774b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b2fab19aa485a" /><Relationship Type="http://schemas.openxmlformats.org/officeDocument/2006/relationships/notesSlide" Target="/ppt/notesSlides/notesSlide24.xml" Id="Ra5f417b049694f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754a56a0a413d" /><Relationship Type="http://schemas.openxmlformats.org/officeDocument/2006/relationships/notesSlide" Target="/ppt/notesSlides/notesSlide25.xml" Id="R8602228edadf45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112aa77c84da6" /><Relationship Type="http://schemas.openxmlformats.org/officeDocument/2006/relationships/notesSlide" Target="/ppt/notesSlides/notesSlide26.xml" Id="R327149f130694c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b5d6437b4afd" /><Relationship Type="http://schemas.openxmlformats.org/officeDocument/2006/relationships/notesSlide" Target="/ppt/notesSlides/notesSlide27.xml" Id="R0e4de73538fe4f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ec14854b4e2d" /><Relationship Type="http://schemas.openxmlformats.org/officeDocument/2006/relationships/notesSlide" Target="/ppt/notesSlides/notesSlide28.xml" Id="R8d3a69fb473f46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31d01df848cb" /><Relationship Type="http://schemas.openxmlformats.org/officeDocument/2006/relationships/notesSlide" Target="/ppt/notesSlides/notesSlide29.xml" Id="R5eba2458fd69400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ffd7015c645b8" /><Relationship Type="http://schemas.openxmlformats.org/officeDocument/2006/relationships/notesSlide" Target="/ppt/notesSlides/notesSlide30.xml" Id="R39432310557a4b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5ee9b9d054b9b" /><Relationship Type="http://schemas.openxmlformats.org/officeDocument/2006/relationships/notesSlide" Target="/ppt/notesSlides/notesSlide31.xml" Id="Rd9c232c5546b44c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1ccbf3e3497f" /><Relationship Type="http://schemas.openxmlformats.org/officeDocument/2006/relationships/notesSlide" Target="/ppt/notesSlides/notesSlide32.xml" Id="R55091886dcf444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3f6f776744550" /><Relationship Type="http://schemas.openxmlformats.org/officeDocument/2006/relationships/notesSlide" Target="/ppt/notesSlides/notesSlide33.xml" Id="R3cc8f827994546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7a448bf0d410d" /><Relationship Type="http://schemas.openxmlformats.org/officeDocument/2006/relationships/notesSlide" Target="/ppt/notesSlides/notesSlide34.xml" Id="Racdb0cee5d2f451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98aac8de24587" /><Relationship Type="http://schemas.openxmlformats.org/officeDocument/2006/relationships/notesSlide" Target="/ppt/notesSlides/notesSlide35.xml" Id="R6fec3e3a6bec4fc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eb2b5e5a94b2c" /><Relationship Type="http://schemas.openxmlformats.org/officeDocument/2006/relationships/notesSlide" Target="/ppt/notesSlides/notesSlide36.xml" Id="R6d54b7a7c07b48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4cb50e08543f3" /><Relationship Type="http://schemas.openxmlformats.org/officeDocument/2006/relationships/notesSlide" Target="/ppt/notesSlides/notesSlide37.xml" Id="Rb3dd95981df1481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407384c854c72" /><Relationship Type="http://schemas.openxmlformats.org/officeDocument/2006/relationships/notesSlide" Target="/ppt/notesSlides/notesSlide38.xml" Id="R63723ca661674c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a00e18369454a" /><Relationship Type="http://schemas.openxmlformats.org/officeDocument/2006/relationships/notesSlide" Target="/ppt/notesSlides/notesSlide39.xml" Id="Rc171ec803e7e41a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2c0c88e78446e" /><Relationship Type="http://schemas.openxmlformats.org/officeDocument/2006/relationships/notesSlide" Target="/ppt/notesSlides/notesSlide40.xml" Id="Rd9dc0bf1d0bf498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5e28e1774a21" /><Relationship Type="http://schemas.openxmlformats.org/officeDocument/2006/relationships/notesSlide" Target="/ppt/notesSlides/notesSlide41.xml" Id="Rd5b3c3d639e74db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766162d434c88" /><Relationship Type="http://schemas.openxmlformats.org/officeDocument/2006/relationships/notesSlide" Target="/ppt/notesSlides/notesSlide42.xml" Id="R46d72746500f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70AD8-72CF-48D6-8033-5D2BBFEC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6220B-CAF5-4B64-AD43-AD1FD90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Corrosion Science and Surface Protection Metals and Alloys: Introduction, classification of metals: ferrous and non -fer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02C6-B6F5-4F43-8B12-CD07D42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230F5-C498-42A2-84B5-2F4B9D8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079DC-2557-4AB2-BDB1-72407F5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0F07B-4C8B-4E9D-A30C-2378CE8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CA8E7-6E77-4BD1-89C3-3781C5A7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C10BA-BEE6-481B-B25D-AC30799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23F3C-CCFB-4BC8-9AE8-FB6B08C5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2E3AC-6BC1-418C-B2D2-46E8A53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6399-61DE-484C-9A94-05EFA1F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49489-B944-4D69-B95E-8FEB826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9F0C3-1E60-4856-8D79-5948AB0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87769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14DF3-868B-4641-92E1-21A1465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8D14C-D398-42B5-BB65-3F26FB88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6CF5-DA45-4E57-A3E7-95764F7E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36C38-1268-43C6-BA93-145CB97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B0C76-56B0-4677-A238-01E5348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49D7E-CCDC-4D60-A3AD-79B8F1F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E6A5-B2A3-4ABF-8324-0E347213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CFC61-900C-455D-9F0A-05F6CA14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985C4-C3A9-492D-8DE4-1C9E2196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9AC2D-0C3D-47FB-9FAC-A647E5A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43B27-4153-45B2-8F79-1817FDE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71170-D99C-4AF8-8306-3FAE0B8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30B96-741E-4367-9902-F5181EC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AB59F-AFC6-4A2C-8B4A-7050111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F2298-F89A-4AA7-9F6C-ADB2B14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17163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81BB2-C9EA-468B-818A-F1597B2D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0B5D3-4F99-4211-BE33-A2DC135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06C8C-2044-4982-A8F4-F8433CF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3BBAB-2000-41CE-BB2B-E68604CD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E879D-4DF7-4047-9618-4C0A8575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0D49D-2B21-4FEE-9E68-F04D4325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97489-CBEA-4B94-92E2-A841705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04667-D68F-42C3-94B5-0E56022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142AE-EEE5-4D42-9D34-FD9B730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8DF95-0564-4913-B9E2-6EC6412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D9065-C3BA-46B2-8D73-4693D58F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C8179-84F0-4ED7-A9C8-B987D33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Alloys: Introduction, classification of metals: ferrous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AFF96-A517-46DC-966E-F6D2C835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5E961-4A42-4EC6-BEBD-1FB915FD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CC7F6-10F8-4F69-A429-0C0BF1E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Composition, properties, applications of iron alloys - wr...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0029A-F424-4479-9D00-CC0C6A0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54B50-8173-4F48-AC96-001A918F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D8568-4725-4316-9C87-0E1F034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aluminium alloys-Duralumin and Magnalumin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435C1-CE66-449F-B14F-BFD82D8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B3515-E775-4611-9EA3-C17CFBC3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57040-03DF-44C9-8E21-B702C291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Corrosion: Introduction, electrochemical theory of corros...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889B6-EBE7-4C31-8135-39497F9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81CD2-BCDC-4C24-8316-1CDDE791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D7FC0-D499-4868-B339-2DABDD35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control by galvanization and anodization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8475F-E2FC-4554-ACCD-735043C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5ACF9-9A35-41D3-801A-E773A3A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81DD9-A1F3-4F14-B1F9-BCAA42C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Corrosion penetration rate (CPR)-introduction and numeric...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0C41C-9104-40FF-94D8-05BE093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C52CD-9027-46CD-82EA-6E9EC70D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D26A9-69D2-4304-B168-1CDFA38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Metal finishing : Introduction, technological importance...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2425B-E767-45F3-B260-031624A5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7A716-F391-4AF5-A483-9F59D03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31303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7C723-249E-4A81-BAF9-6639F779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F668E-580F-486F-BD84-B98E268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5DE4A-64E2-4549-BB62-4228D0C1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5F7C0-FC55-4C0B-84C3-3C77E7CB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A708F-6E4A-4743-80C4-E9AA1414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95D5F-6A38-42C1-BFAF-A1781B5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EF40F-6906-4BC7-A533-8F3CF9D7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DEC9A-F122-42F3-8C11-70C72F47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43AEB-9712-4CE6-A5B3-1DCA060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36F16-8392-43A6-A96E-E3ACC268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4020-7E6F-4CDD-9217-7A5DD121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Alloys: Introduction, classification of metals: ferrous 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1351C-2BDF-447F-B819-4097B0A6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E233A-0D7E-4897-B43C-5CD6E35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4763C-C809-4E77-83E0-1A998A3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Composition, properties, applications of iron alloys - wr...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5318E-C0BC-4CD3-948A-FC9DEA3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83BE4-0B50-4BDD-8E34-F2A5EEC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7F398-F5C8-47BB-AA02-8B049F5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aluminium alloys-Duralumin and Magnalumin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ABB65-D159-4165-9835-38087A1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1126F-7A96-49CD-947A-18EA2BE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08497-F46A-4DCF-AE76-EF7CE0F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Corrosion: Introduction, electrochemical theory of corros...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516D3-3BA7-4D38-8439-AD4EBE76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EFF7F-5E54-466E-AE46-84909FFE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324AA-A3DD-4F34-AB1F-D24F3B9B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control by galvanization and anodization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465B1-1452-476F-9BCE-7BC0F529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41141-A707-4B84-A8F4-E04D9F8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8EE43-4A34-4BB6-9360-6923D6C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Corrosion penetration rate (CPR)-introduction and numeric...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4A6B4-A5F9-4224-89FF-BB7BEC8A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310C1-99F1-4CC3-BBD7-558A00F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C3CA6-10EA-481C-938A-9A520C7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76307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EA488-EAEA-409E-8DC4-D887F7FD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2D720-6A99-44ED-B53A-F2201F6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B461F-6665-48FF-88D5-BAF2FAC4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0C5B2-1DAF-40BF-88E4-8CE149C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39D15-198D-4BDB-BC2E-88D56FEC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Corrosion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4352C-1360-4818-9490-63C39C86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BED4-E7EB-4D09-96D5-24E2D99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5E887-2542-4CEC-B02E-9940EBF4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A807E-3BA1-4BB6-AC25-54421BB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7B44B-AE34-4B9B-BD0A-A33ACB11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Alloys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4816-38CF-476F-BC9D-39A5D1D8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91403-335C-4576-8593-35915C0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ferrous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42201-6650-4DA6-8F2F-59FF8A86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15C20-E6E2-45A2-A8F8-26664314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B99B8-9BD7-44BF-B38C-CDCAB5B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99030-B783-4E67-94F3-F7F03A1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46972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25C15-D83A-4C2B-8574-70066EE6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E8F59-E440-4A3F-9D15-63CDBDD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1CFE-F6E6-419E-8191-0BFD4F81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EE7C8-9EDF-4610-8034-FBDC4C5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BCA62-C6B0-4C0D-8AC9-A90E7607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Science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6D7F1-9F45-4847-AE55-D0D5A49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Science and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162CB-196B-45E6-8D58-E4C004D6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B0741-266F-403B-95A7-8E14E10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6D584-95E6-4A66-891F-E1AFEEC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63C1-C37C-4E2C-A58E-6978023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A4F3C-72E4-4C05-9DFA-BD1AB422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CD9B1-FA0A-46E1-9670-3DC9364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C0298-7FA9-4AC0-B3F4-53A7C132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76CAA-9BCB-4A88-B75E-E8D7131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B17D3-8128-46E5-97FE-1E449164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54AAE-6256-4EAC-A2C9-B8AA507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70293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BDD21-A787-49A4-A84C-1F9EFCA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8BE03-5ACB-4AA6-B337-7FB0A2F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E236D-C727-4043-B698-1340275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7F053-BD9F-43D3-803A-AC3D3D9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BC004-A61F-47A0-8927-4A3092F6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6FB70-F479-4E87-922F-B68BA526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3801C-C574-430B-AE84-573FE89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DF1C3-BC81-4DDA-99EA-C71FA97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9D99B-C702-479D-89D2-B1D4590B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BDA47-B135-4D5B-8852-54B640E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4D1BD-D788-48AA-A7F7-D181F3C2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2ACB6-D992-40C4-BEB6-BE10AD9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Science...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18723-711D-49DB-9EA7-3A07137A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C909F-3428-489C-A21F-04AD9F6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33194-012F-4DF4-ACE5-DCFFEBD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2CEB1-7CD9-4323-B3A8-02040AA8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8908C-762C-453F-AEF4-0E636347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88BAB-D2A5-4743-8AAC-92E18901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Scie...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FF1C4-0B77-45F8-91F6-5A36B48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21FB6-C28F-4B07-AF6A-EF9EEE7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AC9DD-CF5D-43B5-976F-68562E83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Scie...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58F86-6237-469F-99D6-15F1AEC9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3FF31-F0C3-46D9-80F5-E7FA15E5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35945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90530-C531-4E36-A2E1-37E3601B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BD963-4FFD-4057-B218-2FF8B2BE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C64D-DAAB-48A7-811B-7197F8DE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76CEA-5CB1-4B12-B774-DD707A9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AC213-2598-494C-A7D1-77109D0F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D1264-36F7-47A1-9021-945922F9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ED98C-B25A-4923-8F93-852426B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D4CFE-F264-4FB3-96DD-E4A7C7A2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84E0F-7EED-451D-90FB-24981AF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1F9A7-0F8F-4DAF-8871-9A42088E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DB5DB-501A-495E-8098-CF99467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E0256-6922-42D4-970B-3249D39C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C1BC5-6FEE-4B71-9DC7-E4F29857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E3E27-C757-46B1-97B8-398422C1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451EB-9F85-404F-BEB3-9729A08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84144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6D84C-AA86-4C9A-B98F-90B93F6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1B8C9-58C6-4E5E-93D5-4677C93D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78980-B426-45B0-AE10-DCBD379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07301-D6E4-4709-A313-16D153B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93BE4-AB76-41BB-8D63-8CFBA01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A7A29-D8F6-440B-A9E5-AFE21D24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Science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C7AA7-DEBF-4FF2-AA71-A82AEDEE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8F736-DD81-4D9D-B794-DD3E5AC1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F5E8D-3F48-4D83-972A-05A0B3B8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9E798-09EF-46F0-9DA3-CDF70757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282A9-49D6-4AC5-9484-C1F3FC0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73540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09718-3DC5-49AE-A81E-2A5FE95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C2E2-23AB-4707-9BEE-ED12B6F4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12DA2-4498-465A-832D-1727575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7CE17-C646-45F4-977B-7A0EB78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2FF25-003D-432B-93C4-AE8078B8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Alloys: Introduction, classification of metals: ferrous and non -ferrous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4692A-A8CD-4A4C-B9A6-E1CD0333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Alloys: Introduction, classification of m...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4B36A-DC3F-4E49-937C-68376784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53D54-7AB8-4605-B084-6F9EC55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141A6-753E-44E1-9A70-5D163752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D2A71-897A-48C1-A32D-9D8A693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9DA38-ABAC-4651-AE5D-FD54C22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E30D2-6249-4589-B0FA-970686AC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6D024-4D15-45A4-9FAE-F5B19637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47949-F89E-4DEA-9462-6882106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62954-2C46-4240-8C2D-820EA172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1927C-E35A-439B-A7CE-6E7AFE13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81915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046F1-FADF-440B-A1C2-C9EB482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BFC8A-D4BD-4A2E-BA5E-CD8D2B4C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AE410-6C5A-412E-9337-89D62910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ADD4A-0564-4E64-B26B-C9E8D49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6C01-58A4-4974-8B1C-F592BC5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3FFAB-B6A8-4C3D-946B-80E3353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89A65-208B-46F7-8465-12A6B656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953B8-3A27-4276-937D-25FD1A5F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AA888-926B-41B7-B86C-EDF30F9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Alloys:...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7BA18-E2D2-4CB5-A712-1CCF1A09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B51E3-D31D-4FE7-BB96-057DBB5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FAE92-B255-4886-ADF9-07D7D05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Alloys: Introduct...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5DE7-8D67-40EC-8E44-15BCFCA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516D7-5087-43EE-A1FA-B4D4CBAE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1FB74-3BA5-44BF-8B7F-7544223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Alloys:...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054EC-B19D-4A38-B0BA-62A6A00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8912D-2E4B-44FD-9D17-BEF5124D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6B79A-FB83-448F-AC98-81E924AC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Alloys: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F5A2A-5551-440E-98A5-ACCED8EB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CC794-AB38-44FA-929C-41E73BA9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A3F0F-2109-456D-A95E-F5AEE1BC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Alloys: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D07AE-8251-4381-9B12-0CDF1F6E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D9141-6648-4331-A62A-ACF041C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933790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B33AD-E724-419B-98A7-42BF8C7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3C012-BE81-4DC5-91ED-62B8793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6AE5-F08E-44A1-9B73-0249D5DF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286D-8BBD-4936-A46C-F3EB049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7B1E8-9396-45DD-8589-1A975200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33208-3E59-4DE9-BB69-F9EF60A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5509A-95A3-4B75-88E8-94CF2C1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948B1-C969-41DD-ADA7-36D760EB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89DB7-6E15-4BFF-A201-C5457FA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F35BE-ED98-446F-B8C7-82578697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4F6A4-E80F-4ED9-AB0F-EFE8DBCB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AC843-62D0-4ECB-A4F5-0F81B5E4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DAC2-62D4-4DE0-B037-6AB6277B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97367-645E-4F19-8B2B-AF18A07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439E2-D6B4-47DB-81AC-6B618ECC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1637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4E3A4-CE9F-4780-A513-5F4DEB3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C9023-FA44-46B8-9F48-16D4CDC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3923-BB52-4928-879F-8A87A82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B0B0C-1CE2-4381-A2C3-B64AF2D5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FEF22-B9CB-409E-9AD6-512FA1A4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F5A7B-3218-4CDD-958B-C875D45E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Alloys: Introduction, classification of metals: ferrous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81F8B-9100-4825-B500-FA7011D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10D87-4D88-45A8-B4D1-736E288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EEAC-BE11-46B1-9F9C-9CFFF0B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2C5C6-1C77-4543-8CC8-EA90E9E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674B4-B6BD-4461-8758-FADFDE8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0937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909C2-2659-4BED-8D8D-FB550609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4DE19-855D-43BE-9F8B-A2026A69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184D9-E161-43B5-BE0A-BE975830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5B31E-BDEA-47EB-BF02-17505EAF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2A843-9501-4898-9083-78B6C65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Composition, properties, applications of iron alloys - wrought iron, cast iron, pig iron and steel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E26AD-7750-4299-98D8-AA1B089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Composition, properties, applications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B13E6-4451-4C23-B124-1447C82F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67AE8-9D74-4F74-AF89-6B04120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642DB-E6DB-438E-873B-A7C5A79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53272-8AAF-4C72-9D03-864C751E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404E0-01C9-41E3-890B-760C855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6618E-7625-4776-A37A-BF1D469E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5F66-0406-48CA-B42F-45E5D71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416DF-E369-40C6-8D62-331EC0A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60AFF-561C-4274-BA6B-81073BB5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4C446-3BE7-4C59-8DB2-B9954206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749392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0C320-2552-4771-AC94-AB8CCD6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EC99-833E-4B81-BBF8-8A43C26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B74A-9A52-4B1F-8B99-60AD616E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7C066-E202-4BD8-8AFA-DE116C36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D2CF6-4AEB-4D15-B3B8-B40BFAFC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54EA3-8563-49D4-8E6B-62A4D0E1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50519-4B70-440B-B3B3-17491883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B0C6D-F033-446D-BB0A-5BAF583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250E0-ABEA-460C-B405-464D118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Composi...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85F1-1A6B-4FBB-9DD4-A6D154B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627EA-8528-419C-B97E-30AD2B2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C54F9-16D6-4EDC-AAC3-DAA4053B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Composition, prop...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20741-EF86-405C-8F21-7629732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A4E5C-ED11-46A1-B14E-B3C22268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6C631-6D65-4326-8C5A-490D139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068AE-AEA3-447D-8A5F-9E8AD4D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6B2F8-F3EE-4F40-BE3E-DE83B161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BD590-F799-46A8-856F-9C3E1F0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Composition,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6CEEA-710C-492C-88A5-370E2D9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3DED0-0F2D-491F-8E6A-98395D1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EE2D8-A6D4-4FA8-9B7C-4E8B32D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Composition,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0E43F-9F8F-4BED-BA3E-4F03ACF7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20283-3234-496A-BBB3-40865980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725002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104DC-2D7A-4EB7-B26E-D6BC8E96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CD18F-9EC0-4F3D-8579-15A8141E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860D2-74B8-493F-A408-3D244E7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992CD-A56C-435C-9BE2-687AD7D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3FDB0-F53F-47C5-8025-C3CE0C6F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D1333-6D3C-424E-A171-3DFD41A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BCB4A-8ACD-4C7B-A986-3DFD256A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D69B7-E3A5-44DF-BF89-6BA201CB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8C4B2-CE5E-486E-95E4-3145679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C44F8-4711-4517-99D4-7D33060D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07AAD-EF64-43CA-A348-1104C12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AD98E-1248-4A59-B57C-28C83D7D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67CEF-492C-434A-A702-01BEAE5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05542-08B9-467D-936E-E146B16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C9780-6BA5-4AB8-8DDC-A8E8E3E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27243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81055-E3B7-4A31-9D3C-F90FB70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B2B0C-60BE-4E0A-A61C-17578BB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3A208-3D24-46D8-AFC4-0BC491C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D60C2-918F-468F-8E00-C0880F2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86C15-EAB4-42EB-939D-9D1F972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13478-B4B5-42BB-B46B-2E19F311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Composition, properties, applications of iron alloys - wr...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DAC80-9E10-4CB0-A91D-FE2CACF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A5926-8884-49F7-A45B-F00D0853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97200-EA4D-4C6C-89A4-B30B34E1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FC4B7-8ADA-48FA-8DC8-B717B986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6CEF-F180-4A4C-831C-8A608D0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240011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901A8-151C-4013-B4B9-FADA58C3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C9E12-FAC2-4DBC-B5D5-0F9F520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E8D40-BD7D-4E69-9D78-710B2E72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65ABC-713B-4C55-B778-E54CE1B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301C2-DE93-4846-B05C-EA62CA8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aluminium alloys-Duralumin and Magnalumin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73CB-1A24-47A2-B95B-41089C80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aluminium alloys-Duralumin and Magnalumin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512C8-B68D-4F7A-86F7-2D4BD93A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5A806-4925-47C3-8959-F8C38F6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6CBEA-E575-48F3-B4B7-6D579DB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4AD54-9813-401B-BE64-2176A4D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BA48-03A5-4010-A8E9-B92E2B0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DD1AC-410A-4D00-9290-F72A9F0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B709D-B709-4D67-9E0A-A9AF07EE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15404-627A-431C-9F10-06CF9111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5FE8E-9B08-4972-9774-FD6F8F8F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CAC66-CD83-4D80-B566-D75638C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706888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27847-8E67-41B5-B102-94C6C398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DFA05-9E1C-44DF-BC7C-91B7BB5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38558-B55C-4DF4-B84F-D5F965F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4A88C-8B58-49FA-AA38-3A215EE3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C4F05-E30E-43F1-BFDA-40EB7709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2E0C5-67EA-4B5C-A38F-D664A12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440EC-9560-4431-AF5F-DA6AAFCF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3E2D3-ADAE-4083-BD03-A211B11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5B9B2-724E-4C81-98EC-0546C013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alumini...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4A446-8B2E-4B2A-8885-1CE7BFE9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CDD08-9A9A-4B0E-81FE-FFEED9E3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57602-F2BF-423B-809A-4A3443BB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aluminium alloys-...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93714-B6B3-4A0E-BB27-B06CA86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86F2D-475E-4B83-B1AF-66BD8DC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469CC-38B3-4123-9744-C2AF62C8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aluminiu...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75C5E-B6B5-4FEE-A8D1-E51DA0F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C23C9-EFF7-4F19-A5D0-84F11196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E8F4F-BB1D-4148-9E6E-10C8691E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aluminium allo...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B09E8-6737-4BFA-B145-4C7BE93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63BBD-35E0-4C40-A230-C38818C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61E58-052B-48FD-B048-D0F98F50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aluminium allo...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AA316-6E9C-4388-A8B9-AF1A74C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1F76E-E4A8-4290-B61F-99B40B4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082856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84A36-525F-4E0F-B98E-50B6CDE6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0FDB-4C30-4755-B5C7-DC52350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1866D-C2A0-4F11-8E10-4B61F59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184B7-3214-4128-9261-9E1214C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7DD4-F77D-4528-96BF-BAF802B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F4226-B220-4096-BD0B-D2477B6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759E8-6148-46D6-9127-0871FE5F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99472-1E9C-4933-8838-4C0C2AE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77A53-A7FF-4870-A2E5-9E7B5EBB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D4A15-A840-4171-B399-7769E55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1230-B439-42C9-A846-9E06ACE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07887-C126-4F4A-AFBF-D9584EAD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3E910-F106-41CB-BA44-A8C97FD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CA226-5C71-4D67-AEC7-0476F131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84091-1030-4787-ACC6-C1BCC64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788175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4A790-D339-408B-BA81-3830C551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88DD3-F276-4A6E-AC5A-3872FC7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D31EA-77B1-4E44-95E2-D55931F3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988C5-E64B-4E1B-8D51-A4F9751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8EB74-3D97-4332-A64D-1BB1561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C47E-717B-4619-9EB1-CBF587EF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aluminium alloys-Duralumin and Magnalumin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0C35E-0400-4FBA-A909-61771B9A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71D5-E79A-4F31-A6F7-5B01BE8D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6D55D-1849-464C-B969-7BF624C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A5F9F-09A6-4859-A070-B065037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12B9-C736-4F1D-A568-0F81491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032321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9282C-D663-4383-A015-EFE8458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81844-0C39-486A-A275-00E6318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8DFF6-3E2B-4C41-B3AB-B8F003F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0321F-2750-4C4D-8043-E39C8A8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FE68E-D4B3-4038-8AD8-7B6FDAEA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Corrosion: Introduction, electrochemical theory of corrosion of steel in concrete, types of corrosion-different...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BCC42-8FE7-4C25-94C5-4D21ADB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Corrosion: Introduction, electrochemical...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5E068-F363-4D4E-B584-B11E65D7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0BF82-AE62-4A12-8F04-8770A6B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822FB-64F1-45B3-A0DB-B485576A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204E7-C60B-41B7-B265-163B7019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7AA85-C252-4DFF-8D5E-2FB3BFF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18A6F-FFBA-4232-8151-C5F1C8A9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31F4E-6996-418D-ADD2-AEE774B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30CAC-6166-49F5-9DFA-10B2A63B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72339-2863-43D8-8F58-FA695F9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38DF8-1518-4DE2-A94D-53FBA5C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230499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521D5-913A-455D-B419-AC1FA96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E96F1-A622-465E-BB43-7CFBEC53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9ADF1-C6CB-4A17-89C9-58DCAAA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7562E-0BB3-4451-820B-8653D06C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2DC2C-D725-4702-B011-102AEA9D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44D8D-4980-402C-9FD1-BC265AE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7237-3CD7-4CF9-A693-0CA0CF7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8D9E2-C88B-449E-A022-EEFFE748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D0480-D2AA-430E-87EE-7AA7F897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2F1A4-9EB0-42DF-B2BB-A2A6F09D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F25ED-F46A-41F2-8C89-9AEC1AA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5D6E3-B510-4BB2-A248-4B5B64A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8811C-9465-42E7-A569-5322854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827D6-231E-402C-BAD8-1826713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6CCDB-19CB-41A1-8673-A7A87ADF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3251B-84CE-4521-933E-C581BE6D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7E28C-2EB3-417E-8670-328D76AF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F7470-8642-435F-AFF3-E7882CE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F7D0F-53A0-4011-92CE-D3ED20A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E31E6-1E52-465C-8AAA-2FFEBC2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9CDF1-9818-4F16-8191-52F5F477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4140A-FBE1-4BBF-AE14-F45B422A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0A37C-6F2B-426A-BDA8-F2C15491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502774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FF138-FE90-4674-A430-971E6F8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D8095-6DB4-47D6-A474-7024241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5E223-F82D-4FC0-AB2F-D4E82D19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F426A-89B3-4B47-8817-A93CF1D9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E984-038F-4666-B5DB-02199E09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BA204-EC5B-4A29-A8A4-A296E9A9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70A8-C14F-4683-95F1-0DBDCFE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F23AD-8DBF-4A7D-96B5-18D799C1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30AFD-6EE6-4CA4-A854-A2CE536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47F6E-BA66-4F4A-B2F5-63156BA1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DD372-C48F-45AB-90DB-E860B35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31C1D-8E0B-46FF-92C1-55564C1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285A7-3A1A-4719-A202-8099DED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C449D-035E-4E16-9F81-CF215B7F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D1C21-11DE-4999-86DA-0DE6B340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79475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15635-427C-4C1D-9007-132F51C8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70817-CCF5-4275-BFBD-F1400311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8345-219E-4124-83D6-60FFBF50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9A87D-16ED-439E-9BC1-BCE3389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34B81-50E0-49F6-ABC1-557BE9D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D2F2A-DE08-45B9-A6ED-651C664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Corrosion: Introduction, electrochemical theory of corros...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C4933-5D87-4F87-B847-43F22A8A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8388F-A220-452C-8A62-AFF57140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D2104-FC40-44B4-A6B7-FA3A7DEE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DE686-363D-4C87-A551-D2FB069C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C8BD8-4113-4F2F-9BD1-2CE119B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668215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115AB-EEA1-4ACB-B8EB-F861766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826CB-3ACD-4B4D-B887-5B5E2A3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6B023-5D6B-45F1-9B60-DA49CA9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5A5A5-A1AD-4FFF-821A-5209A114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19229-5D7C-467A-9B40-D59EADEA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control by galvanization and anodization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D9599-66AE-4126-ABEA-D8C0DB9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control by galvanization and an...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5DD7F-2894-43E2-B6CC-B1AEE6A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17F99-3CC2-40A7-9F3E-2C37795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1D6B6-BBA7-46BA-B801-2BB68D9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C9547-5925-4E2E-8A57-78937B9B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6ECD2-4269-4718-A812-F5EF8CA1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64ADB-2F11-4DEB-823B-7EEE4D3A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893E8-19E0-4E19-8083-57B67AF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CA816-B349-427B-BBA2-ACEAA9B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ACDB4-7F7D-4BFF-A9D3-F3A02B90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BA194-2A05-4918-A64B-3E1162F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95547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DEA2B-3307-4EB3-804E-0B42578F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1FB6B-016E-4327-93F0-95EA41CB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44930-7762-4E7A-8EC6-3D3D6868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DA6D2-E19F-4D67-9C63-50C0C64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DA43B-684D-4DCF-8E84-D1D8FA4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1561-C582-476F-A685-84F1BC7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1FA03-8714-4D4B-8BCE-21D0C776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2DCFE-732D-4465-8633-A42F5D9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02190-13C3-41F5-82C7-AA10B1DD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85857-232B-45DE-998C-E9B497BA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77CC-B8A4-476E-BFC2-2FF4E69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21A52-9661-4BBF-8B77-AC5ADB1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control...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69194-E95F-4646-ABC0-5C1C659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44C07-B6EE-402D-94C6-915AD00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3982D-025A-4039-A07F-FB3B6474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40D65-FD97-437C-B61B-87EA616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4F77E-C85F-4803-8B27-E84A9025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65A79-89EF-4BE5-BCC8-050075F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cont...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F719D-F4AD-41AD-836B-A88DAA7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00497-A711-46AC-8C3A-5330A98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BE824-1866-42AE-97FF-ABD51E3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cont...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165E1-9A79-49EE-AECF-F4D3DB37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03091-C6FA-494C-BFB6-F1202119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779316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24F68-2105-491B-A61B-9ED66B81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34D7B-9337-4689-927B-3ED8A554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AA398-F8B1-4DE0-8638-FED5C25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6441A-A668-4810-A9C7-EC0172B7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DB469-78B7-4D46-9884-A06F5F4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F96E1-BE7F-48FB-91F9-29DC1C7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ECED5-A2D5-43BF-8F88-466FD9B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1174-2AAA-4E29-AAE7-E2A2BDB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65435-9991-47FB-8DB7-9B67C550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930BB-3DD5-494B-AB4C-29CA8320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216BF-2C8B-4579-AD0D-FA651FD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5B125-F203-45C2-A23D-AE685ADA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A787B-9E4C-42C2-937C-3B17866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39313-F929-47A5-A0DA-B063FCC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E1FEC-0F59-43FB-97E1-5080444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956313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1F518-8302-4390-9688-04F4B84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04629-0712-4FB6-A167-F5D3098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55545-EEAB-4D28-8569-4D61A276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42051-B32F-467D-BC94-FA67E58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19E74-A13B-4662-A626-0B1CF3D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5C781-3DA4-40DA-8218-F89DEB8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control by galvanization and anodization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CE1A6-AC12-4DDF-AC2F-3C15529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04793-BD78-4C41-A01A-9EBA2301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4BE1-6900-4906-88D3-75ADCD88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85B58-8E81-4776-AA67-28454DD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F4C8-1D22-4D46-9F5D-85FD74C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7799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8EFAB-5E05-4E51-81C0-250A6EB7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9DD26-A772-40C3-9541-F23C566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7A15-B8B6-4C6A-9D4A-67C7FF79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D19A9-CE35-4B09-9C3B-359BD5C2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5C2A4-6E3E-49F7-9D24-823EED1B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Corrosion penetration rate (CPR)-introduction and 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E77B4-B5DA-480E-8C55-829CD5C3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 penetration rate (CPR)-introduc...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9592B-9FCD-4382-972E-866AC43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DA30-4E83-4E42-A875-DB165EB9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695FF-294E-4208-A63B-D0091C6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B2720-E1C2-41B6-AB93-579E771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6B2DA-3DDB-4F1E-BCD6-25D10CE5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AE3E2-A127-46AD-994A-0F1692F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AB6F2-DCB3-483A-9986-2F12286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BA8FD-EC98-4B24-97CD-4E3221F2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3E20A-199D-4FB3-A4D2-76F10176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8AF7-97CD-4CA1-95B4-2E2B9C09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769769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49BA5-B394-46AA-B192-82AF4DE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B6CC6-D7B4-4D29-A940-AAD03AE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9907B-219D-4EE8-B58F-C7181FB7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21D06-46A3-48DE-89F6-DD59A93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14898-DB9F-46B8-B8EE-6B47DAE9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FEC6-2BE7-4D7E-AFF3-50D41BD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96C3-E58B-4CDA-A9EB-FF375EF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BA39F-3F9C-47F6-976C-3402224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BC183-2D7A-47D1-BD1F-9F0747E6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Corrosi...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43A5F-397D-414E-BD70-26BAF6FC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52C86-81F4-4ABA-A70B-43060A9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87857-B1ED-4BE2-BE91-C46ADAF6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Corrosion penetra...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579EB-C27D-4657-955B-568908A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2FAF1-4B46-49F0-991B-DB98F7E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81158-0CA1-4489-9693-A85B72E6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Corrosio...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D690A-BF5B-4E31-938E-DBB5B87F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1D4CA-483D-4CCE-8D75-A1D4AE2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454CC-A144-42A5-BF9E-A2FECD3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Corrosion pene...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FE708-6E55-4058-8112-463CD02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FBAD5-94E9-4E9D-B480-5701B7FD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FE6B0-1A2E-4C82-9262-BCC5368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Corrosion pene...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566C4-231A-4FEE-849E-73DF7EC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18FB8-7377-4321-8D68-E95C93A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99770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8B96-1F74-452F-B3C3-9600224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52074-7D45-4C95-BEDE-585ED99D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4D953-56AA-45E0-A252-CE5DA14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A4DF5-83E6-44EA-B35B-8A92CCEC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A4F2D-9AF6-4060-8CF8-55357D9C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5095D-90D0-4895-9810-046B921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8A062-3D63-4D04-9115-626585B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C015F-CC46-45D1-AF06-8434AB65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9CFA7-2A81-40B5-A43C-D073712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FEE03-6F43-4398-8E2B-0654834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2F8E1-419B-4A05-8BDA-481604EC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8549B-7713-4825-A206-9B15E5CA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893D3-622F-4FC3-B116-B393DE9A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FAEE1-D573-476E-A255-6BAA368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57AAB-D96A-42DF-AA2E-7CD6141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269551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8B3D8-36C4-4431-82B7-77CB5A7A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24839-81E9-47A6-9036-3F92FE43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67651-91CD-4B20-8F0E-4951C02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2B86D-F92A-4750-B006-C4751F4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ADB35-E3AB-4260-B03C-36B258A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A3391-E459-48E5-B845-F2A1627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Corrosion penetration rate (CPR)-introduction and numeric...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AFF28-3EF3-4FDE-B0D0-8AA827F0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DDE5C-A342-4827-931D-9FF51F9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80D83-C5AA-4CF6-9A3C-D322B83E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D7606-960C-424C-B21A-D334BC9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EDC21-DB8E-4578-B40A-2CF118F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692494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C48A-C591-488F-B07E-3FF092C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C4E92-835D-4871-8C22-C7E54CE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BF2F9-5E25-4DC5-8F2C-AEABA1F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F75B0-6F0A-42DD-9A21-2AC80B3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E89EA-1041-4813-9BCF-041D1CDD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Metal finishing : Introduction, technological importance of metal finishing, electroplating of chromium-decorat...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A8F88-B15F-4FA4-9789-07C28FB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 finishing : Introduction, technolog...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8DD3-74A9-424B-B154-E851242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D48E6-4A7D-4DD0-BD4F-D99FF84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7BE4A-AC2C-4DAE-BEDA-BF163D4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8A3CB-FD0B-4B68-964B-8C738A98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71906-D28A-4060-87B0-E26619E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80902-1B20-4630-8D08-6815610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D1219-9711-4E1B-B726-2719602B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9045-030E-4032-829D-1A6BAB3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8B8E0-DEB5-4AE7-9F16-32015071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1B7BD-72C3-4D3C-BDCF-E34DD8AD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819160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F496B-EAEE-42E1-ACC4-2500D8F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9D730-CB12-49F8-A25C-67C4A3B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A669-CC09-4CFE-AAC1-BFFB2469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DD145-34AA-4888-BDFA-C75E517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01B3F-CCEF-4D9D-953C-C244CD3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87F30-7601-408F-A5D9-EF79EEB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3811C-7C4D-4D03-95E2-FE42BDB9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FEF1-E20E-4E3D-9308-A4EB801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14442-26DE-408D-91DA-0F119185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Metal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E902F-E1B4-499E-8E40-ED1A565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28431-8642-4BD6-98FB-C2E7D12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AFC90-522B-4371-9306-A3EA258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Metal finishing 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D0169-11C4-46F8-A8DC-6A6F95E2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FDCA6-64FB-4E8B-9E74-F58C6A6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60102-E290-491F-9BC3-4DEBCE5A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Metal 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0FD88-993F-4139-8034-0CC1639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F0054-E01C-432B-A064-CC5CEF6F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4C7B9-8E39-4A94-906D-8F6BC66C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Metal finishin...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46D9F-FF9C-45E0-804F-B2E669E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625A2-B2DB-4CA2-A8F3-858B9E1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BD276-9C6D-4FA3-BCB8-AA2735E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Metal finishin...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390B4-6F71-4E81-B049-DFCE025C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59749-1FE7-417A-B72A-22FBAC1B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708309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01E4B-2B9B-43A5-8CD7-36D7B98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2A8B1-B889-4E63-8F90-DF93846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239A0-8670-446D-A776-6F7155B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BA64B-40E8-4CDB-97DE-CFFC106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ED647-2659-4C65-B387-4E3A58FE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3175B-D9E9-4B62-AFF6-61EEB35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1DA7B-B0E3-4739-99AC-0654D059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36608-A2E9-46A0-A133-FE2ADA4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1C50E-6D6E-4FD7-BB77-271F295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4AF38-938D-4172-B436-7187B6A2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FBFFD-FCDB-4731-B47C-905B1F12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B15F8-4DF4-461D-9D17-FAEDF5DA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CB066-ED53-4290-A014-C1219BB2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51DCE-F38F-4770-9430-47FFBCF3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5FBFB-382D-4027-8077-BAF340ED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160769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E641D-13DB-447F-9376-90B2369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FB4D-DDEB-48FC-899B-8C9EBDB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45F02-F820-4286-A275-4DAC04F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F4F2C-DF2B-45E1-BDBC-F9C43458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A3A47-0FBF-4416-8C17-40B05C4A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1AD3D-C82D-478E-89BB-AE91EB24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Metal finishing : Introduction, technological importance...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0332F-23B9-429C-BD0F-17B42E21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FA79A-BF4E-4610-81D4-C8B274A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A66CF-FAD1-4C40-B210-7F555E21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E3CE5-E1C9-4980-90E5-0049206A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86FFF-C0B2-4628-AFE3-8B716389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602421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2DCEC-C355-4F92-ADB8-481DD39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F923C-7C6F-4B4E-92CD-0A75432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4D52F-167A-415C-950E-656DB24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8D3E8-099B-4D9E-B30F-5F89F3F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C53DD-5320-4A7F-A9CA-3E36A902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1FBAA-F8F0-4CE9-A0A7-1AA00DDD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059260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00BC8-E456-4669-932D-4F7A7CC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98F3B-0B81-4179-8E1A-15AF24CB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AD364-FBCF-4A56-82C1-13D353DB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2778A-1791-448A-8735-7446933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B5FC-3EB5-443B-AD8D-F151A1D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Corrosion: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Surface: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Protection: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07FC7-B2C9-42FA-83EC-423710B8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19387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9AFA8-14B0-4FDA-933A-764D9F88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B0CB7-F855-40FD-A241-60D9BFC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6993F-0B1C-42F7-8357-F688D01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FFE9A-A299-4BC4-A4AD-5E716CF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A1D96-7DC4-4135-A521-E2823F25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3EE14-AEBD-40F5-9764-1C51C13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151508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251EE-1FB5-4B66-A653-FFF0E790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CE35D-2073-4E94-9D5A-E1E15C0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69F43-9A13-496A-8310-FD76FB49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3405D-DC70-42BA-957F-68268EE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6C7B-A61A-4B94-AAE5-21C6900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2625D-7FDB-4764-9F30-68D8EB27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2093922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E9F5C-3993-401B-8A20-498E5814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BB1B4-095A-4DBE-BA51-F57C7B70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8073-78B8-476D-9B12-9B6111A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D3349-1497-473F-A910-DC264445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4EB1F-B744-4866-9C73-E0AC83A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Corrosion Science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Alloys: Introduction, classification of metals: ferrous and non -ferrous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Composition, properties, applications of iron alloys - wrought iron, 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aluminium alloys-Duralumin and Magnalumin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Corrosion: Introduction, electrochemical theory of corrosion of steel 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3E5FA-628E-48CC-9C44-BCC212AE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F0848-CAF6-4520-917C-686073A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B4C5-AEC5-429B-9992-E58B6BE8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76449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2026-08-24T16:02:31.6090000Z</dcterms:created>
  <dcterms:modified xsi:type="dcterms:W3CDTF">2026-08-24T16:02:31.6090000Z</dcterms:modified>
</coreProperties>
</file>