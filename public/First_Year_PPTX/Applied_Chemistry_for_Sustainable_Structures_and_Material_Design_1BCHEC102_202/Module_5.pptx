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b6fa827141e9" /><Relationship Type="http://schemas.openxmlformats.org/officeDocument/2006/relationships/extended-properties" Target="/docProps/app.xml" Id="R6632e68c45bb48da" /><Relationship Type="http://schemas.openxmlformats.org/officeDocument/2006/relationships/officeDocument" Target="/ppt/presentation.xml" Id="Raa010e0608294b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70631292de4d24"/>
  </p:sldMasterIdLst>
  <p:notesMasterIdLst>
    <p:notesMasterId xmlns:r="http://schemas.openxmlformats.org/officeDocument/2006/relationships" r:id="Rf6cb4e970cad420f"/>
  </p:notesMasterIdLst>
  <p:sldIdLst>
    <p:sldId xmlns:r="http://schemas.openxmlformats.org/officeDocument/2006/relationships" id="256" r:id="Rb0ad5875215e4a45"/>
    <p:sldId xmlns:r="http://schemas.openxmlformats.org/officeDocument/2006/relationships" id="257" r:id="R35bc1883a8a44332"/>
    <p:sldId xmlns:r="http://schemas.openxmlformats.org/officeDocument/2006/relationships" id="258" r:id="R429e8af03d144a63"/>
    <p:sldId xmlns:r="http://schemas.openxmlformats.org/officeDocument/2006/relationships" id="259" r:id="R6353afe90db64ad3"/>
    <p:sldId xmlns:r="http://schemas.openxmlformats.org/officeDocument/2006/relationships" id="260" r:id="R084e850b8df04799"/>
    <p:sldId xmlns:r="http://schemas.openxmlformats.org/officeDocument/2006/relationships" id="261" r:id="Rc5ae792c47be4b29"/>
    <p:sldId xmlns:r="http://schemas.openxmlformats.org/officeDocument/2006/relationships" id="262" r:id="Rf79244d61fa64919"/>
    <p:sldId xmlns:r="http://schemas.openxmlformats.org/officeDocument/2006/relationships" id="263" r:id="R5169d5bbaca54bcf"/>
    <p:sldId xmlns:r="http://schemas.openxmlformats.org/officeDocument/2006/relationships" id="264" r:id="R66710bd0e04546f0"/>
    <p:sldId xmlns:r="http://schemas.openxmlformats.org/officeDocument/2006/relationships" id="265" r:id="R9a3c8fc067c545fa"/>
    <p:sldId xmlns:r="http://schemas.openxmlformats.org/officeDocument/2006/relationships" id="266" r:id="Ra76a32c951ed4955"/>
    <p:sldId xmlns:r="http://schemas.openxmlformats.org/officeDocument/2006/relationships" id="267" r:id="Re3624e313c504229"/>
    <p:sldId xmlns:r="http://schemas.openxmlformats.org/officeDocument/2006/relationships" id="268" r:id="Rdd55fb5625714de4"/>
    <p:sldId xmlns:r="http://schemas.openxmlformats.org/officeDocument/2006/relationships" id="269" r:id="R2507c3fd25bf41d4"/>
    <p:sldId xmlns:r="http://schemas.openxmlformats.org/officeDocument/2006/relationships" id="270" r:id="Rd8ca70b3cc7d476a"/>
    <p:sldId xmlns:r="http://schemas.openxmlformats.org/officeDocument/2006/relationships" id="271" r:id="Rfbed125b3e1244a9"/>
    <p:sldId xmlns:r="http://schemas.openxmlformats.org/officeDocument/2006/relationships" id="272" r:id="R46779e9fb9b94898"/>
    <p:sldId xmlns:r="http://schemas.openxmlformats.org/officeDocument/2006/relationships" id="273" r:id="Rdb13c34c049c4486"/>
    <p:sldId xmlns:r="http://schemas.openxmlformats.org/officeDocument/2006/relationships" id="274" r:id="R27c8a002e05a45c7"/>
    <p:sldId xmlns:r="http://schemas.openxmlformats.org/officeDocument/2006/relationships" id="275" r:id="R93a4e145f89e4285"/>
    <p:sldId xmlns:r="http://schemas.openxmlformats.org/officeDocument/2006/relationships" id="276" r:id="R09802af6f04e4c44"/>
    <p:sldId xmlns:r="http://schemas.openxmlformats.org/officeDocument/2006/relationships" id="277" r:id="R3eb48dfc87d64ac9"/>
    <p:sldId xmlns:r="http://schemas.openxmlformats.org/officeDocument/2006/relationships" id="278" r:id="Rb82e13f300f24b40"/>
    <p:sldId xmlns:r="http://schemas.openxmlformats.org/officeDocument/2006/relationships" id="279" r:id="R4df680bda5584e12"/>
    <p:sldId xmlns:r="http://schemas.openxmlformats.org/officeDocument/2006/relationships" id="280" r:id="R7411810d756c4af2"/>
    <p:sldId xmlns:r="http://schemas.openxmlformats.org/officeDocument/2006/relationships" id="281" r:id="R0fc4ff1bdfe54b9e"/>
    <p:sldId xmlns:r="http://schemas.openxmlformats.org/officeDocument/2006/relationships" id="282" r:id="R91342fd6ca794d6c"/>
    <p:sldId xmlns:r="http://schemas.openxmlformats.org/officeDocument/2006/relationships" id="283" r:id="R8f38bed434e74641"/>
    <p:sldId xmlns:r="http://schemas.openxmlformats.org/officeDocument/2006/relationships" id="284" r:id="Raa2b94181a334251"/>
    <p:sldId xmlns:r="http://schemas.openxmlformats.org/officeDocument/2006/relationships" id="285" r:id="R46e8eb83f4a94fd7"/>
    <p:sldId xmlns:r="http://schemas.openxmlformats.org/officeDocument/2006/relationships" id="286" r:id="R2bfe46c3f3454a53"/>
    <p:sldId xmlns:r="http://schemas.openxmlformats.org/officeDocument/2006/relationships" id="287" r:id="Re9155d69cbe14ffb"/>
    <p:sldId xmlns:r="http://schemas.openxmlformats.org/officeDocument/2006/relationships" id="288" r:id="Rf94eb62ea3374f32"/>
    <p:sldId xmlns:r="http://schemas.openxmlformats.org/officeDocument/2006/relationships" id="289" r:id="R857674845dcc468a"/>
    <p:sldId xmlns:r="http://schemas.openxmlformats.org/officeDocument/2006/relationships" id="290" r:id="Racf5c48f2b574305"/>
    <p:sldId xmlns:r="http://schemas.openxmlformats.org/officeDocument/2006/relationships" id="291" r:id="Rd26af0b9f27a4f2d"/>
    <p:sldId xmlns:r="http://schemas.openxmlformats.org/officeDocument/2006/relationships" id="292" r:id="Rcff0c71328894921"/>
    <p:sldId xmlns:r="http://schemas.openxmlformats.org/officeDocument/2006/relationships" id="293" r:id="R2b68d4b451b24647"/>
    <p:sldId xmlns:r="http://schemas.openxmlformats.org/officeDocument/2006/relationships" id="294" r:id="Ra8d177c7a055419a"/>
    <p:sldId xmlns:r="http://schemas.openxmlformats.org/officeDocument/2006/relationships" id="295" r:id="R4d753f38008a4e2c"/>
    <p:sldId xmlns:r="http://schemas.openxmlformats.org/officeDocument/2006/relationships" id="296" r:id="Rd6dcdda3a0d1498e"/>
    <p:sldId xmlns:r="http://schemas.openxmlformats.org/officeDocument/2006/relationships" id="297" r:id="Rb4ee2815a4a348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0b13de6364ef4" /><Relationship Type="http://schemas.openxmlformats.org/officeDocument/2006/relationships/slideMaster" Target="/ppt/slideMasters/slideMaster1.xml" Id="R6570631292de4d24" /><Relationship Type="http://schemas.openxmlformats.org/officeDocument/2006/relationships/notesMaster" Target="/ppt/notesMasters/notesMaster1.xml" Id="Rf6cb4e970cad420f" /><Relationship Type="http://schemas.openxmlformats.org/officeDocument/2006/relationships/presProps" Target="/ppt/presProps.xml" Id="R5d15617037154821" /><Relationship Type="http://schemas.openxmlformats.org/officeDocument/2006/relationships/tableStyles" Target="/ppt/tableStyles.xml" Id="Ra0e5bd5ced6a4aca" /><Relationship Type="http://schemas.openxmlformats.org/officeDocument/2006/relationships/slide" Target="/ppt/slides/slide1.xml" Id="Rb0ad5875215e4a45" /><Relationship Type="http://schemas.openxmlformats.org/officeDocument/2006/relationships/slide" Target="/ppt/slides/slide2.xml" Id="R35bc1883a8a44332" /><Relationship Type="http://schemas.openxmlformats.org/officeDocument/2006/relationships/slide" Target="/ppt/slides/slide3.xml" Id="R429e8af03d144a63" /><Relationship Type="http://schemas.openxmlformats.org/officeDocument/2006/relationships/slide" Target="/ppt/slides/slide4.xml" Id="R6353afe90db64ad3" /><Relationship Type="http://schemas.openxmlformats.org/officeDocument/2006/relationships/slide" Target="/ppt/slides/slide5.xml" Id="R084e850b8df04799" /><Relationship Type="http://schemas.openxmlformats.org/officeDocument/2006/relationships/slide" Target="/ppt/slides/slide6.xml" Id="Rc5ae792c47be4b29" /><Relationship Type="http://schemas.openxmlformats.org/officeDocument/2006/relationships/slide" Target="/ppt/slides/slide7.xml" Id="Rf79244d61fa64919" /><Relationship Type="http://schemas.openxmlformats.org/officeDocument/2006/relationships/slide" Target="/ppt/slides/slide8.xml" Id="R5169d5bbaca54bcf" /><Relationship Type="http://schemas.openxmlformats.org/officeDocument/2006/relationships/slide" Target="/ppt/slides/slide9.xml" Id="R66710bd0e04546f0" /><Relationship Type="http://schemas.openxmlformats.org/officeDocument/2006/relationships/slide" Target="/ppt/slides/slide10.xml" Id="R9a3c8fc067c545fa" /><Relationship Type="http://schemas.openxmlformats.org/officeDocument/2006/relationships/slide" Target="/ppt/slides/slide11.xml" Id="Ra76a32c951ed4955" /><Relationship Type="http://schemas.openxmlformats.org/officeDocument/2006/relationships/slide" Target="/ppt/slides/slide12.xml" Id="Re3624e313c504229" /><Relationship Type="http://schemas.openxmlformats.org/officeDocument/2006/relationships/slide" Target="/ppt/slides/slide13.xml" Id="Rdd55fb5625714de4" /><Relationship Type="http://schemas.openxmlformats.org/officeDocument/2006/relationships/slide" Target="/ppt/slides/slide14.xml" Id="R2507c3fd25bf41d4" /><Relationship Type="http://schemas.openxmlformats.org/officeDocument/2006/relationships/slide" Target="/ppt/slides/slide15.xml" Id="Rd8ca70b3cc7d476a" /><Relationship Type="http://schemas.openxmlformats.org/officeDocument/2006/relationships/slide" Target="/ppt/slides/slide16.xml" Id="Rfbed125b3e1244a9" /><Relationship Type="http://schemas.openxmlformats.org/officeDocument/2006/relationships/slide" Target="/ppt/slides/slide17.xml" Id="R46779e9fb9b94898" /><Relationship Type="http://schemas.openxmlformats.org/officeDocument/2006/relationships/slide" Target="/ppt/slides/slide18.xml" Id="Rdb13c34c049c4486" /><Relationship Type="http://schemas.openxmlformats.org/officeDocument/2006/relationships/slide" Target="/ppt/slides/slide19.xml" Id="R27c8a002e05a45c7" /><Relationship Type="http://schemas.openxmlformats.org/officeDocument/2006/relationships/slide" Target="/ppt/slides/slide20.xml" Id="R93a4e145f89e4285" /><Relationship Type="http://schemas.openxmlformats.org/officeDocument/2006/relationships/slide" Target="/ppt/slides/slide21.xml" Id="R09802af6f04e4c44" /><Relationship Type="http://schemas.openxmlformats.org/officeDocument/2006/relationships/slide" Target="/ppt/slides/slide22.xml" Id="R3eb48dfc87d64ac9" /><Relationship Type="http://schemas.openxmlformats.org/officeDocument/2006/relationships/slide" Target="/ppt/slides/slide23.xml" Id="Rb82e13f300f24b40" /><Relationship Type="http://schemas.openxmlformats.org/officeDocument/2006/relationships/slide" Target="/ppt/slides/slide24.xml" Id="R4df680bda5584e12" /><Relationship Type="http://schemas.openxmlformats.org/officeDocument/2006/relationships/slide" Target="/ppt/slides/slide25.xml" Id="R7411810d756c4af2" /><Relationship Type="http://schemas.openxmlformats.org/officeDocument/2006/relationships/slide" Target="/ppt/slides/slide26.xml" Id="R0fc4ff1bdfe54b9e" /><Relationship Type="http://schemas.openxmlformats.org/officeDocument/2006/relationships/slide" Target="/ppt/slides/slide27.xml" Id="R91342fd6ca794d6c" /><Relationship Type="http://schemas.openxmlformats.org/officeDocument/2006/relationships/slide" Target="/ppt/slides/slide28.xml" Id="R8f38bed434e74641" /><Relationship Type="http://schemas.openxmlformats.org/officeDocument/2006/relationships/slide" Target="/ppt/slides/slide29.xml" Id="Raa2b94181a334251" /><Relationship Type="http://schemas.openxmlformats.org/officeDocument/2006/relationships/slide" Target="/ppt/slides/slide30.xml" Id="R46e8eb83f4a94fd7" /><Relationship Type="http://schemas.openxmlformats.org/officeDocument/2006/relationships/slide" Target="/ppt/slides/slide31.xml" Id="R2bfe46c3f3454a53" /><Relationship Type="http://schemas.openxmlformats.org/officeDocument/2006/relationships/slide" Target="/ppt/slides/slide32.xml" Id="Re9155d69cbe14ffb" /><Relationship Type="http://schemas.openxmlformats.org/officeDocument/2006/relationships/slide" Target="/ppt/slides/slide33.xml" Id="Rf94eb62ea3374f32" /><Relationship Type="http://schemas.openxmlformats.org/officeDocument/2006/relationships/slide" Target="/ppt/slides/slide34.xml" Id="R857674845dcc468a" /><Relationship Type="http://schemas.openxmlformats.org/officeDocument/2006/relationships/slide" Target="/ppt/slides/slide35.xml" Id="Racf5c48f2b574305" /><Relationship Type="http://schemas.openxmlformats.org/officeDocument/2006/relationships/slide" Target="/ppt/slides/slide36.xml" Id="Rd26af0b9f27a4f2d" /><Relationship Type="http://schemas.openxmlformats.org/officeDocument/2006/relationships/slide" Target="/ppt/slides/slide37.xml" Id="Rcff0c71328894921" /><Relationship Type="http://schemas.openxmlformats.org/officeDocument/2006/relationships/slide" Target="/ppt/slides/slide38.xml" Id="R2b68d4b451b24647" /><Relationship Type="http://schemas.openxmlformats.org/officeDocument/2006/relationships/slide" Target="/ppt/slides/slide39.xml" Id="Ra8d177c7a055419a" /><Relationship Type="http://schemas.openxmlformats.org/officeDocument/2006/relationships/slide" Target="/ppt/slides/slide40.xml" Id="R4d753f38008a4e2c" /><Relationship Type="http://schemas.openxmlformats.org/officeDocument/2006/relationships/slide" Target="/ppt/slides/slide41.xml" Id="Rd6dcdda3a0d1498e" /><Relationship Type="http://schemas.openxmlformats.org/officeDocument/2006/relationships/slide" Target="/ppt/slides/slide42.xml" Id="Rb4ee2815a4a348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90252d7f82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c86f29523444c" /><Relationship Type="http://schemas.openxmlformats.org/officeDocument/2006/relationships/notesMaster" Target="/ppt/notesMasters/notesMaster1.xml" Id="R4f8a9615b53945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36aa8347c4912" /><Relationship Type="http://schemas.openxmlformats.org/officeDocument/2006/relationships/notesMaster" Target="/ppt/notesMasters/notesMaster1.xml" Id="Rc5ac6f09793047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0bc5b2a044d99" /><Relationship Type="http://schemas.openxmlformats.org/officeDocument/2006/relationships/notesMaster" Target="/ppt/notesMasters/notesMaster1.xml" Id="R89fdbef11052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5390a4db6a432a" /><Relationship Type="http://schemas.openxmlformats.org/officeDocument/2006/relationships/notesMaster" Target="/ppt/notesMasters/notesMaster1.xml" Id="R20d36d69bd9b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6b86f3b0d94219" /><Relationship Type="http://schemas.openxmlformats.org/officeDocument/2006/relationships/notesMaster" Target="/ppt/notesMasters/notesMaster1.xml" Id="R5f8b2092616d4b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3a0797e5194ae6" /><Relationship Type="http://schemas.openxmlformats.org/officeDocument/2006/relationships/notesMaster" Target="/ppt/notesMasters/notesMaster1.xml" Id="Rcfebc69c55fe44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5b50168e442bc" /><Relationship Type="http://schemas.openxmlformats.org/officeDocument/2006/relationships/notesMaster" Target="/ppt/notesMasters/notesMaster1.xml" Id="R29887aaa30244d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6ba51eb6dd46f6" /><Relationship Type="http://schemas.openxmlformats.org/officeDocument/2006/relationships/notesMaster" Target="/ppt/notesMasters/notesMaster1.xml" Id="Ree10aae812e649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0db3fe13949cc" /><Relationship Type="http://schemas.openxmlformats.org/officeDocument/2006/relationships/notesMaster" Target="/ppt/notesMasters/notesMaster1.xml" Id="R03a99c36d20d46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68fe2b8f534aa7" /><Relationship Type="http://schemas.openxmlformats.org/officeDocument/2006/relationships/notesMaster" Target="/ppt/notesMasters/notesMaster1.xml" Id="R863a8a6a46e742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da6359c7544ae3" /><Relationship Type="http://schemas.openxmlformats.org/officeDocument/2006/relationships/notesMaster" Target="/ppt/notesMasters/notesMaster1.xml" Id="R648175abbfbb49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1d41fc53234d1c" /><Relationship Type="http://schemas.openxmlformats.org/officeDocument/2006/relationships/notesMaster" Target="/ppt/notesMasters/notesMaster1.xml" Id="R6f91df0c25e04f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34203d93474fbc" /><Relationship Type="http://schemas.openxmlformats.org/officeDocument/2006/relationships/notesMaster" Target="/ppt/notesMasters/notesMaster1.xml" Id="R8cd3e15b5c8d4f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a30e01155a4674" /><Relationship Type="http://schemas.openxmlformats.org/officeDocument/2006/relationships/notesMaster" Target="/ppt/notesMasters/notesMaster1.xml" Id="R6cd8b53f328c48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f0c5a46d0341f5" /><Relationship Type="http://schemas.openxmlformats.org/officeDocument/2006/relationships/notesMaster" Target="/ppt/notesMasters/notesMaster1.xml" Id="Rae300f18115449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eaef4e11c64f52" /><Relationship Type="http://schemas.openxmlformats.org/officeDocument/2006/relationships/notesMaster" Target="/ppt/notesMasters/notesMaster1.xml" Id="R19ae79674a1341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b71e99acc948e9" /><Relationship Type="http://schemas.openxmlformats.org/officeDocument/2006/relationships/notesMaster" Target="/ppt/notesMasters/notesMaster1.xml" Id="Rc052af60785a44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7738153f9c4a20" /><Relationship Type="http://schemas.openxmlformats.org/officeDocument/2006/relationships/notesMaster" Target="/ppt/notesMasters/notesMaster1.xml" Id="R807048c7edf54f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ea77da45f04d5f" /><Relationship Type="http://schemas.openxmlformats.org/officeDocument/2006/relationships/notesMaster" Target="/ppt/notesMasters/notesMaster1.xml" Id="Rafaed183f55443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4486342b0e4b46" /><Relationship Type="http://schemas.openxmlformats.org/officeDocument/2006/relationships/notesMaster" Target="/ppt/notesMasters/notesMaster1.xml" Id="R476498d3e9d347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f3c3f6cd1648a3" /><Relationship Type="http://schemas.openxmlformats.org/officeDocument/2006/relationships/notesMaster" Target="/ppt/notesMasters/notesMaster1.xml" Id="R8789da59436043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6df6e1b0304862" /><Relationship Type="http://schemas.openxmlformats.org/officeDocument/2006/relationships/notesMaster" Target="/ppt/notesMasters/notesMaster1.xml" Id="R5e35d0ab025742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b1177de1a148ed" /><Relationship Type="http://schemas.openxmlformats.org/officeDocument/2006/relationships/notesMaster" Target="/ppt/notesMasters/notesMaster1.xml" Id="R4f47b7b062c44f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cdb3a0d0fe4f02" /><Relationship Type="http://schemas.openxmlformats.org/officeDocument/2006/relationships/notesMaster" Target="/ppt/notesMasters/notesMaster1.xml" Id="R8adbb06c5a2d41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e6d36606d24180" /><Relationship Type="http://schemas.openxmlformats.org/officeDocument/2006/relationships/notesMaster" Target="/ppt/notesMasters/notesMaster1.xml" Id="R28f2ba6e379444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1faa372b83478b" /><Relationship Type="http://schemas.openxmlformats.org/officeDocument/2006/relationships/notesMaster" Target="/ppt/notesMasters/notesMaster1.xml" Id="Rc5de564de21443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a58d747e5e4608" /><Relationship Type="http://schemas.openxmlformats.org/officeDocument/2006/relationships/notesMaster" Target="/ppt/notesMasters/notesMaster1.xml" Id="R9e112654b2c043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9bea1d7a5841ff" /><Relationship Type="http://schemas.openxmlformats.org/officeDocument/2006/relationships/notesMaster" Target="/ppt/notesMasters/notesMaster1.xml" Id="R305013c3f1ae4a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fb77c6f88dc4fc9" /><Relationship Type="http://schemas.openxmlformats.org/officeDocument/2006/relationships/notesMaster" Target="/ppt/notesMasters/notesMaster1.xml" Id="R01c944f1c42745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36de800b7347ef" /><Relationship Type="http://schemas.openxmlformats.org/officeDocument/2006/relationships/notesMaster" Target="/ppt/notesMasters/notesMaster1.xml" Id="Rfda36a5c32484a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1bc979f9454540" /><Relationship Type="http://schemas.openxmlformats.org/officeDocument/2006/relationships/notesMaster" Target="/ppt/notesMasters/notesMaster1.xml" Id="Rde2845acdb8044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13cbd2547448d5" /><Relationship Type="http://schemas.openxmlformats.org/officeDocument/2006/relationships/notesMaster" Target="/ppt/notesMasters/notesMaster1.xml" Id="R769898472b9d48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06283ed42545b2" /><Relationship Type="http://schemas.openxmlformats.org/officeDocument/2006/relationships/notesMaster" Target="/ppt/notesMasters/notesMaster1.xml" Id="R373766028026410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e7bb2bfca3f4181" /><Relationship Type="http://schemas.openxmlformats.org/officeDocument/2006/relationships/notesMaster" Target="/ppt/notesMasters/notesMaster1.xml" Id="Rbab347d1a53c4f6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d45c8f1d7f2445c" /><Relationship Type="http://schemas.openxmlformats.org/officeDocument/2006/relationships/notesMaster" Target="/ppt/notesMasters/notesMaster1.xml" Id="Re110ddbeed8c4a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517607c848f4d67" /><Relationship Type="http://schemas.openxmlformats.org/officeDocument/2006/relationships/notesMaster" Target="/ppt/notesMasters/notesMaster1.xml" Id="R55bb633f1126452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8645bf04dde4144" /><Relationship Type="http://schemas.openxmlformats.org/officeDocument/2006/relationships/notesMaster" Target="/ppt/notesMasters/notesMaster1.xml" Id="Rebabc3e9fa754c1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178f541ab4d4b5d" /><Relationship Type="http://schemas.openxmlformats.org/officeDocument/2006/relationships/notesMaster" Target="/ppt/notesMasters/notesMaster1.xml" Id="R8e5f1b4b63a94e6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f8b1d2de8d4747" /><Relationship Type="http://schemas.openxmlformats.org/officeDocument/2006/relationships/notesMaster" Target="/ppt/notesMasters/notesMaster1.xml" Id="Rbd1a6cc2968e475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6e8aa8d14134d77" /><Relationship Type="http://schemas.openxmlformats.org/officeDocument/2006/relationships/notesMaster" Target="/ppt/notesMasters/notesMaster1.xml" Id="R3cf95fe8d656420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99eddf8d7241cc" /><Relationship Type="http://schemas.openxmlformats.org/officeDocument/2006/relationships/notesMaster" Target="/ppt/notesMasters/notesMaster1.xml" Id="Ra63b10fb0b1345c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650747a23974940" /><Relationship Type="http://schemas.openxmlformats.org/officeDocument/2006/relationships/notesMaster" Target="/ppt/notesMasters/notesMaster1.xml" Id="R148d35c76e68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bac9cc31944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f46462589442f" /><Relationship Type="http://schemas.openxmlformats.org/officeDocument/2006/relationships/slideLayout" Target="/ppt/slideLayouts/slideLayout1.xml" Id="R25208b0030c149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08b0030c149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1e6122d84551" /><Relationship Type="http://schemas.openxmlformats.org/officeDocument/2006/relationships/notesSlide" Target="/ppt/notesSlides/notesSlide1.xml" Id="R8b5a167c16804a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a15f1fd954181" /><Relationship Type="http://schemas.openxmlformats.org/officeDocument/2006/relationships/notesSlide" Target="/ppt/notesSlides/notesSlide2.xml" Id="R22a4ca1dc312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69287dbd40dc" /><Relationship Type="http://schemas.openxmlformats.org/officeDocument/2006/relationships/notesSlide" Target="/ppt/notesSlides/notesSlide3.xml" Id="R22b79e15adbe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c247d4ad04aa9" /><Relationship Type="http://schemas.openxmlformats.org/officeDocument/2006/relationships/notesSlide" Target="/ppt/notesSlides/notesSlide4.xml" Id="R339f86a8b2f5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c2d7100714729" /><Relationship Type="http://schemas.openxmlformats.org/officeDocument/2006/relationships/notesSlide" Target="/ppt/notesSlides/notesSlide5.xml" Id="R399b5aeed21b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82788f1d04b61" /><Relationship Type="http://schemas.openxmlformats.org/officeDocument/2006/relationships/notesSlide" Target="/ppt/notesSlides/notesSlide6.xml" Id="R6c01f86f2c6a47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97fc55cdc4e5e" /><Relationship Type="http://schemas.openxmlformats.org/officeDocument/2006/relationships/notesSlide" Target="/ppt/notesSlides/notesSlide7.xml" Id="R89ab783218e94c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85762d9de4361" /><Relationship Type="http://schemas.openxmlformats.org/officeDocument/2006/relationships/notesSlide" Target="/ppt/notesSlides/notesSlide8.xml" Id="Rfffc3339c0e345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78c542cb44626" /><Relationship Type="http://schemas.openxmlformats.org/officeDocument/2006/relationships/notesSlide" Target="/ppt/notesSlides/notesSlide9.xml" Id="Rb0c8315677be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4757be3a4fbc" /><Relationship Type="http://schemas.openxmlformats.org/officeDocument/2006/relationships/notesSlide" Target="/ppt/notesSlides/notesSlide10.xml" Id="R322b2df4e23c4f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77ff5a81e4d92" /><Relationship Type="http://schemas.openxmlformats.org/officeDocument/2006/relationships/notesSlide" Target="/ppt/notesSlides/notesSlide11.xml" Id="R58f811077c81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68c0309cb4803" /><Relationship Type="http://schemas.openxmlformats.org/officeDocument/2006/relationships/notesSlide" Target="/ppt/notesSlides/notesSlide12.xml" Id="Re04aa4545af048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ee4422d744413" /><Relationship Type="http://schemas.openxmlformats.org/officeDocument/2006/relationships/notesSlide" Target="/ppt/notesSlides/notesSlide13.xml" Id="R1bca9e2e049644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bd98df2b547cc" /><Relationship Type="http://schemas.openxmlformats.org/officeDocument/2006/relationships/notesSlide" Target="/ppt/notesSlides/notesSlide14.xml" Id="Rc5e4b065a8b843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6e8a3f3d14e32" /><Relationship Type="http://schemas.openxmlformats.org/officeDocument/2006/relationships/notesSlide" Target="/ppt/notesSlides/notesSlide15.xml" Id="Rc9270d7ec7a74f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4feea52504cc5" /><Relationship Type="http://schemas.openxmlformats.org/officeDocument/2006/relationships/notesSlide" Target="/ppt/notesSlides/notesSlide16.xml" Id="Rc1f5180015c940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1bdeae75b4d28" /><Relationship Type="http://schemas.openxmlformats.org/officeDocument/2006/relationships/notesSlide" Target="/ppt/notesSlides/notesSlide17.xml" Id="R197514f5ab5248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b0ce911cf486e" /><Relationship Type="http://schemas.openxmlformats.org/officeDocument/2006/relationships/notesSlide" Target="/ppt/notesSlides/notesSlide18.xml" Id="R9c68e3df69d147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a2fc22b594a2f" /><Relationship Type="http://schemas.openxmlformats.org/officeDocument/2006/relationships/notesSlide" Target="/ppt/notesSlides/notesSlide19.xml" Id="Rdc4c107d286445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2c650d2be4a0a" /><Relationship Type="http://schemas.openxmlformats.org/officeDocument/2006/relationships/notesSlide" Target="/ppt/notesSlides/notesSlide20.xml" Id="Rf5d77ea6cba1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05d25e674d42" /><Relationship Type="http://schemas.openxmlformats.org/officeDocument/2006/relationships/notesSlide" Target="/ppt/notesSlides/notesSlide21.xml" Id="Re2b8193a1f224f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da9e7047646cd" /><Relationship Type="http://schemas.openxmlformats.org/officeDocument/2006/relationships/notesSlide" Target="/ppt/notesSlides/notesSlide22.xml" Id="Rb72aa8a22cca4f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987ef4d2046df" /><Relationship Type="http://schemas.openxmlformats.org/officeDocument/2006/relationships/notesSlide" Target="/ppt/notesSlides/notesSlide23.xml" Id="R54219ea7f7d149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fc192713342b0" /><Relationship Type="http://schemas.openxmlformats.org/officeDocument/2006/relationships/notesSlide" Target="/ppt/notesSlides/notesSlide24.xml" Id="Rb72e98678a1641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c4b365c34fcb" /><Relationship Type="http://schemas.openxmlformats.org/officeDocument/2006/relationships/notesSlide" Target="/ppt/notesSlides/notesSlide25.xml" Id="R6057c8c6dbeb4ce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dff9943d24b2b" /><Relationship Type="http://schemas.openxmlformats.org/officeDocument/2006/relationships/notesSlide" Target="/ppt/notesSlides/notesSlide26.xml" Id="Rd282a1681be546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a6a41a3244626" /><Relationship Type="http://schemas.openxmlformats.org/officeDocument/2006/relationships/notesSlide" Target="/ppt/notesSlides/notesSlide27.xml" Id="R9f85a66d107245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7860e44bd4f70" /><Relationship Type="http://schemas.openxmlformats.org/officeDocument/2006/relationships/notesSlide" Target="/ppt/notesSlides/notesSlide28.xml" Id="Rfa97ccccd3b34a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056a8f994a2a" /><Relationship Type="http://schemas.openxmlformats.org/officeDocument/2006/relationships/notesSlide" Target="/ppt/notesSlides/notesSlide29.xml" Id="R27e10521da174ee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0c568fa954006" /><Relationship Type="http://schemas.openxmlformats.org/officeDocument/2006/relationships/notesSlide" Target="/ppt/notesSlides/notesSlide30.xml" Id="Rcb890811f7ac45c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767cd01b74a17" /><Relationship Type="http://schemas.openxmlformats.org/officeDocument/2006/relationships/notesSlide" Target="/ppt/notesSlides/notesSlide31.xml" Id="R21eb2c827b7d46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3697ff7854bbf" /><Relationship Type="http://schemas.openxmlformats.org/officeDocument/2006/relationships/notesSlide" Target="/ppt/notesSlides/notesSlide32.xml" Id="R71d7b8a43efe44c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b05aef7854f2f" /><Relationship Type="http://schemas.openxmlformats.org/officeDocument/2006/relationships/notesSlide" Target="/ppt/notesSlides/notesSlide33.xml" Id="R4cbacc819f3041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fddee03fc4c85" /><Relationship Type="http://schemas.openxmlformats.org/officeDocument/2006/relationships/notesSlide" Target="/ppt/notesSlides/notesSlide34.xml" Id="Rd5815ff5b38e43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2b275e74a4911" /><Relationship Type="http://schemas.openxmlformats.org/officeDocument/2006/relationships/notesSlide" Target="/ppt/notesSlides/notesSlide35.xml" Id="R0981fbd7e69246b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3d6066fd144a2" /><Relationship Type="http://schemas.openxmlformats.org/officeDocument/2006/relationships/notesSlide" Target="/ppt/notesSlides/notesSlide36.xml" Id="R435dcbf83fd44d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2f8b4ef34216" /><Relationship Type="http://schemas.openxmlformats.org/officeDocument/2006/relationships/notesSlide" Target="/ppt/notesSlides/notesSlide37.xml" Id="Rb5e4d30107b947a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9e4bdb44b4b41" /><Relationship Type="http://schemas.openxmlformats.org/officeDocument/2006/relationships/notesSlide" Target="/ppt/notesSlides/notesSlide38.xml" Id="Re860d2f4e95d441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ab36127b34d98" /><Relationship Type="http://schemas.openxmlformats.org/officeDocument/2006/relationships/notesSlide" Target="/ppt/notesSlides/notesSlide39.xml" Id="Ra5f0805cb08c4a3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efbbdd14641dc" /><Relationship Type="http://schemas.openxmlformats.org/officeDocument/2006/relationships/notesSlide" Target="/ppt/notesSlides/notesSlide40.xml" Id="Rc5f933dc66774b6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22ae9aed473d" /><Relationship Type="http://schemas.openxmlformats.org/officeDocument/2006/relationships/notesSlide" Target="/ppt/notesSlides/notesSlide41.xml" Id="R9b81fb5aa723462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786af82a046f4" /><Relationship Type="http://schemas.openxmlformats.org/officeDocument/2006/relationships/notesSlide" Target="/ppt/notesSlides/notesSlide42.xml" Id="R5d3d853d869e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A4D13-E5FD-4089-93E0-8C728DC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DC3E3-3714-4836-80DD-BB2DD6B1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Water Chemistry and Analytical Techniques Water Chemistry: Introduction, significance of water quality parameters-pH, 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700EA-5D2A-4A60-8475-7D707D7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C3532-465D-4F48-B4DF-C939454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C993A-BD0E-47D1-BC4C-6E10BAB4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C996-7CC9-4468-B7C6-C8A1F8F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6F66F-CA8B-4705-968F-0565AE44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61F24-67BF-4778-B83C-B09B78B1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C33B-E979-4A97-AF76-7A25D5E9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D3A99-6730-47CC-985B-3A8AB44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C5935-D035-4917-8A02-3FBB280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088F5-C462-4754-89D7-EEF1E9FC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513AC-91DB-4C76-9AED-ED07DD1D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107638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45237-1E78-4279-A940-B422EDD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885CE-E12C-4A15-A002-CC361FDB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F64C8-3955-4309-8ECF-9A95158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2DEB4-6550-4DF4-9800-F4B8D5D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490BA-528B-45CC-B33C-0179433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D32C1-C2B2-49EE-97EC-8D0A118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93041-A04C-48BC-91C4-E11B19A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30945-7766-4093-BBFE-9FB48B7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370D5-1BE7-4504-B386-22AB269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8122-58AE-426C-BF8C-1A7AD00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EE81E-D1C2-4504-A8F8-64014EBC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AE986-1A9B-49D5-B051-BD7E184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A208F-9381-4E1B-B3A1-55F41D2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B27B8-105F-4A19-9920-E881DE21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B2060-C642-4148-9F8D-92E4EF66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66133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39B3B-0E66-4CC4-90D1-F4AAE38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EB04-A534-4279-AC47-96F8C11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0A030-E622-4F2C-B01D-18758215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01BBC-34A7-4552-82FA-59322B61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F6BC-8DBF-4756-A513-430AFF02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E55C5-0B58-46B6-BE34-68D3FD0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AF06C-2C28-447C-A533-267EBD6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385F9-EEF6-48F9-806E-2A52EDA0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70246-1954-4C18-997B-071D04DD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Water Chemistry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A8D5A-A67E-4203-94A8-DD22516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F957D-E9E8-48D0-A022-3B613617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A9279-8AE8-48AB-AE27-8BADEA7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Chemistry: Introduction, significance of water quality pa...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CAB77-2E46-43CC-A770-FC1F2956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4668E-8503-42E0-ABA3-2BA3550A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4562B-D380-463A-AD05-B0D093F3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Hard water: Introduction, types, determination of total 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855B1-B0ED-42B4-A76F-D426918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251BA-CD7A-453C-BD82-74E9B89B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4582F-3A80-4B60-8C5D-5C38169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Waste water - introduction, determination of dissolved ox...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B1E8-43FA-43F0-BBC7-CF091BB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74A1D-858C-4A4B-AEF5-C020021E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505FB-3874-43AD-9B34-9887A27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Analytical techniques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ECCF1-3EFA-4A69-8C5F-2E4399A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ECBD5-22FE-4108-A454-9E26399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FCAC1-AC16-4C84-9C5E-AFEAAA71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Potentiometric sensors: Principle, instrumentation and ap...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46349-16D9-427A-A88D-AF99568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0B582-B0F3-4E33-B8EC-73B63A3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D356A-FE79-4B98-908E-BB2E7DC9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Conductometric sensors: Principle, instrumentation and ap...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D19BC-0A9D-45CD-84BF-6102F85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927D7-CC71-4B37-B0E5-EE40F355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14A8E-497B-4214-B817-69CCF08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Colorime tric sensor: Principle, instrumentation and appl...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EC3E3-477D-4889-905C-8CDABAF9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E67FB-984D-44B9-AA26-446D234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15260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79316-3783-4990-B693-5FCE0D6D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43EC0-BB41-48C7-8D19-D7DB5F6B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EF3C6-201A-40D4-9A91-718FEDD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3F0B9-7D7B-4FA3-B2CC-B3EC1C6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D8FE0-EA02-4EBA-8252-54F9BED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57663-90F9-4B84-B3F7-F299567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63D5B-0CA7-43AE-BA84-E66CF679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5252D-8DB9-49A8-83B0-2024C61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Water Chemistry 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4B4A9-3B2E-4E4A-9AFA-E7E3298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1F2AD-27F9-43FB-AFB1-118BABC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F5FD0-FDA0-4D52-B76B-BB6A4E0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Chemistry: Introduction, significance of water quality pa...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690F3-C21E-4150-B571-4F7F60D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2F42E-C520-4139-BC8D-9D00F43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73C90-8577-4ED6-ABBA-FE9F3E7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Hard water: Introduction, types, determination of total h...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8DA5A-F8A8-4382-A60C-B4CB15AB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473CE-E26A-4FD6-AD03-F92F66F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CDCDB-A32B-45E5-AF7C-20FFE44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Waste water - introduction, determination of dissolved ox...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9791B-DEC5-457B-BE6A-890E759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A6AEA-80C2-4F85-8884-9ED7F886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B80AB-42B7-44EB-8DF2-F9B4F1C6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Analytical techniques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ACA24-45BE-4F4D-9154-F5E7E417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A28F7-8A13-4403-B6CC-89E7E577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EEA91-24A3-4EED-952E-3851DAF1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Potentiometric sensors: Principle, instrumentation and ap...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F2BF9-4B27-4CF2-A65D-C071CDD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C1D83-D0EE-41B5-A7E6-2C397AF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04829-6776-4AC1-ACAC-6C69417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Conductometric sensors: Principle, instrumentation and ap...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5D623-DA17-4054-8C48-ED8F472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BBE74-F328-425D-B54B-98556218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9AC5E-CE4E-4945-821E-87E430F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41297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BF881-EA16-4DF1-8E76-BCFD7BD2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226D0-0BE6-477D-B468-4780AC6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CB498-DB4E-4634-8618-2781659C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A5B25-3F00-41DC-BD0D-C0F516A5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B9B28-98A2-4F5B-BE8D-D487F88D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F251E-164C-4E7B-B9CD-076B55DB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AB8C1-FB1E-4730-97D9-44FBCF91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Analytical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FF7C8-2F0B-427F-AB88-D0F3DB10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Techniques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45388-C6C9-4920-8EEC-96B0F023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27D4-337F-4409-9342-D2DBB414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7AA6-2C47-4E6E-9CF1-D449F6B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parameters-pH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18D24-6828-4BBE-BEA2-1C0CD242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turbidity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5EAF0-CD93-4EC8-967B-92453AF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chlorides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BAA43-DB44-43A6-8F12-3B2FF51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dissolved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429C7-0F29-4A7C-A9FA-202F2C61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FAE25-24FE-49E8-BA6D-4B9A9D8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79636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4AA23-0E5F-49E0-8C9F-E0AAF230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1C920-FEDF-43C6-8B7D-F69AC66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6CC08-A66C-4799-A353-65DB353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6765B-65CD-4856-8999-FBB44C2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08B85-9024-4D33-A0B9-889FFEF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Water Chemistry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FCC48-02BA-46E9-B9FD-4AE2D966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Water Chemistry and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7B85E-EC96-4E85-901E-8F82191F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30946-22E9-4F40-98BB-CCA03D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32DFD-6203-4839-81C7-0FDDF47D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FE62A-28EF-45BF-AF81-3EEE009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220D1-61BF-49DF-80F7-9EDDC79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D3E1E-D3FE-4AF7-A862-DC887054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E0C42-B5AE-4CBD-B929-8A501DC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7E2EC-1D04-4F08-86CA-4B7DAD0F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38BEF-14E9-4519-AF0B-CBBC3EBF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F40C4-B0EB-41A8-B0C8-B4410BF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72397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F2883-4C3F-4867-B2FF-5719DB4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48303-3712-4C80-B00E-0521EFA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A2F23-6740-4DCD-8EDA-77931B2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34F2-DECE-4E9C-885E-808E3A4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4F6B2-29F9-426C-8E2B-1145AB1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4B710-2A5D-411A-A329-D0BF39D4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48871-E821-4A8A-BB73-F5517F12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342CA-C22F-4099-948D-40965594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DFBCF-877D-4432-9160-904BC3D1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Water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7C975-B0B4-43DA-9D15-F49520D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75E01-9C14-4958-877C-9B4825FB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8AA73-2538-4F3A-8A11-5AF970BE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Water Chemistry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C3E41-825B-4F2B-B534-824CBC40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CF294-7749-4475-8A29-5DB2379A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5624B-6EB3-43C5-87FA-8DC6E0A1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Water 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DC54D-7762-4663-BAC3-3C4D61A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1BAC7-91A4-4A2E-9678-5166BEEA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38E03-C9B6-4D5A-BB78-DED9844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Water Chemistr...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B6086-5332-4AB2-9A30-E744A353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D2071-D39B-4D3B-A8B3-EAB95269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B7CD4-965F-4724-9BD7-E9E5677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Water Chemistr...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AF446-CF59-484A-98F6-4AF715F4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B5A7D-44A6-4F1C-86CD-24CF27F0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77582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D435D-A0DA-4C6B-AF3A-C124625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0CD0A-497A-4473-8E34-D6320C74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3195-DB70-44C8-9101-78ECA388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94A1-EDB8-4B17-A11C-0E33A16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97C56-A834-4982-BFC8-8D79AD3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6C53-D32E-4991-AC26-F49EB54A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F85F7-F0A7-4431-898D-E840AD2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6E92E-CC2F-406F-A9BC-EAC06173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9F0EB-1A85-4683-BE43-8EDC6899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D16C1-4497-4107-8C37-C49C56F1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38711-B172-4118-9FB0-80187D0B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738AD-89C3-4346-808A-50E8E546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CA467-95D4-42CE-8E5C-B02F365A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F96EA-A715-45D6-A419-8595148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189E6-DBA4-47C6-A66B-40C77CC4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99803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E01EE-738B-4F49-A526-1FD86DF6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E1FE-4A56-4D0E-A11B-290B603B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61F5A-A50E-4EFF-95D2-1553942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4A6C4-9674-4664-91A9-6ACB8330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8D245-82DB-4C17-BA38-A7D3786A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4BEBB-4AB3-47D8-A12D-953D767F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Water Chemistry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5DCC9-112F-45BE-B433-2E87824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7DC0B-9629-4242-A6DF-FFB3007C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0872C-D8D2-4542-92E0-58D2A2A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EE368-3A39-4078-B53F-ADC1D40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68F61-2C73-4D1A-BAAC-2F832133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52549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0EB3E-8426-4523-A929-039A0BA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95C0E-9A51-4329-9A06-CE76234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8AC0-A7B4-4140-8563-2A5AD94C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DF21B-AEE5-4CBC-9EBE-2C07950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ECE9A-6982-4CE5-B0AF-B779296B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Chemistry: Introduction, significance of water quality parameters-pH, turbidity, chlorides, dissolved oxygen 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A5F30-BCDF-48FB-8A11-C7F51C8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Chemistry: Introduction, significance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10066-69C8-45C3-BA97-7382022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8A20-2720-4667-8255-7FED071B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853F2-1D10-42D4-84E0-9FF6BA6A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BF66C-B82F-4C47-8C41-CF6126CD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D8948-A5DF-420C-A16B-3C19C448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16B56-3450-4730-A596-D32343A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C9458-11B5-41D0-ACE9-53F91C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86809-9983-4AB9-87DE-C22FF3E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0A8B5-8C23-4882-AB21-2AB3DFC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4C84F-512B-4B2D-AEFD-CA867255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01578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F8AE4-6198-4462-9085-432DB8D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7661A-9901-401F-9686-B0168E5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B1123-E33C-4709-B1BB-E0E797A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D620-644D-46D9-8ACC-0E77317D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2420A-52D4-46E2-B4A7-29D4A19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F38EB-509A-4146-B474-B6BA805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08215-4D92-4B6A-9203-D710660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79AD-535E-48B1-AA9C-96D2316E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65865-7399-4AA3-8106-7BB7351C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Chemist...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F3478-D332-475F-87D3-22CAE1C8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7D91D-BA62-4E10-ACA4-410E38CC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CAB56-7CA3-46B7-A409-0D829E8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Chemistry: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57B28-F36F-4B04-A7E0-95642DB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A734D-EB82-446E-AE33-3B27117B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75D8D-835C-402C-BF21-B0B0738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Chemistr...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23B51-DF58-4306-A194-E621D1D7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9A19B-87CF-4502-A489-D15D026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42F2C-0C10-4984-ACC3-F18CDF8A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Chemistry: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C028-723F-4171-998B-BCFE1B9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BEBDF-520A-4129-9377-591EF881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77FA7-606E-45CF-85F3-98074E9D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Chemistry: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4C6E4-B862-4E94-86D5-F01AC44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8511B-D835-4D61-AC41-9CF8D8C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35741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5D5AD-6CF0-48D1-B8B8-459A0F5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02350-C58F-490C-8DB3-49B7EBD6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32514-CA0F-4416-B032-F6AD0FF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05074-6EBF-4140-AEC6-CAB9F0F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54DC4-CFE5-44BA-9F94-7CC602A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770A1-2C61-4C1E-A886-1F6F416A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9871-D102-48B7-B943-6802C670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125DD-9596-45E6-AAFB-DCD3C92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FD729-90D5-4D99-8AC5-3F00B106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A2E76-FF14-4DE3-82FE-F5BC13E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C1579-C457-4FA4-9C0A-0EDACAA4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FC920-DB51-4F69-B7ED-0CD1A27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3ED8B-DCA8-4E05-9B85-7CE392C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0336D-22E0-4C99-88AB-C49C82C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FFA5C-94A1-46E5-AAE7-E7EBBF5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04688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A9D7E-4C31-4288-8351-1E06E3BC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620E1-7FDB-4B0C-8DB6-CC900B1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F72AA-0AE0-498A-B3AB-CD3A6AE3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81790-764C-4063-A3FC-01D8E826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813DF-931D-439C-818F-7D11F5D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9594E-2D97-45EC-BE76-797DCA33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Chemistry: Introduction, significance of water quality pa...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9E0F4-9CB1-4020-BC46-6E65DD45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DD59-1448-40C5-A8C8-D2996B5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18A94-4B5D-4075-B7B9-76BED750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3F62E-236E-47F6-A949-23535D8F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3685A-F76D-43A5-9836-BD5EDF66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285689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37C9D-6FCD-48B3-BC43-05C4FEC3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C6CBE-4C7B-4C75-81C1-FE19BB5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ABE46-2108-490D-A3BC-D5452668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1B091-D1B7-4499-931E-86C48FEB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89451-F897-4DA7-B99F-4335CDA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Hard water: Introduction, types, determination of total hardness by EDTA method and 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C54BD-FD1B-4375-9922-1CDEFE88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Hard water: Introduction, types, determin...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F0941-7B3B-42B3-B9AB-13A3B6C0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BF410-308B-4C23-82F3-4D318E5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F53F-1B1A-456A-BB82-F6DDCCB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6AE28-CBAC-4AD4-B7B6-FD80360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334A3-D248-4BAB-9534-19661555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E7566-C0B1-420E-9C22-1F97AD4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A5705-4BF6-47A8-84C3-E3DA746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EC771-476B-4FC5-8BBE-156372FB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F53E2-ED42-4E91-86A4-283B8F8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A7E55-09F3-4FCA-B02D-9F632B1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05386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F616D-E661-4C85-AAA2-9CA96B3A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54B0F-4FE1-4AC1-B28C-75149E2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63358-38FA-4946-B683-069BA56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1DF7E-DE8A-4349-AFD7-79EAFAD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E5FD4-873E-49E4-A7AA-4D1F3C1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514B5-4217-449E-981B-1B291D4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BBAD6-6DBF-4111-981B-F80D2B5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4D063-31FB-46C9-9669-3AE3DAF3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790B3-2989-433F-8A11-94486D9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Hard wa...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DDD06-FE66-4F35-8E6D-E2B1D7A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86388-C750-4992-A3F3-04D6990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45C38-DC23-4967-8315-CE52E9DC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Hard water: Intro...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E5B3E-72DC-465E-BB65-B16C57DF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4193A-807A-4755-BB81-038B18F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25D67-D619-4061-A33F-B86FA21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Hard wat...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07E02-735B-4378-8C87-EB51628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A89C2-5368-463D-803C-A129B91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97341-0994-4584-B30C-6A163B5D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Hard water: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3D1FA-3D6C-4061-9EBF-47A66F2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0A05C-82DC-4ADE-994A-D788F793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6D0BD-455F-43AC-8B0B-8BCE96D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Hard water: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0ABDB-81BA-4980-AB9F-E0CCEB25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4B798-34B4-4532-998A-EBB6298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21986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5CBA3-408A-4868-BA16-EF3EB897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FFCF-3B5E-425D-AF6C-0C37AD59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726F-4686-4AF2-B763-1C55ED7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FED03-4D59-44C5-8E09-A688B0F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17EF8-AE2A-4BAE-85B4-B5F040F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95BA0-DB9F-4A8B-B7ED-052BFB14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B6DC3-AC50-4050-A66F-138603C8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8E1E-A738-4E89-B726-F8E8CEC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D213-5B12-4F62-A4EC-93D180B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35EF8-CA3A-45B1-933F-35EA09A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13021-F744-42FA-97EA-BC12C78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598D9-9F52-4D94-A443-203EC55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D7A59-0DC6-4D16-B333-59BA568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A0D6F-5235-4A28-BB8F-03C4D59C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6B2BC-E3FB-4CB9-A0B4-D631300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460547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E00F3-39D9-4B8C-89FD-0A3072F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E04A-CBDD-4D5F-B5A9-4FAD5542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FE942-F625-458A-B8CA-4C721CA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0E663-BC8F-4D62-9DA8-FDEC4462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13F5D-0FC2-4F50-92A1-8856A69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A6D9A-9F7F-4D69-B96F-1AB8840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Hard water: Introduction, types, determination of total 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5C16-F152-4318-9C8D-77FFB00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B907-CB12-4460-A6EC-D7B02AA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DC686-AD0F-449E-BA27-D5B1B80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CCE13-1388-4252-B301-CB1051E2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6E791-4CE6-4CFD-A2FF-E3A5E5E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154911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07BB4-8A83-4CB2-8C60-24E55FA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54B8-5C20-4725-8A58-BFBF143C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8C8A4-A3B4-46F0-AFCF-20ACDF37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DFA7A-6B7F-46F0-971E-40EEB1F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EB8F2-C727-4318-AE47-40C2B96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Waste water - introduction, determination of dissolved oxygen by Winkler's method , determination of chemical 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A2B9E-E1F8-40F5-A1E2-E722AF7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Waste water - introduction, determination...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6DF6C-E23A-4C75-B999-2D1CD9FE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4D60-020D-4BBB-A7B4-A53172D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8A4A6-823C-4E38-9C13-D25FF333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4390-661B-4213-A021-C79E370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DEA57-A0DF-4FDA-B067-D9CA692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9D772-2781-4362-94F3-28B2808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097B3-B1E2-446E-AA4C-3D72DE0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18369-AA00-43CE-8046-1BCF9F9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065B7-5FA7-424E-8331-33FCB3D3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0F186-4BCE-443D-ABFB-4B8EECE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855716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3AB7C-5B0B-4F79-86AD-23C9027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1DCD1-A48E-4A0E-90AB-78B4290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8B9B5-F4BF-4758-9B82-5CF663E5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8992C-99DE-4E5D-BBDA-E3385FF2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E18FA-4752-45D9-9BBE-4159744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17DE7-68C5-43EE-84C4-5FDAE13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E6127-B74F-4AF2-8178-52CD94E9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71A00-0D5A-4C5B-BD66-5AC5DA6D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8D640-62F5-4F91-8616-CAFFA05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Waste 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C8E2F-D53F-433D-AA44-A14C27B4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C71D0-3FE6-43FA-98DE-3874597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794C7-21A6-42D1-BE93-434B879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Waste water -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D5CBD-6764-4E47-AD85-29385A5B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B67FB-41A4-4528-871A-844B1DD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AAFC6-0722-46F5-860E-BE875BB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Waste wa...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D9474-4C83-43C0-9C90-51D76912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E4B9D-2C36-4064-A921-F885F6D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5723E-585E-41F0-9852-94E43855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Waste water -...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0B6C2-1DD1-4CC3-AA3C-62F6B82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1DD55-BC84-4928-8458-FD4C086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8F65F-9681-4806-8F89-F471BF7E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Waste water -...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71C8C-6261-44BF-9EB3-262486DD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6A6AB-366F-4CED-B2A9-A9925A1B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021638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6832A-69D3-4E77-8550-040FE3F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34668-7627-47D0-8E65-B53B84B7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82E96-5F20-42E5-B4F4-C439F86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283C2-6DBB-499F-8246-88C9C6D9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C49AE-D9F2-4B53-94B6-D5C28564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3FCB6-AE0D-4F69-9604-8A27BE54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2BC02-F296-428D-9E51-1C6EDDE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2FD1C-30DF-49D0-BAC1-5E9FE88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C6390-808F-4C20-9389-65FDD75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00559-27BC-4413-A8BC-276D237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6806C-AD06-4DD4-BF1C-54A872D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5B4C7-7413-40CF-B248-F72CA052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D1B0E-DFCA-456D-809C-16BD403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3475-3D48-4E9A-B463-022AD71F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51640-4F28-45D0-902E-1164567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911723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7F83-B289-490A-A76F-E9216073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E5BE-8305-4BA1-8FFF-463B37BB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A815B-C3CA-4A63-9AB1-270F236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8D851-D1D5-4E47-8CF7-D611D06E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F27B-5F2A-49E9-9E14-502F51C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A9C62-823F-49B6-BC60-D01753F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Waste water - introduction, determination of dissolved ox...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07F80-31A5-41E4-BA75-1FCC834A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45BF6-E7AC-4908-BB51-CC635C43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50BD8-B068-447F-A83E-ED99A15F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18750-080C-4650-BCE7-4F933C4F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7F6A1-5000-4C45-A92E-BEA5A04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22441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0F9A3-242D-4C0C-A973-BB55DD05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86CC9-3F48-402A-88F0-D1747F10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F73C0-78F0-406C-A934-5D016881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BAB1B-C5C4-4250-B1E2-4D5124F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99850-DBBE-4FB8-93EF-2EAD5372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Analytical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A6843-2127-4515-96D5-1A17D84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Analytical techniques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B0842-37FA-485B-8873-408B893A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6C1C2-89CD-4600-BF3D-5A09990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270F5-9611-4E5F-A6C6-0548DA3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DD6AD-5C24-4BAE-8811-7777FDB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4BA41-B584-4FB8-959F-C83765A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F29DC-D95A-47AD-A414-0C60E775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220CF-FC9E-43BE-AAC6-B7DFBD3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A11B1-1403-4385-B0CD-ECE5498F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F9F46-1B8A-4944-ABB2-50C3A7D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91CB3-9C86-430A-AAD3-FDBE858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0283361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7C0B0-1196-4FA0-AECB-386E4A7A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DC7C-F781-4CD8-B097-4D06F98F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3AA7-941B-4F4F-AED4-34C4381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0ABC5-000D-4BF0-ACDC-FB5E950C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986B8-87CB-4CF1-9BAD-7EC71A7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06CE1-3F5E-4BC2-8268-F71AEBD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CF40F-0EBA-4B7C-969F-B20BADD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5E70-0623-45C2-B507-D844B25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2A97F-B1C6-48A5-A1ED-B67135A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Analyti...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40D12-AF50-4312-8EEB-2D54E4F8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EE71B-DC74-4F7D-96F7-5CC0A1E4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0FBCC-7B3D-4049-9523-F90EBA33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Analytical techni...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1EF88-7273-4FD1-B736-99D24CA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6659B-D211-4D14-83E6-8A5BA73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9816B-3247-4624-B78E-FDAF149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Analytic...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E307C-160E-4E8F-9EE8-9E6D0FD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C24C2-5A1B-4D6C-8807-AE6B61B7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38206-E852-42E5-B816-B0F48DB5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Analytical tec...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ACE7C-8E13-4515-B272-4C85914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B9DDF-5EC4-497E-9412-E00983A5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F494B-C96E-493E-A800-8CEBA09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Analytical tec...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FBBF9-8794-4F98-B722-413F832D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A5B4F-12E5-4FBB-842C-A628A33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235347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3022E-9372-426A-BE54-1808984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EE1D0-1D1E-42C3-B9A8-674A6D6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05C5D-00FC-4E98-9C46-79C283F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E53C1-1B11-44BE-B043-880E223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ECD7-1039-4BC4-BA43-E51D98DB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4E561-B405-4EEC-AEF5-1C43DED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31ECF-94DC-47E5-A6D8-64FA4D7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9C4D-EC48-4BC5-9BC9-F2835791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32B21-F94C-4753-BA1A-9E73540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87F93-B316-42CC-906F-CCE7EAB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A1454-9A77-4BE6-AC3C-ACDEE27D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D642A-189E-47B7-B6C9-A432EF6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2301B-148A-448F-ABD0-0EA4026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1E2D-4B05-4434-A048-F95B74D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A745-7112-40E3-88DE-77DD44F4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730216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5AB2F-EEDD-41BE-B9C8-3B56B4F6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6286-0D9C-4907-A061-ABA9BF2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B5C84-4037-4EBF-ABB6-CC0B43BF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F8C46-75C1-4A81-BE47-582D1AE6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4855-38B2-4E18-9061-BA804B9D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9F1DF-FC4E-4EE3-9AC9-E50A4D1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Analytical techniques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536FB-18D1-479D-B3EA-2EB50562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DB56C-F8A6-41B8-94DC-27E2D2D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66918-DAEF-43D4-9F8E-03822228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9EDA3-F1DE-4A8C-9B7C-0983606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F0336-BBED-4876-8F88-9A255CBC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17192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46F93-92E7-44E5-AB27-FA4D4FF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AB34F-5DB0-45EC-9899-9949488A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B75A-EFF7-4292-89AB-35AC506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E2C72-7F17-4133-9097-40E2752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3BD4E-3994-496A-83DC-C09FD3E7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Potentiometric sensors: Principle, instrumentation and application in the estimation of iron in industrial effl...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64DA-1725-4A26-A4C2-AE178C2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Potentiometric sensors: Principle, instru...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8260B-7584-4D56-8A0D-B080B6D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85E00-8462-4962-BE52-204DA4F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5D7E3-2E84-4E77-9137-6A45D77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9D62C-35CA-406D-B680-61400B10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1F6FF-0A34-44C3-93E0-AB17D67B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ED2D4-22DF-42C1-8CA5-C416E69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AFD09-2C86-4AF6-ADBA-921A1299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2EAE2-9603-4852-A936-E394E3A2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C17E5-0F23-4C9A-9B6D-58B53498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7A340-8188-4690-8F7D-E1047B3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9100672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6FBE9-DD0A-4E4C-8B70-D6DCF65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901E0-B8A5-42BA-81A4-4AC4B5E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EA1B1-CF6F-4158-BA46-46A76BD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019C2-933E-446D-8FE9-AE1B3B09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F986D-5A99-4187-824A-01C5C0D9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7C206-1636-42C3-BA11-23E4FA9B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922C-F276-4BB9-9BB3-032511E5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61301-4259-4F22-A37B-A0E09394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D19CF-6CE2-4414-847C-AEBF8ACB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Potenti...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84DD-2E12-4999-937A-16839D6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9146D-AF99-4EC5-BB30-D232EB3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82A1B-8584-4DA4-B0A9-B24FFE9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Potentiometric 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61194-2D7E-4E8F-8B1E-F4DFB99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4E90B-D703-4765-95B4-F302A858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E765B-D9CB-4119-B3FA-A6F5A5C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Potentio...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D682E-F0DC-4D79-90F4-6CDF918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686BE-7B5F-4588-895F-579DE4AF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51B35-DBB0-4B23-A823-5F8923F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Potentiometric...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F4759-2174-4223-BC3D-B224270E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632A9-633E-4B01-9F9D-61AF61B9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E75D4-67B9-47A3-AB7C-FD54B32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Potentiometric...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91FD5-97EB-4543-9D2A-6512F903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FDDA1-894A-4746-80E1-8A30283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032027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F3268-6E2D-4477-9EA0-86CBA88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4781F-0F9E-45FB-A463-4072F20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6AA65-A5E6-4817-94B9-6DA0897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52AC-216E-480F-BC2B-5C47FDB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6460-77E5-49BB-B92F-F97CD69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7709-395A-4C90-B64B-12FCF93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7D7BC-0512-44B4-8304-E161746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872E8-1BD4-4D92-AD09-9A2EAB92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F3DA1-690B-4315-AB0E-3CB2A548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792D0-5E9E-4227-83FE-B278C0D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9CCC4-96BB-4CB2-9AE0-ED1E573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097DE-E34C-4B61-8C65-F7EFF4C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77C31-6131-4DE6-8268-3411355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35E08-7808-46D4-889A-91D6BDC4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E1000-C8D0-4479-A1BE-27E29E14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101836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60432-DF47-4ECC-A09E-6474C02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0E018-6C13-4534-9D87-35B0940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54D4D-AEDA-41C0-B84D-24E7B602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0754F-84C9-4ABA-B39E-C112E907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B013A-AB19-4750-823F-B0650CC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82DD1-3518-4BE3-A872-A052B91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Potentiometric sensors: Principle, instrumentation and ap...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C1039-36B9-484B-BB05-6276FC9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25BD0-6A89-4942-9ADC-5BDCC410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47762-273E-4F8F-AA7E-FC2A41E3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C2EC0-6DC6-4312-ADEF-32B66D5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AD3C6-2CBB-44AD-9189-A5C1F5A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746187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3DC92-5792-44D6-8087-994A1BC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BAC43-E2C1-44E8-8B1F-2FCABA45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12FAB-57C8-46CB-8B11-E0B9644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492AC-9436-4F40-ABFB-D79C54E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3AD6A-D077-4036-8CB5-66C9605D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Conductometric sensors: Principle, instrumentation and application in the determination of acid mixture in indu...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B1406-30BC-4ED9-BB29-2C31069E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Conductometric sensors: Principle, instru...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6CF58-D746-47E4-9207-8AC069C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67236-B590-4526-AD62-9F57AB50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9CF6-3B7F-46C4-87C4-B40F0461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F06EB-82C1-4AA6-A91F-406F1EBF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BE210-12DC-42FC-A972-DA2AA13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0E289-5FC6-4702-A8F5-D163BE0F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754AD-04CB-4078-8954-4FE0637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5776B-D7B2-49F5-9CB3-DBE3D9A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7FA1-83A7-4868-8356-1070E21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5F1C6-81AC-4C1B-8BAF-2A2CE639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774734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BA464-6E47-4D59-A120-607ADF33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0F35-B377-467B-BAEA-9FE3E67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D7652-E80E-4293-A88C-07E03B4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561C9-B3E2-496F-BF5F-C1B2BE8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3B687-B4B0-4315-BB8F-169EF8A5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F6EAB-FCD2-4308-A993-3722C41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8A6A3-68C1-4724-93FA-E347EDFF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22E49-09C9-4D2A-B818-FDD41F4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D21E5-6D47-42D9-AF80-7FEE403D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A9C44-3F36-4E1C-8056-83695F5E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45154-C010-4B6B-935B-0920820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0951E-AD6B-4A8F-AFF0-A836917A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Conductometric 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63128-9593-4603-8F54-E43E2E6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78164-F002-4C71-8446-F1A3E1DD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D913B-4D74-467E-BC4E-538F0E05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Conducto...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961DE-2599-4940-BA7D-CA72F9E2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B5BC0-78B2-467A-BFA3-AF3BC3A3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58750-B29A-40F0-A6E5-7946991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Conductometric...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E867C-E504-44E5-A9C8-2F9B45C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849D7-B47C-4FB5-873F-45F24792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611D1-6DB1-41F8-A9FF-71D2ED9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Conductometric...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ECF36-C0F5-4949-B76E-231AABF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CC10D-0D6E-4EC1-9C23-DA7AB27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947183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BAFE0-AB2B-4676-B50D-9FD6470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13F2A-652D-418D-8D35-0F67C5F9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D6B0D-B8BB-4196-83DE-B8F33D4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11B9C-4729-4727-BB31-364C78EF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26CE8-AF3F-4C9D-9079-DCB591C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82511-D0B9-4263-B49E-EA998A9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23CE8-D68B-4275-8E7B-7278A7D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95D0F-91FD-425E-8AFF-80A4AAF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A986F-A133-4523-8768-C2693D63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FBA85-AD06-4E86-BE37-A24023D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0A2C7-FD49-4065-AC6C-8F2C2280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14073-B4A3-4350-AD44-7A4A3602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88716-D91A-4411-9E7F-F55A9FEC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1AD64-26E8-4331-8A9D-63C77DD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DC5B6-1DEA-441F-9993-B4D08879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42490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D58A1-4769-4D1F-8AD9-D32113EA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C3A8C-AEA7-4BEF-987A-9902989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BD82D-3924-4503-92F2-A2C255C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14613-6076-4FEA-A82F-55239DD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D2AD-19D0-40E5-BEEE-4D9EBA3E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53D6D-ABC9-417F-9E11-094CF81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Conductometric sensors: Principle, instrumentation and ap...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0A4F-83B4-47C4-BEBC-B5DB6F3A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56183-20AA-45B7-81F9-48B500D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9C16F-29CA-4510-9DB9-9993DDD2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B5C19-CAA7-44EC-8EC5-C37F1DE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56B67-6CCE-4AC0-8CC1-1BDE812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4987309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6F33D-04B8-4A63-8B77-C2C707C4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4A413-215D-4C79-92DE-A6E7EDBD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8736-4F18-4FEC-B235-0588739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3A586-6A86-4636-A44A-C56E9FF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323CD-7F3A-487C-B839-18059546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Colorime tric sensor: Principle, instrumentation and application in the estimation of copper in brass alloy.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5086E-A53A-4C5E-B5DC-D9E1AB7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Colorime tric sensor: Principle, instrume...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7EC19-2FCE-45E6-95F9-DA13684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7CDC3-E55C-4915-8BD5-BFB7886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E6476-5CE6-4364-B8C8-6332C53D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BC2D5-20B9-40C2-BD5B-C6D203B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50BDE-C9AE-4E04-8C38-97258433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B82FD-D7B5-4651-977F-7A94E68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41842-3C5C-4016-94A7-A028F75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E3BF3-E908-4A0A-B0F0-6237F5A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11E4C-0555-4590-B5A9-D0F8524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C8BCF-10F0-4F1A-92CC-F8F607A6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445329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6B8F2-8551-4E38-BB4D-06C1C35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5D665-1224-4972-8AF5-1CE7789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B189-18EA-4749-8C05-EEE262E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A4466-4DBB-4096-9D0A-44F7544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C1EE-5C59-4DDA-A5A7-1D18D92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09D7-0EAB-4C04-8BAF-A340206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9E2E6-D86D-4331-AC69-207C6F0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DF8BD-4291-4B16-98B3-908DB615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5720C-731F-4FEB-B175-36E8C2F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Colorim...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8487C-32D0-4662-931A-5A06D19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917CC-FC07-465C-9F5A-46F9D98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16169-2E26-4555-957E-0A9C0DD4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Colorime tric sen...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89419-5F17-4672-B473-41DEB67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B19D9-D8D1-444E-B770-B82C68B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3562A-0C33-4B70-9B23-6156CD4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Colorime...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3AA97-3873-4A90-BE05-7D5575C5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DC10D-8D36-45E2-B74D-7C3492E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A2F87-5054-44E2-8CAD-3422787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Colorime 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294F0-A869-455C-9D07-DF846BCB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462A3-8E4E-4C50-BB4A-EE5C338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F210E-437E-4FD8-846B-665B76A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Colorime 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699FC-E369-475C-906D-54DD9AF2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5AC6A-A779-478E-ABBA-673F84EF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548085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7E2C2-D3C0-4DC8-81E9-B0D4A39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38155-24BF-4F3E-8173-7C150C9E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51E7E-1E04-4809-BB6D-F5C5D428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9F961-166D-45D8-B8D8-1954B8FF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B5AE-5E5F-4E6C-A9D9-B7EADA92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740F7-6CB8-49FD-A8CB-0243A63C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C077A-96A0-4FE1-9B4B-3196FBE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4A70B-CD4A-4BD0-8730-4115905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9279D-B250-404C-A172-E332800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6FDA9-B04A-42E1-940A-8B8CD526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A8501-41E5-4F9D-8096-5D18540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3915E-25C4-49E8-9BF3-EC1C64F7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86F38-F7B6-4047-8A73-F752773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7F554-E7EA-48A5-A081-8407A20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5967A-768F-4411-833E-09F9B50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401131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F0F53-7948-40BB-9456-0B3A990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4CB93-6753-43E1-A7D0-9F0A426F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7907B-59DD-4AA4-A275-4FAE1BE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09FB7-1360-42CF-B6EC-81E1BFA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E0D59-5E77-40FC-A286-5DDB83F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96A6-973B-4AFC-A9A5-E10EF380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Colorime tric sensor: Principle, instrumentation and appl...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643B8-6079-4324-93C6-277A365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D2496-33F1-462D-AABB-743C69C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3FDDF-70C3-4275-BBEB-E8D6AA1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CD6B6-497E-4599-BA4B-0DC3AB6C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C5A9B-DBAE-4D72-A6D4-FED4DC7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666044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A0D06-8D0F-4EE8-9B62-C352910B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FD4F8-76C1-4110-9544-4CEEBE8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9FD9D-5C1F-4321-872F-9908EABF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09226-7DBA-48C8-BFB2-D7F880F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09691-BE25-48A2-A284-7C6AD554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710AA-D377-4307-982A-99F678C9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935100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6CF63-873C-4BA1-993B-E47612E7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B08B8-DC9F-451A-844B-198BA42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7D95B-EC84-4E0E-80CF-B68AE51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41F50-B73C-427D-ACC6-D0F1BBDD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B55C0-348C-469C-A5FB-BD93212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Chemistry: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Analytical: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Techniques: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3263A-ABF4-4EC9-8586-F8925AE5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585529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0B7CF-35E6-4803-B429-643468D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AE2C7-5C4E-4F6E-AA0F-858BCF3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26BE9-92C0-4C75-A1D5-52E0E2FC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08055-A991-4F10-B8B7-EBD1AA8A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F62D0-6335-434C-B27A-D98530C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A1408-4F15-4301-BECF-BDBDE37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132559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79E22-73F9-4A3F-AE81-04412608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73013-7EE0-4FBD-B0CA-ABB4289D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13812-F7FB-406C-B430-D1E758E5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71E7E-7BDF-4906-9101-FAC65A2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A5021-D8E6-4B91-AA2B-6EC3908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F523E-31AB-4402-A11A-EF5C4C1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747922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B7A69-6586-4D9A-930E-CE1FCBD7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1C33F-7232-44EB-B665-9DF67E9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90A1A-5F22-4731-8A3E-09068C07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E2CEC-9B5E-4A20-86EB-0096FC2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52B7-591E-4DB7-96CC-EC1115A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Water Chemistry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Chemistry: Introduction, significance of water quality parameters-pH, 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Hard water: Introduction, types, determination of total hardness by EDT...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Waste water - introduction, determination of dissolved oxygen by Winkle...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Analytical techniques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88DFB-8088-49EC-B3C4-65A40CF6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020E6-D5DC-42A4-A18A-37C0EF31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1086D-3C81-4F63-9FE0-3B6010AA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1147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2026-08-24T16:02:31.8410000Z</dcterms:created>
  <dcterms:modified xsi:type="dcterms:W3CDTF">2026-08-24T16:02:31.8410000Z</dcterms:modified>
</coreProperties>
</file>