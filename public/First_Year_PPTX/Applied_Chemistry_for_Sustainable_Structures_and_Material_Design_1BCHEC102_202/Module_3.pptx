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020e77c4a34547" /><Relationship Type="http://schemas.openxmlformats.org/officeDocument/2006/relationships/extended-properties" Target="/docProps/app.xml" Id="R7ed777f704bc4202" /><Relationship Type="http://schemas.openxmlformats.org/officeDocument/2006/relationships/officeDocument" Target="/ppt/presentation.xml" Id="Rdeadaa57fbf14b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8a9d58d7b441dc"/>
  </p:sldMasterIdLst>
  <p:notesMasterIdLst>
    <p:notesMasterId xmlns:r="http://schemas.openxmlformats.org/officeDocument/2006/relationships" r:id="R93420e1aaffe46d5"/>
  </p:notesMasterIdLst>
  <p:sldIdLst>
    <p:sldId xmlns:r="http://schemas.openxmlformats.org/officeDocument/2006/relationships" id="256" r:id="R730117d48d2c45c1"/>
    <p:sldId xmlns:r="http://schemas.openxmlformats.org/officeDocument/2006/relationships" id="257" r:id="R09f5cff3bb5e4194"/>
    <p:sldId xmlns:r="http://schemas.openxmlformats.org/officeDocument/2006/relationships" id="258" r:id="R184ce575507d4d51"/>
    <p:sldId xmlns:r="http://schemas.openxmlformats.org/officeDocument/2006/relationships" id="259" r:id="Rd223737b94f84604"/>
    <p:sldId xmlns:r="http://schemas.openxmlformats.org/officeDocument/2006/relationships" id="260" r:id="Rdd167980a8d74233"/>
    <p:sldId xmlns:r="http://schemas.openxmlformats.org/officeDocument/2006/relationships" id="261" r:id="R7c9a7bb4359444c9"/>
    <p:sldId xmlns:r="http://schemas.openxmlformats.org/officeDocument/2006/relationships" id="262" r:id="R0d55f80ae28f4578"/>
    <p:sldId xmlns:r="http://schemas.openxmlformats.org/officeDocument/2006/relationships" id="263" r:id="Ref166ab1fb534be1"/>
    <p:sldId xmlns:r="http://schemas.openxmlformats.org/officeDocument/2006/relationships" id="264" r:id="R579d680585e24f1a"/>
    <p:sldId xmlns:r="http://schemas.openxmlformats.org/officeDocument/2006/relationships" id="265" r:id="Rc911f6ee3d9d417f"/>
    <p:sldId xmlns:r="http://schemas.openxmlformats.org/officeDocument/2006/relationships" id="266" r:id="R273e40c0b7ec442b"/>
    <p:sldId xmlns:r="http://schemas.openxmlformats.org/officeDocument/2006/relationships" id="267" r:id="Rf33926af5e06449b"/>
    <p:sldId xmlns:r="http://schemas.openxmlformats.org/officeDocument/2006/relationships" id="268" r:id="Re411b1eb30aa4763"/>
    <p:sldId xmlns:r="http://schemas.openxmlformats.org/officeDocument/2006/relationships" id="269" r:id="R703782887e7047b5"/>
    <p:sldId xmlns:r="http://schemas.openxmlformats.org/officeDocument/2006/relationships" id="270" r:id="R4300162853df4f7a"/>
    <p:sldId xmlns:r="http://schemas.openxmlformats.org/officeDocument/2006/relationships" id="271" r:id="R99ed68ba774a4e3b"/>
    <p:sldId xmlns:r="http://schemas.openxmlformats.org/officeDocument/2006/relationships" id="272" r:id="Re0cb501c604243c4"/>
    <p:sldId xmlns:r="http://schemas.openxmlformats.org/officeDocument/2006/relationships" id="273" r:id="R2060ea59cab94298"/>
    <p:sldId xmlns:r="http://schemas.openxmlformats.org/officeDocument/2006/relationships" id="274" r:id="Recd42bd312114f90"/>
    <p:sldId xmlns:r="http://schemas.openxmlformats.org/officeDocument/2006/relationships" id="275" r:id="Rd07982b23e9e4f1d"/>
    <p:sldId xmlns:r="http://schemas.openxmlformats.org/officeDocument/2006/relationships" id="276" r:id="Ra3ad151080764aa8"/>
    <p:sldId xmlns:r="http://schemas.openxmlformats.org/officeDocument/2006/relationships" id="277" r:id="R3c84276dbaad4e4c"/>
    <p:sldId xmlns:r="http://schemas.openxmlformats.org/officeDocument/2006/relationships" id="278" r:id="R3c2784b247e7408a"/>
    <p:sldId xmlns:r="http://schemas.openxmlformats.org/officeDocument/2006/relationships" id="279" r:id="Rbb8c12253b3e4564"/>
    <p:sldId xmlns:r="http://schemas.openxmlformats.org/officeDocument/2006/relationships" id="280" r:id="R81218415caae48f0"/>
    <p:sldId xmlns:r="http://schemas.openxmlformats.org/officeDocument/2006/relationships" id="281" r:id="R393d99a0967d4b53"/>
    <p:sldId xmlns:r="http://schemas.openxmlformats.org/officeDocument/2006/relationships" id="282" r:id="R09f4c27904ac41da"/>
    <p:sldId xmlns:r="http://schemas.openxmlformats.org/officeDocument/2006/relationships" id="283" r:id="Rf19c0ef65fe946d7"/>
    <p:sldId xmlns:r="http://schemas.openxmlformats.org/officeDocument/2006/relationships" id="284" r:id="Re33fc1ffb831420a"/>
    <p:sldId xmlns:r="http://schemas.openxmlformats.org/officeDocument/2006/relationships" id="285" r:id="R4bcbe77a27fc4e0f"/>
    <p:sldId xmlns:r="http://schemas.openxmlformats.org/officeDocument/2006/relationships" id="286" r:id="R48fcc0d68805491e"/>
    <p:sldId xmlns:r="http://schemas.openxmlformats.org/officeDocument/2006/relationships" id="287" r:id="R0bc8cc5f58e44b30"/>
    <p:sldId xmlns:r="http://schemas.openxmlformats.org/officeDocument/2006/relationships" id="288" r:id="R434662f5a98540e7"/>
    <p:sldId xmlns:r="http://schemas.openxmlformats.org/officeDocument/2006/relationships" id="289" r:id="R1e5ae2aa7b0e4e60"/>
    <p:sldId xmlns:r="http://schemas.openxmlformats.org/officeDocument/2006/relationships" id="290" r:id="R8cefc209a3644cea"/>
    <p:sldId xmlns:r="http://schemas.openxmlformats.org/officeDocument/2006/relationships" id="291" r:id="R6f665256ad634cf1"/>
    <p:sldId xmlns:r="http://schemas.openxmlformats.org/officeDocument/2006/relationships" id="292" r:id="R4fe7645dd13d4f35"/>
    <p:sldId xmlns:r="http://schemas.openxmlformats.org/officeDocument/2006/relationships" id="293" r:id="Rf5ba22c934fd44d2"/>
    <p:sldId xmlns:r="http://schemas.openxmlformats.org/officeDocument/2006/relationships" id="294" r:id="Rc478687c42f541fe"/>
    <p:sldId xmlns:r="http://schemas.openxmlformats.org/officeDocument/2006/relationships" id="295" r:id="R29ef4c1b5db543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adf3a912e74c96" /><Relationship Type="http://schemas.openxmlformats.org/officeDocument/2006/relationships/slideMaster" Target="/ppt/slideMasters/slideMaster1.xml" Id="Rab8a9d58d7b441dc" /><Relationship Type="http://schemas.openxmlformats.org/officeDocument/2006/relationships/notesMaster" Target="/ppt/notesMasters/notesMaster1.xml" Id="R93420e1aaffe46d5" /><Relationship Type="http://schemas.openxmlformats.org/officeDocument/2006/relationships/presProps" Target="/ppt/presProps.xml" Id="R8abf56cb7424451e" /><Relationship Type="http://schemas.openxmlformats.org/officeDocument/2006/relationships/tableStyles" Target="/ppt/tableStyles.xml" Id="Raf731b59656748cd" /><Relationship Type="http://schemas.openxmlformats.org/officeDocument/2006/relationships/slide" Target="/ppt/slides/slide1.xml" Id="R730117d48d2c45c1" /><Relationship Type="http://schemas.openxmlformats.org/officeDocument/2006/relationships/slide" Target="/ppt/slides/slide2.xml" Id="R09f5cff3bb5e4194" /><Relationship Type="http://schemas.openxmlformats.org/officeDocument/2006/relationships/slide" Target="/ppt/slides/slide3.xml" Id="R184ce575507d4d51" /><Relationship Type="http://schemas.openxmlformats.org/officeDocument/2006/relationships/slide" Target="/ppt/slides/slide4.xml" Id="Rd223737b94f84604" /><Relationship Type="http://schemas.openxmlformats.org/officeDocument/2006/relationships/slide" Target="/ppt/slides/slide5.xml" Id="Rdd167980a8d74233" /><Relationship Type="http://schemas.openxmlformats.org/officeDocument/2006/relationships/slide" Target="/ppt/slides/slide6.xml" Id="R7c9a7bb4359444c9" /><Relationship Type="http://schemas.openxmlformats.org/officeDocument/2006/relationships/slide" Target="/ppt/slides/slide7.xml" Id="R0d55f80ae28f4578" /><Relationship Type="http://schemas.openxmlformats.org/officeDocument/2006/relationships/slide" Target="/ppt/slides/slide8.xml" Id="Ref166ab1fb534be1" /><Relationship Type="http://schemas.openxmlformats.org/officeDocument/2006/relationships/slide" Target="/ppt/slides/slide9.xml" Id="R579d680585e24f1a" /><Relationship Type="http://schemas.openxmlformats.org/officeDocument/2006/relationships/slide" Target="/ppt/slides/slide10.xml" Id="Rc911f6ee3d9d417f" /><Relationship Type="http://schemas.openxmlformats.org/officeDocument/2006/relationships/slide" Target="/ppt/slides/slide11.xml" Id="R273e40c0b7ec442b" /><Relationship Type="http://schemas.openxmlformats.org/officeDocument/2006/relationships/slide" Target="/ppt/slides/slide12.xml" Id="Rf33926af5e06449b" /><Relationship Type="http://schemas.openxmlformats.org/officeDocument/2006/relationships/slide" Target="/ppt/slides/slide13.xml" Id="Re411b1eb30aa4763" /><Relationship Type="http://schemas.openxmlformats.org/officeDocument/2006/relationships/slide" Target="/ppt/slides/slide14.xml" Id="R703782887e7047b5" /><Relationship Type="http://schemas.openxmlformats.org/officeDocument/2006/relationships/slide" Target="/ppt/slides/slide15.xml" Id="R4300162853df4f7a" /><Relationship Type="http://schemas.openxmlformats.org/officeDocument/2006/relationships/slide" Target="/ppt/slides/slide16.xml" Id="R99ed68ba774a4e3b" /><Relationship Type="http://schemas.openxmlformats.org/officeDocument/2006/relationships/slide" Target="/ppt/slides/slide17.xml" Id="Re0cb501c604243c4" /><Relationship Type="http://schemas.openxmlformats.org/officeDocument/2006/relationships/slide" Target="/ppt/slides/slide18.xml" Id="R2060ea59cab94298" /><Relationship Type="http://schemas.openxmlformats.org/officeDocument/2006/relationships/slide" Target="/ppt/slides/slide19.xml" Id="Recd42bd312114f90" /><Relationship Type="http://schemas.openxmlformats.org/officeDocument/2006/relationships/slide" Target="/ppt/slides/slide20.xml" Id="Rd07982b23e9e4f1d" /><Relationship Type="http://schemas.openxmlformats.org/officeDocument/2006/relationships/slide" Target="/ppt/slides/slide21.xml" Id="Ra3ad151080764aa8" /><Relationship Type="http://schemas.openxmlformats.org/officeDocument/2006/relationships/slide" Target="/ppt/slides/slide22.xml" Id="R3c84276dbaad4e4c" /><Relationship Type="http://schemas.openxmlformats.org/officeDocument/2006/relationships/slide" Target="/ppt/slides/slide23.xml" Id="R3c2784b247e7408a" /><Relationship Type="http://schemas.openxmlformats.org/officeDocument/2006/relationships/slide" Target="/ppt/slides/slide24.xml" Id="Rbb8c12253b3e4564" /><Relationship Type="http://schemas.openxmlformats.org/officeDocument/2006/relationships/slide" Target="/ppt/slides/slide25.xml" Id="R81218415caae48f0" /><Relationship Type="http://schemas.openxmlformats.org/officeDocument/2006/relationships/slide" Target="/ppt/slides/slide26.xml" Id="R393d99a0967d4b53" /><Relationship Type="http://schemas.openxmlformats.org/officeDocument/2006/relationships/slide" Target="/ppt/slides/slide27.xml" Id="R09f4c27904ac41da" /><Relationship Type="http://schemas.openxmlformats.org/officeDocument/2006/relationships/slide" Target="/ppt/slides/slide28.xml" Id="Rf19c0ef65fe946d7" /><Relationship Type="http://schemas.openxmlformats.org/officeDocument/2006/relationships/slide" Target="/ppt/slides/slide29.xml" Id="Re33fc1ffb831420a" /><Relationship Type="http://schemas.openxmlformats.org/officeDocument/2006/relationships/slide" Target="/ppt/slides/slide30.xml" Id="R4bcbe77a27fc4e0f" /><Relationship Type="http://schemas.openxmlformats.org/officeDocument/2006/relationships/slide" Target="/ppt/slides/slide31.xml" Id="R48fcc0d68805491e" /><Relationship Type="http://schemas.openxmlformats.org/officeDocument/2006/relationships/slide" Target="/ppt/slides/slide32.xml" Id="R0bc8cc5f58e44b30" /><Relationship Type="http://schemas.openxmlformats.org/officeDocument/2006/relationships/slide" Target="/ppt/slides/slide33.xml" Id="R434662f5a98540e7" /><Relationship Type="http://schemas.openxmlformats.org/officeDocument/2006/relationships/slide" Target="/ppt/slides/slide34.xml" Id="R1e5ae2aa7b0e4e60" /><Relationship Type="http://schemas.openxmlformats.org/officeDocument/2006/relationships/slide" Target="/ppt/slides/slide35.xml" Id="R8cefc209a3644cea" /><Relationship Type="http://schemas.openxmlformats.org/officeDocument/2006/relationships/slide" Target="/ppt/slides/slide36.xml" Id="R6f665256ad634cf1" /><Relationship Type="http://schemas.openxmlformats.org/officeDocument/2006/relationships/slide" Target="/ppt/slides/slide37.xml" Id="R4fe7645dd13d4f35" /><Relationship Type="http://schemas.openxmlformats.org/officeDocument/2006/relationships/slide" Target="/ppt/slides/slide38.xml" Id="Rf5ba22c934fd44d2" /><Relationship Type="http://schemas.openxmlformats.org/officeDocument/2006/relationships/slide" Target="/ppt/slides/slide39.xml" Id="Rc478687c42f541fe" /><Relationship Type="http://schemas.openxmlformats.org/officeDocument/2006/relationships/slide" Target="/ppt/slides/slide40.xml" Id="R29ef4c1b5db543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0a21050e5d4f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2874edb1394635" /><Relationship Type="http://schemas.openxmlformats.org/officeDocument/2006/relationships/notesMaster" Target="/ppt/notesMasters/notesMaster1.xml" Id="R46bc7def6b4d44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b571e9c19f48cb" /><Relationship Type="http://schemas.openxmlformats.org/officeDocument/2006/relationships/notesMaster" Target="/ppt/notesMasters/notesMaster1.xml" Id="Rfa7b6739c4b542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b9e23977a34299" /><Relationship Type="http://schemas.openxmlformats.org/officeDocument/2006/relationships/notesMaster" Target="/ppt/notesMasters/notesMaster1.xml" Id="Rfa068b1a78ce46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0fb53634aa4add" /><Relationship Type="http://schemas.openxmlformats.org/officeDocument/2006/relationships/notesMaster" Target="/ppt/notesMasters/notesMaster1.xml" Id="R797aa684990948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e8d5b8bef44bd6" /><Relationship Type="http://schemas.openxmlformats.org/officeDocument/2006/relationships/notesMaster" Target="/ppt/notesMasters/notesMaster1.xml" Id="R3439d3804ce840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2eae1de4c842bb" /><Relationship Type="http://schemas.openxmlformats.org/officeDocument/2006/relationships/notesMaster" Target="/ppt/notesMasters/notesMaster1.xml" Id="R46b4e667418840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6f5e78746743e5" /><Relationship Type="http://schemas.openxmlformats.org/officeDocument/2006/relationships/notesMaster" Target="/ppt/notesMasters/notesMaster1.xml" Id="R77836e4a7c824a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efa8a381a44407" /><Relationship Type="http://schemas.openxmlformats.org/officeDocument/2006/relationships/notesMaster" Target="/ppt/notesMasters/notesMaster1.xml" Id="Rf968245549c64f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bb82cd9b7a4c6d" /><Relationship Type="http://schemas.openxmlformats.org/officeDocument/2006/relationships/notesMaster" Target="/ppt/notesMasters/notesMaster1.xml" Id="R3165a7897be849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3299be314e4b47" /><Relationship Type="http://schemas.openxmlformats.org/officeDocument/2006/relationships/notesMaster" Target="/ppt/notesMasters/notesMaster1.xml" Id="R753354af690140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4fb2aedf7f4615" /><Relationship Type="http://schemas.openxmlformats.org/officeDocument/2006/relationships/notesMaster" Target="/ppt/notesMasters/notesMaster1.xml" Id="Rc3dfd3b8138d43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d337eb6e8a49b3" /><Relationship Type="http://schemas.openxmlformats.org/officeDocument/2006/relationships/notesMaster" Target="/ppt/notesMasters/notesMaster1.xml" Id="Redc101474ded47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a354ecab73469b" /><Relationship Type="http://schemas.openxmlformats.org/officeDocument/2006/relationships/notesMaster" Target="/ppt/notesMasters/notesMaster1.xml" Id="R00ea2fc7014e4e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303726dafaa4396" /><Relationship Type="http://schemas.openxmlformats.org/officeDocument/2006/relationships/notesMaster" Target="/ppt/notesMasters/notesMaster1.xml" Id="R64799ad7096a461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08177d2cd342f2" /><Relationship Type="http://schemas.openxmlformats.org/officeDocument/2006/relationships/notesMaster" Target="/ppt/notesMasters/notesMaster1.xml" Id="Rdca3ebdd248e48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e0c00542a544a5" /><Relationship Type="http://schemas.openxmlformats.org/officeDocument/2006/relationships/notesMaster" Target="/ppt/notesMasters/notesMaster1.xml" Id="R13d42dc95c50453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3ba821769984357" /><Relationship Type="http://schemas.openxmlformats.org/officeDocument/2006/relationships/notesMaster" Target="/ppt/notesMasters/notesMaster1.xml" Id="R924f73dca7da46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a7eb42a0cc140cf" /><Relationship Type="http://schemas.openxmlformats.org/officeDocument/2006/relationships/notesMaster" Target="/ppt/notesMasters/notesMaster1.xml" Id="R47dc835b266943f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bd4f55d574b43fb" /><Relationship Type="http://schemas.openxmlformats.org/officeDocument/2006/relationships/notesMaster" Target="/ppt/notesMasters/notesMaster1.xml" Id="R88e43082dca8421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9043133592e4b4a" /><Relationship Type="http://schemas.openxmlformats.org/officeDocument/2006/relationships/notesMaster" Target="/ppt/notesMasters/notesMaster1.xml" Id="Rfecdf99dfa3a4f6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a66c309c0184656" /><Relationship Type="http://schemas.openxmlformats.org/officeDocument/2006/relationships/notesMaster" Target="/ppt/notesMasters/notesMaster1.xml" Id="R8e555d6613be4a6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a00e534fbf84a19" /><Relationship Type="http://schemas.openxmlformats.org/officeDocument/2006/relationships/notesMaster" Target="/ppt/notesMasters/notesMaster1.xml" Id="Rb29d0f4d6a1d4bf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0a06829f741461d" /><Relationship Type="http://schemas.openxmlformats.org/officeDocument/2006/relationships/notesMaster" Target="/ppt/notesMasters/notesMaster1.xml" Id="R386b2c6e502844c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5508ee3959848f1" /><Relationship Type="http://schemas.openxmlformats.org/officeDocument/2006/relationships/notesMaster" Target="/ppt/notesMasters/notesMaster1.xml" Id="Re9c6312184f3474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ff2b968d8a54b18" /><Relationship Type="http://schemas.openxmlformats.org/officeDocument/2006/relationships/notesMaster" Target="/ppt/notesMasters/notesMaster1.xml" Id="Rd7709052ef68401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b29b24c2ad041fb" /><Relationship Type="http://schemas.openxmlformats.org/officeDocument/2006/relationships/notesMaster" Target="/ppt/notesMasters/notesMaster1.xml" Id="Rc19fdb5b40184ea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9d810bdab134331" /><Relationship Type="http://schemas.openxmlformats.org/officeDocument/2006/relationships/notesMaster" Target="/ppt/notesMasters/notesMaster1.xml" Id="R9f9088857d48414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f953aa65fa84cb0" /><Relationship Type="http://schemas.openxmlformats.org/officeDocument/2006/relationships/notesMaster" Target="/ppt/notesMasters/notesMaster1.xml" Id="R41c385e6d6e444a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315e095f00b4e3a" /><Relationship Type="http://schemas.openxmlformats.org/officeDocument/2006/relationships/notesMaster" Target="/ppt/notesMasters/notesMaster1.xml" Id="Ra3503d7ad8d840a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9643dc275f84f96" /><Relationship Type="http://schemas.openxmlformats.org/officeDocument/2006/relationships/notesMaster" Target="/ppt/notesMasters/notesMaster1.xml" Id="R8d79e282345944e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6c82a8b53734423" /><Relationship Type="http://schemas.openxmlformats.org/officeDocument/2006/relationships/notesMaster" Target="/ppt/notesMasters/notesMaster1.xml" Id="Rc3ab54291acd40f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9904dc79a1d41d7" /><Relationship Type="http://schemas.openxmlformats.org/officeDocument/2006/relationships/notesMaster" Target="/ppt/notesMasters/notesMaster1.xml" Id="Rd0148e218d55443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74d7940507445f7" /><Relationship Type="http://schemas.openxmlformats.org/officeDocument/2006/relationships/notesMaster" Target="/ppt/notesMasters/notesMaster1.xml" Id="Rc78b99f2706b44f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73efdaf91314049" /><Relationship Type="http://schemas.openxmlformats.org/officeDocument/2006/relationships/notesMaster" Target="/ppt/notesMasters/notesMaster1.xml" Id="R9c36e17c48654fa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aceb5301ac94037" /><Relationship Type="http://schemas.openxmlformats.org/officeDocument/2006/relationships/notesMaster" Target="/ppt/notesMasters/notesMaster1.xml" Id="R32c092e79188462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316044c35ca4703" /><Relationship Type="http://schemas.openxmlformats.org/officeDocument/2006/relationships/notesMaster" Target="/ppt/notesMasters/notesMaster1.xml" Id="R32605913f9cb41e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c26ae8cbaf74faf" /><Relationship Type="http://schemas.openxmlformats.org/officeDocument/2006/relationships/notesMaster" Target="/ppt/notesMasters/notesMaster1.xml" Id="R8aebba3fc6784ec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b3228cc8b6a4638" /><Relationship Type="http://schemas.openxmlformats.org/officeDocument/2006/relationships/notesMaster" Target="/ppt/notesMasters/notesMaster1.xml" Id="R72c24ed179c14a7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4ea0bf195494789" /><Relationship Type="http://schemas.openxmlformats.org/officeDocument/2006/relationships/notesMaster" Target="/ppt/notesMasters/notesMaster1.xml" Id="R64395a5bc6274f4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52f4c954e15412c" /><Relationship Type="http://schemas.openxmlformats.org/officeDocument/2006/relationships/notesMaster" Target="/ppt/notesMasters/notesMaster1.xml" Id="R7f47ff0e8bc744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cfcb6c9bd4d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10f8a0dd5d42a3" /><Relationship Type="http://schemas.openxmlformats.org/officeDocument/2006/relationships/slideLayout" Target="/ppt/slideLayouts/slideLayout1.xml" Id="Rc531efd23c0444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31efd23c0444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28f1e1c2b42b7" /><Relationship Type="http://schemas.openxmlformats.org/officeDocument/2006/relationships/notesSlide" Target="/ppt/notesSlides/notesSlide1.xml" Id="Rd5df7bee360a49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3cb8182ee478a" /><Relationship Type="http://schemas.openxmlformats.org/officeDocument/2006/relationships/notesSlide" Target="/ppt/notesSlides/notesSlide2.xml" Id="R84a07072924143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415bd2a39499a" /><Relationship Type="http://schemas.openxmlformats.org/officeDocument/2006/relationships/notesSlide" Target="/ppt/notesSlides/notesSlide3.xml" Id="R308a86d0877c40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3e269a5434e96" /><Relationship Type="http://schemas.openxmlformats.org/officeDocument/2006/relationships/notesSlide" Target="/ppt/notesSlides/notesSlide4.xml" Id="Ra24237f53aea48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28668869743be" /><Relationship Type="http://schemas.openxmlformats.org/officeDocument/2006/relationships/notesSlide" Target="/ppt/notesSlides/notesSlide5.xml" Id="Rb3003e46c69042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ac3e7ffb04018" /><Relationship Type="http://schemas.openxmlformats.org/officeDocument/2006/relationships/notesSlide" Target="/ppt/notesSlides/notesSlide6.xml" Id="Rebf5472615da42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21338414a446b" /><Relationship Type="http://schemas.openxmlformats.org/officeDocument/2006/relationships/notesSlide" Target="/ppt/notesSlides/notesSlide7.xml" Id="R2b10e6ef71ed43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91864b0ed4905" /><Relationship Type="http://schemas.openxmlformats.org/officeDocument/2006/relationships/notesSlide" Target="/ppt/notesSlides/notesSlide8.xml" Id="R658acb8066b54f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f7e16e37347a5" /><Relationship Type="http://schemas.openxmlformats.org/officeDocument/2006/relationships/notesSlide" Target="/ppt/notesSlides/notesSlide9.xml" Id="R0548b7a868934c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4c3b589b34657" /><Relationship Type="http://schemas.openxmlformats.org/officeDocument/2006/relationships/notesSlide" Target="/ppt/notesSlides/notesSlide10.xml" Id="R7b3caeaf96b747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69769510d42fb" /><Relationship Type="http://schemas.openxmlformats.org/officeDocument/2006/relationships/notesSlide" Target="/ppt/notesSlides/notesSlide11.xml" Id="R31496e86bea14b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4f8e7689b4732" /><Relationship Type="http://schemas.openxmlformats.org/officeDocument/2006/relationships/notesSlide" Target="/ppt/notesSlides/notesSlide12.xml" Id="R39440b35d12c43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8c0472aaa4d13" /><Relationship Type="http://schemas.openxmlformats.org/officeDocument/2006/relationships/notesSlide" Target="/ppt/notesSlides/notesSlide13.xml" Id="Rf8f3a49a3ed84c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17f7d8ae34cf3" /><Relationship Type="http://schemas.openxmlformats.org/officeDocument/2006/relationships/notesSlide" Target="/ppt/notesSlides/notesSlide14.xml" Id="Rca010a545f2e47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bcfc4831d4445" /><Relationship Type="http://schemas.openxmlformats.org/officeDocument/2006/relationships/notesSlide" Target="/ppt/notesSlides/notesSlide15.xml" Id="R8145b94821fd4b6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f84dd9a3a4fb9" /><Relationship Type="http://schemas.openxmlformats.org/officeDocument/2006/relationships/notesSlide" Target="/ppt/notesSlides/notesSlide16.xml" Id="R0d3590e2b0c34ad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4ce4f0133488a" /><Relationship Type="http://schemas.openxmlformats.org/officeDocument/2006/relationships/notesSlide" Target="/ppt/notesSlides/notesSlide17.xml" Id="Ra6a9d05ea50b4ea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7f1700b2b4d0b" /><Relationship Type="http://schemas.openxmlformats.org/officeDocument/2006/relationships/notesSlide" Target="/ppt/notesSlides/notesSlide18.xml" Id="R09e8e041c95644a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28c58c17244a9" /><Relationship Type="http://schemas.openxmlformats.org/officeDocument/2006/relationships/notesSlide" Target="/ppt/notesSlides/notesSlide19.xml" Id="R6a56904c556e4da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b9ed46d394baa" /><Relationship Type="http://schemas.openxmlformats.org/officeDocument/2006/relationships/notesSlide" Target="/ppt/notesSlides/notesSlide20.xml" Id="R9fb5f3cb2d764fc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f77a9c44a4dd9" /><Relationship Type="http://schemas.openxmlformats.org/officeDocument/2006/relationships/notesSlide" Target="/ppt/notesSlides/notesSlide21.xml" Id="R014181a7fdc5450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c98930dc14498" /><Relationship Type="http://schemas.openxmlformats.org/officeDocument/2006/relationships/notesSlide" Target="/ppt/notesSlides/notesSlide22.xml" Id="R23896864b75f458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c2b954ace41dc" /><Relationship Type="http://schemas.openxmlformats.org/officeDocument/2006/relationships/notesSlide" Target="/ppt/notesSlides/notesSlide23.xml" Id="R8ba296c5584d410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89e2419614b00" /><Relationship Type="http://schemas.openxmlformats.org/officeDocument/2006/relationships/notesSlide" Target="/ppt/notesSlides/notesSlide24.xml" Id="R31797560eda1406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a4756a69e4208" /><Relationship Type="http://schemas.openxmlformats.org/officeDocument/2006/relationships/notesSlide" Target="/ppt/notesSlides/notesSlide25.xml" Id="R6f7ff65b527d4b9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4c3d85c2a4a2e" /><Relationship Type="http://schemas.openxmlformats.org/officeDocument/2006/relationships/notesSlide" Target="/ppt/notesSlides/notesSlide26.xml" Id="R4e75ed04c7c646b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d46b79eb0434a" /><Relationship Type="http://schemas.openxmlformats.org/officeDocument/2006/relationships/notesSlide" Target="/ppt/notesSlides/notesSlide27.xml" Id="R5336ed55290f4e5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9d3e0133449f7" /><Relationship Type="http://schemas.openxmlformats.org/officeDocument/2006/relationships/notesSlide" Target="/ppt/notesSlides/notesSlide28.xml" Id="R33be4f04edba40b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8834891054a5e" /><Relationship Type="http://schemas.openxmlformats.org/officeDocument/2006/relationships/notesSlide" Target="/ppt/notesSlides/notesSlide29.xml" Id="R3b79064d242e44c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9104699404757" /><Relationship Type="http://schemas.openxmlformats.org/officeDocument/2006/relationships/notesSlide" Target="/ppt/notesSlides/notesSlide30.xml" Id="R35772f3ce9cc4ac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824704c9140b2" /><Relationship Type="http://schemas.openxmlformats.org/officeDocument/2006/relationships/notesSlide" Target="/ppt/notesSlides/notesSlide31.xml" Id="R55158d427d0d449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e02357bb8458e" /><Relationship Type="http://schemas.openxmlformats.org/officeDocument/2006/relationships/notesSlide" Target="/ppt/notesSlides/notesSlide32.xml" Id="Rd2c123ead546442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589eed4e14be1" /><Relationship Type="http://schemas.openxmlformats.org/officeDocument/2006/relationships/notesSlide" Target="/ppt/notesSlides/notesSlide33.xml" Id="R27f89d3826204b9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8aee88e2b4f0e" /><Relationship Type="http://schemas.openxmlformats.org/officeDocument/2006/relationships/notesSlide" Target="/ppt/notesSlides/notesSlide34.xml" Id="R74e192d42c1f4e2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c90bedd66408f" /><Relationship Type="http://schemas.openxmlformats.org/officeDocument/2006/relationships/notesSlide" Target="/ppt/notesSlides/notesSlide35.xml" Id="Rd1eae0805ad4428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46f9aa4f14863" /><Relationship Type="http://schemas.openxmlformats.org/officeDocument/2006/relationships/notesSlide" Target="/ppt/notesSlides/notesSlide36.xml" Id="R9e915b05171647b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aedec38d742ae" /><Relationship Type="http://schemas.openxmlformats.org/officeDocument/2006/relationships/notesSlide" Target="/ppt/notesSlides/notesSlide37.xml" Id="Rd1ab9b5df9da43e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fcbabdd584955" /><Relationship Type="http://schemas.openxmlformats.org/officeDocument/2006/relationships/notesSlide" Target="/ppt/notesSlides/notesSlide38.xml" Id="Rcd5c6e5dde0b42b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b16227f934978" /><Relationship Type="http://schemas.openxmlformats.org/officeDocument/2006/relationships/notesSlide" Target="/ppt/notesSlides/notesSlide39.xml" Id="R44794a1e61d24dc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b54732f34451e" /><Relationship Type="http://schemas.openxmlformats.org/officeDocument/2006/relationships/notesSlide" Target="/ppt/notesSlides/notesSlide40.xml" Id="R65cecad2f89344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EE1EE-7303-47D4-9DF9-BCE32451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53B62-2BCB-46EB-B98F-C74B5B45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Conventional and Sustainable Construction Materials Cement: Introduction, composition, manufacturing process of cement -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E8B3D-45AF-489B-BE48-28B6A36D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Applied Chemistry for Sustainable Structures and Material Design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1BCHEC102/202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3A00A-D562-4073-B2BC-F48CC843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38648-EBCF-4EF6-A1F0-AE0A0D5F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48682-3D7E-4A04-A447-FD26DA16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29A48-297B-429D-95E1-3394E263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A06EB-8F0F-43BE-9697-F40E88F2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E7551-C69B-40AD-928A-71AC6320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177E5-529B-43CA-890A-AE27CC96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4810A-F440-4EF8-AAE8-C0FF1A03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143CC-C79D-4D7D-97D0-78F224CE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AC78A2-457E-40D7-93A6-B0DE6341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063315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1A564-69F5-44FB-A897-A58FEEDF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B9C64-0A45-4621-BE50-DBEA725C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72BDA-2E08-46BB-8344-78E2651E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C9AA4-4EA1-44E2-89E5-1DE187F2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39E91-CC5A-47E6-A832-9DFBD0B5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12E95-E38B-440A-B24F-20FD5DAE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90664-B21A-4587-BF5D-F3B0160B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AE3D1-1158-45D2-9164-2C14C660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1FF2C-27B6-427C-B0B8-815AA2D0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DAB7A-27E9-499A-8589-72CA7620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0B87A-1753-4AF7-81D0-2BCE44C5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D1259-0BFF-4752-9330-D257CEE1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05D2B-256D-44D7-B77A-0F0604C7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03198-F6C2-4E3F-9BE4-544BF54E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AAFFE-968C-4394-83E4-08088D07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774487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E50DA3-E0B5-4F2B-AB1A-6EB596B8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B031F-BE63-41B6-9A14-6C799C36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CA05F-111D-407A-A0D8-F884B12E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2E804-2EA0-4F30-91A5-B54E789A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DBD4B-C2BB-40FA-BE7A-1F2A9F8C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390A2-E41E-4D03-A7BE-A4A48642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991C0-E6BB-4C4F-B1D2-5D42391A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3B322-78FD-4F7B-B649-9A50D868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EE27D-D4E3-4785-A900-7D353769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Cement: Introduction, composition, manufacturing process...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C8861-ABE2-46DA-B1D4-96B4C89F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CE635-709E-4D58-B3B5-5E334E39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5DF7B-596E-4EA6-B291-E4AFE4A6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Geopolymer concrete : Introduction, mechanism of geopolym...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7B4F82-9322-428B-BCB8-1140FC06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E7607-C681-4B6B-8836-259C365A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77E23-3BA5-4F34-9FFA-EA56C6B1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Biopolymers: Introduction, synthesis, properties and appl...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BF49A-F68C-4A98-8056-B6FF8817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5DCA5-ED55-4BD5-B844-D093B625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9E906-2968-4634-AAA1-C67D6F9D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Photochromic coatings: Introduction, spiropyran as photoc...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12BD10-C285-4451-8976-C1A4D273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AAD61-4D11-4016-9499-C5002EC4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6D13CB-EEAB-451A-86E8-FF2774AD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Piezoelectric cement composites : Introduction, piezoelec...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A8EDC7-8ACF-49CA-9057-03FDA0EF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80A103-52C0-46E8-9001-79470A4F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6412412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6D674-038D-4E11-9345-737FF2C8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2EC41-538A-4801-B248-A02B8E67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2F02D-5CA4-44DF-92F4-28117FA4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4EBFD-0FF7-4093-A3BC-0F050650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9398F-C106-4243-BABF-77A1E0E9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CEC86-5738-47A8-AC35-ED33E53F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563DF-87AC-430E-9F09-DC1D5546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712FD-CF26-4CB9-8BC4-632A28A8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Cement: Introduction, composition, manufacturing process....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11C96-7913-411F-8D63-D0528998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582C4-B63F-4F92-9FA1-047EC08A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7573D-CA01-4EAF-87D4-565B6FE7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Geopolymer concrete : Introduction, mechanism of geopolym...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DBACC-1FE9-4269-A235-2F2A0647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18CC2-CB35-446A-BC2B-EFE10DD7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D1E60-D61A-47C4-B26F-AF0A7545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Biopolymers: Introduction, synthesis, properties and appl...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08F22-9CB5-4893-9869-31F2014F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84272-04B0-4D39-BC1C-237069EC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0DE1BE-15FF-4646-9145-8D412A5D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Photochromic coatings: Introduction, spiropyran as photoc...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9F871C-65C9-48D5-AC61-352B71AE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3D74F-E875-46BB-99C4-EBC6DE8D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0A8483-E6F3-46DD-814E-08F469F5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Piezoelectric cement composites : Introduction, piezoelec...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6C6F49-BAD3-44B4-B427-3D64BFAB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243D7C-573C-4FF6-B206-D4A44DD9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793E2-806A-40A9-9F9E-6C2832CC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40529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042A3A-90F8-4BE0-9A45-B7CD7A1C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7FB6D-FC3A-41CB-97FD-870A2D16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A561D-C0E0-4810-B863-A339EBA6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B35E8-B6A1-45A1-86CA-5971F492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76107-48B0-4E44-BF7C-F0EE0A1B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Conventional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88137-40EC-4ADC-91EF-FDC6CEE1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Sustainable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8BB6A-9E53-49E5-868F-33D63174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Construction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9583C-CB2A-4E2C-8B9F-107025E0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Materials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B62F2-0903-4F7A-A47F-F269A649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A111D-6CBF-4630-A022-7F009CDF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AED13-588D-4044-A40C-B2391ED6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manufacturing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C71B3-12BD-4D07-960E-C91F5F6F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setting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388E4-5E27-464E-940D-9C3C1105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hardening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1D4A1-4492-4BD8-8A08-DC9E4D8D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special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1EA3F-4BB5-43EE-85B9-D97914E8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ED8C4-8285-40B7-9123-8A652925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840664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ECCB5-9628-427F-943E-46058C25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11E81-7F15-42FF-A6F8-F6FFFAD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35699-156E-4465-9A22-FBB1013E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6565F-F022-4E74-90B1-3F6758FD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9BD6D-2481-40C0-88C7-C444CB9E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Cement: Introduction, composition, manufacturing process of cement -wet process , process of setting and harden...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7E97E-E382-4EE3-B25B-094C0257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Cement: Introduction, composition, manufa...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066E5-9451-46AB-A77A-8D7A150A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7E5F2-84A1-4CA3-AEAC-167EB9A4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EB3B5-10A9-43B1-A6F0-61BD13BA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3D2BC-E5F7-4FA9-B672-100B0ACC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D8C27-1F6D-4C3F-8783-795CAFEB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F5DB6-416C-43E8-8BA4-9CFA6BDB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36100-B607-4DC6-AFC5-B2BE1DEA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40758-17FD-47F3-8784-E86E6495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6CDEE-8ED3-4D61-8BE0-94AEC47C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AF2D5-F99A-4D1F-8538-AD2A38C5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0296370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C32DFC-1E91-493B-B13D-0B15B999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D35E6-203C-4C6C-B557-729C5233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B50A5-9D92-41AB-B1BE-99946277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DA6C5-0BD6-4A86-A472-4F71AC25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B8E34-FFC3-4FD5-AC13-262EE94D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3E2A5-2F94-4596-8230-76706AFB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3E53A-62CA-4437-AB7E-74D99382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CD7F3-B2A8-41A9-9A77-0E07A89C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6EE67-9559-4A94-AC0D-127928B2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Cement:...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E718B-71DA-4021-9DEA-BE0F26CC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1B8C1-0167-46A4-ABD9-D105F2C6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C2D7C-6912-4DA7-A78E-707320EE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Cement: Introduct...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13788-B8D9-4D93-B3DA-F6DD3B8D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8E759-9210-4B85-AE13-60B05350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1F19E5-240A-45BB-B5A4-0103A06F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Cement:...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21495-E8E5-4072-826B-37A32D01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F5BE5-BA5A-4386-9449-990D4DF0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BF5F4-27B1-47D3-B2D5-DC2C30C4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Cement: Introd...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206F7C-4553-45B2-8F68-58631D9A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68C4CE-3FFE-4AFE-9917-825F355C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E0C10-59B2-4F8D-A119-0B8C225B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Cement: Introd...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7702C2-C444-4179-BEF9-19E761F7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434593-7FB6-4823-BBA8-3076CC27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5744373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85177-0E95-41D2-B87B-C5A49A9D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0C50F-91D2-466E-A4E7-4BD327D4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3DD30-CDFE-4CDD-8C8E-083028D9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BB272-6699-4174-AD42-A6CDA6B5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C4385-61D8-46C4-B8C7-606AC628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EAF8E-5D12-49B1-BB8B-2AF42838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E441C-0F45-4C32-AF1B-309C8868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A8A0D-9C65-44EA-BE47-BEE7CC25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A760F-410A-4165-815F-0B60C361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3BAD6-FAD0-4F14-847B-2F2CE122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F158E-D080-4C59-91FA-FC3437B1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1FE94-9F80-4DBF-AAFC-22B73BB8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697C5-C7E6-49B1-BC1F-51D98973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4A1FD-EC98-4850-909E-775D5441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FAF38-2D43-47D7-B1B8-8286A6D5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9343196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9B7F5-B44E-4DE5-BAEF-373AD2AF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5FCCC-358A-4BCC-B78E-A969B339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11350-3E2B-46F6-8AE7-A3C7620A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5B719-DDAB-41DF-B197-AD2ED609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DC0B9-978B-43DE-AF74-05791851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29FFD-82DE-4D25-83A9-A6C72FF0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Cement: Introduction, composition, manufacturing process...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E6462-D67C-45A9-B1A3-D54D1C45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4F3E3-6B73-4017-AC20-E9748E95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37303-4F13-407B-922E-3849F7D6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60244-430D-4085-80FF-1782A5B8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63FB6-9D4D-4208-990D-33531133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5854118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C96FA-748C-48B4-9997-55700483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62C83-0FD4-4D12-834A-3F61C238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50D52-130A-4B63-A41A-40FA31DC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C8FB5-104B-4786-A51D-B498BF85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B7533-F28E-4D72-BCCB-7978B1F9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Geopolymer concrete : Introduction, mechanism of geopolymerization and manufacturing process of geopolymer conc...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AA33D-35C5-4BA5-8987-1ACE10F4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Geopolymer concrete : Introduction, mecha...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BBA8A-8FB9-4ACC-A9CB-2D642102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3E800-AADF-46E6-BB39-20094B20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9F126-A78E-483A-AB7B-4D87B3A1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8D114-9DA7-4A4E-ADC2-BB0B1823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D64AB-84B6-456B-B967-4F9BDD4E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75EF9-4281-4FBF-8BF6-FE3A1D61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000E3-970D-4D4A-8F10-68D1F633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679C5-9C11-4CAD-A88B-12D69BF8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CFC3B-AE3B-431A-8140-47ADFC9B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2EF30-8F77-4194-A74C-F416CAE5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659129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CBF0D3-020E-49AC-B547-60716B4D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0CDA9-E326-4158-9150-BDA67E01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B0D42-C5BA-4A1C-A96F-7766F805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28047-537D-409F-9571-1448D8FC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C46D7-2385-42FA-B818-4ACEFEEF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244C7-3928-4B0E-BEB1-4C3C160A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9CC64-98BB-491D-BEEE-0ED37118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F2F66-0003-454A-BE4B-48A0167B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1A304-225F-4B32-87DB-96B1BC59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Geopoly...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F0BAD-C197-4783-83A4-CD3B80A4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754AE-DA5F-4888-A7EC-C9D341FB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60742-3DE5-4802-9734-91F027B3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Geopolymer concre...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CC6C0-8263-4EE1-9E12-50F34FA0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F0864-7A7B-434D-9C98-347EF648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36600-302B-4EE4-85CB-E8117318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Geopolym...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B8B6E-2874-4188-B906-C20D446C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B8D1F4-0B2D-4D8F-A29F-9378F08E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857C43-C945-46C0-A704-7D26E7EB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Geopolymer con...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DD765-E4F6-4BDF-81EC-0828925D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64897-F282-4EAC-A339-38E7B316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9B27D-916E-4D3A-81F1-11AC73E4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Geopolymer con...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53852-2983-4187-956C-FB7B8958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990097-B550-403C-87A9-566CC53B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135026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63609-4D79-432F-B949-9537195E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69094-05B4-40C1-BA95-12F5926E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0E997-E6C6-4DF2-AD19-0EFD04F3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CDB46-7335-4EE2-A385-5E05E10F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C32AA-3122-43B5-AF6C-54C7CAEC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0DC96-07E3-4665-858D-A7843F17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2FD82-D98C-4B15-86E3-A1C5D0B1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EE854-C49C-4CD8-A3B5-A1BA8A13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EC68F-C07B-4ED6-865B-3C089E0A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FA31D-52A7-4ABD-AB4C-4D38F1C4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13C1C-0767-437A-BCB4-57DFEB35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F67BC-3FBC-464E-A713-F5971266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12ACE-3EB3-4BE2-99BC-87AC1F00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8A55D-803E-4F4D-8A90-F8738F88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C3D50-4BCC-48C5-B60C-C50D3532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197225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C7D31B-A7C5-41F9-8E34-9D90ED83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A2A61-2DDB-4D20-B827-DEE1CC99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BBC15-3D7B-4702-B21F-622BB802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917E0-0A77-4329-9673-3C391393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141C6-EFDC-4B6C-80CC-6662BEFF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ADE9D-C152-4C40-850B-BEC208D2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Geopolymer concrete : Introduction, mechanism of geopolym...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D003A-3679-4375-987B-A01F5DDE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949A7-01E9-4DCD-B0BB-5B0E238B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FFFBE-A90D-4860-9A89-D80DFE87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40613-679A-4ABD-819C-2C3140FB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7D7EF-3327-4108-B7D5-335B38E4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821896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AF2CDF-0A54-45F4-A46E-DFF2DC5C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77F95-F32A-4D87-B80F-78E27045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72A49-E7B4-4F48-ABAE-83151971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DC9F6-FA88-408B-815F-E9E6290E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C6DA0-75AD-464B-8580-946ABA81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Biopolymers: Introduction, synthesis, properties and applications of polylactic acid (PLA)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D281A-FD35-4FFA-B670-C0E71826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Biopolymers: Introduction, synthesis, pro...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A643F-8B67-4C56-969A-E3186D08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5448A-A276-4931-BEE6-9C3F8A5E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F7415-DF24-45A9-B739-151EE229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CCD0E-B4B1-472E-8F7E-E04ECB29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9561F-39D1-4032-A938-4933B784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412EE-8A75-4F8C-A125-7EF02168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6A0DB-979D-4176-AC49-F55FA25F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4E1E4-1E17-48BD-AD1E-99F4DF78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1146F-DD1B-4FBF-8955-3C2C9671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D23E4-4CFB-4314-82C7-516ABE6C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3755475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DA9E5F-55DA-4EF0-96D1-D53BD629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883D3-C090-4853-A2E7-7282B159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38391-6FB8-43BF-A0C7-C6926501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F4C5F-BE10-4740-8A7F-E621622D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81246-2251-4290-82CF-D778238D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1A24E-09D1-4587-A7B1-3F2685B4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D58EF-B397-4304-A7F2-2C1C4250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433D3-1FF8-452E-8BD5-E67D92DF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7649B-0BAC-47DA-A571-F3A07E2E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Biopoly...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D9F10-CA8F-4F75-9C8B-4365AC9B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D9D7A-E16B-4806-974C-4342B2FA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13BD0-A93E-4E1D-A033-C38F6978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Biopolymers: Intr...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29DE9-A446-4C6C-B29E-70E8BE8E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9E27F-FAA7-4637-8484-F7314642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577519-F9BB-4373-9CB0-BC5D0BB1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Biopolym...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C4BA5-5B47-4032-A89A-550850A6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FE35C5-D9AD-45C9-87A1-891763BA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C41F1-6859-46F3-8FBF-0BDA3EDD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Biopolymers: 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5CC55-E64E-4138-86A7-21CE9091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0B7FDB-2A24-4AFC-8B79-25879EF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7866CE-81D4-4C4A-AECA-49210C1F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Biopolymers: 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EDD608-3185-459D-9BCA-4B391A49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C5CFE6-4973-4AA2-88E6-F6BD5B99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1139202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265F1-CE43-42AA-A3C5-1E96891B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79EF6-A726-4BE7-A172-6F47B1BC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E0740-B7F4-4B1B-8C7B-BD7E1FCF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89903-7058-4F21-A4F0-BD3A8098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C9DD4-4298-4B78-8505-40291402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9C0FE-F59B-41A7-9C88-5D1BE7A6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D8D29-BFFA-454F-9B88-C39642D7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47840-0FAC-4435-BA0D-2C27DA97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87DA9-D3ED-4D3C-A7A9-884A090B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804B8-518B-416C-814B-05430368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B061E-53B2-478B-8704-9EB35224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6FC37-150C-4C95-B5E0-4A9ED32B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F4A99-2CB2-4F43-8457-0F407B9F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A6795-02B9-4855-A56F-491AA850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4AE6A-80D8-4E0E-9BC9-EFFC9CF6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0875895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DDDD0-9746-4137-AA1E-1B4D8E46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59E93-C422-480C-B169-08F4683A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977CF-1865-4F12-AA3C-B52F6113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B0F60-521C-43D4-A848-D06AD6DB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F9B50-AB32-49F7-B0B1-5A14D5C7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3FADF-6875-46AA-8F97-4AC53247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Biopolymers: Introduction, synthesis, properties and appl...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C91E6-E84C-4E6F-995F-18EB8B3A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937B0-0CDA-4559-BFD1-A2E17662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2188A-7393-48CF-A893-DA989189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D97F6-2E5F-4E5A-B381-77208819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23C8A-9C54-4FE7-A078-CD474E55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5185966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10193-FED5-4A5E-B1CF-DEB5666D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E1F2A-8DFF-42F6-B24B-6D762C53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1970B-AF02-4727-ADFE-330EBD2E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1B601-9426-4010-98B3-11A41A3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C7AF4-A97B-4F33-82C8-C1EC0700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Photochromic coatings: Introduction, spiropyran as photochromic coating, working principle with chemical reacti...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FAEBA-D2D7-42CA-8A60-A325CC0C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Photochromic coatings: Introduction, spir...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05589-B0FA-4D90-961F-64FB64E6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923D9-E3E5-4D9A-B5C3-E8B4EE57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2FDBC-B442-496A-A92B-0CA7C811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02DA2-124D-4956-B719-B8D251B4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114B7-362E-42C3-BE6D-52029903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452F4-4699-43F1-A8A5-16A6494B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DDD3C-D86A-428F-A282-D1C2655B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E1BE0-AA61-44E5-AB28-FB58FF1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D6AF05-A55B-412D-8564-FE0D09C9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8C569-F3E6-407F-AEEA-725B5CE7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1910395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7EDFA1-410D-4BA1-B662-66C596FB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DCBBA-4564-4B58-B1EA-42E54D6F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FD021-4D9B-4837-B43A-FA1DED38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6F788-630D-4AAF-8365-387FB5D7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57B5C-A951-42F1-A5D2-84FFBBE4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15F7E-B0DF-4E02-8308-34064F88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08E2D-8C5B-49E7-AA2B-13FA9930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74637-B810-4E2A-B02A-519B6BBA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05F0F-B02C-46FB-A78B-E3429C99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Photoch...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2F11A-B4AB-43B3-883B-00A31978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71859-A35C-4309-87AE-B2D85DE9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366D6-E83E-4175-8DED-F3886B76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Photochromic coat...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10457-C341-4764-A296-EE25D18B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2CA3B-D34C-438B-AAAE-66B11F7A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14F7E2-8F03-4432-B46C-BBF4E08C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Photochr...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DEA699-9AD8-4061-986A-1AD1C6FC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BF416D-DC38-4AF0-B1F0-F6B6D7B9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66977-6DBD-4A0F-BA94-721225ED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Photochromic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FBA38-4C78-4612-BD19-32F584BF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39A884-F164-4676-8F0A-E5A490B4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896CFD-6DD6-41E1-9516-CC816824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Photochromic 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984939-0186-414D-8723-7FBC9197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6AA2C6-F52E-4DBE-A076-476043A2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5575495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4EE38-2E96-4CD4-A3DC-47B340E1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56DA5-A059-4A0D-BB6D-9E6135E6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71F59-5DD4-453F-96E3-118E6278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9657B-4D7E-4808-858A-03346130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B5C97-D5A0-4366-BA6A-F344C3C7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8A374-DE09-40DF-A768-01DC8C35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09F2D-160D-4C63-AA91-B9BA8F35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E3F75-9823-4AE8-B182-53C2CED8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C9EE3-9F03-4A1F-A92F-B5D4B48F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2E3F7-B35B-417B-86F7-F387B21F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20B54-A356-4405-93B2-B53DCA01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D0070-CD11-44AC-9736-3BC107EF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DAE71-B73E-4BE7-99EE-9BB71867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7F348-618E-498E-88E1-9F5160AE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2533B-A5CE-43FC-A8B7-C72CCCF8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87236983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7E8EE-16D0-4D99-BA51-6551B9F2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E28DB-541D-4B3B-8AA2-F1EFB110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04A8F-AEC7-4A5A-B61A-70D2AF10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92D82-0E14-40FF-9044-E1338A58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63E6D-38C2-44B1-84BE-01C54BA8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6C157-5B8C-4E3A-9A47-8F891093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Photochromic coatings: Introduction, spiropyran as photoc...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8997A-6FCC-4E1B-84EE-C574A63E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A93F9-EA10-473D-A74D-D297F822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1865D-E64F-457B-A522-9DE9ADEB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AC624-F8DD-484B-BAA7-63DE6322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5A1CE-0398-4EC9-8ABC-5B8C0E99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0291824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301E0-3969-4324-B833-B051A55B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27D6F-7544-4E06-8E06-009A640A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CA87D-CA12-4A52-949D-B01B9B18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EEF92-243D-4F44-95BA-18B6B033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7E41C-08C0-4465-BF39-593A22C0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Piezoelectric cement composites : Introduction, piezoelectric materials in cement composites and its applicatio...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6EA68-6E69-46AC-80F9-2126C8D4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Piezoelectric cement composites : Introdu...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894F1-B302-4150-807E-7809C11B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4778D-6BF5-4DC8-ACDC-AB6B5D22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D1C45-F205-495B-A2A2-9E818BD3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28F4D-BFFD-4FAE-AE5B-EF4D3EA2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25FB3-71C1-4749-BFB3-E643EBF5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03BE2-A4B0-4E87-9164-F77FFAED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888ED-0A40-460B-8326-AAB3408B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77EE13-CE6E-4F63-A39A-E8526001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8D03E-1E4B-4EB9-B0FC-FF610DFE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FC6C1-41DC-4429-BB45-2CDDE80E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0090392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4C5C0F-5F3F-4F32-B221-46126463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198A2-1D75-4784-887D-5C09A9FA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B17F4-2C8D-4F02-9C09-34C229DD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8A1F5-02C2-4D30-83DA-82EB7E8C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FFCC0-E79A-4938-A391-F1DD38AE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C9444-5C80-4B0B-8A78-99D0A4A3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F4468-62F8-4854-8E38-CFCC0047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A2C62-3399-41D7-885E-92B9F653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9202E-0786-4DE0-9364-8A7119F8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Piezoel...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2A757-69C9-4D3C-A749-C637B3F3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4BA1D-16B8-4F40-9E42-1B256A75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B6CA5-85B5-4C54-B9BE-DED6EA9B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Piezoelectric cem...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1F330-7FD7-4867-8AB6-49458617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E0183-B2B4-4B42-8BAA-8A3C7B4D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AF3A8-22E7-4622-987A-10D98D81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Piezoele...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A03AC-AF0B-40B2-B7A9-5B838589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135E90-1A95-4452-A565-60C73506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1C330-0C3C-41C7-805A-F60FF67A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Piezoelectric...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208BE2-CCBE-477E-963B-BB1DFD44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0F0243-0972-4290-8ADC-ED706FB1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21885-3081-46AD-BB36-54F2ADB4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Piezoelectric...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7EB655-DE93-47DE-82FB-0F487C96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3CB68-EE15-4D76-8F62-24DF8DB4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6793284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B30F1-CA12-409B-9F5B-6F0519C4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58DB5-8DF4-4844-B453-D018F6CC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006D4-D048-40A5-A3A2-D070A87F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EB4CA-CD90-4ABD-A8B3-5C9E6502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0190D-71E8-4A1E-990B-C4A2A57B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B993D-AE19-4624-B303-0FB8554D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50E76-B975-49E2-A457-10CABB89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A8492-D72D-4E60-9DC0-BA2D32D8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70D6B-E462-4E82-816F-91E74002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E1C9A-0B39-459B-B5A1-703A546E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1633A-1CC4-4585-876A-762048E7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22F79-1AFE-4AD5-902D-E3E91C50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2EBAD-E3AC-4857-BDBC-E7288007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5CD82-DD73-48D4-A4C6-6CA43E52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BD5E9-D2AB-41A5-A80B-62A07B31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79804926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C236E-D993-4902-9E38-105448EC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63018-CB1C-4F1E-BE72-C68F3C6A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BE5A9-17DE-4140-8CE9-81D58978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28558-A802-4FE2-9D28-ED5296B2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92EFC-8C32-4F2F-BFE8-08D47435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03A6A-6ADD-4DCF-8CB8-9F36A6A6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Piezoelectric cement composites : Introduction, piezoelec...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0E466-53BA-4C57-B2BE-C5DD1CE3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72E85-FF16-4454-854F-78031742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7E114-7BD7-4538-B283-22E74D87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7E50E-AB47-4F54-BD80-D794218B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96E96-F23B-47DD-AA32-A59B2DD8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33986521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C9D72-6B4B-40D9-9689-42F969AC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0382F-21D3-4729-A798-4DA4C816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7B8E2-824D-4F1E-A7DF-D30CAA18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36EC9-ABD4-441A-980A-19E9A448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CEB08-755A-4569-B2B2-35780EE4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1F0E3-A60C-4E05-BADB-F55B8877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34140195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D6F0F-1DFE-48E4-A530-E5D194AA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04E0E-5439-41EC-BAFF-25FA8C11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500AC-ED83-4580-A8DD-BD6178D3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32A22-3200-4D9F-8697-20439586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09D27-80B4-4E5A-B71A-3A908BCC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Conventional: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Sustainable: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Construction: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Materials: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Cement: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08432-0CAF-46E9-9B5B-2C7BC9D8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49872935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E4D2B-A741-432B-8A3B-B69558C1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FB71D-CDE9-4CD5-BF60-378E99E7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3103B-7A49-490D-950A-C7C6B36D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72F72-C2CD-4303-A637-F449BE5D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16867-7B21-4390-9513-E1C08525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Structure/material: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Mechanism/process: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5F01C-FCCA-43A2-B1E2-863231F0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80436702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B9813-EAC6-42B5-A3DA-EB58E105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D6373-E348-42DD-A584-78D00CA9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BEF25-09CB-46E0-A791-FAAC65D8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251E8-117C-4E9A-80D8-A60838F1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F029F-66C8-45D0-A127-18E7B87F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Listing uses without explaining the structure-property or process-performance link.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A3A75-B6B0-4BB6-9E0B-C4C7D96A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9779783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C06E1-DC6E-4FA0-BACD-D59B8B50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019B8-E755-4C82-A316-32909E11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D528D-5F4A-4A2D-B09C-8AFA1947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1138B-1A56-431C-898E-5074C45B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D7912-07D7-46CA-84A3-CD7829DA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Cement: Introduction, composition, manufacturing process of cement -wet...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Geopolymer concrete : Introduction, mechanism of geopolymerization and...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Biopolymers: Introduction, synthesis, properties and applications of po...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Photochromic coatings: Introduction, spiropyran as photochromic coating...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Piezoelectric cement composites : Introduction, piezoelectric materials...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7E788-F40A-4514-9432-2993D493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D8060-3A35-401E-B23F-57703C01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C5227-4664-40DF-91AE-A50A2072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38453570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0443D0-ED36-4A97-BE08-29F27B6D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BDA48-896E-41C3-B443-2579B5D7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Cement: Introduction, composition, manufact...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4B9BC-7435-4024-A443-7C34920E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B2E3F-EF2F-4E01-A670-0EF22D6E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8C0B1-02DA-4F6E-8621-660719E1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23147-FA67-4ABA-BBF2-6103F96A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B271C-D93E-456B-ADF1-13B0AEC6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0A353-A792-426A-BBA2-753B50C1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65AFC-B08D-498E-8AC9-609A7D50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CEDC5-0C15-4664-8FA2-C48ACDF9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A7D5A-48D0-4D85-B0AD-9AFA77B5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84620-66CD-4FD2-A3E2-3A8FE0F3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1C5F2-EA80-4F80-85FA-62D54A0A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19AA2-D270-4C3C-9535-72265F09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B74B5-E572-4AA4-B118-B1FFF061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CD8EF-4219-4196-B4B9-8E20198D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E9038-7200-4497-868F-CB9BB628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154D0E-F87E-4676-AC73-56C68004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7057BD-B3BB-45DC-A615-4A735237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1543F5-C82C-4571-A1B9-29D1E50B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2544D-11D3-4CE9-8910-ACCCE61F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A2117-5E5E-41DB-932D-14F0D067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C1F29-60B0-4558-93CF-AA04CB7F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650256-E0A0-4544-B2F7-0A920161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E811E7-D06F-40C2-8928-2EB7D1E1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4B25D5-00C8-41A0-A242-6B2FF6FC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C45332-B511-42F0-9921-B5436905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4D0398-E0CD-44A6-A4CD-3FF4AEA3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E0B34B-65DF-486D-8FA4-51D734B3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4B5C90-32DB-47DB-8969-5D42471E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D9E917-27F3-46C7-83E9-7D651A76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D77D2D-ADAF-4892-8897-896B6C42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613895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9D3576-4962-4798-A5AD-2DF1A140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F8DA3-F3AD-4292-B8E4-364A9551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Geopolymer concrete : Introduction, mechani...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47C10-475F-4C96-B7AA-962F28BA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3E9D7-48A5-45C1-884B-783FA855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4C654-B706-4C13-A415-CEE4ADB8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75EE7-117C-4379-9BC7-29C17812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0C318-AAF3-4D4E-95E4-98E22E7A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B6E24-D39E-42DB-89CB-EEF89E48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59B26-EDC4-4158-9CEC-2A46D141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C714B-79F1-4E6A-B2FB-558BB991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9E298-441F-4CA0-9BFD-725AA533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F3B81-1B52-4ED1-B9D9-523B6460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B1F52-08E2-493D-B89E-CDDE1620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A86BF-4A67-4A61-B324-0DB8E4A6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FD67B-640E-4E11-88B6-0721B59B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7FC41-C2C6-4A2A-B662-BD9606FD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D5F67-21CE-437E-91DE-49553C8E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C14F1-C74D-4B56-9DFE-0E00939E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D58AE8-F97C-484F-8C60-26AE9650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2C914-F7D8-40EE-AC55-D7DC444A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B5E54-2A4F-4006-8A8A-996286B1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2AB6D6-FAE6-4EF2-86F8-9152EF48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D7D41E-4E3F-4976-9DBD-013ACA1F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70977D-37B5-49FF-9569-FBD7D92C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AADF73-C639-4209-AA82-3BC867EA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8B16C7-1238-4786-8AC1-872A0246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668ADC-F930-4D18-9CD5-FD2804D5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79AE54-5105-4A9A-9A79-3A654762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1DD1A4-5EB7-48D0-9419-450B93A4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610ADB-7693-420A-8C98-B83ED825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3E7D5A-247B-45C1-8F52-6392BEAD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3CE616-967F-4B02-BD75-8054D531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03342998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142199-C72B-4D9B-AEC6-102FCC3C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6DCFC-7313-42A3-AB0B-2F04DF2F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Biopolymers: Introduction, synthesis, prope...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A2F0D-8686-433B-9325-CDEE6A6C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BAF05-D216-4AC7-9E3D-6BC97B20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B4271-E198-4388-9088-3FF46010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BB48C-22C4-45B6-8A9D-106C3D4C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615F4-DFE9-4C9C-AC2A-2B99ECA3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30683-DC01-4800-A95A-3BA88373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8E2C7-01EA-4575-B4AC-964C47AD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15200-B8D7-48E7-8C46-76142490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0B616-748A-40DC-85E6-28413600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4D706-289B-4D98-86FF-F5C97089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16A12-8D26-4596-A8CA-CD92918F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EBFED-1824-471B-863B-055CFE24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0B5DC-DC67-4C0F-9CA2-D53F4261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3773F-EF73-4743-9062-6D2A11EC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ACBBF-C8D7-4468-83B3-6B84A520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3896D-C1D3-42D2-98DD-FCE6EA0E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C67EC-8BDC-4F6B-B05A-7A85D290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D0E754-6AD8-4263-B224-BCC85F8E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06A9E9-F66F-4BC5-8272-293A67C9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B33430-C395-466C-A457-F7EAC2BC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F3D964-3F87-4490-BC15-4AED35CD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93147B-ABC4-4871-A67D-4BA960AC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DFFA4D-3179-4875-AB15-164B74BA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C472D3-81F0-40DC-8402-24FA03D0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F12BF9-D983-47E0-BB26-B74ED696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8A68EF-DCEE-48CE-8755-926E457C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A8F61E-6A11-40D7-8F3D-C5D2E100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79A3A2-4C57-4473-ABA6-D8FD1570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73561E-F991-4416-B4FB-FB987F9C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4BA4DA-1920-4F0B-81F7-D96580A2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72321578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141E42-8F7B-4511-8578-7C29C6C3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B2311-DB40-45AA-8BF0-A52F7C28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Photochromic coatings: Introduction, spirop...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2E989-FB67-4821-B9F5-27D9235D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05B74-1698-48B7-BDC2-60DC81C1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17B39-D202-49C6-8FB8-1EB1CD88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C6577-BFD8-4661-B021-3C695283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F51F4-1446-4FB4-B39A-F81326DD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A2116-0790-437F-AAC8-25560B72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1B324-29D8-4B64-B4E7-34B141A7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93241-81C2-4482-AB21-C88A5BB8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82466-C705-4298-AC08-91898398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47A87-4461-4749-B4E3-14084652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1CCA8-377C-49B7-81E6-D3CC7428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DA22A-1DC5-44A0-97B1-C3E62319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B1195-F9C3-4DAB-BAB9-B529CB4C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B97F77-1232-492B-8F9B-5F6D4F56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7452DC-D8A2-4A3D-8164-77169D8E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1FB95-F3AF-4424-8C54-A7518C29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51A23-325B-4900-88D9-CCE77C01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DDEA6-84FB-44D7-A946-15BCFB1A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B149C-E39A-454B-A9C7-ECEA08B0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5CBE1E-FAF7-405E-B2AB-BADA8953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05825D-A434-4FF9-A212-41D2EF37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867C78-86D5-48EA-950F-C1895E41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6B09C2-657C-4523-B20D-E918DAD5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A7993A-B81E-4AF9-BAEC-78B6518C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B1E405-B4C9-4675-A2F9-494385CD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B89715-94CC-4B03-AB20-5E5B8389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F5EE24-0412-4486-9CDE-572935D9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3BD300-14DA-4C05-BA1C-4EACBC3C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12F75F-3E55-4B39-8FA1-E9D9F111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BF0ED2-6562-4251-B5D4-3848D9A6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00056276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234F1E-ED74-4C62-96B6-D1CA06C2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06D0D-8990-4D9F-A0F4-BC71DAC3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Piezoelectric cement composites : Introduct...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C5852-EFEA-44B2-A361-CA9F12FB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7E9FC-B464-4F00-88D3-3E657EA8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D10A9-5651-4AAF-8A4B-58F400D3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39E20-D939-40FF-9DF1-296ADE8E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99C23-6A87-4B45-AFF8-53DBA886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D05EC-57EF-4C07-BCDE-9B315BA6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ABCCF-7D7D-4EE2-8E4F-C8EE6DCC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E2208-F0D7-42ED-BEE1-17CE41F8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730DB-88C3-433D-9071-133C7198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1113B-24E9-46E0-9BF9-A01293FE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BF9E5-35E3-450E-AA23-2CA5A257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44E72-E8DD-4DB5-92E4-FE812354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2CE76-C15B-4229-8579-EC66CC55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ED265-2831-4CD0-889E-510C0FA2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A20F06-17DF-4991-B6B8-81ACCBF8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26400D-56C9-45ED-88A4-B11696F2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1483DF-6D55-4496-B1C6-C577744D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7B846-7EBF-491A-B804-E85241F5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25A015-B99F-4239-8CB0-F7AA6C1B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2F1049-3A7D-40D0-BFBB-52989464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CD1936-0085-4427-AC61-5A002FB7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C72A9A-F514-4537-9611-3D17A065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979B60-2E9F-4170-ACA4-0788EA11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8180D5-9FD3-4758-8B65-0A797226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E9025C-414C-4520-9233-9181BA17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E1D87A-7023-4C34-B3AC-A6FC8F10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B2A20F-370B-4D4C-9B33-1E3A9D57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B1FB9E-58C9-4F40-BFA8-FDE3512D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764462-5C7F-444E-9EF3-1905ED1F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73A8F3-B875-4D28-AF4C-AF6FF833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58558924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9E1522-E389-417D-A883-1507A141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6E0CF-F6F1-4207-BA4A-DD271874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Cement: Introduction, composition, manufact...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CAF27-C613-447A-B9D0-157C9E87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77CEC-3565-44AE-87CD-32EE3330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1268D-FD35-43B4-AC32-C7E8AC2C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ABF68-222F-4490-9162-78A121A3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396DB-D09D-41FB-895B-A5FBBAAC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07BCC-CCCB-4BD3-8D0F-A1EB84A0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3B31C-24C8-47CE-A6E3-D8EE79CF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4D942-94BC-4EC3-857A-04CF3194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3E738-7913-4961-96A5-29C6B8D3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F3E0C-F983-4587-8C2D-39C397AC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6C52F-B408-4C84-822B-615E43B7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76CDF-9E45-46D6-A754-C7795EDA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B191F-3243-477B-B8DE-843DB264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365F3-36CD-4C19-A284-FB373DF9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2C47B-E1DD-4CEA-8911-FEC172F7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D855F-B096-4AB7-B5F6-D0A39F3F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287D3E-2AD3-4A5A-8B8C-68BD67A0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E42F8-BF41-4DF4-9B38-75B2BDF2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FB62DF-B8AB-4629-9FC4-75078F51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FA70C0-9BF6-4DA8-A926-19150E8B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42639D-6B24-4DD9-AE46-1DE54F0F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1F5FB6-4A77-4810-B7A8-EC757B09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86CFE4-2D4F-4601-AC45-7CF7EF31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F2309A-7C9A-40E9-9FE7-1A8832EB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6B3221-71A0-4E55-8BDC-C89A5D31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DEEF09-30D3-43FC-BC5E-48AA1C49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2CDB18-1C7F-4BC2-A8D0-4FB80BD0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F600BB-9F1F-44BD-979F-05683E8A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6B4B46-F9B2-44DA-917A-7CC52ACB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1ABDB-4C09-4F2B-BDBA-53B15522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4781279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3D6035-74A2-41B2-861E-360F197C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A8396-0E96-4F48-813D-7E2A2348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Geopolymer concrete : Introduction, mechani...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C8C43-8D53-494F-B2B5-4E409FC4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9828D-4C1E-488C-A240-F426B7FF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81B4F-6F53-4946-80D7-49B73EC2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F5FE2-99C8-4D57-8326-C14BB287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29F0B-9459-4FE7-9364-CFDFFF25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C3241-BFD2-4404-9A39-D097F0E4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FFED2-6B4C-4F1A-825C-7CD6DEB2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7F1E8-ABC0-435B-889A-1DA51469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03668-B475-46E1-A43A-F123F6F2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7FB4B-BEEA-453F-98EA-5F0501E4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BF595-B934-470E-9FC9-0CAF9336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67B70-B8E2-4765-AEE0-6D8691D8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FDA71-B08F-4990-8948-B297E620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11C82-5847-4D2E-97AC-8AB87E95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10910-8129-48F9-A043-5F7F621D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B0B3FB-8AFD-4F66-B61E-5A05C73A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8A8342-7B35-43A4-BD29-0CBA8AF4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A868DE-0F84-457F-A238-F184500F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CE409-3228-4AD0-898A-C482CD2D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C48E7-EAF7-4CB6-B9C6-80E405B1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FD849B-EFA6-4928-9C36-BC7DFA3B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A70C10-C91C-4C6C-9C99-D05CAF81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2350A5-DF01-4EF9-8EFB-1FDA5F1F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5756AA-1653-47CE-888B-BD4CB54B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47CA71-33EF-4F93-A3B0-E64AC15D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F085B7-5083-4F88-9B46-F36B40BF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65307D-1E6D-4AC2-85EE-B711F5E4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083D85-F1EE-47DD-905F-B6F22E7F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7D978E-C80A-402E-9F91-DA084047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752544-E68D-4A0C-A606-DF8D8C81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95061623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9DFB92-353C-4AB7-A00E-3433904B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21B1D-6F12-48EF-B3ED-E925CCB3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Biopolymers: Introduction, synthesis, prope...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AD237-C4BE-4D74-93A2-CA02F9CE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C8309-84BB-423A-AF7C-FEFD64EC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8ACF3-73A4-445D-BC6F-6CB5F7B9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C76EB-8D8C-42D0-BBB3-AAD80768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23300-0220-47C0-B281-39DC0A27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02FC4-6F59-4A97-BEFD-02FF855C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899E9-58D4-4F97-86B7-97DA5746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2A10C-B6B4-46C5-AC4C-3C257424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AEAF1-148D-41D2-8433-32AE2805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D15BF-3F88-4DDE-90E4-35EB3937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07ED3-BE29-480F-ADE0-535BF1B5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F86030-715C-4FEE-AAB1-7A5BAE1D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10D4F-82E5-4FD2-BF8B-1F083DBE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13152-EB39-45B9-87AE-170B363C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D81D13-03EE-4D5B-9761-8A040B0D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C0389-EFE2-4411-8E9E-36F81F3A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A04C6C-96F6-4F2C-82DD-37C8B0AB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4AEE30-8FD7-4306-A633-19DD461E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5C7C2B-5AFA-4B6E-81E2-28244A66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D80A47-C14B-4122-9F6D-B04CEBDB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8F907A-43D4-4DFC-92ED-F62C1030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1157CC-9EF0-4CF0-9FBC-537B8A2C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C556D9-C848-4F73-9518-EADFB21C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EE8DCD-1E9C-49E8-BEFE-9448B7D8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D0B41C-6FED-42E0-9456-8041BCC1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01CFCB-40DD-4FB9-84ED-2C29EE53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60FF8C-E0EF-4E2A-9B95-3CBC1990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4A806C-E62B-488A-8D33-FFAF0B16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0687EB-3D76-49DB-9477-26A92D16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B485FE-18AB-45E0-A8CA-76E607C7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28424162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EC021C-9A6B-4598-B996-561C1B3A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7EC5D-254F-497E-8244-1BADA088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Photochromic coatings: Introduction, spirop...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99220-2AB0-4A22-A699-A1204191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32063-B1C4-4B52-BD11-F94C7DF1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24EBE-2B32-4C29-B2A2-C1E4D396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5F5DB-51A2-40DB-A7A1-91FE748E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8E4E6-97A3-4999-8036-0436C0EF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FF47D-3024-41BA-9AF2-CECAC91F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45E6E-AB3F-43C2-BA86-2529AD65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056BE-D70D-4772-923D-9554B117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6414F-5CD8-49C1-8967-133B5DED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3FCBA-B814-4B8E-B1DD-6CD99992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80515-D8AB-4DA6-A62F-C915BCC9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B88BE-EED3-489A-9111-41372060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77262-F805-4C86-8C54-9688E364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7EF72E-2F39-4C8A-84C9-6DB22E22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C87E2-E005-4504-9D9F-A1F8AD33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9CA84F-C2FE-451B-9FCE-C24F3456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C6E1B0-02FA-4B3A-924B-96387171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F378C-BD6E-4B5A-BA18-35789E5F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97E90-28D9-4DBF-A6A8-D85F3CAF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432DDF-DC94-4A88-824B-DEF7ECE7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E8668E-8BEB-4239-96D1-50763FCC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432035-2B54-4873-A8AE-C0D99CBE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68E3C7-A5D2-4BE2-AF77-82E302B8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C45012-EE48-4BCB-AF76-10D7EC54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697357-4D45-4C6D-998E-AEC2E9F4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BE8F09-69CA-4C1C-B377-7682919D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61CF12-D977-49DE-A12A-98B4357B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53EAED-E3EC-4C3A-8061-76995980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CA513A-51FD-4A45-8819-81DC8756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BBF0E9-1EC3-46D1-9FBC-7D861367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196237545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04386D-BC14-45F3-B266-9EEB70E9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AAC28-DE53-4DE8-8443-DA3CB716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Piezoelectric cement composites : Introduct...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E75FA-E05E-4499-8C02-3663EFFE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80810-BB1E-4D1B-AA2E-2B7D02E3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1A92F-D73B-4905-872C-F081407C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B125B-F1C3-4933-B4E5-F9F6CD9B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CA3A2-93F1-4937-90BD-1D9890FC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674F6-A3E0-45BA-B520-75FBD32A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60294-B421-4B65-9653-3E63F210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1FC25-9AFC-4A54-882A-F2412A2C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3450C-A1BD-44C2-B263-420A08B4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28373-E39E-45B6-96ED-AE8038A2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66D5E-0E99-4500-8062-0611D433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6DE34-86CA-40D2-A5CE-9A844945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2EAAB-7211-4620-BF00-2D257A0E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69DB3-B342-473E-B16E-CEE9C31F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C56094-486C-467F-AF7B-706B967C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11D243-ABF6-4567-AE24-77326476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5D8733-5211-4A26-BB07-138CE1BA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0CB9DC-DA96-4C88-8E05-BBB40EB8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5A1AF4-2264-48FC-AA7F-EF8ED79D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08C7E1-DEB3-405C-B78F-FE2755A8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8C4F7C-BEFD-401A-BD28-8461CF01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F355BB-61C9-4739-82C5-B6ABF892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E299BD-BD46-414A-A8C1-AA8728C5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95E02A-A106-49F7-B63A-0B1F9E88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415F41-B87F-4548-91B4-C52891E8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683094-CF66-4176-8074-6CBDEA80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546A3B-1A7F-4CE1-90C7-7E7185FE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AC96EB-64D5-41BB-B34F-319AC113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1C572B-E485-4FBE-B424-0CD7A7F4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177933-ECAE-4404-ABCD-620CC41A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Sustainable Structures and Material Design</a:t>
            </a:r>
          </a:p>
        </p:txBody>
      </p:sp>
    </p:spTree>
    <p:extLst>
      <p:ext uri="{BB962C8B-B14F-4D97-AF65-F5344CB8AC3E}">
        <p14:creationId xmlns:p14="http://schemas.microsoft.com/office/powerpoint/2010/main" val="75756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2026-08-24T16:02:31.3480000Z</dcterms:created>
  <dcterms:modified xsi:type="dcterms:W3CDTF">2026-08-24T16:02:31.3480000Z</dcterms:modified>
</coreProperties>
</file>