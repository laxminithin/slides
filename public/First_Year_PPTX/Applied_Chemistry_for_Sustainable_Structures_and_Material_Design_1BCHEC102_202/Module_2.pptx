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f6c5e868ce4be5" /><Relationship Type="http://schemas.openxmlformats.org/officeDocument/2006/relationships/extended-properties" Target="/docProps/app.xml" Id="Ra1efcb63d6cd425f" /><Relationship Type="http://schemas.openxmlformats.org/officeDocument/2006/relationships/officeDocument" Target="/ppt/presentation.xml" Id="Re6a75dd396b4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f44a0806504f09"/>
  </p:sldMasterIdLst>
  <p:notesMasterIdLst>
    <p:notesMasterId xmlns:r="http://schemas.openxmlformats.org/officeDocument/2006/relationships" r:id="Rd0ef5c62e4fd4fed"/>
  </p:notesMasterIdLst>
  <p:sldIdLst>
    <p:sldId xmlns:r="http://schemas.openxmlformats.org/officeDocument/2006/relationships" id="256" r:id="R16f63e0eba9c4bf9"/>
    <p:sldId xmlns:r="http://schemas.openxmlformats.org/officeDocument/2006/relationships" id="257" r:id="R1fb87b08adb549b2"/>
    <p:sldId xmlns:r="http://schemas.openxmlformats.org/officeDocument/2006/relationships" id="258" r:id="R2103e7143b804ee3"/>
    <p:sldId xmlns:r="http://schemas.openxmlformats.org/officeDocument/2006/relationships" id="259" r:id="R66ae62f4e3c34025"/>
    <p:sldId xmlns:r="http://schemas.openxmlformats.org/officeDocument/2006/relationships" id="260" r:id="R5987801f17584246"/>
    <p:sldId xmlns:r="http://schemas.openxmlformats.org/officeDocument/2006/relationships" id="261" r:id="Rf72a4dd3cee140a7"/>
    <p:sldId xmlns:r="http://schemas.openxmlformats.org/officeDocument/2006/relationships" id="262" r:id="R00705e2616a74be1"/>
    <p:sldId xmlns:r="http://schemas.openxmlformats.org/officeDocument/2006/relationships" id="263" r:id="R86688ca5847843bb"/>
    <p:sldId xmlns:r="http://schemas.openxmlformats.org/officeDocument/2006/relationships" id="264" r:id="R8bc596a7282f4989"/>
    <p:sldId xmlns:r="http://schemas.openxmlformats.org/officeDocument/2006/relationships" id="265" r:id="R0fbb65931fe540fb"/>
    <p:sldId xmlns:r="http://schemas.openxmlformats.org/officeDocument/2006/relationships" id="266" r:id="R4403e93557694d04"/>
    <p:sldId xmlns:r="http://schemas.openxmlformats.org/officeDocument/2006/relationships" id="267" r:id="R6c15b56a966248df"/>
    <p:sldId xmlns:r="http://schemas.openxmlformats.org/officeDocument/2006/relationships" id="268" r:id="R8ca6f6591dc04f97"/>
    <p:sldId xmlns:r="http://schemas.openxmlformats.org/officeDocument/2006/relationships" id="269" r:id="R698675bff9b44b33"/>
    <p:sldId xmlns:r="http://schemas.openxmlformats.org/officeDocument/2006/relationships" id="270" r:id="R8796964478de476f"/>
    <p:sldId xmlns:r="http://schemas.openxmlformats.org/officeDocument/2006/relationships" id="271" r:id="R9e344cb3f203428d"/>
    <p:sldId xmlns:r="http://schemas.openxmlformats.org/officeDocument/2006/relationships" id="272" r:id="Rdc4ebf4f85fa4759"/>
    <p:sldId xmlns:r="http://schemas.openxmlformats.org/officeDocument/2006/relationships" id="273" r:id="Re93af9cedc5e4a4e"/>
    <p:sldId xmlns:r="http://schemas.openxmlformats.org/officeDocument/2006/relationships" id="274" r:id="R2ebed416e7074f5f"/>
    <p:sldId xmlns:r="http://schemas.openxmlformats.org/officeDocument/2006/relationships" id="275" r:id="R4e5d4267cace4805"/>
    <p:sldId xmlns:r="http://schemas.openxmlformats.org/officeDocument/2006/relationships" id="276" r:id="Ref0110e9adad4a61"/>
    <p:sldId xmlns:r="http://schemas.openxmlformats.org/officeDocument/2006/relationships" id="277" r:id="R7b53be2e2b60432c"/>
    <p:sldId xmlns:r="http://schemas.openxmlformats.org/officeDocument/2006/relationships" id="278" r:id="Rcd2737ffdabf48d1"/>
    <p:sldId xmlns:r="http://schemas.openxmlformats.org/officeDocument/2006/relationships" id="279" r:id="R0793db9ceaac499b"/>
    <p:sldId xmlns:r="http://schemas.openxmlformats.org/officeDocument/2006/relationships" id="280" r:id="R532ef2a855894728"/>
    <p:sldId xmlns:r="http://schemas.openxmlformats.org/officeDocument/2006/relationships" id="281" r:id="R2800b6a9331545d4"/>
    <p:sldId xmlns:r="http://schemas.openxmlformats.org/officeDocument/2006/relationships" id="282" r:id="R5b8a4d68bbe4407e"/>
    <p:sldId xmlns:r="http://schemas.openxmlformats.org/officeDocument/2006/relationships" id="283" r:id="Rc418118c07b44f6d"/>
    <p:sldId xmlns:r="http://schemas.openxmlformats.org/officeDocument/2006/relationships" id="284" r:id="Rc3245ac2714a487c"/>
    <p:sldId xmlns:r="http://schemas.openxmlformats.org/officeDocument/2006/relationships" id="285" r:id="R11a83331e3e545f5"/>
    <p:sldId xmlns:r="http://schemas.openxmlformats.org/officeDocument/2006/relationships" id="286" r:id="Re8d529548e1946f5"/>
    <p:sldId xmlns:r="http://schemas.openxmlformats.org/officeDocument/2006/relationships" id="287" r:id="R8d1c34ad931f4792"/>
    <p:sldId xmlns:r="http://schemas.openxmlformats.org/officeDocument/2006/relationships" id="288" r:id="R0645bf9864fb4c40"/>
    <p:sldId xmlns:r="http://schemas.openxmlformats.org/officeDocument/2006/relationships" id="289" r:id="R7d6034221c2142ca"/>
    <p:sldId xmlns:r="http://schemas.openxmlformats.org/officeDocument/2006/relationships" id="290" r:id="Rb3d2c47cb0124a33"/>
    <p:sldId xmlns:r="http://schemas.openxmlformats.org/officeDocument/2006/relationships" id="291" r:id="Rf83a5d064e704a45"/>
    <p:sldId xmlns:r="http://schemas.openxmlformats.org/officeDocument/2006/relationships" id="292" r:id="R7c9129579e83421b"/>
    <p:sldId xmlns:r="http://schemas.openxmlformats.org/officeDocument/2006/relationships" id="293" r:id="R1532820ec01c464d"/>
    <p:sldId xmlns:r="http://schemas.openxmlformats.org/officeDocument/2006/relationships" id="294" r:id="Re9237a154fde4536"/>
    <p:sldId xmlns:r="http://schemas.openxmlformats.org/officeDocument/2006/relationships" id="295" r:id="Rfa8dec8e45ca4d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6b8ed784f4d8e" /><Relationship Type="http://schemas.openxmlformats.org/officeDocument/2006/relationships/slideMaster" Target="/ppt/slideMasters/slideMaster1.xml" Id="R5df44a0806504f09" /><Relationship Type="http://schemas.openxmlformats.org/officeDocument/2006/relationships/notesMaster" Target="/ppt/notesMasters/notesMaster1.xml" Id="Rd0ef5c62e4fd4fed" /><Relationship Type="http://schemas.openxmlformats.org/officeDocument/2006/relationships/presProps" Target="/ppt/presProps.xml" Id="R9c32c4d5e4ff4268" /><Relationship Type="http://schemas.openxmlformats.org/officeDocument/2006/relationships/tableStyles" Target="/ppt/tableStyles.xml" Id="Rf5397dde9ef2469d" /><Relationship Type="http://schemas.openxmlformats.org/officeDocument/2006/relationships/slide" Target="/ppt/slides/slide1.xml" Id="R16f63e0eba9c4bf9" /><Relationship Type="http://schemas.openxmlformats.org/officeDocument/2006/relationships/slide" Target="/ppt/slides/slide2.xml" Id="R1fb87b08adb549b2" /><Relationship Type="http://schemas.openxmlformats.org/officeDocument/2006/relationships/slide" Target="/ppt/slides/slide3.xml" Id="R2103e7143b804ee3" /><Relationship Type="http://schemas.openxmlformats.org/officeDocument/2006/relationships/slide" Target="/ppt/slides/slide4.xml" Id="R66ae62f4e3c34025" /><Relationship Type="http://schemas.openxmlformats.org/officeDocument/2006/relationships/slide" Target="/ppt/slides/slide5.xml" Id="R5987801f17584246" /><Relationship Type="http://schemas.openxmlformats.org/officeDocument/2006/relationships/slide" Target="/ppt/slides/slide6.xml" Id="Rf72a4dd3cee140a7" /><Relationship Type="http://schemas.openxmlformats.org/officeDocument/2006/relationships/slide" Target="/ppt/slides/slide7.xml" Id="R00705e2616a74be1" /><Relationship Type="http://schemas.openxmlformats.org/officeDocument/2006/relationships/slide" Target="/ppt/slides/slide8.xml" Id="R86688ca5847843bb" /><Relationship Type="http://schemas.openxmlformats.org/officeDocument/2006/relationships/slide" Target="/ppt/slides/slide9.xml" Id="R8bc596a7282f4989" /><Relationship Type="http://schemas.openxmlformats.org/officeDocument/2006/relationships/slide" Target="/ppt/slides/slide10.xml" Id="R0fbb65931fe540fb" /><Relationship Type="http://schemas.openxmlformats.org/officeDocument/2006/relationships/slide" Target="/ppt/slides/slide11.xml" Id="R4403e93557694d04" /><Relationship Type="http://schemas.openxmlformats.org/officeDocument/2006/relationships/slide" Target="/ppt/slides/slide12.xml" Id="R6c15b56a966248df" /><Relationship Type="http://schemas.openxmlformats.org/officeDocument/2006/relationships/slide" Target="/ppt/slides/slide13.xml" Id="R8ca6f6591dc04f97" /><Relationship Type="http://schemas.openxmlformats.org/officeDocument/2006/relationships/slide" Target="/ppt/slides/slide14.xml" Id="R698675bff9b44b33" /><Relationship Type="http://schemas.openxmlformats.org/officeDocument/2006/relationships/slide" Target="/ppt/slides/slide15.xml" Id="R8796964478de476f" /><Relationship Type="http://schemas.openxmlformats.org/officeDocument/2006/relationships/slide" Target="/ppt/slides/slide16.xml" Id="R9e344cb3f203428d" /><Relationship Type="http://schemas.openxmlformats.org/officeDocument/2006/relationships/slide" Target="/ppt/slides/slide17.xml" Id="Rdc4ebf4f85fa4759" /><Relationship Type="http://schemas.openxmlformats.org/officeDocument/2006/relationships/slide" Target="/ppt/slides/slide18.xml" Id="Re93af9cedc5e4a4e" /><Relationship Type="http://schemas.openxmlformats.org/officeDocument/2006/relationships/slide" Target="/ppt/slides/slide19.xml" Id="R2ebed416e7074f5f" /><Relationship Type="http://schemas.openxmlformats.org/officeDocument/2006/relationships/slide" Target="/ppt/slides/slide20.xml" Id="R4e5d4267cace4805" /><Relationship Type="http://schemas.openxmlformats.org/officeDocument/2006/relationships/slide" Target="/ppt/slides/slide21.xml" Id="Ref0110e9adad4a61" /><Relationship Type="http://schemas.openxmlformats.org/officeDocument/2006/relationships/slide" Target="/ppt/slides/slide22.xml" Id="R7b53be2e2b60432c" /><Relationship Type="http://schemas.openxmlformats.org/officeDocument/2006/relationships/slide" Target="/ppt/slides/slide23.xml" Id="Rcd2737ffdabf48d1" /><Relationship Type="http://schemas.openxmlformats.org/officeDocument/2006/relationships/slide" Target="/ppt/slides/slide24.xml" Id="R0793db9ceaac499b" /><Relationship Type="http://schemas.openxmlformats.org/officeDocument/2006/relationships/slide" Target="/ppt/slides/slide25.xml" Id="R532ef2a855894728" /><Relationship Type="http://schemas.openxmlformats.org/officeDocument/2006/relationships/slide" Target="/ppt/slides/slide26.xml" Id="R2800b6a9331545d4" /><Relationship Type="http://schemas.openxmlformats.org/officeDocument/2006/relationships/slide" Target="/ppt/slides/slide27.xml" Id="R5b8a4d68bbe4407e" /><Relationship Type="http://schemas.openxmlformats.org/officeDocument/2006/relationships/slide" Target="/ppt/slides/slide28.xml" Id="Rc418118c07b44f6d" /><Relationship Type="http://schemas.openxmlformats.org/officeDocument/2006/relationships/slide" Target="/ppt/slides/slide29.xml" Id="Rc3245ac2714a487c" /><Relationship Type="http://schemas.openxmlformats.org/officeDocument/2006/relationships/slide" Target="/ppt/slides/slide30.xml" Id="R11a83331e3e545f5" /><Relationship Type="http://schemas.openxmlformats.org/officeDocument/2006/relationships/slide" Target="/ppt/slides/slide31.xml" Id="Re8d529548e1946f5" /><Relationship Type="http://schemas.openxmlformats.org/officeDocument/2006/relationships/slide" Target="/ppt/slides/slide32.xml" Id="R8d1c34ad931f4792" /><Relationship Type="http://schemas.openxmlformats.org/officeDocument/2006/relationships/slide" Target="/ppt/slides/slide33.xml" Id="R0645bf9864fb4c40" /><Relationship Type="http://schemas.openxmlformats.org/officeDocument/2006/relationships/slide" Target="/ppt/slides/slide34.xml" Id="R7d6034221c2142ca" /><Relationship Type="http://schemas.openxmlformats.org/officeDocument/2006/relationships/slide" Target="/ppt/slides/slide35.xml" Id="Rb3d2c47cb0124a33" /><Relationship Type="http://schemas.openxmlformats.org/officeDocument/2006/relationships/slide" Target="/ppt/slides/slide36.xml" Id="Rf83a5d064e704a45" /><Relationship Type="http://schemas.openxmlformats.org/officeDocument/2006/relationships/slide" Target="/ppt/slides/slide37.xml" Id="R7c9129579e83421b" /><Relationship Type="http://schemas.openxmlformats.org/officeDocument/2006/relationships/slide" Target="/ppt/slides/slide38.xml" Id="R1532820ec01c464d" /><Relationship Type="http://schemas.openxmlformats.org/officeDocument/2006/relationships/slide" Target="/ppt/slides/slide39.xml" Id="Re9237a154fde4536" /><Relationship Type="http://schemas.openxmlformats.org/officeDocument/2006/relationships/slide" Target="/ppt/slides/slide40.xml" Id="Rfa8dec8e45ca4d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e460e0ae5f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7c3cba41449ad" /><Relationship Type="http://schemas.openxmlformats.org/officeDocument/2006/relationships/notesMaster" Target="/ppt/notesMasters/notesMaster1.xml" Id="R67454c1e5c4e4a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73ae356afa4f20" /><Relationship Type="http://schemas.openxmlformats.org/officeDocument/2006/relationships/notesMaster" Target="/ppt/notesMasters/notesMaster1.xml" Id="Ra33caed77bf84f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1caca38f6340af" /><Relationship Type="http://schemas.openxmlformats.org/officeDocument/2006/relationships/notesMaster" Target="/ppt/notesMasters/notesMaster1.xml" Id="R29e873035a3942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27bf5e1a234d1d" /><Relationship Type="http://schemas.openxmlformats.org/officeDocument/2006/relationships/notesMaster" Target="/ppt/notesMasters/notesMaster1.xml" Id="R2379454a4f1f49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9a4148d7c244eb" /><Relationship Type="http://schemas.openxmlformats.org/officeDocument/2006/relationships/notesMaster" Target="/ppt/notesMasters/notesMaster1.xml" Id="Re2cc18f89e2047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4a4d8174ed4bb1" /><Relationship Type="http://schemas.openxmlformats.org/officeDocument/2006/relationships/notesMaster" Target="/ppt/notesMasters/notesMaster1.xml" Id="R8aee23c05f4d4e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bae472e5b84e5d" /><Relationship Type="http://schemas.openxmlformats.org/officeDocument/2006/relationships/notesMaster" Target="/ppt/notesMasters/notesMaster1.xml" Id="Rc2bf1f02f05e4a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20b46a13f84b2e" /><Relationship Type="http://schemas.openxmlformats.org/officeDocument/2006/relationships/notesMaster" Target="/ppt/notesMasters/notesMaster1.xml" Id="Rca98c1bf22504f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79edd9c5ca423e" /><Relationship Type="http://schemas.openxmlformats.org/officeDocument/2006/relationships/notesMaster" Target="/ppt/notesMasters/notesMaster1.xml" Id="R2249e58633aa49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7d82ed6ce640e1" /><Relationship Type="http://schemas.openxmlformats.org/officeDocument/2006/relationships/notesMaster" Target="/ppt/notesMasters/notesMaster1.xml" Id="Rbf62f4b9ab2948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4a6f4ba8b14ddc" /><Relationship Type="http://schemas.openxmlformats.org/officeDocument/2006/relationships/notesMaster" Target="/ppt/notesMasters/notesMaster1.xml" Id="Rf94fd246b69248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29d45df3d54723" /><Relationship Type="http://schemas.openxmlformats.org/officeDocument/2006/relationships/notesMaster" Target="/ppt/notesMasters/notesMaster1.xml" Id="R25bab397330c4a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0c6815ede14eb1" /><Relationship Type="http://schemas.openxmlformats.org/officeDocument/2006/relationships/notesMaster" Target="/ppt/notesMasters/notesMaster1.xml" Id="R79473200dd7445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5ff89349194904" /><Relationship Type="http://schemas.openxmlformats.org/officeDocument/2006/relationships/notesMaster" Target="/ppt/notesMasters/notesMaster1.xml" Id="R3ef569a6e0b546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d9776dbc1e4dab" /><Relationship Type="http://schemas.openxmlformats.org/officeDocument/2006/relationships/notesMaster" Target="/ppt/notesMasters/notesMaster1.xml" Id="R89cfe800db6f42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9eb6ea71494d9c" /><Relationship Type="http://schemas.openxmlformats.org/officeDocument/2006/relationships/notesMaster" Target="/ppt/notesMasters/notesMaster1.xml" Id="R440cd8b12c9345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ea88bd2983496d" /><Relationship Type="http://schemas.openxmlformats.org/officeDocument/2006/relationships/notesMaster" Target="/ppt/notesMasters/notesMaster1.xml" Id="Re35e6fc2443d49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c1e6cd2d25448b" /><Relationship Type="http://schemas.openxmlformats.org/officeDocument/2006/relationships/notesMaster" Target="/ppt/notesMasters/notesMaster1.xml" Id="R1c3db4436bb445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fd477862084e12" /><Relationship Type="http://schemas.openxmlformats.org/officeDocument/2006/relationships/notesMaster" Target="/ppt/notesMasters/notesMaster1.xml" Id="Rd1469cc8389146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abb38b2de24d94" /><Relationship Type="http://schemas.openxmlformats.org/officeDocument/2006/relationships/notesMaster" Target="/ppt/notesMasters/notesMaster1.xml" Id="Rc536a4ab4e5d42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f9f94669e9542b6" /><Relationship Type="http://schemas.openxmlformats.org/officeDocument/2006/relationships/notesMaster" Target="/ppt/notesMasters/notesMaster1.xml" Id="R87d8b8767a9742b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caf520825242f8" /><Relationship Type="http://schemas.openxmlformats.org/officeDocument/2006/relationships/notesMaster" Target="/ppt/notesMasters/notesMaster1.xml" Id="Rbd46fafaa3134fb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7fa57ce5d7464e" /><Relationship Type="http://schemas.openxmlformats.org/officeDocument/2006/relationships/notesMaster" Target="/ppt/notesMasters/notesMaster1.xml" Id="Rcfe5956c79da49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cc123c594374e8f" /><Relationship Type="http://schemas.openxmlformats.org/officeDocument/2006/relationships/notesMaster" Target="/ppt/notesMasters/notesMaster1.xml" Id="R2d98cf3792bd475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1939547dca34bcd" /><Relationship Type="http://schemas.openxmlformats.org/officeDocument/2006/relationships/notesMaster" Target="/ppt/notesMasters/notesMaster1.xml" Id="R5c3d2e06b2ba4ee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297e6f431e24dba" /><Relationship Type="http://schemas.openxmlformats.org/officeDocument/2006/relationships/notesMaster" Target="/ppt/notesMasters/notesMaster1.xml" Id="Rff6fcc1c8ce84bc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7b054027e5a465a" /><Relationship Type="http://schemas.openxmlformats.org/officeDocument/2006/relationships/notesMaster" Target="/ppt/notesMasters/notesMaster1.xml" Id="R86af73163e914c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a08ab984d8942fe" /><Relationship Type="http://schemas.openxmlformats.org/officeDocument/2006/relationships/notesMaster" Target="/ppt/notesMasters/notesMaster1.xml" Id="Rf6a09940f38a478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0f2c721d41c42d9" /><Relationship Type="http://schemas.openxmlformats.org/officeDocument/2006/relationships/notesMaster" Target="/ppt/notesMasters/notesMaster1.xml" Id="R268244ce1a3744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7f659be729146ed" /><Relationship Type="http://schemas.openxmlformats.org/officeDocument/2006/relationships/notesMaster" Target="/ppt/notesMasters/notesMaster1.xml" Id="R4d623249359949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b512be6b0b14011" /><Relationship Type="http://schemas.openxmlformats.org/officeDocument/2006/relationships/notesMaster" Target="/ppt/notesMasters/notesMaster1.xml" Id="R0b69aabb378347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2621bca64604365" /><Relationship Type="http://schemas.openxmlformats.org/officeDocument/2006/relationships/notesMaster" Target="/ppt/notesMasters/notesMaster1.xml" Id="R6fbef0ae1d3b4c7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42bc95af85d4c39" /><Relationship Type="http://schemas.openxmlformats.org/officeDocument/2006/relationships/notesMaster" Target="/ppt/notesMasters/notesMaster1.xml" Id="R87582883b039422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b3731b5159742f6" /><Relationship Type="http://schemas.openxmlformats.org/officeDocument/2006/relationships/notesMaster" Target="/ppt/notesMasters/notesMaster1.xml" Id="Rf2842c51ec52480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9cb6f98763f48d6" /><Relationship Type="http://schemas.openxmlformats.org/officeDocument/2006/relationships/notesMaster" Target="/ppt/notesMasters/notesMaster1.xml" Id="Rad0aad904db24bf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8044caeb3234a61" /><Relationship Type="http://schemas.openxmlformats.org/officeDocument/2006/relationships/notesMaster" Target="/ppt/notesMasters/notesMaster1.xml" Id="R15bd223421074c6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32ba4100b9f4a4f" /><Relationship Type="http://schemas.openxmlformats.org/officeDocument/2006/relationships/notesMaster" Target="/ppt/notesMasters/notesMaster1.xml" Id="Rebe2caeb313c402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147abb09c374536" /><Relationship Type="http://schemas.openxmlformats.org/officeDocument/2006/relationships/notesMaster" Target="/ppt/notesMasters/notesMaster1.xml" Id="R5ac7a1f736194b2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080f2d4f0d94579" /><Relationship Type="http://schemas.openxmlformats.org/officeDocument/2006/relationships/notesMaster" Target="/ppt/notesMasters/notesMaster1.xml" Id="R373caf9a2d0940a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e9f5324023a4e53" /><Relationship Type="http://schemas.openxmlformats.org/officeDocument/2006/relationships/notesMaster" Target="/ppt/notesMasters/notesMaster1.xml" Id="R05f5d125393c49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b1b1aec34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e8cedbd69141c7" /><Relationship Type="http://schemas.openxmlformats.org/officeDocument/2006/relationships/slideLayout" Target="/ppt/slideLayouts/slideLayout1.xml" Id="Rf177c512a23046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7c512a23046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d65c397f040ba" /><Relationship Type="http://schemas.openxmlformats.org/officeDocument/2006/relationships/notesSlide" Target="/ppt/notesSlides/notesSlide1.xml" Id="R8be42733c75744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30eedd3b247df" /><Relationship Type="http://schemas.openxmlformats.org/officeDocument/2006/relationships/notesSlide" Target="/ppt/notesSlides/notesSlide2.xml" Id="R3920a733701042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8b980c9aa46a3" /><Relationship Type="http://schemas.openxmlformats.org/officeDocument/2006/relationships/notesSlide" Target="/ppt/notesSlides/notesSlide3.xml" Id="Ra1ca18f609f24d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ca246455643e4" /><Relationship Type="http://schemas.openxmlformats.org/officeDocument/2006/relationships/notesSlide" Target="/ppt/notesSlides/notesSlide4.xml" Id="Rcd309791a9734d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0cf95d822432d" /><Relationship Type="http://schemas.openxmlformats.org/officeDocument/2006/relationships/notesSlide" Target="/ppt/notesSlides/notesSlide5.xml" Id="Rcd8d06c4fad24b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df8839ae44357" /><Relationship Type="http://schemas.openxmlformats.org/officeDocument/2006/relationships/notesSlide" Target="/ppt/notesSlides/notesSlide6.xml" Id="R546f920f08d041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96d22125642d7" /><Relationship Type="http://schemas.openxmlformats.org/officeDocument/2006/relationships/notesSlide" Target="/ppt/notesSlides/notesSlide7.xml" Id="R89badf6561b5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a58f6f7864f05" /><Relationship Type="http://schemas.openxmlformats.org/officeDocument/2006/relationships/notesSlide" Target="/ppt/notesSlides/notesSlide8.xml" Id="Re6298195b36147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5e9d0d1444afd" /><Relationship Type="http://schemas.openxmlformats.org/officeDocument/2006/relationships/notesSlide" Target="/ppt/notesSlides/notesSlide9.xml" Id="R1db5cbfe485d4e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952b5833a4515" /><Relationship Type="http://schemas.openxmlformats.org/officeDocument/2006/relationships/notesSlide" Target="/ppt/notesSlides/notesSlide10.xml" Id="Rf955a237798144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768ff94394bc8" /><Relationship Type="http://schemas.openxmlformats.org/officeDocument/2006/relationships/notesSlide" Target="/ppt/notesSlides/notesSlide11.xml" Id="Rbd6cf5986a924b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b5411bc484ba6" /><Relationship Type="http://schemas.openxmlformats.org/officeDocument/2006/relationships/notesSlide" Target="/ppt/notesSlides/notesSlide12.xml" Id="R60de5e8e3e134a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978a5123e45c4" /><Relationship Type="http://schemas.openxmlformats.org/officeDocument/2006/relationships/notesSlide" Target="/ppt/notesSlides/notesSlide13.xml" Id="Rb9adb54281c549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c115df9744c28" /><Relationship Type="http://schemas.openxmlformats.org/officeDocument/2006/relationships/notesSlide" Target="/ppt/notesSlides/notesSlide14.xml" Id="R3a587010275e45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50829d3b542f7" /><Relationship Type="http://schemas.openxmlformats.org/officeDocument/2006/relationships/notesSlide" Target="/ppt/notesSlides/notesSlide15.xml" Id="R8d31146eb1744b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676e39b4d4a58" /><Relationship Type="http://schemas.openxmlformats.org/officeDocument/2006/relationships/notesSlide" Target="/ppt/notesSlides/notesSlide16.xml" Id="R0e074d3fd1a54b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5c41338354eb9" /><Relationship Type="http://schemas.openxmlformats.org/officeDocument/2006/relationships/notesSlide" Target="/ppt/notesSlides/notesSlide17.xml" Id="Ref95cfcdc6fb43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38450573946bf" /><Relationship Type="http://schemas.openxmlformats.org/officeDocument/2006/relationships/notesSlide" Target="/ppt/notesSlides/notesSlide18.xml" Id="Reeac82cb799b43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942601ba44b5c" /><Relationship Type="http://schemas.openxmlformats.org/officeDocument/2006/relationships/notesSlide" Target="/ppt/notesSlides/notesSlide19.xml" Id="R33e0c339a8b14c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38e63c3f14b6d" /><Relationship Type="http://schemas.openxmlformats.org/officeDocument/2006/relationships/notesSlide" Target="/ppt/notesSlides/notesSlide20.xml" Id="Rbe6c61a4078b4a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9da47d98844e5" /><Relationship Type="http://schemas.openxmlformats.org/officeDocument/2006/relationships/notesSlide" Target="/ppt/notesSlides/notesSlide21.xml" Id="Rec285b78cddf432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49549ab5148cd" /><Relationship Type="http://schemas.openxmlformats.org/officeDocument/2006/relationships/notesSlide" Target="/ppt/notesSlides/notesSlide22.xml" Id="R971eed3085354f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9274b40d64972" /><Relationship Type="http://schemas.openxmlformats.org/officeDocument/2006/relationships/notesSlide" Target="/ppt/notesSlides/notesSlide23.xml" Id="Rf6e87f3f4ba046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3f8b1a9ad4fba" /><Relationship Type="http://schemas.openxmlformats.org/officeDocument/2006/relationships/notesSlide" Target="/ppt/notesSlides/notesSlide24.xml" Id="R5ca4150504c245b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ab3d3ad4b4e25" /><Relationship Type="http://schemas.openxmlformats.org/officeDocument/2006/relationships/notesSlide" Target="/ppt/notesSlides/notesSlide25.xml" Id="Rc9872b5cdf384cd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2dd8dbe1a4fc4" /><Relationship Type="http://schemas.openxmlformats.org/officeDocument/2006/relationships/notesSlide" Target="/ppt/notesSlides/notesSlide26.xml" Id="R7ba8093ba7f849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b0b0c137a4e3a" /><Relationship Type="http://schemas.openxmlformats.org/officeDocument/2006/relationships/notesSlide" Target="/ppt/notesSlides/notesSlide27.xml" Id="Rc1d90a90efa042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f546f6f604b61" /><Relationship Type="http://schemas.openxmlformats.org/officeDocument/2006/relationships/notesSlide" Target="/ppt/notesSlides/notesSlide28.xml" Id="Re2259dcb32584b7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2280f35734c65" /><Relationship Type="http://schemas.openxmlformats.org/officeDocument/2006/relationships/notesSlide" Target="/ppt/notesSlides/notesSlide29.xml" Id="R59e37d244f6a43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8ed32fa074e84" /><Relationship Type="http://schemas.openxmlformats.org/officeDocument/2006/relationships/notesSlide" Target="/ppt/notesSlides/notesSlide30.xml" Id="Rb1795c5b9b1f424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cd4a9150d4cf6" /><Relationship Type="http://schemas.openxmlformats.org/officeDocument/2006/relationships/notesSlide" Target="/ppt/notesSlides/notesSlide31.xml" Id="R920fcb3769c04fe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d6cc58966428d" /><Relationship Type="http://schemas.openxmlformats.org/officeDocument/2006/relationships/notesSlide" Target="/ppt/notesSlides/notesSlide32.xml" Id="R3052551f461144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ee3fc91344bc6" /><Relationship Type="http://schemas.openxmlformats.org/officeDocument/2006/relationships/notesSlide" Target="/ppt/notesSlides/notesSlide33.xml" Id="R9c810e928dd3492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d39b5e10a4eed" /><Relationship Type="http://schemas.openxmlformats.org/officeDocument/2006/relationships/notesSlide" Target="/ppt/notesSlides/notesSlide34.xml" Id="R7f2b8cc511534ec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e3f2534a04b9e" /><Relationship Type="http://schemas.openxmlformats.org/officeDocument/2006/relationships/notesSlide" Target="/ppt/notesSlides/notesSlide35.xml" Id="R8d7438faef58410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66cf2995941ff" /><Relationship Type="http://schemas.openxmlformats.org/officeDocument/2006/relationships/notesSlide" Target="/ppt/notesSlides/notesSlide36.xml" Id="R22f383649a0a40f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ba09b53624c5d" /><Relationship Type="http://schemas.openxmlformats.org/officeDocument/2006/relationships/notesSlide" Target="/ppt/notesSlides/notesSlide37.xml" Id="Rcdf070585405475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37f7a3aa44dca" /><Relationship Type="http://schemas.openxmlformats.org/officeDocument/2006/relationships/notesSlide" Target="/ppt/notesSlides/notesSlide38.xml" Id="R6904cf87bfe84b0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da532729846fa" /><Relationship Type="http://schemas.openxmlformats.org/officeDocument/2006/relationships/notesSlide" Target="/ppt/notesSlides/notesSlide39.xml" Id="R3c5e9910faf645e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c5cbe422c44b3" /><Relationship Type="http://schemas.openxmlformats.org/officeDocument/2006/relationships/notesSlide" Target="/ppt/notesSlides/notesSlide40.xml" Id="Rac8959f8c89e49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41272-3CB9-4BB9-B9D2-C933FC41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7E336-668C-4899-82CB-E8C92422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Materials for Structural Integrity Polymer: Introduction, types of polymerization, synthesis, properties and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AC406-FCD7-4A23-8F76-4C326367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226F0-62FE-4ABE-931C-FC1D3D70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7F57C-4072-483A-9072-61F88D57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BC0E8-5057-4816-8C38-FEA11FA2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4D289-5E34-4DA8-9312-2F7A9A38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24797-2665-4087-ACE7-F5D84099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447F5-6A1E-4A46-8259-2CA338DF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93895-0DAC-4BD6-AD3F-63C62783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A7406-32DD-49F4-BB4E-552CC76E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CB8E1-63DA-4C7E-A4B1-9B64E37C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01908-B7B0-4A86-A777-A58CC05C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54619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EF40D-5EBE-41AF-959B-10274DA3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95568-CA45-48C7-AE4A-9CD1FA13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FAC9E-4E12-4BBB-8C91-D6D1555E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86FF0-FCDD-47FB-9E13-2A2058AF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83D7E-C080-422E-A36E-02CB6BD6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33E55-00EF-41C5-977A-736A9A7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CC7DE-EF5C-496B-B1F7-89C75F0F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39AE8-0882-4AF4-A4B0-2A4A2D22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DF534-45C8-4BA1-B76A-8E8E1480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EAADF-3071-4B0A-871E-5DBF998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2AF95-52C4-4A69-AE6D-6C34EF19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926A5-B2F3-45E0-BBCE-96B326E4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A0E0A-4FC5-4104-972C-2C095B27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EA5FD-0930-4DFA-BA11-42B6321F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FC4D6-D6E2-4A74-B589-BBCDC98E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35252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06561B-E988-4E30-A432-B01D3E06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5B5F8-5EDD-49AC-8516-28A33A7A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018B3-E183-4E45-9044-3924E45D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3C40E-BE0E-4763-A651-8F8A452F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993E3-DE8B-47E6-9259-E303B9BE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46B9E-A1CF-4C23-8DCB-65AB5B33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C3254-6E6D-4F36-A5FC-2C500EA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E391C-3D29-4059-A606-72D9B1BF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1B0A5-3C12-4800-B0A9-C5E77A03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Polymer: Introduction, types of polymerization, synthesis...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A4F39-74DB-416A-9515-C568C1D0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D58CE-09BF-40FF-8557-C2CB191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50D90-DC8B-4903-9130-A164582E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Molecular weight of polymers: Number average and weight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7D4B2-18BA-4FDF-8DDE-42BBACBA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470C2-00F8-4E6C-81AE-11B3014F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91937-97E1-4B54-9A41-801BEFC2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 roperties and industrial applications of carbon -based...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116C6-69E0-4246-B550-4A21F803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90DB7-4C93-4991-91E7-1534656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8B7D6-5565-46D3-9285-25ADB419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Nanomaterials: Introduction, size dependent properties-su...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A8887-C7A3-4234-A162-46186991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0F53E-1EEC-448F-BF33-7A1D00EC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B51F1-3762-4992-AA05-DC8AA42B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 oncrete as composite material, composition of nano -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4D752-D1CB-4299-AF77-0E197AF1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38062-0833-4A1F-B07E-78FC91E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89571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EC306-995C-4649-9116-DC43003E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8B246-770F-425D-94C3-16F1209C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9299E-B794-427B-96D5-B0EE862D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D5948-DC13-488B-B852-9F48593C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BF2C5-1045-46F1-A7DD-06339112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86E46-7883-4D6E-A3A8-F671356F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9C0B8-D1BE-4B4F-ACCB-CFDBA0B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5FB32-AC04-4FB6-B26C-1CD5BDD7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Polymer: Introduction, types of polymerization, synthesis...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C5346-B34A-4579-8F53-8928A8C2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63D4A-444C-4E9A-8976-FF6FF76B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B0587-AB56-4677-8394-67FA1021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Molecular weight of polymers: Number average and weight 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BE4CA-88DD-4CD8-9055-40C7CBD6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CD8F0-75D1-41FD-B377-034FBCC0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DF2DC-DD3B-4A87-A933-8483FE0C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 roperties and industrial applications of carbon -based....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593B54-24FA-40A4-8599-BADDD578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94068-FEB7-4016-971D-BC58C3ED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150B3-43FC-4189-9638-7BEB6294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Nanomaterials: Introduction, size dependent properties-su...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5BBFA-1B43-4E3E-9F7B-7DF73399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C21EE-BBCF-4DC2-B749-8A144AB2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50228-FD96-471C-80E1-3D27B0A8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 oncrete as composite material, composition of nano - co...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547F3-AC36-47BE-8D07-620971A3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A95F3-411A-4D7D-95B4-64776DDA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89812-34D6-4157-B8C3-DFCDCEC5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76643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F6362-20BA-4CA6-B0EC-305226A2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605AD-B137-427D-979D-39A65A55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F11DA-5045-472E-B7E2-C372D9F7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4FDFD-E575-465D-9633-EA60F33F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43227-1CAF-4FCC-BCDF-6C68593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DCEAF-C06A-46C3-AB30-5303F2F7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234BF-A352-4255-B829-A32847C5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Integrity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1B808-25B5-4779-A51A-7A961DE2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Polymer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B10D2-6B43-42A7-A7BF-66537C48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A162F-9124-45D2-BF08-8179DDC1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polymerization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199AE-8212-4DC3-A76E-40220ACC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synthesis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86BC2-9BE9-403C-BEFF-2A0EC389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9D0D8-71D4-4BD6-AEFB-FBD9B3A9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F69E5-C5A0-4241-ADFB-E40341E3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chlorinated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BEA86-70E8-487E-BDFD-A2427781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20C24-35D4-4B53-953F-F672FB6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41482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350FB-66DA-42D4-8A30-4CE8DA1E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A8457-0422-4804-BA78-CF5EFE5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866B1-A4F4-4CDE-B5D1-9E1EAC2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7DA79-75AC-446C-8E02-311956CF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A83D7-F483-419D-844A-173E4CF2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Polymer: Introduction, types of polymerization, synthesis, properties and engineering applications of chlorinat...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9B36B-3152-420C-A327-DCA39D74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Polymer: Introduction, types of polymeriz...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8C011-BF44-4AA8-8FC6-056E0880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E3A01-8B88-4BEC-AC10-574E38EB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15ACC-EEBB-4BFB-A08A-C5160DA8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5091C-0091-4268-B0D8-4C914D08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D5176-AD77-4ECC-B4B8-AB613844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FD595-247D-4363-A418-6C37291C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42BC2-402B-44B2-86C2-3FC2581B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A6BC0-63BD-45A7-8B90-4B96755F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FAFFB-8842-4A8F-BCEB-9263B7BB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4ED7B-8FD4-4788-80F4-77648FB1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561015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BFC88-C8B4-4043-8320-8D2630E3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9A639-FFFD-4F13-B22F-E59C0AAF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CD780-5E74-468F-8477-21374F79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37EE8-D29F-4225-B20A-735F08C4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0BE27-912E-4DF4-9706-4B0B1127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2EC72-3E7C-4851-A2F7-48D9BC72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11EF5-4C9A-44AB-A492-6474CD54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3A7D1-C5E2-42AF-8E7F-A8B29EFB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7A8E2-A6D5-4650-8AD1-C9C46C98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Polymer...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05862-383C-4A62-A507-D1114A08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732C3-FBD5-4D39-B01A-21802F8C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EC125-8235-4B3F-9372-E0FE86F8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Polymer: Introduc...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DA7E5-CDA3-4E92-8910-917A476A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49EA9-3C3D-4B65-8C69-9E33DF2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E92BB-A835-41A4-AF62-549F70A8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Polymer:...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DA14E-629B-440E-8999-77EE4416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FCB60-5669-43E2-9ED0-B40CC933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FFA83-2914-4044-9ECE-E80CBB35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Polymer: Intro...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5739D-F3D9-4758-A9C8-B58E8445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31ACF-9572-4C18-BE63-E6EDE206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89129-D2AB-48BC-AE99-A5225BA6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Polymer: Intro...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E819D-82F0-41E4-827B-D920DD5F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8FE8A-DE2E-4EA5-AE31-A8831073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172366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A2302-35B4-47C8-AAA8-44789782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A3F33-DB97-4BC3-9B20-3FF1525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25E2B-9613-4B5D-87F4-C0BB02DF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77022-5D8C-4AFE-A4C2-B2BDEE1B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A49AF-5E15-4F0A-ACEE-A93B6876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9BD6-F618-4502-9886-92699150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0DC3E-7700-49FF-9FA5-6A3FB04E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C255C-ED3B-498E-B86D-918540B6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FB4B0-294A-413D-ABF3-C296A99B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B6902-1CAE-4773-A5BB-01B5B676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6678F-0CF1-490F-8DD8-98883B6E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E2CE1-02DA-4590-8CC4-41293DBA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D4472-8A25-46CC-B0B2-A6BBCEEC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94180-AD3A-469F-B3F2-3A4104D1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FA1E9-61E6-47EC-8640-9714B687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31841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915DE-9C85-4AD9-BA4E-18F35267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B78C9-7552-4F48-B850-8DA57A08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D8521-F922-4158-B245-5BB188A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0A045-57DA-4155-AA40-DB11D84E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33BBD-FA69-4466-90B0-D8710649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7375C-3905-4177-B578-9D2A8A7F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Polymer: Introduction, types of polymerization, synthesis...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5B4B8-FBF9-458A-9EAC-C4D739F7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342AD-5AA0-42A6-97D0-D96205D1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785A2-A5C1-4978-AD97-AB665CA9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9F416-790F-4656-B1C2-763A7428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EB4F5-BDE7-4D46-8528-00908F21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530787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0A829-FB18-4CF1-BB21-1AE1E966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78719-0C9A-4A20-88B2-C9EFE18D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6DFDB-EB9A-4323-A709-A4512D92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76E16-8EC6-4059-AE46-0CEE4247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C21D1-C460-461E-AE29-08421183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Molecular weight of polymers: Number average and weight average molecular weight of polymers -numerical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36646-81F8-42D8-80C8-AC996D56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Molecular weight of polymers: Number aver...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2D76E-9DBC-4F3A-90CE-D64BE46E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196E6-F2AD-47AD-9235-8D3614E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90D1A-551D-4B24-B869-9B44D108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9C08A-AF40-4953-A838-4100AF6C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8AA6F-E249-4FD2-A7C4-28E83668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0C9F6-E171-46DA-BD07-F6C2AF8E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9544F-3573-4A00-BFCB-83375736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E6432-9A66-4B2F-9E60-AB322C1E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E9989-7850-4F16-88C5-D822BF8A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1DFF9-ECA5-4429-B039-B5C7D9B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14503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0F4E9-DA0F-4577-B1BB-3011B0EC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48AB3-8166-43CC-9D44-BED1E9B5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0C041-3AD5-432C-9807-773B3CA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2DB25-D497-4E66-BACA-CE7167B1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44C2D-B727-42DC-B41E-CD954781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9151A-A473-465F-9A77-9FE8B162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5D85B-8BC7-4D36-A71F-E4D38C9C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74A91-7988-4AB9-BFCA-10639627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7D498-1784-4635-850E-E8ED5C5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Molecul...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A0EC8-942F-4789-A1A6-2E2C5094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13EC0-AFC9-4A0F-849D-EE61A35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6A770-3236-4043-B472-7BD9EF53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Molecular weight...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B91B2-4507-4957-AFE3-CDB45CF2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62B75-6B88-4BCE-AE57-3CECAB4A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DEE33-A254-4A9C-A60D-6863459C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Molecula...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10809-96DD-49B6-9DD8-C9A19A61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494C0-342F-40EB-B894-09D5CF6B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2C9CB-AF61-4F61-B2D4-58B03B85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Molecular weig...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6E8A0-DC96-4751-939B-C4F5A60A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5A83C-025E-44B6-B21A-27B98FE8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5E1DA-CBCA-4BE7-AF32-C4C10AD3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Molecular weig...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109B2-9719-439D-85C3-A0E307DE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62A19-25E1-4ABC-AB33-EE18294C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88725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30B50-42A0-4112-ABEB-50A33DB1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5D051-9D3C-48D8-82A4-67ADAEFC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B17C8-8A3E-4F9D-AA68-7996B0D3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CB43E-14F3-4EAA-90D7-4DDF4E8A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F012B-8214-4649-BF7E-8C9BBD03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9CE66-AC9D-4DA6-907F-FFA7EE6D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D4F2E-E14E-44A8-BF4D-386E68C4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9B119-109B-4BB7-8D23-92B7B9F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D87B7-4737-45F9-A370-1B3491D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E2B7B-7D94-46E6-A653-41AB3873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52491-6BD3-4C7D-8166-A3DBA08F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A7C72-F883-436A-B505-077996F1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E903E-0D34-4F64-BE29-971647B3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7FF94-6726-42CF-824E-A7DE583A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41D6B-687F-41F0-98D8-2F1B0735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139263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271BF-8D73-4A7A-B3AE-27A1F439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5400E-DF88-4FA0-B619-15E55332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37CE2-EAC5-4C63-A09B-FFEB4192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0DD43-0FDB-4236-A87E-ABA4FB2F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765AD-1B90-4971-AB67-3D14076F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777FD-2F81-41DD-8802-8DBC4179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Molecular weight of polymers: Number average and weight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11C03-A3CD-4004-B12A-48C1E004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2DB54-5FD6-4ED5-A09A-5F2079B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996B8-9EE1-4965-89C2-9A185D71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5A8FE-4BA8-4549-A117-0EDC8C42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DF7BE-93D3-42E8-A231-83061025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06561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3DD0C-03C9-496B-8187-FB0E3F40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0FA0C-8B70-45CA-8F19-B826F90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88E9B-7FA3-4758-898D-ACA0D7BE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ADB84-710C-487E-A2FC-5A17E231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991B2-67AA-4270-954B-EFE4A9E3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 roperties and industrial applications of carbon -based reinforced composites-graphene/carbon nanotubes as fil...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682CB-B3D9-43DB-A06E-2AE701F8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 roperties and industrial applications o...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4252D-4103-4BA6-8A15-D76A0679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AA465-FE2A-4E00-962A-E1A7D28F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DFD97-D124-47A8-AA88-BC549337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530A9-A64F-4CA0-B6D4-3290E302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AB0E9-9E68-4F39-A33E-C84ABC51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2FC38-EC61-40ED-B9A6-10DB32DC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F849F-0D50-47C8-8221-E2728CC6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C5CBD-9D12-44CA-B268-C2F0E6D3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1A2BB-BC42-4650-B94E-B4417710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DA5A1-7A62-4952-A6E8-6C2CC34F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223665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0C6E3-64BA-427C-8B64-65679103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7346C-293C-4B33-B3B2-88E1E8AE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BE459-D5FC-41E3-B144-7ABF49BA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A15B1-AA06-4071-BE5B-3E27D9A6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4FFB4-1265-4323-B3F0-1237DCA1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1B844-A7EF-4582-9E08-2BA832AD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6757A-8693-4AE4-A8B0-3190C87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89AF6-536F-4997-8A0C-96F2FA0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0A60E-61E0-46A0-BEB2-6B2790F3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 roper...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05629-BF1B-4CC2-AE43-9A087804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68FE9-DFBB-4984-A861-D4547A8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11589-F5DB-4DED-A0C2-0712E2B1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 roperties and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D4844-E64C-45D5-9059-B82371B6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6CB87-E345-4A32-B711-1017CABF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12097-9205-46CE-A3B8-92AA7AD4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 ropert...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BE6DE-D2C4-41BC-8A95-B77CADB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84CC1-3B34-4B21-A342-9403BE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280F5-C563-4A1F-8B1E-CC8DE945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 roperties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34E59-8141-480B-B099-56A7F9C3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C361D-F06B-4D57-97D5-E94540EA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527A3-F1EE-4CEC-AA8A-F4036923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 roperties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E1195-A5B2-4315-97F6-572F5DB6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24659-094B-4538-AB76-64F382E7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808677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183AA-3DDB-4A46-80AC-FF4D132D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6C5B7-0E64-4B1B-A036-7C90690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AE6E6-9DC1-4485-8FAC-E1503838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1D905-6A2C-4A1F-815D-B5ED5BFA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CD827-86F3-4E9F-8A1B-B0AC872E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7D190-3BEA-4F37-889A-9D791ADB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0B067-51AA-462F-9709-160362C0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D5702-5099-4054-82AF-A85EDD54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6B76D-CA5B-4C03-BEF8-D0BF22EE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59C10-FD78-4EC1-8325-9696AAB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48566-89C9-4902-A4E3-D79D460C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D838A-9B6E-428E-A9FF-8B86A6DA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26891-A5CE-43F8-AA1C-406354A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E8966-3C8E-4243-B158-83E4965B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2F483-DBFA-49AB-905E-0EFAAEEB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260490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964A5-2327-4CC0-B5DA-9240C89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38207-284C-4BBF-8476-C138AE7F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A1F12-233C-44CE-96C3-0CFD0220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889FA-9AEA-44D9-AAB1-E410DADB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9303D-5E14-4F4E-9F30-033624C9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8AC74-C713-472E-A447-1AF69DB1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 roperties and industrial applications of carbon -based...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5DB55-45DD-4AC5-8361-2F4EA2A8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D57D0-5E77-4862-9C9D-73DC999A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8C90C-6EE9-4592-B962-1F72DEB9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B0809-2D8A-4708-8AC1-43CAF590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A0601-BE53-4DE1-8217-BE15C0F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901535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07EBC-4D58-4365-8D7A-758042F3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1DD02-7FE3-4F7E-A9A8-922EE886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E857E-075F-425B-9C5E-46F064E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464B6-8B2C-4E9B-9D80-95CDAEA1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33697-1515-4BFD-95D4-3624C063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Nanomaterials: Introduction, size dependent properties-surface area, catalytic property, thermal properties and...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4C35B-E284-4D93-8445-F2DD7AD5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Nanomaterials: Introduction, size depende...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468A4-8563-485F-8FC7-845AB36B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350CD-1FF9-41FB-B905-31AAF09C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82694-5D83-4689-9F23-12216D8C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4597B-F6A3-4272-AAD0-AD24921B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C52AF-7F83-4A0D-90A8-A3CCD722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42668-6FE2-4BD9-8A67-FAE8B1BE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A3BAC-6982-470A-A4B4-670AF0C3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96971-AA8C-4C04-98D5-C7E89C18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21A56-0BA5-4EDD-B094-A7E190B4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EE3E6-E0D0-4F7D-9109-AE111CDA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694516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8A7FA-CB76-43F6-9BC6-22C8A4C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12EBC-77E5-4BA3-8056-136EA864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2625B-4B38-46F3-8278-093C90B4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908AF-6966-458E-94CF-ED55CFC9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15DD0-5FCA-4947-BA3C-C8F38FAF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090CD-B4F5-47A5-9B0D-06F3F3E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25F74-B54C-4918-A6BA-7750F558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94858-1098-4963-93AD-31E73DDA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1E499-E6A9-4ADE-B2E3-B3AE38EA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Nanomat...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E058A-5744-41E2-8BB6-DC4965F4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E425F-B279-4F80-80EC-B62EFC44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5B1B7-E412-47E5-86FE-ACD5B4A1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Nanomaterials: 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D8BC2-566E-416F-950D-37DCACC9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F2F68-C56C-4711-B920-D78A3955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2FCD8-5254-420F-9E8F-B6796EBB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Nanomate...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BF7B4-0B3B-47A9-927E-CE3CC0DB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B05A0-CAE1-4BC8-9D91-967EE4C9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218FA-7285-42E8-A2B6-136E0A5E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Nanomaterials:...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CD28C-D430-4C8D-AE74-FCC9BC46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6AD22-6F94-4CB2-B7B9-15AD449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3C321-D664-4EA1-8A50-833DC8E5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Nanomaterials:...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88A0B-8665-4619-9D20-B88D940C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B7273-2A1F-473B-8674-EAFF3F92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493975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9EF52-E5D8-437C-B27E-B85D77A4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CB560-D3F2-438D-BEFA-F2B91451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998A7-8537-495A-80AE-DBC8CA21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10B57-AB40-4213-8F04-571F9F63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8E912-2529-4446-B200-5EB9813B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ADD23-CA4E-467D-8715-28E7E513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86C72-6A2D-4C0A-9D49-AEBF650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BDCF9-F547-485D-B950-F0ED9D5F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B381C-A8BC-4860-833B-7441F72E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120A5-2D1F-4B9D-B087-CB40EF1F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C7BEA-F99C-4DCD-89E7-6585D9D6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8D780-F18C-4344-A6FB-BCC4CDF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B8783-2FC5-46B6-99B4-89998A6D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12F02-7E34-4056-9BAA-5D7311BB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3A75A-1904-4E09-8765-72815568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8791243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97D09-225F-4C4C-918F-C143BD78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AA4AA-D4C5-4B72-ABDE-D3978844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5A540-05CF-4F78-B327-2D257E2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AE195-FAE6-487D-BFD7-010E5A39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EEAEC-6408-4580-86C7-4849AA42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C0797-D66D-459C-B0EB-D077FEF0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Nanomaterials: Introduction, size dependent properties-su...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5C06F-0D3E-4E32-A818-82FAA6B4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F838D-0F3D-4C96-95CE-385BA66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723D7-3442-48B6-BF65-6881E5C2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E0285-C262-49EC-823D-05016CE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5C996-E54E-478A-8368-83C46BD5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962126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5025B-46C3-4951-8922-9E432B5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F7F98-B80C-4B93-B264-CFA56BBE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D152C-654A-4477-93B8-FE3988C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E2A78-368A-4B32-A405-3E90F962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E91BE-BE1E-4AB3-AC13-8AE9FAEE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 oncrete as composite material, composition of nano - concrete, synthesis of TiO2 nanoparticles by sol-gel met...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A5FAE-532C-4D97-B3E2-E1317D22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 oncrete as composite material, composit...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B60F7-5CE1-4C27-8EFE-07CA3063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3B25E-8FED-46F6-B58E-7792E2BA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D4316-9FDF-4CFE-B159-A9CA9BD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68535-7654-47AF-AE44-1D915D5C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A0ECC-252E-4B33-9AD8-CCCD139C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4580E-62DE-42E7-8D39-9597BE69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42797-16A5-4F7E-9C12-48509A81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B5A20-BA50-459C-A409-503EBFC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9C80C-71A2-4AB3-B9A6-99B7F20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37EB8-4597-4620-B509-1963F607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8407785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E588D-8889-4F3B-927B-5B4FCDBE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32D87-0F9C-4C40-8EC5-473991F5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8A058-38C3-4A7D-8A66-ABF4FA6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C8007-2380-459D-B4FD-81563DA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7E4AB-9300-4967-9DD2-A1A3E08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244E7-2443-4779-B626-DB1C64E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0CB96-A58A-482E-87E8-01754B5F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FD01F-796E-4CDF-B420-7446D8B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ADA34-7616-43BA-B1F4-B925B829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 oncre...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C0B18-2EC4-4F6F-8497-22BBDF51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8DF60-834A-42D8-831E-A73DD3DA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1DF2B-A639-4496-BA0C-3412BA69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 oncrete as comp...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FB22E-B009-4D0F-8C39-39A5805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6EDB6-7CF8-4EAD-BF47-49AAD380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C2030-6F2E-4144-82E5-64C46E81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 oncret...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D735A-73DE-45E6-8D7B-18216171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0817A-8EDE-4AEB-A3D3-442FC6BF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C353C-61B1-4E86-A693-5FF19823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 oncrete as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67DC1-43E0-4ABE-BFC2-18317BA4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E5ED1-D062-4E93-B95E-1D1302D0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2B0A5-27DC-497F-80A7-CFF8B7D6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 oncrete as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8D65E-766B-47EC-9A2C-FC4CC6A5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BD126-A1FD-4769-9D63-81A2CD3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032738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947B2-88D2-4A06-893F-CC0B203E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6ABEE-855C-4633-A343-0FE2A3F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314FB-3BDA-4BE1-BC28-4FA0F003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498F0-F114-4853-97F8-4A3702D2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88C68-83E3-4579-8B11-6285D189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B4439-CC69-4F58-814A-D7008E50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7D9EB-0FE5-439C-B916-3A980C3A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8A842-88CF-4065-80DC-69876931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130AE-3F5B-491E-880C-60B3ABBC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FB8B2-1CA1-4443-82ED-CCEC66AD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C94CD-4D75-4B0A-A870-68EBCD52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B80B2-59CA-4B06-B1DB-12E202A7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E95D4-F3DD-403E-AFAA-8151E66D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4AEA5-E236-41AF-AF15-68619E28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488BA-0A88-4683-B65E-9F15E5B6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9175112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1C98B-A498-4F8B-9450-C8E06E8E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D6215-4307-47DE-8B33-3B09E30E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E4A8B-E897-4F85-9684-0D4A1475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B2889-214D-4821-992E-15AC5725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C97B3-E97E-4712-9DBC-728D1AA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BD5DF-03D0-4B92-8203-607AEFF6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 oncrete as composite material, composition of nano - co...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665F0-AE59-469F-B5EA-60DEE1B0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E9FA7-2840-4C56-8BB5-143821AF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3D1D4-1544-4B9C-93D5-FBC1731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124AF-7AE4-42E3-929F-AAC81234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3FCD3-656D-4ACB-A8AC-79312CF3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4049219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342D5-5A1B-4196-B3E0-AAEB6899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BC7DE-5CC5-40A1-8EC3-E443EB98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0FD8F-C2B0-4D5A-B860-4A8876C8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2B584-1FCE-4A52-A18C-B254F638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A36A1-7899-4C65-BCFD-2747FF30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AF155-0611-4368-BA3E-63962B5C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136106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7548E-0DE1-4357-9033-C4C61A21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294A0-5662-4EF6-AADF-9EB364C9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E4940-3F30-458E-B58C-27D426FC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BB08A-BB64-4FF0-980D-CA4F39FA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EEC72-08FB-447E-B720-9244F96A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Integrity: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Polymer: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20E9D-D58D-4005-A54D-AD3E7F0D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410299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D477E-C3DD-415B-9B6D-5036CF1A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658CA-92C0-464E-BD1C-7427A73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AD30C-9017-41CA-B164-1E693BD7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1F421-2ED4-413B-B0F9-943460AD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F278F-2683-47DC-9ECF-2A9EED50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C29BF-82B2-416D-9BDA-ACC3B6BB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697661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D5A79-4CC4-4303-AA05-49A486E3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556DD-0989-40B7-8C32-9EC5D37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631F0-1DDA-4EE9-80A1-8FD237E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F5621-BF68-41F9-987D-E13C7B18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FE104-827E-404E-AFCC-CD5CB625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8ABF3-D3F7-4438-8173-583F2D48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1240602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86083-7640-4EA9-8E9C-0F1524A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ADD5A-019A-4561-856F-844F02F8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042A8-B910-4305-9FC4-63E9793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CCBFE-9CDD-4D32-8D40-6ADCBFA5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17A78-9FA0-4C84-BDFB-88807EF1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Polymer: Introduction, types of polymerization, synthesis, properties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Molecular weight of polymers: Number average and weight average molecul...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 roperties and industrial applications of carbon -based reinforced com...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Nanomaterials: Introduction, size dependent properties-surface area, ca...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 oncrete as composite material, composition of nano - concrete, synthe...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CB8B6-A431-4F3A-AE0C-2F67D919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BE90D-F54D-4C1E-9339-748B3C6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808DB-7ADF-40E9-9EAB-E2BD430A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160394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AF8128-AC66-482B-AC8F-9F4E3F69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83BD5-3391-4DB2-8283-694B8678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Polymer: Introduction, types of polymerizat...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EF94F-1569-466A-B1D1-0FB120A6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1AE8F-805C-4991-9852-13D5C87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8EAB5-A669-4268-B1F3-CDF41E25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A666F-3F22-4B31-A551-43F26892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119A7-CFEB-4517-B1E4-7E575130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93446-80E1-4580-A9F5-24664798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2A18B-94AB-45E0-9C11-EA063D74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AD8A2-F402-413B-A83F-AB8A9051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4F83A-3439-4BED-9776-041C146E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24C6A-B4AC-4DF5-8DA7-E0FAF0B2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A66E3-D058-479D-AFB1-83F505B5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0A05C-C8F3-4C3D-9A3E-521E60FA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6D3BF-CCB2-4AC9-B80D-2BCB16D4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C4C80-7F6F-42F8-9B91-C74851A7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C8186-E0DA-4F89-9F88-9B1D10E6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6D43C-FABB-4CD2-9B7E-B03BA680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13036-FE4E-466C-96A1-D144778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470ED-F15B-4D8E-A2C9-33FFDBFB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05820-9D52-4618-9B0A-2DB9E6F6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F413E-6954-4445-866C-1CE73041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7A9FE-7422-4A24-BDB4-C0A431EE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69E04-1E23-403B-8134-B1DAF691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75FD9-C851-4ECE-B5BB-C21E7EA3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6C6B17-A7A3-4FF1-B216-9BDA0E27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FC4EC-7ADB-444C-8A72-17E4D409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A670E-872D-4E9E-A42D-645B878E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522268-361A-4E83-92D6-97067A93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18821-DED9-4A82-9FEF-DF58D6A7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49D1DE-E5DD-4D3D-9C90-ED63B331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74E92E-A1AA-47A0-9255-B89751F6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56365944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7B2DF2-4178-44A7-B231-FFFC5EFC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DC30E-04A9-4493-A456-5FA931EF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Molecular weight of polymers: Number averag...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422DA-637D-42C2-91FB-4657016D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A3005-1BC9-4297-8434-253775A9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091BB-53DD-4A86-A311-DB585938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AE572-C1F1-468D-8072-F8A1CD75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1F9F2-F459-479A-B385-2ABC4C7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B2A90-BC62-4860-8610-EE32754C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7385E-B059-47EB-9A90-790C0D7C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0E203-9435-4A8F-A76B-08107CCF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158A6-DCFD-407B-B045-4453A18C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33DE0-1BCC-454A-8843-D8F3216E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C19AB-8B87-43A0-8977-E375A303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DB90E-C8F1-4987-8976-121EC5E9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81874-C75C-4B0B-B771-09C8F419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1DF00-8E88-45C7-B429-03F51FEE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1C5EF-EFFB-4744-9E06-E1AFFAB6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E2C60-F4D6-413A-87C6-DCA4467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C1EE0-478E-42A7-9423-86C4AB32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98BD2-A497-4CBB-BB6B-1A64600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1F3C0-FF1F-4E2A-94C1-DE6A7D3C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5FAFC-1D75-48AC-ADAA-69EE30A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C01D60-FE3F-4D78-A90F-FDEAC86A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85F6C-E21B-4EA6-AB68-E2F00AEF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44AF4-B7CD-49A1-8F73-4B762685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E64C4-6643-46D1-A5B0-768F529F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97FFBA-78FB-4CF0-9124-BF4A9BA9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760B3-56AB-4257-A4D3-719972EB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5FCEA9-54F4-4812-8B7C-8A571AD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8EBCF-C29F-46F5-9F4E-3F2DA48A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F6E731-0647-467F-BCC9-DDD0184C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AA09E-FF18-4A4E-927C-3F8FB2A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2633673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034DAB-8F42-4C22-B332-6449D176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7DDC6-9CF7-4ECC-95CE-6CCB8817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 roperties and industrial applications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DA137-B727-4A23-B944-9B7FBE3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A8683-8C31-4F37-B9ED-BE36505F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08BD8-DDFE-4064-AF11-039FB0B8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3B220-7975-42F2-AF80-D6DCBD1C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66A27-7A25-4771-B5E6-C039D2D3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2C8C8-7E0B-4DB0-A8EE-04D9E88C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25E00-6354-4543-9C60-C88DE671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A096C-FB7D-4612-9945-45DD8F5F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74C48-3B65-4FC1-87CF-754DCF3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D7E5C-3F58-433A-9157-4C4DE2A0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4C5F3-F5EB-4BEC-B280-5A8E51F8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0F078-25DC-4A8F-84C7-21245D48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5C05C-D250-48CD-AD20-5CB85B07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E87E8-7506-43FB-B46F-D6083DDF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33113-E4E2-4D9D-B8C7-0079A18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63058-1CE1-410C-9EC8-1ED36B42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4B19C-1A57-469F-85FD-06EC9B2D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90715-8F62-4A5E-85DE-53523EE3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4FF1B-79C0-4F45-B62B-B343EA84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9D478-D5D5-4EEC-A79B-5D27EC92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90AFE-EC74-4479-987E-A09BF0E0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8CBF7-F9B4-4FAE-B3C1-50197B8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BE33B-8AE0-4E3A-A884-91D3AC29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FF3B82-8F59-4DF9-B305-B4407A24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A40A72-6142-4EFA-AA6E-A00C70C8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E3E60-D95E-4F65-85CF-6CB6E133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FC154F-2682-45C0-A64F-33BFC9FE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C44EC7-A0A9-4D45-A39A-9E4CE084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E6A0D8-D596-4D79-98F8-A47B140A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F5AAE-3AFE-48B4-AF14-863D1325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08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D2FF3-BC0E-4925-BC4A-3E17E26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18B97-8810-43BB-8DCC-68C2E00B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Nanomaterials: Introduction, size dependent...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1498F-5EA3-4826-8D1A-A70BEFE0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B512B-93D7-4930-B496-1778E9AA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42FD1-8638-47D6-8D7C-D6D49968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80DEE-E2B6-46CF-B9AA-9AE3A28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9E18A-5BD6-408E-8129-A0DAD37E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01C14-929F-4929-8860-9D0C1F27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C8FBB-0497-46B2-8123-4C68E4AF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0CC81-8A1B-4520-B1FA-AA454EEC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AA21B-0A51-4AB5-BACE-CC4C4434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F4D47-9CDB-4798-AC76-3A18B10E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FE208-7152-448E-83C3-D86C80A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9AB09-8838-4FD9-8B01-9E56E31E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38780-DE47-4412-B97C-D51C947A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7FDD5-92C6-4B61-BCDB-A36EEAC8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4F16E-D908-4B9F-84B7-704CDFBF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4020E-A54F-4EA1-B908-76A341F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2AC03-6107-458F-9B97-F55B5674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87FC8-BD09-4086-94D6-CC607660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12CFC-59AB-40E5-9ED6-9C1021EC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7AF0E-6765-4CCA-898F-5EE4081D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C7C8C-E802-41A5-A4F2-A31E5DCC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51CAA-CA41-41DB-8B0B-F0D2C8E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51B7C-091A-47AD-984C-D0F70544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1D830-8C83-4685-B4E9-9723D967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17C1B2-5C1A-4F45-B2BA-17FBAA48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552B04-9ABA-4FE5-BB64-8E2D9964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9135C4-1D5C-4617-A4C7-7EB46B0F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2915D-043C-4DD5-A44D-D07D4DEE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EC7FA-2FD0-40BE-8CCA-9778217B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C135C-1038-43C6-9C45-271F1D68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5072663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1246B1-708C-41EB-9329-37E949CB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43DA3-B5D5-4056-9766-4637E82A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 oncrete as composite material, compositio...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C0B8D-2DD8-4111-938B-33A67C2C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CE49C-DBD5-4C7F-8418-BE552FE3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61775-C1D7-40CA-9B61-E1B19CE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DA67B-7668-4FD2-9AFB-DDDD4AD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1545F-E512-46F6-8F75-A7402B3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67D85-4D18-4209-8076-D48D866B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02461-D846-48C7-A787-F6AC65BA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C8FB1-209B-4017-9A05-22A51BE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18648-1324-42EC-8230-5E39C104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507ED-747A-4459-B449-8D583A10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557B6-6D91-4A00-8357-6BC94DF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C4726-7947-45D2-8210-8209F410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B1FD1-1654-4ED9-B10C-92F10B62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70466-FA60-4AD9-BC05-38BB69C9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3BAFD-FA05-4261-98E3-75780DDE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C330C-AC5F-419D-A8A7-309FCF38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8E3F9-3588-4DB7-A2D8-AC14D9D5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4C171-04FC-4932-BB1E-156893F3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D42AC-DBCF-4395-9517-14BA6C0D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A154F-6A1D-4FC6-9950-1D3ED6D6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73890-623F-4486-9D7C-024F1C89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B97C7-9CCF-43E8-98A5-2A354EF4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43C68-BFE3-441E-8A6B-EFE332E5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F09497-3B81-4BA6-B33D-97F830F0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E27ABA-0644-459B-A742-EF84EFE3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7E34D-1B33-4690-852D-8C58BAF3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273F8-3062-4EE3-8BD8-D107CE1B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F21BC3-1338-4E29-AFB0-26BC2A8C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94170-7113-47B8-9753-A2199B6D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3A6579-5B5B-4A18-B876-CF717DAD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579408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66D2CC-F490-4A62-B1A8-51644AC2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81C8A-298D-4835-8408-E1F2794F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Polymer: Introduction, types of polymerizat...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752FD-9052-489E-83BC-E7776EAC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13F65-77A6-4033-8683-E8FDD79B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D8C09-3D4F-4DA3-8D00-955F1F22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738DA-FF4B-4577-80FA-0877F9FE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1DD8C-A104-4513-9E24-92AB4586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9FB66-9942-4C8C-8AE0-1BBD14F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DF696-F253-4710-8F82-4076573E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F7302-6811-4A45-88C7-CB60F841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8C7EF-0E4B-4B0B-A217-608BB8F4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36281-C27B-48B0-841E-0A54EAC0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18C6F-BBFC-44A6-9740-DFB8269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8A074-49D6-4453-B9F8-55E1C525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E4196-7059-400D-95E8-A633F687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8CEFE-8413-462C-AE86-6010F651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7B2D0-975B-49FF-8C14-10011FD8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0C6FA-0D56-4EB1-AFE2-43F3A0B1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2A2FF-27CE-426A-939A-1696AAD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3A546-AD73-4B16-B167-9016DBD2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867BD-1774-4E89-B9B6-772ED0BE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581EE-1BD1-473A-AB34-1B4595B1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DAE8A-D6BC-4D5D-967A-D889F776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86065-CF17-4441-AD6A-158E9630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CBCC46-1E1E-41C3-B616-D36832CF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9896AD-B3E7-415D-A95D-E729407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2F9D3-A9A4-4C8E-AD14-92DB58C0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DB8C1-EA82-4520-885D-1501993E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E7144-3E35-4650-B795-0A8E49B6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0A4A03-D283-4F08-8D3B-0C66C505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7F4107-5C0A-423E-9C48-426E303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2FA144-DB3A-41B0-A42D-B82283CE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602862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234AEA-957E-4A45-B741-2A7305B8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DD5AF-92A0-4E12-AF1E-92640BF5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Molecular weight of polymers: Number averag...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F5597-AA99-402E-8DD7-7F047B95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2E665-6740-4DC0-BCD0-69B3E26C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D24FC-1DCF-4A56-84F3-25E343DF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E5156-9380-4E5D-9FA4-C5DD6A98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93F8A-BF3B-4A9A-9EC0-564B8B9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0C526-D3DD-4181-94A1-827B6EDE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B4299-F0B8-4312-AD0E-DE34E774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FC99A-BD8C-4E4D-83D0-1E123360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45FBF-6AF7-47F6-A8CD-D48ABCBE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F7C48-0C57-4D64-9AB4-448871A6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F90A6-584D-489F-BFFE-514C7212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665A4-703F-46F7-B596-C444067D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E6CD1-B3B9-46EB-B813-8A77685D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E6FA2-C033-431E-9EEF-9BDEF780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A700D-B695-4B24-BCD6-F6D98482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5C30C-83FE-46E1-8F11-F86BCFE2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07CBB-4938-486A-8E65-3D9B33A0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11C92-4355-44EE-AD30-CE47CFB4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6DF1A-AEFD-476C-8CBA-CA9C3B1A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7E38C-6721-4E4C-A607-F8373666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4D2B7-3A6B-4E85-9DCA-A56C539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7D8AE-54E4-4DCB-85AE-414A3F93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7700B-6804-4B00-8FB2-FDCDE05C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C0D8C-E2A8-4B63-9FE2-7D91A4CD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0CC91-2BE8-4577-B62D-587B2A61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F563B6-16C2-48EB-8A81-92ECB8C1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187841-86F3-4EFC-B13C-E72C0EAF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0DF1F-C41D-4777-9180-E38B04A0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8B2660-1813-4FBE-AC8D-BFAE68F8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6B6BEE-A254-4E60-B39F-64AB53F8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0953183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857764-8C3F-4626-A678-E64109D2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5BA7F-9DFF-4F79-8090-216878A4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 roperties and industrial applications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63560-99C5-476A-A9D1-C92CB471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2D993-E4AC-4881-9A65-E4DA6D51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2AA40-E6A9-4C39-87E0-9F184027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DADFF-C935-49FD-B4D5-68D7B23A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BB0BB-550C-4B87-AE43-B1C877F2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94B6A-D8E8-45C9-AC29-9829C6D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9525D-0567-4191-B628-CFB5DDEA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8D024-0307-4E6F-8C31-8B132EDB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0014F-F0A9-42D4-BFF4-65C7A00F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E3AD6-F78E-4285-887B-9A8C8523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759FA-770C-4065-9073-4CFD0F21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51415-5C51-45E8-8973-423B17C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789B2-DBC3-43DF-A628-78A67536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ABBAD-3132-4AE3-9ABC-C3E98428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F2E83-30DF-4E84-AB31-0051DAE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4768C-C268-4492-9CF2-023C0504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70683-DEC2-443C-A286-166F3A2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C891C-CDDC-4E98-A745-40A793D5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7B507-E02E-4D4B-9B2B-30AFE0D6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30331-27B5-4442-A6AB-BB32A8C2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2197B-1485-41F9-A1F8-8FD8F14D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F86E8-6F25-48AE-9407-2CD75021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E1BA9-C347-4683-8C71-A0D9D71D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FACFF-D88A-4E40-9BCE-5BF5AABC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81ED0-9422-47EA-9779-72644F53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DFD22-3931-4890-92F1-63173B89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0C99DF-EB8B-4A6C-9744-1D04059A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58174-C0E4-4A85-87E8-F29F444E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7358C-E845-4D4A-8141-EAF962E0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7743B-1E7A-4B67-B782-DB459049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88645387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22483B-F010-4BF6-8ACD-57EA4897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65202-5DB1-400A-BFCD-A83B6C81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Nanomaterials: Introduction, size dependent...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1D724-7472-46AD-8596-21F85372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842CD-9D93-46CC-B920-5D2F35F5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5A6E1-2F2A-4399-B2BF-0432509E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1965B-F615-42DF-A0B5-03C82F5B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CAE19-EAB2-4554-B9FD-6E946357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5ADF0-E0D3-4F48-911E-173479F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45671-4DDD-434B-88A9-C8929414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A09B2-133A-4CEB-BF01-7A0A4546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D45CA-C60F-4B83-BD94-A939CBF4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A9B3D-E521-47EF-9B99-7A860A81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E5425-574D-45DF-83C0-FD014F62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AD009-A4FF-459C-B550-10612E5B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124EC-7ECD-45E3-8345-52EB678F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26766-9D25-4AC8-AA04-BCF7D5ED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0F723-69B0-4E93-BFBA-FF694F54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98D20-F219-44FE-B05F-A43E5F2F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D54DC-3E64-441C-ACC6-AADF9CDE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AAFEF-C5FD-4568-8129-1E37453E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14592-7E20-4091-ACFD-BCFEE34E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EBC2F-01DF-4D56-A8D3-2FFA681E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86F20-8428-4651-AA51-8F1CD90F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258F8-C156-4B6A-877F-7E60CDA6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33C91-B330-475C-8984-C4533E65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0333A-3BA8-4E94-89C5-0151B233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58645-30A5-4E70-A3B4-139B160F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2B0C1-EA1A-45EE-A8ED-EBDFBF1C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AFCB4-39DB-4A25-A1CB-4CF7EEE1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D39B8E-66D0-4225-8465-EC49AE28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1AFE62-8BC9-4E06-A910-F20CB86C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AFE500-3AB7-495F-A373-03A5B9A5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4659696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BCBBCA-8B10-44A4-BD78-69FC6BD1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AC5E1-1B0C-43A2-82D1-20FE3DB5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 oncrete as composite material, compositio...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21BB7-8E97-4CEC-9A10-7929B72C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7F21A-BF59-4B9F-932A-EF8C6D30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F05FB-032D-4A8B-8AAA-CF27605D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35247-349F-471A-8A41-AF113460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51AB5-164D-49A6-82B5-1DB8EE7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922D2-2CAF-4C4D-85F3-8EE67353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0409C-F3D0-4483-AE03-013C3DD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20F1B-A871-442D-B66D-D8CBCBE9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0E91A-B0B0-4A52-B0E7-8F4426C9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1E959-A40D-4C2E-93C0-BF0D5A24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AC66D-8187-46DD-99F6-0E56FE25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41618-AD82-481F-B67B-6220106C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CF589-3FC0-44BB-876F-E99F66FC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71F40-CE60-4C0C-880A-3F05DBF7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B4782-6A09-4782-9D40-EEE3FF34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92D69-46CE-4471-893C-BC32DF6C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57524-017E-4B0D-A836-CB0E54EF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DE4E6-263E-4196-B2EE-95D3F92F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3957B-3BDF-4B7A-ADA3-90B407D2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7560D-079C-4196-9077-A3043E2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AEE8E-5F1C-43C4-9C67-1B61393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CD598-3CE8-4FAA-A0B2-5F51FECF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6E6CD9-6192-4FC1-890E-D0D88997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45D6F-921E-4C45-9FD0-FC7D28A8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AAE8CA-F642-4C5E-B696-B59E36B8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7FA385-FBFE-467F-BAE5-D4A36A04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5979C-E2D1-4FDA-B723-5C34EE64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F61649-9C31-44AB-8F44-14F98DE4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AB7990-22FD-4F30-B050-9B3E669B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A2B997-D027-4568-8826-B225B507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61826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2026-08-24T16:02:31.0920000Z</dcterms:created>
  <dcterms:modified xsi:type="dcterms:W3CDTF">2026-08-24T16:02:31.0920000Z</dcterms:modified>
</coreProperties>
</file>