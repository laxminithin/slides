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5faeb1a63849bb" /><Relationship Type="http://schemas.openxmlformats.org/officeDocument/2006/relationships/extended-properties" Target="/docProps/app.xml" Id="R1183dce66975465c" /><Relationship Type="http://schemas.openxmlformats.org/officeDocument/2006/relationships/officeDocument" Target="/ppt/presentation.xml" Id="Ra41230993338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92a259f6140ea"/>
  </p:sldMasterIdLst>
  <p:notesMasterIdLst>
    <p:notesMasterId xmlns:r="http://schemas.openxmlformats.org/officeDocument/2006/relationships" r:id="R732ba70d185b4717"/>
  </p:notesMasterIdLst>
  <p:sldIdLst>
    <p:sldId xmlns:r="http://schemas.openxmlformats.org/officeDocument/2006/relationships" id="256" r:id="R73f790b72b864cfa"/>
    <p:sldId xmlns:r="http://schemas.openxmlformats.org/officeDocument/2006/relationships" id="257" r:id="R92a0d39a4bd04573"/>
    <p:sldId xmlns:r="http://schemas.openxmlformats.org/officeDocument/2006/relationships" id="258" r:id="R1b003d6e09df4c5b"/>
    <p:sldId xmlns:r="http://schemas.openxmlformats.org/officeDocument/2006/relationships" id="259" r:id="R8da06191ecc049fc"/>
    <p:sldId xmlns:r="http://schemas.openxmlformats.org/officeDocument/2006/relationships" id="260" r:id="R6f67bc3c9acb4772"/>
    <p:sldId xmlns:r="http://schemas.openxmlformats.org/officeDocument/2006/relationships" id="261" r:id="R709226759dee464f"/>
    <p:sldId xmlns:r="http://schemas.openxmlformats.org/officeDocument/2006/relationships" id="262" r:id="R12dea066455c425e"/>
    <p:sldId xmlns:r="http://schemas.openxmlformats.org/officeDocument/2006/relationships" id="263" r:id="R06322791aa814a64"/>
    <p:sldId xmlns:r="http://schemas.openxmlformats.org/officeDocument/2006/relationships" id="264" r:id="R6b6be4142604488c"/>
    <p:sldId xmlns:r="http://schemas.openxmlformats.org/officeDocument/2006/relationships" id="265" r:id="R8c2c5e52cf9f4702"/>
    <p:sldId xmlns:r="http://schemas.openxmlformats.org/officeDocument/2006/relationships" id="266" r:id="R500a0fe3e7274a20"/>
    <p:sldId xmlns:r="http://schemas.openxmlformats.org/officeDocument/2006/relationships" id="267" r:id="Ra8ab11291d5d4b2c"/>
    <p:sldId xmlns:r="http://schemas.openxmlformats.org/officeDocument/2006/relationships" id="268" r:id="R3004c5132343426d"/>
    <p:sldId xmlns:r="http://schemas.openxmlformats.org/officeDocument/2006/relationships" id="269" r:id="R5bf4292fc1d54943"/>
    <p:sldId xmlns:r="http://schemas.openxmlformats.org/officeDocument/2006/relationships" id="270" r:id="R0ebe722fbb3e4aff"/>
    <p:sldId xmlns:r="http://schemas.openxmlformats.org/officeDocument/2006/relationships" id="271" r:id="R5edac914cfd64be8"/>
    <p:sldId xmlns:r="http://schemas.openxmlformats.org/officeDocument/2006/relationships" id="272" r:id="Raadd794253c443ba"/>
    <p:sldId xmlns:r="http://schemas.openxmlformats.org/officeDocument/2006/relationships" id="273" r:id="Ra6f8143ab9854e03"/>
    <p:sldId xmlns:r="http://schemas.openxmlformats.org/officeDocument/2006/relationships" id="274" r:id="R4fb9d26bf0f34763"/>
    <p:sldId xmlns:r="http://schemas.openxmlformats.org/officeDocument/2006/relationships" id="275" r:id="Rba87bb76bebb4fb8"/>
    <p:sldId xmlns:r="http://schemas.openxmlformats.org/officeDocument/2006/relationships" id="276" r:id="Rc7beb324773042bc"/>
    <p:sldId xmlns:r="http://schemas.openxmlformats.org/officeDocument/2006/relationships" id="277" r:id="Re05b23f03abb480d"/>
    <p:sldId xmlns:r="http://schemas.openxmlformats.org/officeDocument/2006/relationships" id="278" r:id="R0200de7c24fe4cf4"/>
    <p:sldId xmlns:r="http://schemas.openxmlformats.org/officeDocument/2006/relationships" id="279" r:id="R51626b1b58b84216"/>
    <p:sldId xmlns:r="http://schemas.openxmlformats.org/officeDocument/2006/relationships" id="280" r:id="Rf2ad104002c74fa6"/>
    <p:sldId xmlns:r="http://schemas.openxmlformats.org/officeDocument/2006/relationships" id="281" r:id="Rb54a1244b6674c29"/>
    <p:sldId xmlns:r="http://schemas.openxmlformats.org/officeDocument/2006/relationships" id="282" r:id="R08d46dcb060649b3"/>
    <p:sldId xmlns:r="http://schemas.openxmlformats.org/officeDocument/2006/relationships" id="283" r:id="R7c9059a7a2e7495a"/>
    <p:sldId xmlns:r="http://schemas.openxmlformats.org/officeDocument/2006/relationships" id="284" r:id="R97e9d9a7872e47ea"/>
    <p:sldId xmlns:r="http://schemas.openxmlformats.org/officeDocument/2006/relationships" id="285" r:id="R83d7e494c3784deb"/>
    <p:sldId xmlns:r="http://schemas.openxmlformats.org/officeDocument/2006/relationships" id="286" r:id="R6615cadda6e3442b"/>
    <p:sldId xmlns:r="http://schemas.openxmlformats.org/officeDocument/2006/relationships" id="287" r:id="R16b614bb39af4c18"/>
    <p:sldId xmlns:r="http://schemas.openxmlformats.org/officeDocument/2006/relationships" id="288" r:id="R5e23f44148a74aa7"/>
    <p:sldId xmlns:r="http://schemas.openxmlformats.org/officeDocument/2006/relationships" id="289" r:id="Reecf5fde3f8c4f2a"/>
    <p:sldId xmlns:r="http://schemas.openxmlformats.org/officeDocument/2006/relationships" id="290" r:id="R8bba4ae00f3745e7"/>
    <p:sldId xmlns:r="http://schemas.openxmlformats.org/officeDocument/2006/relationships" id="291" r:id="Rfbd3b7ff88c24ae1"/>
    <p:sldId xmlns:r="http://schemas.openxmlformats.org/officeDocument/2006/relationships" id="292" r:id="R143d6c2356944265"/>
    <p:sldId xmlns:r="http://schemas.openxmlformats.org/officeDocument/2006/relationships" id="293" r:id="R0ec4340672794c43"/>
    <p:sldId xmlns:r="http://schemas.openxmlformats.org/officeDocument/2006/relationships" id="294" r:id="Rd192c9edf39740c5"/>
    <p:sldId xmlns:r="http://schemas.openxmlformats.org/officeDocument/2006/relationships" id="295" r:id="R182b9428df564b72"/>
    <p:sldId xmlns:r="http://schemas.openxmlformats.org/officeDocument/2006/relationships" id="296" r:id="R9e648a5dfab7416d"/>
    <p:sldId xmlns:r="http://schemas.openxmlformats.org/officeDocument/2006/relationships" id="297" r:id="Raf47d427ccf144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fb87f2a3d4c1d" /><Relationship Type="http://schemas.openxmlformats.org/officeDocument/2006/relationships/slideMaster" Target="/ppt/slideMasters/slideMaster1.xml" Id="R18e92a259f6140ea" /><Relationship Type="http://schemas.openxmlformats.org/officeDocument/2006/relationships/notesMaster" Target="/ppt/notesMasters/notesMaster1.xml" Id="R732ba70d185b4717" /><Relationship Type="http://schemas.openxmlformats.org/officeDocument/2006/relationships/presProps" Target="/ppt/presProps.xml" Id="R10c33109b5d14e78" /><Relationship Type="http://schemas.openxmlformats.org/officeDocument/2006/relationships/tableStyles" Target="/ppt/tableStyles.xml" Id="R4415e59910b5452b" /><Relationship Type="http://schemas.openxmlformats.org/officeDocument/2006/relationships/slide" Target="/ppt/slides/slide1.xml" Id="R73f790b72b864cfa" /><Relationship Type="http://schemas.openxmlformats.org/officeDocument/2006/relationships/slide" Target="/ppt/slides/slide2.xml" Id="R92a0d39a4bd04573" /><Relationship Type="http://schemas.openxmlformats.org/officeDocument/2006/relationships/slide" Target="/ppt/slides/slide3.xml" Id="R1b003d6e09df4c5b" /><Relationship Type="http://schemas.openxmlformats.org/officeDocument/2006/relationships/slide" Target="/ppt/slides/slide4.xml" Id="R8da06191ecc049fc" /><Relationship Type="http://schemas.openxmlformats.org/officeDocument/2006/relationships/slide" Target="/ppt/slides/slide5.xml" Id="R6f67bc3c9acb4772" /><Relationship Type="http://schemas.openxmlformats.org/officeDocument/2006/relationships/slide" Target="/ppt/slides/slide6.xml" Id="R709226759dee464f" /><Relationship Type="http://schemas.openxmlformats.org/officeDocument/2006/relationships/slide" Target="/ppt/slides/slide7.xml" Id="R12dea066455c425e" /><Relationship Type="http://schemas.openxmlformats.org/officeDocument/2006/relationships/slide" Target="/ppt/slides/slide8.xml" Id="R06322791aa814a64" /><Relationship Type="http://schemas.openxmlformats.org/officeDocument/2006/relationships/slide" Target="/ppt/slides/slide9.xml" Id="R6b6be4142604488c" /><Relationship Type="http://schemas.openxmlformats.org/officeDocument/2006/relationships/slide" Target="/ppt/slides/slide10.xml" Id="R8c2c5e52cf9f4702" /><Relationship Type="http://schemas.openxmlformats.org/officeDocument/2006/relationships/slide" Target="/ppt/slides/slide11.xml" Id="R500a0fe3e7274a20" /><Relationship Type="http://schemas.openxmlformats.org/officeDocument/2006/relationships/slide" Target="/ppt/slides/slide12.xml" Id="Ra8ab11291d5d4b2c" /><Relationship Type="http://schemas.openxmlformats.org/officeDocument/2006/relationships/slide" Target="/ppt/slides/slide13.xml" Id="R3004c5132343426d" /><Relationship Type="http://schemas.openxmlformats.org/officeDocument/2006/relationships/slide" Target="/ppt/slides/slide14.xml" Id="R5bf4292fc1d54943" /><Relationship Type="http://schemas.openxmlformats.org/officeDocument/2006/relationships/slide" Target="/ppt/slides/slide15.xml" Id="R0ebe722fbb3e4aff" /><Relationship Type="http://schemas.openxmlformats.org/officeDocument/2006/relationships/slide" Target="/ppt/slides/slide16.xml" Id="R5edac914cfd64be8" /><Relationship Type="http://schemas.openxmlformats.org/officeDocument/2006/relationships/slide" Target="/ppt/slides/slide17.xml" Id="Raadd794253c443ba" /><Relationship Type="http://schemas.openxmlformats.org/officeDocument/2006/relationships/slide" Target="/ppt/slides/slide18.xml" Id="Ra6f8143ab9854e03" /><Relationship Type="http://schemas.openxmlformats.org/officeDocument/2006/relationships/slide" Target="/ppt/slides/slide19.xml" Id="R4fb9d26bf0f34763" /><Relationship Type="http://schemas.openxmlformats.org/officeDocument/2006/relationships/slide" Target="/ppt/slides/slide20.xml" Id="Rba87bb76bebb4fb8" /><Relationship Type="http://schemas.openxmlformats.org/officeDocument/2006/relationships/slide" Target="/ppt/slides/slide21.xml" Id="Rc7beb324773042bc" /><Relationship Type="http://schemas.openxmlformats.org/officeDocument/2006/relationships/slide" Target="/ppt/slides/slide22.xml" Id="Re05b23f03abb480d" /><Relationship Type="http://schemas.openxmlformats.org/officeDocument/2006/relationships/slide" Target="/ppt/slides/slide23.xml" Id="R0200de7c24fe4cf4" /><Relationship Type="http://schemas.openxmlformats.org/officeDocument/2006/relationships/slide" Target="/ppt/slides/slide24.xml" Id="R51626b1b58b84216" /><Relationship Type="http://schemas.openxmlformats.org/officeDocument/2006/relationships/slide" Target="/ppt/slides/slide25.xml" Id="Rf2ad104002c74fa6" /><Relationship Type="http://schemas.openxmlformats.org/officeDocument/2006/relationships/slide" Target="/ppt/slides/slide26.xml" Id="Rb54a1244b6674c29" /><Relationship Type="http://schemas.openxmlformats.org/officeDocument/2006/relationships/slide" Target="/ppt/slides/slide27.xml" Id="R08d46dcb060649b3" /><Relationship Type="http://schemas.openxmlformats.org/officeDocument/2006/relationships/slide" Target="/ppt/slides/slide28.xml" Id="R7c9059a7a2e7495a" /><Relationship Type="http://schemas.openxmlformats.org/officeDocument/2006/relationships/slide" Target="/ppt/slides/slide29.xml" Id="R97e9d9a7872e47ea" /><Relationship Type="http://schemas.openxmlformats.org/officeDocument/2006/relationships/slide" Target="/ppt/slides/slide30.xml" Id="R83d7e494c3784deb" /><Relationship Type="http://schemas.openxmlformats.org/officeDocument/2006/relationships/slide" Target="/ppt/slides/slide31.xml" Id="R6615cadda6e3442b" /><Relationship Type="http://schemas.openxmlformats.org/officeDocument/2006/relationships/slide" Target="/ppt/slides/slide32.xml" Id="R16b614bb39af4c18" /><Relationship Type="http://schemas.openxmlformats.org/officeDocument/2006/relationships/slide" Target="/ppt/slides/slide33.xml" Id="R5e23f44148a74aa7" /><Relationship Type="http://schemas.openxmlformats.org/officeDocument/2006/relationships/slide" Target="/ppt/slides/slide34.xml" Id="Reecf5fde3f8c4f2a" /><Relationship Type="http://schemas.openxmlformats.org/officeDocument/2006/relationships/slide" Target="/ppt/slides/slide35.xml" Id="R8bba4ae00f3745e7" /><Relationship Type="http://schemas.openxmlformats.org/officeDocument/2006/relationships/slide" Target="/ppt/slides/slide36.xml" Id="Rfbd3b7ff88c24ae1" /><Relationship Type="http://schemas.openxmlformats.org/officeDocument/2006/relationships/slide" Target="/ppt/slides/slide37.xml" Id="R143d6c2356944265" /><Relationship Type="http://schemas.openxmlformats.org/officeDocument/2006/relationships/slide" Target="/ppt/slides/slide38.xml" Id="R0ec4340672794c43" /><Relationship Type="http://schemas.openxmlformats.org/officeDocument/2006/relationships/slide" Target="/ppt/slides/slide39.xml" Id="Rd192c9edf39740c5" /><Relationship Type="http://schemas.openxmlformats.org/officeDocument/2006/relationships/slide" Target="/ppt/slides/slide40.xml" Id="R182b9428df564b72" /><Relationship Type="http://schemas.openxmlformats.org/officeDocument/2006/relationships/slide" Target="/ppt/slides/slide41.xml" Id="R9e648a5dfab7416d" /><Relationship Type="http://schemas.openxmlformats.org/officeDocument/2006/relationships/slide" Target="/ppt/slides/slide42.xml" Id="Raf47d427ccf144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356375fcf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755432ba234329" /><Relationship Type="http://schemas.openxmlformats.org/officeDocument/2006/relationships/notesMaster" Target="/ppt/notesMasters/notesMaster1.xml" Id="Re52ca4930220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5f79c4e5be4ead" /><Relationship Type="http://schemas.openxmlformats.org/officeDocument/2006/relationships/notesMaster" Target="/ppt/notesMasters/notesMaster1.xml" Id="R4ad87bc7b3f84f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d156014f76406b" /><Relationship Type="http://schemas.openxmlformats.org/officeDocument/2006/relationships/notesMaster" Target="/ppt/notesMasters/notesMaster1.xml" Id="R62f21996df6946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3012711a14480c" /><Relationship Type="http://schemas.openxmlformats.org/officeDocument/2006/relationships/notesMaster" Target="/ppt/notesMasters/notesMaster1.xml" Id="Re3e23570c5a6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44bb7216a4dcc" /><Relationship Type="http://schemas.openxmlformats.org/officeDocument/2006/relationships/notesMaster" Target="/ppt/notesMasters/notesMaster1.xml" Id="R6e6c5f6f1f2f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2c14166f1d4faf" /><Relationship Type="http://schemas.openxmlformats.org/officeDocument/2006/relationships/notesMaster" Target="/ppt/notesMasters/notesMaster1.xml" Id="Re7d68d2c44c2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d0308e2c444c8" /><Relationship Type="http://schemas.openxmlformats.org/officeDocument/2006/relationships/notesMaster" Target="/ppt/notesMasters/notesMaster1.xml" Id="Rafdac527f7db41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178e2667245b6" /><Relationship Type="http://schemas.openxmlformats.org/officeDocument/2006/relationships/notesMaster" Target="/ppt/notesMasters/notesMaster1.xml" Id="R3f33db90c8084f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728684c514420" /><Relationship Type="http://schemas.openxmlformats.org/officeDocument/2006/relationships/notesMaster" Target="/ppt/notesMasters/notesMaster1.xml" Id="Rb8297024d05947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97f0fc9c914303" /><Relationship Type="http://schemas.openxmlformats.org/officeDocument/2006/relationships/notesMaster" Target="/ppt/notesMasters/notesMaster1.xml" Id="R9e6ceae3993a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c545e85f424bb9" /><Relationship Type="http://schemas.openxmlformats.org/officeDocument/2006/relationships/notesMaster" Target="/ppt/notesMasters/notesMaster1.xml" Id="R86084f4b228c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680c269ecd410e" /><Relationship Type="http://schemas.openxmlformats.org/officeDocument/2006/relationships/notesMaster" Target="/ppt/notesMasters/notesMaster1.xml" Id="R134001f839de49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b44047efb74311" /><Relationship Type="http://schemas.openxmlformats.org/officeDocument/2006/relationships/notesMaster" Target="/ppt/notesMasters/notesMaster1.xml" Id="R46be8a6c086f4d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93d048bf854a6a" /><Relationship Type="http://schemas.openxmlformats.org/officeDocument/2006/relationships/notesMaster" Target="/ppt/notesMasters/notesMaster1.xml" Id="R9f58f6e5712249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0c83923a884517" /><Relationship Type="http://schemas.openxmlformats.org/officeDocument/2006/relationships/notesMaster" Target="/ppt/notesMasters/notesMaster1.xml" Id="Ra3f8b59f478a46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3062927f8f4444" /><Relationship Type="http://schemas.openxmlformats.org/officeDocument/2006/relationships/notesMaster" Target="/ppt/notesMasters/notesMaster1.xml" Id="Rba4773a4f7ef40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0fb9f1c0354ef4" /><Relationship Type="http://schemas.openxmlformats.org/officeDocument/2006/relationships/notesMaster" Target="/ppt/notesMasters/notesMaster1.xml" Id="Ra376813b44904d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ed44ee8846419e" /><Relationship Type="http://schemas.openxmlformats.org/officeDocument/2006/relationships/notesMaster" Target="/ppt/notesMasters/notesMaster1.xml" Id="Rf5c47874d8624b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4ea5c0cdbb404c" /><Relationship Type="http://schemas.openxmlformats.org/officeDocument/2006/relationships/notesMaster" Target="/ppt/notesMasters/notesMaster1.xml" Id="R70992284732741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b22c790cc84a13" /><Relationship Type="http://schemas.openxmlformats.org/officeDocument/2006/relationships/notesMaster" Target="/ppt/notesMasters/notesMaster1.xml" Id="Rd67b1169287644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53b51179e84070" /><Relationship Type="http://schemas.openxmlformats.org/officeDocument/2006/relationships/notesMaster" Target="/ppt/notesMasters/notesMaster1.xml" Id="R5ed1a604901848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122f06ea9b4bb5" /><Relationship Type="http://schemas.openxmlformats.org/officeDocument/2006/relationships/notesMaster" Target="/ppt/notesMasters/notesMaster1.xml" Id="R258acb5a383d42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f13a3ebc96474b" /><Relationship Type="http://schemas.openxmlformats.org/officeDocument/2006/relationships/notesMaster" Target="/ppt/notesMasters/notesMaster1.xml" Id="Rb03edb92e24f4c3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eac7f3a2824ad8" /><Relationship Type="http://schemas.openxmlformats.org/officeDocument/2006/relationships/notesMaster" Target="/ppt/notesMasters/notesMaster1.xml" Id="R26cf7eac5fc141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8c5f27f4884976" /><Relationship Type="http://schemas.openxmlformats.org/officeDocument/2006/relationships/notesMaster" Target="/ppt/notesMasters/notesMaster1.xml" Id="Ref730df99d4b4f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57c6e1f8104ef6" /><Relationship Type="http://schemas.openxmlformats.org/officeDocument/2006/relationships/notesMaster" Target="/ppt/notesMasters/notesMaster1.xml" Id="R4b33439632a446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c272b2520b46d3" /><Relationship Type="http://schemas.openxmlformats.org/officeDocument/2006/relationships/notesMaster" Target="/ppt/notesMasters/notesMaster1.xml" Id="Rcc5a49e942454b1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97328251594407" /><Relationship Type="http://schemas.openxmlformats.org/officeDocument/2006/relationships/notesMaster" Target="/ppt/notesMasters/notesMaster1.xml" Id="R34979f36818640f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f6788d4a0d4332" /><Relationship Type="http://schemas.openxmlformats.org/officeDocument/2006/relationships/notesMaster" Target="/ppt/notesMasters/notesMaster1.xml" Id="Rde92221abed444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b28173ecb54a6d" /><Relationship Type="http://schemas.openxmlformats.org/officeDocument/2006/relationships/notesMaster" Target="/ppt/notesMasters/notesMaster1.xml" Id="R8a642ea69d8648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9317de22224a8f" /><Relationship Type="http://schemas.openxmlformats.org/officeDocument/2006/relationships/notesMaster" Target="/ppt/notesMasters/notesMaster1.xml" Id="Rd3d75775607c4e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70316756cbb4285" /><Relationship Type="http://schemas.openxmlformats.org/officeDocument/2006/relationships/notesMaster" Target="/ppt/notesMasters/notesMaster1.xml" Id="R22586d9aad3142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e888e7dea5408c" /><Relationship Type="http://schemas.openxmlformats.org/officeDocument/2006/relationships/notesMaster" Target="/ppt/notesMasters/notesMaster1.xml" Id="R0d42591e743347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f995e643df74b63" /><Relationship Type="http://schemas.openxmlformats.org/officeDocument/2006/relationships/notesMaster" Target="/ppt/notesMasters/notesMaster1.xml" Id="Rcaf1df36b07d451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11a77d4e5bb42c1" /><Relationship Type="http://schemas.openxmlformats.org/officeDocument/2006/relationships/notesMaster" Target="/ppt/notesMasters/notesMaster1.xml" Id="R5115a03ce3054bb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09847ad8b74c76" /><Relationship Type="http://schemas.openxmlformats.org/officeDocument/2006/relationships/notesMaster" Target="/ppt/notesMasters/notesMaster1.xml" Id="Ra07a7201ffd1426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02811c22f224d89" /><Relationship Type="http://schemas.openxmlformats.org/officeDocument/2006/relationships/notesMaster" Target="/ppt/notesMasters/notesMaster1.xml" Id="R8e8cd4e5557441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785051d76f24e89" /><Relationship Type="http://schemas.openxmlformats.org/officeDocument/2006/relationships/notesMaster" Target="/ppt/notesMasters/notesMaster1.xml" Id="R484d16974f074bd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7171c5f24da4874" /><Relationship Type="http://schemas.openxmlformats.org/officeDocument/2006/relationships/notesMaster" Target="/ppt/notesMasters/notesMaster1.xml" Id="Rb3101bb6621a4d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a7f0d2a5eb94214" /><Relationship Type="http://schemas.openxmlformats.org/officeDocument/2006/relationships/notesMaster" Target="/ppt/notesMasters/notesMaster1.xml" Id="R9032b618eff9479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675f448041a49cb" /><Relationship Type="http://schemas.openxmlformats.org/officeDocument/2006/relationships/notesMaster" Target="/ppt/notesMasters/notesMaster1.xml" Id="Rec33989173a14fd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796aeea907b4b50" /><Relationship Type="http://schemas.openxmlformats.org/officeDocument/2006/relationships/notesMaster" Target="/ppt/notesMasters/notesMaster1.xml" Id="Ra695205bfb5646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f955e44ae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2acd51d8b14706" /><Relationship Type="http://schemas.openxmlformats.org/officeDocument/2006/relationships/slideLayout" Target="/ppt/slideLayouts/slideLayout1.xml" Id="R5d56d5b43945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6d5b43945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868c80b3343ff" /><Relationship Type="http://schemas.openxmlformats.org/officeDocument/2006/relationships/notesSlide" Target="/ppt/notesSlides/notesSlide1.xml" Id="Rb95a0644024f48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bc02f6f248fe" /><Relationship Type="http://schemas.openxmlformats.org/officeDocument/2006/relationships/notesSlide" Target="/ppt/notesSlides/notesSlide2.xml" Id="R8dc96b836bc341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5d692a83e4327" /><Relationship Type="http://schemas.openxmlformats.org/officeDocument/2006/relationships/notesSlide" Target="/ppt/notesSlides/notesSlide3.xml" Id="Rb5d363c9132c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1386fa7574bae" /><Relationship Type="http://schemas.openxmlformats.org/officeDocument/2006/relationships/notesSlide" Target="/ppt/notesSlides/notesSlide4.xml" Id="R802170747231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99c23a5154655" /><Relationship Type="http://schemas.openxmlformats.org/officeDocument/2006/relationships/notesSlide" Target="/ppt/notesSlides/notesSlide5.xml" Id="R131f5b04eff5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cb5e3349044f2" /><Relationship Type="http://schemas.openxmlformats.org/officeDocument/2006/relationships/notesSlide" Target="/ppt/notesSlides/notesSlide6.xml" Id="Rfb21e7eb2b26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744f20ff54fb2" /><Relationship Type="http://schemas.openxmlformats.org/officeDocument/2006/relationships/notesSlide" Target="/ppt/notesSlides/notesSlide7.xml" Id="Rc83784a7a9fd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056beea844d51" /><Relationship Type="http://schemas.openxmlformats.org/officeDocument/2006/relationships/notesSlide" Target="/ppt/notesSlides/notesSlide8.xml" Id="R7fc60bddbc4b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f8af3d85c4c81" /><Relationship Type="http://schemas.openxmlformats.org/officeDocument/2006/relationships/notesSlide" Target="/ppt/notesSlides/notesSlide9.xml" Id="R6ee1cae34c30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eb9c64dbc4f5e" /><Relationship Type="http://schemas.openxmlformats.org/officeDocument/2006/relationships/notesSlide" Target="/ppt/notesSlides/notesSlide10.xml" Id="R6c9bf203e23149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1a460d10440c" /><Relationship Type="http://schemas.openxmlformats.org/officeDocument/2006/relationships/notesSlide" Target="/ppt/notesSlides/notesSlide11.xml" Id="R22efb5f124594d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23efc47464da1" /><Relationship Type="http://schemas.openxmlformats.org/officeDocument/2006/relationships/notesSlide" Target="/ppt/notesSlides/notesSlide12.xml" Id="Ra7941e4dd81440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9a0ce30034cf5" /><Relationship Type="http://schemas.openxmlformats.org/officeDocument/2006/relationships/notesSlide" Target="/ppt/notesSlides/notesSlide13.xml" Id="Rb93df086cba643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2521f189b4c0c" /><Relationship Type="http://schemas.openxmlformats.org/officeDocument/2006/relationships/notesSlide" Target="/ppt/notesSlides/notesSlide14.xml" Id="R7830c069bbfb4d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458fcb15d4b49" /><Relationship Type="http://schemas.openxmlformats.org/officeDocument/2006/relationships/notesSlide" Target="/ppt/notesSlides/notesSlide15.xml" Id="Ra3aac448ed9042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5fb5be4c241c3" /><Relationship Type="http://schemas.openxmlformats.org/officeDocument/2006/relationships/notesSlide" Target="/ppt/notesSlides/notesSlide16.xml" Id="R71c3648a19c94d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942bc0f10480f" /><Relationship Type="http://schemas.openxmlformats.org/officeDocument/2006/relationships/notesSlide" Target="/ppt/notesSlides/notesSlide17.xml" Id="R8465ac0247d44c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d18c8822e4cb0" /><Relationship Type="http://schemas.openxmlformats.org/officeDocument/2006/relationships/notesSlide" Target="/ppt/notesSlides/notesSlide18.xml" Id="Rd09e9ebaf55845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8ef59bbfa4050" /><Relationship Type="http://schemas.openxmlformats.org/officeDocument/2006/relationships/notesSlide" Target="/ppt/notesSlides/notesSlide19.xml" Id="R9f782147d5e449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b3a484d5f48ec" /><Relationship Type="http://schemas.openxmlformats.org/officeDocument/2006/relationships/notesSlide" Target="/ppt/notesSlides/notesSlide20.xml" Id="R1551554ec0c84f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140d439644584" /><Relationship Type="http://schemas.openxmlformats.org/officeDocument/2006/relationships/notesSlide" Target="/ppt/notesSlides/notesSlide21.xml" Id="Rb6896d26c4f54eb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58725ee1b49de" /><Relationship Type="http://schemas.openxmlformats.org/officeDocument/2006/relationships/notesSlide" Target="/ppt/notesSlides/notesSlide22.xml" Id="Rade1d09c388447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ae85618404438" /><Relationship Type="http://schemas.openxmlformats.org/officeDocument/2006/relationships/notesSlide" Target="/ppt/notesSlides/notesSlide23.xml" Id="R58c1f192ab054d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239f90fcd454a" /><Relationship Type="http://schemas.openxmlformats.org/officeDocument/2006/relationships/notesSlide" Target="/ppt/notesSlides/notesSlide24.xml" Id="Rcd414f26f2ab44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809369a94021" /><Relationship Type="http://schemas.openxmlformats.org/officeDocument/2006/relationships/notesSlide" Target="/ppt/notesSlides/notesSlide25.xml" Id="Rcadc779067e941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01a8d8d0b4284" /><Relationship Type="http://schemas.openxmlformats.org/officeDocument/2006/relationships/notesSlide" Target="/ppt/notesSlides/notesSlide26.xml" Id="Rb2910d9766f2482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c07303eb04ff0" /><Relationship Type="http://schemas.openxmlformats.org/officeDocument/2006/relationships/notesSlide" Target="/ppt/notesSlides/notesSlide27.xml" Id="Rd487e0d2ab3c47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9150793144bd" /><Relationship Type="http://schemas.openxmlformats.org/officeDocument/2006/relationships/notesSlide" Target="/ppt/notesSlides/notesSlide28.xml" Id="R0cbc2df5573f4db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e179d31924914" /><Relationship Type="http://schemas.openxmlformats.org/officeDocument/2006/relationships/notesSlide" Target="/ppt/notesSlides/notesSlide29.xml" Id="R59eebfd994524b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ac7824d3c46e6" /><Relationship Type="http://schemas.openxmlformats.org/officeDocument/2006/relationships/notesSlide" Target="/ppt/notesSlides/notesSlide30.xml" Id="R26649a5a4c9e40a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7c58e11b84aa6" /><Relationship Type="http://schemas.openxmlformats.org/officeDocument/2006/relationships/notesSlide" Target="/ppt/notesSlides/notesSlide31.xml" Id="R4e3ee777a61642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b212cf1743f3" /><Relationship Type="http://schemas.openxmlformats.org/officeDocument/2006/relationships/notesSlide" Target="/ppt/notesSlides/notesSlide32.xml" Id="R80761a3a071b48d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e8ef971574f43" /><Relationship Type="http://schemas.openxmlformats.org/officeDocument/2006/relationships/notesSlide" Target="/ppt/notesSlides/notesSlide33.xml" Id="R80316a40ea05444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5d9783b1942c8" /><Relationship Type="http://schemas.openxmlformats.org/officeDocument/2006/relationships/notesSlide" Target="/ppt/notesSlides/notesSlide34.xml" Id="Rfdf50b4f12f9478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73af886c4977" /><Relationship Type="http://schemas.openxmlformats.org/officeDocument/2006/relationships/notesSlide" Target="/ppt/notesSlides/notesSlide35.xml" Id="R07f402ea910944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776b629cf44e0" /><Relationship Type="http://schemas.openxmlformats.org/officeDocument/2006/relationships/notesSlide" Target="/ppt/notesSlides/notesSlide36.xml" Id="R0d81586b380d430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ecdacfe824dda" /><Relationship Type="http://schemas.openxmlformats.org/officeDocument/2006/relationships/notesSlide" Target="/ppt/notesSlides/notesSlide37.xml" Id="R29c514d6319443e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dc68f50a4c8f" /><Relationship Type="http://schemas.openxmlformats.org/officeDocument/2006/relationships/notesSlide" Target="/ppt/notesSlides/notesSlide38.xml" Id="R296ea5bf0c254a5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f61107627419f" /><Relationship Type="http://schemas.openxmlformats.org/officeDocument/2006/relationships/notesSlide" Target="/ppt/notesSlides/notesSlide39.xml" Id="R4f818d0dc68d497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c60bf963a4b4b" /><Relationship Type="http://schemas.openxmlformats.org/officeDocument/2006/relationships/notesSlide" Target="/ppt/notesSlides/notesSlide40.xml" Id="R18840ea0a0254eb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0095795f74ebf" /><Relationship Type="http://schemas.openxmlformats.org/officeDocument/2006/relationships/notesSlide" Target="/ppt/notesSlides/notesSlide41.xml" Id="Re6593f15e02a44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5644ce404edd" /><Relationship Type="http://schemas.openxmlformats.org/officeDocument/2006/relationships/notesSlide" Target="/ppt/notesSlides/notesSlide42.xml" Id="Rbab3d8bcf98f45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396B7-8E78-46A1-83E5-807B30FA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87EB2-5C6C-4D44-B225-4B612BFE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4B729-48FC-4480-B0B9-38307B7D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B1583-96D1-4E3B-9FAF-25DE944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F3EA4-8CD9-487D-9AB3-FBDDDFA3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7EFE6-C861-4472-A707-EFCA145D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587F7-F487-4971-8BC9-E571216D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E19F1-F818-487C-8CF6-4E887E3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C7851-D5C8-4985-94E3-D16D846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F1FF5-8D20-4050-A34D-14CD3B88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2916F-F027-4481-8321-D9ACEE53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97F48-373F-4C9B-999A-5DBEC00A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28515-A4F4-40C7-B4F2-DF9DD69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7494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A74F4-08D1-420D-99DA-3885BB2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F93E-B439-4CC0-BB93-B5A5EEB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7D75-9A80-4941-9F46-2650F8F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86AC8-745F-436A-9F87-DAAAB8A7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139CD-EDFD-469E-BF79-450141F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B3DB0-8BEC-4299-990D-255A90CD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A6F01-BFD8-4A0A-AD53-255202CC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F80C0-68E3-4F46-BB48-F6EF35F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12722-1355-4DCA-A887-9ADE1530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72AAB-036E-478F-870C-4BF2F81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0B2BC-40A4-40EA-9BB3-931A98D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E9950-2464-4233-9A1E-9AEA91E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64784-6416-4E4D-97D2-ACE2A25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F7414-7BB6-42DE-8E46-2E613D4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E5C9E-EF5D-4602-B99C-46ACA05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0213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7B6B1-EA1B-4871-BCC2-AFB331B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98240-42A8-41D5-B5D1-A6D5E18C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05816-AA9F-4D07-A907-8E9BFC9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64845-1094-4314-B6C5-EA42293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0077F-01D8-430B-B9BF-BEA0B60E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7BBA3-4F41-42FE-B492-54B36FF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E6756-1AC7-458D-91D2-252FE4B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E7B24-586B-4D95-A773-0EF890DA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B971D-2A4B-44A6-B422-9203EEF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C41FF-BE74-4E98-B38A-34707A2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7056A-451A-4A75-8465-3CA6B8C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927DB-B633-4070-838F-B924DFEF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EABE1-C022-4E29-97EC-0C20283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548C2-EAC0-4646-8898-5D43980E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7E802-D240-4200-A068-60CEDCC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962D6-C6F9-4846-A477-9036635C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C1911-FECD-4C20-AC84-BD8B97F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F09B1-3769-4C58-B656-52DD7B31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44B7F-A8C5-4ACE-B171-4F907C7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D8CB1-E620-4E34-8451-EF926316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A00B4-F7C4-4918-A028-A1383EB9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E6270-98B9-4328-AC41-768E2DE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658E8-11C3-4561-936B-15DD6E2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E9C80-C296-4DC2-B738-8C4FCB3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A13F1-ED75-42EE-84EC-1E3F751A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C715C-131D-4104-B3B7-AEC30E1A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719C3-912A-47BD-B812-1A39584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B5E3F-CD26-489B-925F-63ECCF95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B31FF-DC57-410A-98D1-EB70B05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F7C91-BB50-4C81-A3E7-F8F84E7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step block. Conversion of simple isometric drawings into...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95443-934F-4DF6-A178-4D95C96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CE108-D74F-40E4-BC2A-742831A6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61446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FB48D-7FAA-438F-8395-A46F981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4094-A902-475A-8A68-8BA2B17E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E8DC4-A8A3-4843-BB22-4924B599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2755-2BAC-41B6-886F-FBA6E00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6B046-4FB9-4D38-BB85-837480CD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66960-595F-4120-8488-CE58AD11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71A5D-1855-4531-A2D4-FD91CB9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91603-F7A7-4A01-86B1-39F724C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CE2B9-B82A-431B-A931-F347909B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95FE4-FDA2-413D-BEBE-965E05DC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55350-0C75-4EC6-A343-C479F2C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78BEF-DD9C-42C4-B433-5293341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F2B27-0599-4089-A05E-4071C92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69C9A-1A74-49C9-A596-3F8A0C1F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CA165-CA1C-4BC7-B267-4BD0C1E6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DF30D-FCDA-4F8D-A047-9F1C8CD5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D4100-CE32-4BE0-8F4F-80A4EEE5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F9EF1-1174-49D8-8FA6-6ECD96DB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37A71-FFB3-4E23-A81F-B3B0548B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38249-45E7-4888-A2B1-B0A9B92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B07F8-7BF2-40F4-BEA5-7E1B0E3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81899-8D4A-4324-BCF8-E3F74BBB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E8285-5F13-441C-AEB8-1B07D9F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0C0D8-ACFE-4E22-A017-A950317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6D0DB-4876-42E2-8155-85AF291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15ECE-35C4-496C-8730-31573AF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13967-FFF5-4285-9B67-44CEA03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83337-AF6A-491B-B3EF-698E466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051F4-3EA1-44BE-81FF-554ACAD5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95370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9D01E-3B34-49C7-898A-3CC4C1D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2ABF1-B309-4C50-BC30-BA22C85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34B23-C5B2-45DB-A9E5-7E7CE21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15F2B-1693-4770-8D5C-7AF6BBF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F3F01-B6D6-4222-9A77-FFFDB17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Isometric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B64DA-E882-4F8A-84A9-5CCE80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68D03-1FA2-4543-8813-9E3A9BE6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B25B3-D566-439B-BB2E-CAD375A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13D26-2FA6-44AE-9D77-A2F57EA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AB0BB-5BF3-463B-8FAA-2BC63ECE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hexahedron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6E5B-EBE2-45D9-A8B1-08CB595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9160F-5158-465E-B2A5-E73754D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EA6B8-4D68-4361-ABB8-4B1706C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C3836-09E3-456F-8DB1-9B3D17F4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68DC5-8F4F-49D9-A4E0-C67A7989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DC8AF-DC6D-4B77-8C88-1034DBC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22972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CF98C-983A-43BD-B51A-DA93F24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DF0E8-1B78-462B-867D-023E11EA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1F465-A01F-440B-95E6-4A0EE03A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87DF6-30E7-4937-9DC2-E5925210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C39FA-35FE-4818-828B-5DE299C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1AC68-424A-4A16-BCE6-25854D1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Views: Introduction to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56635-5B40-4451-8FCD-97370654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08623-04C6-44EE-9EBB-DF3DFE0B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33623-8456-4059-A2D7-2D56012E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AE6D0-588B-4CD7-9627-C67316AC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E66D0-EE84-47F7-A852-44A6F39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5767D-2D2B-4F78-A3E4-4CB4739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FD66A-628D-426B-B57C-B96D036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974CE-E76D-4EF7-9A59-432DCEA0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81C5F-4CA9-4ACB-A2DA-6AE82FA8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84481-6F39-4178-9792-0EDE618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80044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929B4-72BE-4D6C-8018-7E6D57C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45859-4BE0-4487-8D46-EC04194C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2F11C-A41B-4803-A5E6-3F7C632D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ED638-CEB0-4925-AB61-9AFAB641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82FDB-B0BC-4A12-8236-8E61D5D8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25161-2676-47FE-BE84-F1100922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89FB-3518-4E23-BEB8-D37EEF50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B7098-BDA9-4156-95A8-B531650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EE326-28D5-41C9-B534-62572608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B4BF2-3F84-48B8-85CC-70E39D40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2BF3C-77FB-4885-AAF1-C8206BE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A4B28-04AE-436C-94B3-DC301B05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E8859-255C-4FB4-A08D-5DCCC37D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E83AD-9758-45B3-BBBF-22013AE4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3010D-0E9D-48B2-9F54-6E4F840F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BB728-D891-4FA9-93E2-FB31167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F577A-FBB2-4068-9233-E732A9F3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30B40-3F55-403E-8E36-35D2480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093C6-E711-4924-A019-FB6E92D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D4D40-0C2A-4A84-AB4B-5F933FDF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76C79-1CD3-493E-A897-2E46089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9E105-960E-4911-8D0C-2DB0158D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3E034-DDE0-44A6-849C-EE7A7540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71296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1D8BC-D0E1-4555-8F66-827A5CBD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7D167-3BD9-4DAF-A4D3-B16FEED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5927F-342A-46A7-94C7-C74A5267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C1C02-4D2B-486B-82D4-3F477AA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4E71E-5960-4DA7-8E5A-CE8322FE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D71C9-9D28-4B86-BA4A-2DAA5A1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B1386-49B2-4150-B413-BF664BD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BF509-D25E-4257-A7A5-5F81DA8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69DB3-D4F2-4E1E-B942-1543465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B701-BC11-4CB6-BAE5-BEB49C6C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51BA0-0A86-4678-AD90-38A89D56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09516-12BC-47C2-910C-33E5237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55A3A-4DD4-49D4-9692-80D7EEB1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08D43-54B3-4CBD-8FBF-7162044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F1E88-8E84-4CFE-A25C-DE6FD60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06549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75567-E0B0-41A6-80CB-86781AA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8F5D-37B2-41BC-9A3D-1A3808D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84E28-674F-480A-8390-A2A50BE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9FCCF-7C2B-413A-A261-AB73F35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6FD14-E18A-4089-A2E2-DCFF3D40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6FC89-E71A-4C60-A000-DAB9AAB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Views: Introduction to Isometric 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D5B8A-E3CC-47C6-97F3-6465D94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78E00-4EBB-4EE8-8C35-15128599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E3166-5718-4148-BB09-3F8AC4D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0E8E3-2DCA-4470-8EF3-20FC6553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36820-C331-47AF-B798-4E8CD5C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64624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F0953-6F5C-4EDA-8EEA-A1823050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89F32-B77F-46BC-8547-DA48610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56040-CF8B-4836-BF27-F2C6B78E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BFE1B-525E-4320-8EF1-04ADD36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867A6-6E42-4706-81C4-9E0EF23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3D608-2334-4504-A2F4-FCC1FAE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projections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FF01B-BFA7-4A5C-BECB-62934E1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A0FBA-300F-4642-9346-F52CFD7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482D-B1BA-416D-B143-25F67C9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F14C2-61BE-44F9-A9F7-748311FE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9B542-FAB2-4874-AF57-035DA8E5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937C4-4854-41B7-846A-69F0689D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D4B8A-4348-4EAE-B048-DF903CF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03076-FDCE-44F1-B523-C5A6D939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DB08F-1406-4755-BD32-890AF824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435D5-09D6-4163-9102-16E937A6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71950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33113-6222-4799-90E6-349EFFB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923AA-9D26-405F-BE5D-2107C3E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856D4-55A1-4FD0-995E-5DF4A39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1D60B-BBD7-4C17-9864-7FF66338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22A8-7059-4A34-89A9-6F74D30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45A10-F7BD-426F-B4B6-74CE7980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4380F-49B8-4701-A192-31C2313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60CF8-D730-4F53-87EE-66A3EF63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C1271-EF62-41C2-B50E-1EE93BCC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projecti...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D0033-5424-45CA-98E1-4201C55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86F10-9568-4961-8403-4FB3974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D88C1-DBC3-4EF6-A996-CB73F28E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3AD15-A49A-48F0-9A1C-64ECC26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92C7-BB2B-4E6C-80B7-2D9B9064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218F7-CFAF-4F0C-AA70-B0DE54D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8BFD9-C3EC-46A9-9E44-50AA0E9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C978D-7673-4594-A560-3F27C9E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543E8-8A48-4199-AF5E-C9C5DE93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projec...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D3DC4-0B2D-43CC-8A76-CD5C79C5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B11EF-A997-4EEA-9B6F-DB10456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7A7DD-CDBC-46EC-9385-D5A3D1B9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proj...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1F7F5-5DAD-4319-BC5E-B69910B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060D6-D50D-4063-8145-D980557F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70453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E6514-9B02-4772-A564-083F8B0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4881-0C09-4527-BD85-CFEB4480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AE1C2-23C9-463E-BAEF-F152FEC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751DF-FFA6-473D-8538-36B191D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117D4-6ECE-4FD8-A3DD-8286AF56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E4D4A-5F7A-4258-BFE2-427FBCA0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1BDFA-A998-4B38-B2A7-1472D943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78D2D-C910-4CF9-892E-EC75EFD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43703-0C5E-4975-9120-BAFA828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5DE01-3ABC-4245-9C55-548851A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21833-5D80-45B5-9A0D-F2BBE9C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36518-20C5-4A30-9095-D548731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1A276-1AB3-4B40-9047-E040187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96361-6CF0-4C6A-B890-53816EC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F3E38-C555-4053-842B-21B3DE28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85460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56A6A-7D8A-4560-9B03-FB625FC9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AE83A-9256-4F44-B1DA-F77EC525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EABBB-33E4-4D69-B7F8-7BCFE52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13795-2A99-4205-B087-BEDB0A8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F5530-884F-44B6-A164-A5850B55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863E-7D54-4BAA-BD23-86CA193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projections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D0AD9-3E72-4694-B590-BB66C55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CA4D0-6F4F-48E1-8389-A9AAA5C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E8491-F0DB-49F8-A220-B2B02B9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94E8C-3745-4C69-B7D9-69B8BEFE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0E899-DD5B-46AF-861E-B073C149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121919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D1C9F-A742-4C63-BDC2-F8BF5FB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3E134-679F-4189-A327-4FDDE67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0962D-05DA-452C-BA17-6A94FB30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67E43-AA21-476C-AAA1-B607A33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4AFE-F7CA-4411-90CE-A54188DC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D2153-CC3F-468F-937D-A301062A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scale. Isometric view of hexahe...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D20E2-8A34-4367-8250-238BA19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722C-1186-47F4-93B5-27E8BC6A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154A3-0BD1-4370-B12B-6584400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E890B-E2EC-4BEE-9343-D1E722C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B5887-B78C-4259-B0A0-525E287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F61C9-B3BE-40F3-8188-3FE829B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3A5B9-9505-4A42-A2C3-E20FC71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DCA3E-008C-42BD-874B-6BEEE10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05CD0-8696-4C89-B45F-2A84CC0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53DF4-A95A-484D-B5A8-1E8A6A4B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41424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2A7AA-1FA5-44F6-A0F8-4CFECA58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867F6-017C-422C-9E27-6D3B7C91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C14F3-C9F9-4A01-ABE6-F2EE8D1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4F455-895C-4279-850C-748D8D4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28D78-169F-4B1C-8559-D34359F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4CECB-6823-4F41-BE68-73D8C6B1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E99C8-10E0-4019-83CC-8F77147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16222-F747-4185-9D0A-7B93DD15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F3767-720D-4168-ADA0-0ACFC4E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scale.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CC245-5041-4280-9E8F-8C77D8F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14528-A97A-4AA8-9C06-8C81F716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3A562-2608-4CE9-BA07-52AB173D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BFF12-908C-4D6F-93F4-4B1EBB5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755AA-70CD-43CB-9F05-802DD34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ACAB-577C-4903-9410-6C1ADA78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E084D-580C-4FC9-8DF0-D69F264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678CB-5C7A-4A44-A37E-02D0ABB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BCA02-3FAE-4D03-B86E-E5D77E0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scale....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9D178-D875-4CEB-9CFA-972CDF5C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B9B26-6685-436C-8127-2C930E1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2E029-97DC-48CA-9746-D0C7F0D6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scal...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86755-1112-4A3A-A05A-749C303B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F5B49-1CC5-4032-9C25-CFDF1555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02812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52063-705A-4DA3-A0E9-8DDA600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A902F-B4DF-4BD6-9E7B-68E54D15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819B1-7CDC-42F2-B5A3-EEB7BE1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555B-CE8E-4598-85EF-297B693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C0CC-FAAB-429D-93C6-05E0AFA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4A558-0FE8-4C47-BB22-8CFFCC9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D14AC-E4CA-4A1E-B042-181D7F3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7039-A693-4E88-A0A2-56C8678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7AC09-42BD-432E-AE7F-D32E047A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0655C-04D1-40B4-9257-1C97E64D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E4553-25DD-4093-A559-FE1BFF4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27527-8086-44D1-9588-6430F856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26A5C-4800-40D2-AB04-6D9B1A6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E722E-9178-4A52-843D-BB5B409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FD22-CBE9-4299-AE7D-B50A0317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006985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65480-CA91-4318-8208-8ED8579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1F438-4CCC-485D-A930-B835618C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8A6E5-CEE4-40EC-A0DF-8B623A54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E0FBB-D1B3-4BE2-BF9C-4AF8F07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AB96A-5983-4734-B817-4BD38EE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3DBF-EF25-4454-91DD-C051A268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scale. Isometric view of hexahedron (cube)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D8161-A152-47F1-8128-C1DE29DC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9DCC-09F2-497F-AD99-9757D88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F2359-70AF-4806-856A-2C75F55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12C97-AE16-4792-9170-0F9BBCA1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A5675-3D38-4D07-B503-50B3229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817171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5994F-3C87-4DB6-AF54-741FD0DE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9B8EC-D43C-4C9E-B99B-4D9013EC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F71BB-CFC8-42AD-ABF8-764627C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56A03-EA85-4E7C-9164-5D77F8DF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E80D-B290-4B52-AB8E-73E1C649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CAE8D-A8E0-4196-AC3D-A766A95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 regular prisms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53A28-67DA-45CB-AFC7-F1983A9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EEBD1-8EA3-43E5-97C2-583971E4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31703-20A3-484E-9056-848E229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8B07C-D6A2-496D-B06C-EE94312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42A3F-FB29-4837-B036-5848DE69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633E8-81B0-4655-BE5E-DDF1E5C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4C753-43DF-4AC4-8011-DF29430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0D490-CED5-4829-879A-570A87F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42BD5-17E9-4347-B99C-BC4416FD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45A3B-05C8-4D94-A799-36C6B65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100265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8570E-AD86-4C83-97C2-3E45E79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CBC9A-7F82-4CAC-AAA9-A4AB7D3F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66C82-8840-40F3-93C9-8682245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B9ACA-F2E9-4254-834C-D594C7D1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4035F-EC94-4417-B82D-08F7018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7F4AB-A38E-4BE2-A6F8-982FF82A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43E36-E1C1-4580-89EC-98B0C7D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A69AD-6745-4A4B-B6A3-60C4EBE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15885-0626-42E1-B511-E3C1CE2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right regular pris...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33CF8-547A-4A5F-AF04-95E33E1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6D97C-A8E4-4148-AE86-A7770C24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29834-33BF-4990-833B-2814FAE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right regul...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31A72-D02A-461C-84B7-653244F0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BDCC5-1E8C-4572-9798-46AC3E9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14A52-18B7-44F5-B98C-EC0E917C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right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EB94C-8D11-4F24-A9AD-5B284D3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A6C39-C93D-4DAB-8F70-1322E028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23134-6048-49A3-8F3A-E6C7AB6E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right regular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458C4-6407-4846-BA75-F3B205C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B2941-7460-4599-B456-D482CA99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0E2B3-A270-4360-94B6-F363795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right regular...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851C0-6CF3-482C-9B53-EE06255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70BD-A830-492F-A886-2D379AF7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761481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CCB68-A6E0-476A-B9FC-2EF79B7F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54496-FF76-408F-AB11-E837198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A013-B7D7-4BCB-AED7-164B7CB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56923-704B-49DF-91B0-0AA0D51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908DB-DD99-41E2-AE83-B6554DC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6F53-96E3-4817-A958-4AA842E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7F84D-4CE3-4C0A-A490-B9E74C6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E8F9B-96D7-470F-B107-F3DABA53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53A38-C265-402D-91C7-ADF1E6F8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BAB1E-385F-4B0B-8DE3-72B1AF03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11D31-80D9-4845-852D-DB86137E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D3CD5-6392-4937-B9B5-595A1CA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EF316-76A8-467B-9644-376D202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22E93-2A4F-4033-BD24-B7A23E4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F0A0B-9DF6-4E2D-88C8-703EA91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531576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8CD40-1B30-4464-834B-4066FA6B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FC065-5593-443E-B451-2F897381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7BBFC-B6A6-4546-80E3-D3BE00BB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A7206-7D08-424A-8842-CB8773F2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5113A-3994-4379-86B0-9DB0276D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8FC0A-C592-4D2A-92BB-37DC84E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right regular prisms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C89AD-F3DF-477E-A928-F37DC1E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C7B61-803E-4237-99E8-7EB1414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13B8F-9104-4E90-8C52-07E30DB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13CD3-0E62-4E82-A083-460CF39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A5FB2-4203-4F3B-9F94-E8D3B534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051496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7BB29-B378-404D-B013-8CA563E9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B849F-5BAE-4309-806F-81549BC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686F4-E74D-47A9-A41E-3617B41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E6A6B-3B5A-401D-A81A-18F629D5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8DF68-109C-4FA9-B5D0-E1F9B05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CE6B3-BAB1-45E5-A639-D941194C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F7B2C-C2F4-41E0-B6B4-3B7A2BB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901C1-5901-4F7A-B446-DD3323B9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07833-09B8-490D-AA5A-A1FCBAA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D8B46-2D34-4198-A126-CD8F0424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8E100-585F-4B7E-BEB9-BB5C1D09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E1CD0-4E7B-405E-944E-FCD6D57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47169-4531-4152-ABAB-684740D4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88FF3-9582-436C-9794-A625F4FB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3ED88-8F29-4095-97C2-EF9D165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E54EB-2283-423B-B566-03468263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234300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D68F1-CB18-40C8-AB4D-AFDD5DD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396FD-452D-4754-A781-9C6A7E7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EE295-B7A8-4732-9848-54642ABF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5890-33A0-4099-A553-5DBC6111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891F1-E174-44A3-A84C-F3C0D602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0463D-527F-4C45-B4E4-3C99A03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93B27-FAD3-4AC4-AFE7-A69302D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60E11-EF00-4F04-84BF-47490A5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11EB2-10DB-42D5-97DA-FF02347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85923-044A-4831-91F3-223D849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72A91-472F-428E-8240-47C620AD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A0F91-F9C5-47C8-AF21-A3B4302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67E45-F8B7-4D6E-B72D-58959F8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E29DB-F6B6-4358-8F94-1ED4493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8B59E-67D4-44D3-B5A6-9F7CB30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B2DAA-5F94-4F16-B610-9D2AC4D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D7419-6039-4751-A4EB-231C5A7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E158C-3177-4B81-AEE5-93396AE5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DBA15-4705-4EE4-BBB2-4071D9C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F8220-B0B8-4C91-99EF-C5BE9F5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3EBD2-53C5-4710-90CC-F32E6BD4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1D128-0630-4221-8C36-F4373A54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46698-B528-4470-A9E0-45D83F9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57955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E84AB-82B8-42B7-B718-BDCDA69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2C67-C948-49BF-A49C-33CEC89C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DD66-7FC6-4868-B8F2-058065C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D6DEE-28D7-417F-AFE6-FC313ED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9C577-656A-4237-BCCD-2545429C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CB893-EE50-47B6-ABA0-60367ECF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B6E3E-4D68-4402-B1EE-CD26E8AF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D2EA1-652A-4AAD-9BB3-06698E44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5942E-09DD-47AC-A44D-1346D77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19D6D-4B49-470B-AF77-D95DCA92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15FBA-9174-4452-B080-B6BF1DA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B754C-E8F1-43CB-A8A9-7C52CB0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67F57-1B20-4F29-900F-E1701F82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A35D7-AC17-45A5-AC63-4EB21B2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EC8BA-198C-40A8-8044-42C4251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535558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1EB25-0846-4A3E-9D13-A0F3780E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86CBE-A682-4897-BBB5-6ABAA83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4DE36-4DD9-4248-B70D-62ACC64D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B3DEA-4710-4862-BCE0-5CC0E31E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9384D-5A89-43EF-99C8-9F410FF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0AB6D-538B-4913-BEE7-B87734C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E488-5A37-470A-BFF0-90892CF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5FCF1-090C-4D16-9481-2F6452F2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17DA2-2902-4880-B43E-8A44A8D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7A03E-5B63-4CB2-B59A-3487568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158A9-B198-44E3-96FE-EAE76229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799864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B6C70-394F-4651-8D22-59BB207E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CAFFA-30F6-45E3-AF79-F73457D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6BC2F-BE7A-43DA-B637-A3455CF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72C41-3837-4A8D-A808-0BA54A8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F89E0-2C0F-4748-9F0C-88180AB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3D6B7-BCEA-49C6-9F09-E6736D8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cones and spheres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69455-2F49-4CE2-B382-D8E4BB2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710FE-8C75-43AE-ABB4-505381D3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A584A-6341-4314-87AE-424721E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3973F-3F32-496F-9176-A1881B9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02CB8-BB6B-4481-91E4-D484119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06F76-0685-45CF-A21C-570224A4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52769-F8DC-4618-86FE-036F4C6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39F1D-AE44-4F89-A94A-39AD12A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6745C-1D1B-486D-9A0A-63B0D20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0C9A2-FCDF-44AF-A684-B17BD0F6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863539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E3329-A914-446A-9C87-823B8E50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C6A6D-77CF-4276-A537-3B572F9A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16DF-1EE3-47F6-8B92-21AA9F1A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0772-640F-4F31-95F4-3AE65FB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206DF-EEC6-455D-B752-C8D0C929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4CBB0-B826-4228-8325-444C5AF5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24126-03C2-4BB7-96B8-A9F430C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068C5-577A-4EF8-AB0F-BE812936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0569-1F3E-44B9-9181-6FE5F4E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cones and spheres.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5B60B-1A9C-4F69-A10F-7D765569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22D0B-13D9-4A1D-ABAB-410AE1E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D6FF7-F1BC-4692-A91D-F19CC34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cones and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CCF1D-759D-49E7-840A-47C11754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4FCF4-1EC9-4F9C-A705-C506177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7673B-CD19-48F0-8738-E748C1E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FF2D7-E515-433E-8B37-0220921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7409D-0863-4A13-B6D4-899F54E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E08B3-90F6-4D05-9FDB-25AABB0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cones and sphere...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18E07-166F-44D5-B8D2-1A53A8DB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DBE76-6886-4402-9556-EB28410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E834B-6AC1-4DA6-B93E-9F32E92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cones and sphe...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D11DE-77D7-42BD-ADA0-A2E1623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5C7F7-B0CA-4029-B214-6F930C47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329913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144D8-36BC-4C81-8A43-8D3197A6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71307-8C2B-4D71-8B4B-FBD7ED50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F690C-3396-44A8-A4C8-6DDB284B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8F3DA-34FC-4419-BD0E-A73BEA3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091F-8114-49C5-9FE6-899FCDF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4CA86-B01F-4285-9390-BFCDE2E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943B3-4148-4142-9926-14615ED6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663EF-DCD9-4461-9319-2E4498BD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1F01E-E0BD-40B6-BDEC-4260CA6D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05C8D-E804-4F60-BD92-0FA7DD2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068EA-A8D8-4138-9E99-AE8FA25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C4E39-058F-498B-8324-0A3D1096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B167E-0560-488F-AECF-3280412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95AFB-E484-40C7-B333-88F82A9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68B3A-B3CA-4ABE-BEDE-25EFFD10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41608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622B0-3904-4E75-8767-7D43C351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E1690-41A4-462F-BC7F-7297B28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D42A4-9B1E-4C37-8995-BDCE217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9A62-7C29-4FBC-8B26-A6B38A4A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FCB91-9E78-44F7-96C1-1A0D226C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4D9D-168C-493D-9367-F65DA0D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cones and spheres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3762F-D6CE-4E8C-85D0-AA318156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B0BA2-C024-439D-8158-A717293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D9A37-FDF9-4ABC-BE56-6A880425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BF139-37E1-4BA9-85F7-6A8367F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AA9B1-1BF2-4319-B0BC-D35B604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128674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A7527-D8E1-44AC-BB6B-7D73F2ED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53494-A49F-4507-97E9-E8EBE69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F2537-98B0-489C-AF5D-02174A8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3216B-91D8-49EE-B8F0-B947443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567F-2281-4440-A19E-02E1006E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AF2CA-0295-412C-A4DD-603042F7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 of combination of two simp...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39824-BC50-4C42-A8DD-7158243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40DD5-5ED2-412D-9ADE-E17E44D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8E08-9246-4533-9798-7E62540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300FD-E3E2-4488-BCEB-72A04E0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3E94B-66B5-4895-A84C-EAB4A9E2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33EA5-8FE6-4EC7-955B-1808AD2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034D7-3DE6-4404-8AC1-BD8C184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02D76-2A94-403C-B3BC-DDFB22EB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E5231-8AB2-437A-827F-E02DE63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BB4DC-B778-4093-B069-E2466967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098232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1D564-DC45-4175-835A-4FFB62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1A6A1-43C9-41F3-82F6-CE5750D4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336A-80F7-4811-9F24-D6E8E897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C271A-CB4C-4ECE-8225-4EA08574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A7A69-B5E6-4BA8-B460-1F62799C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0CC14-F80D-45E5-BEF4-BBAD1B5B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AC0A9-23FF-4926-8F91-DA15B31F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5A7C7-A074-4323-BF24-E727041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666BD-A1DA-4A7E-9376-E607075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E29F4-49D6-4A91-98FF-8B4805D6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3735B-272A-4634-97F0-9ED50609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CECF8-4569-4380-A629-FCD9E61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7BDC8-CCC5-43D9-A797-A5F749D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8CA99-1B1C-4793-9D83-F63287E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5D39-9FFF-4F32-85FF-C27FD49A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52105-17CF-48B0-B6FA-12C152B7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67EA5-9D4B-4887-BC7C-431B57C7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D0524-4EAB-48E8-A0B2-4610701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091B8-25EB-4BB1-A87E-E86CBA40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2F4F5-D1A0-49AD-9262-ADD8B4E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AF4A0-B53D-422B-8344-7CD80C8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19792-39B0-4582-A386-135BD669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1BAC0-4E1A-4035-ACDB-8B2E8B7D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25216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F589-4E08-4D7B-A9D0-0E06CDEF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51025-3954-412A-91DB-AE097F1C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472D-A3DA-4A65-9F96-DAF4254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14D9C-7BCE-47C3-AC90-62B5407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51800-F515-4807-8065-452CEAA0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6A30-AC93-428E-81BB-2A8E0E4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62926-3EF7-41E2-9C75-F9C98A3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3F35-F52E-4126-8F0E-4FE4BFB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B7AD3-D72C-4597-910D-0D1C69B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95E07-F6E3-4594-957D-B7C934E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39BBE-6633-4D51-B0F2-21DA6FA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AA326-1CE3-47B7-87F2-E11DF48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F7FE7-7F79-4E22-991B-E528383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8D5DC-DC97-4801-80C6-002EA8E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68C3B-C6E4-4400-98F9-5B04B32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418082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24C32-9458-4C64-BAA5-E4369913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24C23-D15A-4BD5-9BFC-EE0E2808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5F3AF-7677-4E8F-AC1E-71E1AEE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6550D-5C72-49FA-91AF-ECC7D294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1D5FC-16BD-4201-A8CB-80F7668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38845-827D-44FE-BAF2-36B43B2D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 of combination of two simple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533DD-AC38-4532-83ED-41A2199D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20425-E17C-4549-B7C9-8FD1FA72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2036E-BE9B-4C34-AED0-1C0946C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64129-02BF-4B72-A3F8-37C86DDA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B11B1-80B6-41E2-B990-CD8CF94E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793988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2D8C-5075-4825-8F34-B9169F0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70D97-D71D-4C49-8A1E-C4EC8624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47B81-D82E-4031-A282-A16C7B1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51890-B425-4E04-9B08-4F4A69F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6F8B-52C7-4C43-B855-763EC43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step block. Conversion of simple isometric drawings into orthographic views: Problems on conversion of Isometri...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740F5-1C90-47E0-8CCB-528A6C2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step block. Conversion of simple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83E58-B96D-46ED-8BE2-46BC79A6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03F23-B929-4CAD-A753-0186C1A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BEFB6-9E35-4C0B-938E-C3FA97F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BF9BB-3AD6-4753-916B-368AF3B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A373C-CFDF-447B-B383-EB91FA74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46EE1-4207-4052-83D5-07E7B40A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7689A-5DC5-440D-A86B-30E7F48E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14686-D636-489C-949F-0CDDE45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4405C-8FBF-46AC-B9A7-A575556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B5DAA-F772-4BF9-8EBA-38468F37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659966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C57D2-B93E-4365-AF5D-D0D8C5B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7E65-D3DF-4660-B65D-ECEC3A5B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F88E1-F001-4EEC-B1B1-48418CB6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9029A-6745-4B40-8F1A-3DF754F4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66129-CF7D-46AB-A96D-2A7F9BB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9DF59-3C39-40B3-9F72-E94CB15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C9426-F1FE-487F-8EF0-6D47DABD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32909-093D-4A8B-8770-5C02B245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D05F0-152F-4EE1-AFF0-DF1CF9BC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step block. Conver...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1C56B-0C47-46F7-9CB6-A7431C67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8C2CD-7DB0-4F07-9584-E6D541AF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15002-6CC7-4B45-BA6E-D6D1770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step block....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E2832-A36A-46A4-907A-CAA11753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B77C1-3AB3-4361-878F-D029A6B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5EFEA-3D8C-4586-8007-7C29D827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step blo...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7AA0C-89C8-4E3A-A19D-89D39C21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1E633-9479-409D-AF84-30555907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7E1B-B9EC-4882-A8A9-B1174B4E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step block. Conv...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3768F-93B9-4E1E-B814-5E222FE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A425B-7B61-4795-8AB0-04985B3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B94DB-76D9-4D8A-B85F-3492A83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step block.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8E866-8534-4573-A347-452A60A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F1B8D-2433-43F6-B393-9F7C19A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53804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069BA-8027-468F-AC66-5D9CEDF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B4796-C938-42F1-91A0-BDDE3600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18D0D-7938-4AFD-B3EB-F109B86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2D66F-9642-49BE-810E-C2B01A8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F2941-2A53-4D50-A2D2-35BD8E92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C90F-1AE7-4E73-8A19-04B1696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4F346-0E34-4713-9141-96F66F1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399B3-C6C7-4757-82AE-12A39E7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9DBD1-AB8A-4E10-B350-B2D9690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81EE-6400-4731-BD0E-FBE6CC34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81716-42F2-4263-9708-F0AD9CAA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75082-5E05-42AE-9C8F-7163C79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BEF4D-1EB2-46BE-9043-E0AA7E6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389CE-E769-4E38-A8BC-E2EE174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E6664-797A-4B41-A65C-BFADA5C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419576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0920E-10B0-42FC-8FAB-69AA8BC3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7C5B8-E9AC-4C6B-817C-E032B7F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B956C-DFCA-4C09-A216-4329FBDD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9CD8B-3141-4E44-82DD-5E479DB9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66498-2093-4494-9645-15077E1B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BDC87-E277-4CA3-9B0F-5210E368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step block. Conversion of simple isometric drawings into...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9A500-4617-4F8A-AA91-7B4AC43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3647E-954D-40B9-98CC-60D057A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BBB04-7DDA-4DEA-B3FE-F715043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9B681-C27A-4B19-A2B2-C7C2BC3B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216A8-7B4B-44E3-9016-BFB933A0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801540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15E1B-DEB9-4895-95A7-F373AB5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D0B80-683D-4A24-BE37-4F3B42FB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D0154-6B84-4DF1-A8F4-B62EF38A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37877-F117-4074-A122-CF9F98C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357A1-FFB8-41A6-B24E-6743FAB3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B5A9-60BB-4DAC-ACC8-8E0D2D8B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615000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6C59C-B578-4E4B-B58D-A52B1CA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2EB19-D32A-4A52-B852-0485F9F6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4C38F-CD7A-4B1F-8785-8FAC919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E893-8F56-438F-A1D5-0D9F970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C8890-ACCE-4C97-A4FC-794F7AB2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0D467-38CA-4934-BC0A-658234B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4966526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D7198-8668-410D-86CE-CA99584F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50B88-9C27-4666-A173-28C71C12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65DDD-B113-46B6-9761-162FE7E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82EA3-C153-4404-A9B5-1FE123C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1FA58-FF54-4E68-8911-F7CFA237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E9D6C-B264-4337-ADA2-B721153D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480060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5F84B-3DFE-42BA-8E60-C50FE98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F2515-10E1-46AD-AB50-853E90D9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8594A-9E08-49BA-911F-8A09917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2266-3DF0-47FF-AEC3-A7A1BD42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FCF1-A946-455E-95AF-A02E7B6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0A97D-C444-40E4-82A4-BF1F2B8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289624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53DC3-2A95-4816-9C41-75A92D5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3AD70-6153-4FDE-A44B-67EBA2A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2E930-B692-458F-942C-3CE4741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034BC-FDA3-473C-B1C9-B71C8AA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FE65-BD03-4325-A1C5-D68808A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Isometric Views: Introduction to Isometric 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Isometric projections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Isometric scale. Isometric view of hexahedron (cube)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right regular prisms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cylinders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C7BB9-C1E0-4EEA-9989-EE3325E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FAC6D-18A9-45E8-B8D0-9447E6A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4C39-A94F-4372-AC5E-A6CE2E86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76006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2026-08-24T16:02:27.6620000Z</dcterms:created>
  <dcterms:modified xsi:type="dcterms:W3CDTF">2026-08-24T16:02:27.6620000Z</dcterms:modified>
</coreProperties>
</file>