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a5397f505488b" /><Relationship Type="http://schemas.openxmlformats.org/officeDocument/2006/relationships/extended-properties" Target="/docProps/app.xml" Id="R106146c2a5f24bcf" /><Relationship Type="http://schemas.openxmlformats.org/officeDocument/2006/relationships/officeDocument" Target="/ppt/presentation.xml" Id="Reabbec48ff48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3e3a8ab387421b"/>
  </p:sldMasterIdLst>
  <p:notesMasterIdLst>
    <p:notesMasterId xmlns:r="http://schemas.openxmlformats.org/officeDocument/2006/relationships" r:id="Raf03284120324310"/>
  </p:notesMasterIdLst>
  <p:sldIdLst>
    <p:sldId xmlns:r="http://schemas.openxmlformats.org/officeDocument/2006/relationships" id="256" r:id="R60741cd6400840c5"/>
    <p:sldId xmlns:r="http://schemas.openxmlformats.org/officeDocument/2006/relationships" id="257" r:id="R7a5409699d43477e"/>
    <p:sldId xmlns:r="http://schemas.openxmlformats.org/officeDocument/2006/relationships" id="258" r:id="R0b47987788814909"/>
    <p:sldId xmlns:r="http://schemas.openxmlformats.org/officeDocument/2006/relationships" id="259" r:id="R490dd34b49704ef3"/>
    <p:sldId xmlns:r="http://schemas.openxmlformats.org/officeDocument/2006/relationships" id="260" r:id="R0d62af5aad9d45a9"/>
    <p:sldId xmlns:r="http://schemas.openxmlformats.org/officeDocument/2006/relationships" id="261" r:id="Re9c6c185bd5f4578"/>
    <p:sldId xmlns:r="http://schemas.openxmlformats.org/officeDocument/2006/relationships" id="262" r:id="R7634fb47f15441b1"/>
    <p:sldId xmlns:r="http://schemas.openxmlformats.org/officeDocument/2006/relationships" id="263" r:id="R6da147093b114c09"/>
    <p:sldId xmlns:r="http://schemas.openxmlformats.org/officeDocument/2006/relationships" id="264" r:id="Rf2d10962fb2844a3"/>
    <p:sldId xmlns:r="http://schemas.openxmlformats.org/officeDocument/2006/relationships" id="265" r:id="R48a0ddc440e64ee8"/>
    <p:sldId xmlns:r="http://schemas.openxmlformats.org/officeDocument/2006/relationships" id="266" r:id="R44fd67942e094adc"/>
    <p:sldId xmlns:r="http://schemas.openxmlformats.org/officeDocument/2006/relationships" id="267" r:id="Rd00d73db199648bc"/>
    <p:sldId xmlns:r="http://schemas.openxmlformats.org/officeDocument/2006/relationships" id="268" r:id="Rcd0228033a204ccd"/>
    <p:sldId xmlns:r="http://schemas.openxmlformats.org/officeDocument/2006/relationships" id="269" r:id="R291bc7f26df242bc"/>
    <p:sldId xmlns:r="http://schemas.openxmlformats.org/officeDocument/2006/relationships" id="270" r:id="R7b8202dea903440c"/>
    <p:sldId xmlns:r="http://schemas.openxmlformats.org/officeDocument/2006/relationships" id="271" r:id="R4c34edf898f04155"/>
    <p:sldId xmlns:r="http://schemas.openxmlformats.org/officeDocument/2006/relationships" id="272" r:id="R2a662eda76634bf5"/>
    <p:sldId xmlns:r="http://schemas.openxmlformats.org/officeDocument/2006/relationships" id="273" r:id="Ree789a2a40134e5e"/>
    <p:sldId xmlns:r="http://schemas.openxmlformats.org/officeDocument/2006/relationships" id="274" r:id="R2270d932be3b4245"/>
    <p:sldId xmlns:r="http://schemas.openxmlformats.org/officeDocument/2006/relationships" id="275" r:id="R45e688f036c244b2"/>
    <p:sldId xmlns:r="http://schemas.openxmlformats.org/officeDocument/2006/relationships" id="276" r:id="R038eabf661544d67"/>
    <p:sldId xmlns:r="http://schemas.openxmlformats.org/officeDocument/2006/relationships" id="277" r:id="Rca7dc834995641d7"/>
    <p:sldId xmlns:r="http://schemas.openxmlformats.org/officeDocument/2006/relationships" id="278" r:id="R8be87062473d4113"/>
    <p:sldId xmlns:r="http://schemas.openxmlformats.org/officeDocument/2006/relationships" id="279" r:id="Rfa5fbb8c90bf40df"/>
    <p:sldId xmlns:r="http://schemas.openxmlformats.org/officeDocument/2006/relationships" id="280" r:id="R666ef104a2604232"/>
    <p:sldId xmlns:r="http://schemas.openxmlformats.org/officeDocument/2006/relationships" id="281" r:id="Rbdcc6b2d10614855"/>
    <p:sldId xmlns:r="http://schemas.openxmlformats.org/officeDocument/2006/relationships" id="282" r:id="R5c2a8e53e27b4c3f"/>
    <p:sldId xmlns:r="http://schemas.openxmlformats.org/officeDocument/2006/relationships" id="283" r:id="Rf86cbc8ecc78447e"/>
    <p:sldId xmlns:r="http://schemas.openxmlformats.org/officeDocument/2006/relationships" id="284" r:id="Rf9dfb92cb5a54b21"/>
    <p:sldId xmlns:r="http://schemas.openxmlformats.org/officeDocument/2006/relationships" id="285" r:id="R909c280649524fd7"/>
    <p:sldId xmlns:r="http://schemas.openxmlformats.org/officeDocument/2006/relationships" id="286" r:id="R0491a8b65a664c0e"/>
    <p:sldId xmlns:r="http://schemas.openxmlformats.org/officeDocument/2006/relationships" id="287" r:id="Rd51524987ca1479b"/>
    <p:sldId xmlns:r="http://schemas.openxmlformats.org/officeDocument/2006/relationships" id="288" r:id="R5859a6cb39434e7a"/>
    <p:sldId xmlns:r="http://schemas.openxmlformats.org/officeDocument/2006/relationships" id="289" r:id="R663c259ef9b64504"/>
    <p:sldId xmlns:r="http://schemas.openxmlformats.org/officeDocument/2006/relationships" id="290" r:id="R2a7a9620383f4097"/>
    <p:sldId xmlns:r="http://schemas.openxmlformats.org/officeDocument/2006/relationships" id="291" r:id="R93d43a91eb604e79"/>
    <p:sldId xmlns:r="http://schemas.openxmlformats.org/officeDocument/2006/relationships" id="292" r:id="Rd04a0b4977174e5f"/>
    <p:sldId xmlns:r="http://schemas.openxmlformats.org/officeDocument/2006/relationships" id="293" r:id="R1c8c1d34fbb8477e"/>
    <p:sldId xmlns:r="http://schemas.openxmlformats.org/officeDocument/2006/relationships" id="294" r:id="R80b7658a5ccd4e20"/>
    <p:sldId xmlns:r="http://schemas.openxmlformats.org/officeDocument/2006/relationships" id="295" r:id="R25efe566051943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8807d3a3649e5" /><Relationship Type="http://schemas.openxmlformats.org/officeDocument/2006/relationships/slideMaster" Target="/ppt/slideMasters/slideMaster1.xml" Id="Re13e3a8ab387421b" /><Relationship Type="http://schemas.openxmlformats.org/officeDocument/2006/relationships/notesMaster" Target="/ppt/notesMasters/notesMaster1.xml" Id="Raf03284120324310" /><Relationship Type="http://schemas.openxmlformats.org/officeDocument/2006/relationships/presProps" Target="/ppt/presProps.xml" Id="Redb5ea28481c48c7" /><Relationship Type="http://schemas.openxmlformats.org/officeDocument/2006/relationships/tableStyles" Target="/ppt/tableStyles.xml" Id="R0c968477c6ee4ad5" /><Relationship Type="http://schemas.openxmlformats.org/officeDocument/2006/relationships/slide" Target="/ppt/slides/slide1.xml" Id="R60741cd6400840c5" /><Relationship Type="http://schemas.openxmlformats.org/officeDocument/2006/relationships/slide" Target="/ppt/slides/slide2.xml" Id="R7a5409699d43477e" /><Relationship Type="http://schemas.openxmlformats.org/officeDocument/2006/relationships/slide" Target="/ppt/slides/slide3.xml" Id="R0b47987788814909" /><Relationship Type="http://schemas.openxmlformats.org/officeDocument/2006/relationships/slide" Target="/ppt/slides/slide4.xml" Id="R490dd34b49704ef3" /><Relationship Type="http://schemas.openxmlformats.org/officeDocument/2006/relationships/slide" Target="/ppt/slides/slide5.xml" Id="R0d62af5aad9d45a9" /><Relationship Type="http://schemas.openxmlformats.org/officeDocument/2006/relationships/slide" Target="/ppt/slides/slide6.xml" Id="Re9c6c185bd5f4578" /><Relationship Type="http://schemas.openxmlformats.org/officeDocument/2006/relationships/slide" Target="/ppt/slides/slide7.xml" Id="R7634fb47f15441b1" /><Relationship Type="http://schemas.openxmlformats.org/officeDocument/2006/relationships/slide" Target="/ppt/slides/slide8.xml" Id="R6da147093b114c09" /><Relationship Type="http://schemas.openxmlformats.org/officeDocument/2006/relationships/slide" Target="/ppt/slides/slide9.xml" Id="Rf2d10962fb2844a3" /><Relationship Type="http://schemas.openxmlformats.org/officeDocument/2006/relationships/slide" Target="/ppt/slides/slide10.xml" Id="R48a0ddc440e64ee8" /><Relationship Type="http://schemas.openxmlformats.org/officeDocument/2006/relationships/slide" Target="/ppt/slides/slide11.xml" Id="R44fd67942e094adc" /><Relationship Type="http://schemas.openxmlformats.org/officeDocument/2006/relationships/slide" Target="/ppt/slides/slide12.xml" Id="Rd00d73db199648bc" /><Relationship Type="http://schemas.openxmlformats.org/officeDocument/2006/relationships/slide" Target="/ppt/slides/slide13.xml" Id="Rcd0228033a204ccd" /><Relationship Type="http://schemas.openxmlformats.org/officeDocument/2006/relationships/slide" Target="/ppt/slides/slide14.xml" Id="R291bc7f26df242bc" /><Relationship Type="http://schemas.openxmlformats.org/officeDocument/2006/relationships/slide" Target="/ppt/slides/slide15.xml" Id="R7b8202dea903440c" /><Relationship Type="http://schemas.openxmlformats.org/officeDocument/2006/relationships/slide" Target="/ppt/slides/slide16.xml" Id="R4c34edf898f04155" /><Relationship Type="http://schemas.openxmlformats.org/officeDocument/2006/relationships/slide" Target="/ppt/slides/slide17.xml" Id="R2a662eda76634bf5" /><Relationship Type="http://schemas.openxmlformats.org/officeDocument/2006/relationships/slide" Target="/ppt/slides/slide18.xml" Id="Ree789a2a40134e5e" /><Relationship Type="http://schemas.openxmlformats.org/officeDocument/2006/relationships/slide" Target="/ppt/slides/slide19.xml" Id="R2270d932be3b4245" /><Relationship Type="http://schemas.openxmlformats.org/officeDocument/2006/relationships/slide" Target="/ppt/slides/slide20.xml" Id="R45e688f036c244b2" /><Relationship Type="http://schemas.openxmlformats.org/officeDocument/2006/relationships/slide" Target="/ppt/slides/slide21.xml" Id="R038eabf661544d67" /><Relationship Type="http://schemas.openxmlformats.org/officeDocument/2006/relationships/slide" Target="/ppt/slides/slide22.xml" Id="Rca7dc834995641d7" /><Relationship Type="http://schemas.openxmlformats.org/officeDocument/2006/relationships/slide" Target="/ppt/slides/slide23.xml" Id="R8be87062473d4113" /><Relationship Type="http://schemas.openxmlformats.org/officeDocument/2006/relationships/slide" Target="/ppt/slides/slide24.xml" Id="Rfa5fbb8c90bf40df" /><Relationship Type="http://schemas.openxmlformats.org/officeDocument/2006/relationships/slide" Target="/ppt/slides/slide25.xml" Id="R666ef104a2604232" /><Relationship Type="http://schemas.openxmlformats.org/officeDocument/2006/relationships/slide" Target="/ppt/slides/slide26.xml" Id="Rbdcc6b2d10614855" /><Relationship Type="http://schemas.openxmlformats.org/officeDocument/2006/relationships/slide" Target="/ppt/slides/slide27.xml" Id="R5c2a8e53e27b4c3f" /><Relationship Type="http://schemas.openxmlformats.org/officeDocument/2006/relationships/slide" Target="/ppt/slides/slide28.xml" Id="Rf86cbc8ecc78447e" /><Relationship Type="http://schemas.openxmlformats.org/officeDocument/2006/relationships/slide" Target="/ppt/slides/slide29.xml" Id="Rf9dfb92cb5a54b21" /><Relationship Type="http://schemas.openxmlformats.org/officeDocument/2006/relationships/slide" Target="/ppt/slides/slide30.xml" Id="R909c280649524fd7" /><Relationship Type="http://schemas.openxmlformats.org/officeDocument/2006/relationships/slide" Target="/ppt/slides/slide31.xml" Id="R0491a8b65a664c0e" /><Relationship Type="http://schemas.openxmlformats.org/officeDocument/2006/relationships/slide" Target="/ppt/slides/slide32.xml" Id="Rd51524987ca1479b" /><Relationship Type="http://schemas.openxmlformats.org/officeDocument/2006/relationships/slide" Target="/ppt/slides/slide33.xml" Id="R5859a6cb39434e7a" /><Relationship Type="http://schemas.openxmlformats.org/officeDocument/2006/relationships/slide" Target="/ppt/slides/slide34.xml" Id="R663c259ef9b64504" /><Relationship Type="http://schemas.openxmlformats.org/officeDocument/2006/relationships/slide" Target="/ppt/slides/slide35.xml" Id="R2a7a9620383f4097" /><Relationship Type="http://schemas.openxmlformats.org/officeDocument/2006/relationships/slide" Target="/ppt/slides/slide36.xml" Id="R93d43a91eb604e79" /><Relationship Type="http://schemas.openxmlformats.org/officeDocument/2006/relationships/slide" Target="/ppt/slides/slide37.xml" Id="Rd04a0b4977174e5f" /><Relationship Type="http://schemas.openxmlformats.org/officeDocument/2006/relationships/slide" Target="/ppt/slides/slide38.xml" Id="R1c8c1d34fbb8477e" /><Relationship Type="http://schemas.openxmlformats.org/officeDocument/2006/relationships/slide" Target="/ppt/slides/slide39.xml" Id="R80b7658a5ccd4e20" /><Relationship Type="http://schemas.openxmlformats.org/officeDocument/2006/relationships/slide" Target="/ppt/slides/slide40.xml" Id="R25efe5660519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3e131be7a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142532e6684050" /><Relationship Type="http://schemas.openxmlformats.org/officeDocument/2006/relationships/notesMaster" Target="/ppt/notesMasters/notesMaster1.xml" Id="R7190ce3db3ec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c67c98fc74c4d" /><Relationship Type="http://schemas.openxmlformats.org/officeDocument/2006/relationships/notesMaster" Target="/ppt/notesMasters/notesMaster1.xml" Id="Ra5013aa3581543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61ed9f0cc4264" /><Relationship Type="http://schemas.openxmlformats.org/officeDocument/2006/relationships/notesMaster" Target="/ppt/notesMasters/notesMaster1.xml" Id="R3b35f243a1af40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6b213fd774883" /><Relationship Type="http://schemas.openxmlformats.org/officeDocument/2006/relationships/notesMaster" Target="/ppt/notesMasters/notesMaster1.xml" Id="R0acb2a19effe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e08839afe34256" /><Relationship Type="http://schemas.openxmlformats.org/officeDocument/2006/relationships/notesMaster" Target="/ppt/notesMasters/notesMaster1.xml" Id="R638275dcd5fd4c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6b10a2f3a4eb3" /><Relationship Type="http://schemas.openxmlformats.org/officeDocument/2006/relationships/notesMaster" Target="/ppt/notesMasters/notesMaster1.xml" Id="R63a9e3f5768e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1646297f294208" /><Relationship Type="http://schemas.openxmlformats.org/officeDocument/2006/relationships/notesMaster" Target="/ppt/notesMasters/notesMaster1.xml" Id="Rf6b20d401eb9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5b6acc2bc4f15" /><Relationship Type="http://schemas.openxmlformats.org/officeDocument/2006/relationships/notesMaster" Target="/ppt/notesMasters/notesMaster1.xml" Id="R440f9739af9547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5a42aa569a4419" /><Relationship Type="http://schemas.openxmlformats.org/officeDocument/2006/relationships/notesMaster" Target="/ppt/notesMasters/notesMaster1.xml" Id="R2f11b05ac6974f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37d2292b674b86" /><Relationship Type="http://schemas.openxmlformats.org/officeDocument/2006/relationships/notesMaster" Target="/ppt/notesMasters/notesMaster1.xml" Id="Rb69e2a09edac49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5c793017e489d" /><Relationship Type="http://schemas.openxmlformats.org/officeDocument/2006/relationships/notesMaster" Target="/ppt/notesMasters/notesMaster1.xml" Id="R2aa205878a9543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ce0dcd9e4d4be1" /><Relationship Type="http://schemas.openxmlformats.org/officeDocument/2006/relationships/notesMaster" Target="/ppt/notesMasters/notesMaster1.xml" Id="R24d00ffeb89f48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93f7b00c2f4def" /><Relationship Type="http://schemas.openxmlformats.org/officeDocument/2006/relationships/notesMaster" Target="/ppt/notesMasters/notesMaster1.xml" Id="Ref6e57fefefa41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de0300fe6f4dda" /><Relationship Type="http://schemas.openxmlformats.org/officeDocument/2006/relationships/notesMaster" Target="/ppt/notesMasters/notesMaster1.xml" Id="R7957a262d3364c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a95469748c4942" /><Relationship Type="http://schemas.openxmlformats.org/officeDocument/2006/relationships/notesMaster" Target="/ppt/notesMasters/notesMaster1.xml" Id="Rd5c3c15cb0b245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4243610a2a4787" /><Relationship Type="http://schemas.openxmlformats.org/officeDocument/2006/relationships/notesMaster" Target="/ppt/notesMasters/notesMaster1.xml" Id="R68fc0393b22b46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1ea9b9ef1b4275" /><Relationship Type="http://schemas.openxmlformats.org/officeDocument/2006/relationships/notesMaster" Target="/ppt/notesMasters/notesMaster1.xml" Id="R765eac219b214f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267ec42628445d" /><Relationship Type="http://schemas.openxmlformats.org/officeDocument/2006/relationships/notesMaster" Target="/ppt/notesMasters/notesMaster1.xml" Id="Rb778c90c43da4a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0d88afecd740c3" /><Relationship Type="http://schemas.openxmlformats.org/officeDocument/2006/relationships/notesMaster" Target="/ppt/notesMasters/notesMaster1.xml" Id="R18c6563fe7ae4d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e23ffdf347408c" /><Relationship Type="http://schemas.openxmlformats.org/officeDocument/2006/relationships/notesMaster" Target="/ppt/notesMasters/notesMaster1.xml" Id="Ra29664abddb24c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4bce8679d64bf7" /><Relationship Type="http://schemas.openxmlformats.org/officeDocument/2006/relationships/notesMaster" Target="/ppt/notesMasters/notesMaster1.xml" Id="R69986633f1e743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ecdc4a58cf48d2" /><Relationship Type="http://schemas.openxmlformats.org/officeDocument/2006/relationships/notesMaster" Target="/ppt/notesMasters/notesMaster1.xml" Id="R6ba601ca45cc4d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365cb13d64472c" /><Relationship Type="http://schemas.openxmlformats.org/officeDocument/2006/relationships/notesMaster" Target="/ppt/notesMasters/notesMaster1.xml" Id="R1b96b5927ac24b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e10df2ba794dd8" /><Relationship Type="http://schemas.openxmlformats.org/officeDocument/2006/relationships/notesMaster" Target="/ppt/notesMasters/notesMaster1.xml" Id="R08d1b494f7dd48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82e0432d444984" /><Relationship Type="http://schemas.openxmlformats.org/officeDocument/2006/relationships/notesMaster" Target="/ppt/notesMasters/notesMaster1.xml" Id="R2edee7bcd4894f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2466cf6fa242e3" /><Relationship Type="http://schemas.openxmlformats.org/officeDocument/2006/relationships/notesMaster" Target="/ppt/notesMasters/notesMaster1.xml" Id="R639f15a697774a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72cfe74e1b4c7b" /><Relationship Type="http://schemas.openxmlformats.org/officeDocument/2006/relationships/notesMaster" Target="/ppt/notesMasters/notesMaster1.xml" Id="R8d4d505827434f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8b69101cf054aca" /><Relationship Type="http://schemas.openxmlformats.org/officeDocument/2006/relationships/notesMaster" Target="/ppt/notesMasters/notesMaster1.xml" Id="R8915cd0b74b640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6d5965c56b401b" /><Relationship Type="http://schemas.openxmlformats.org/officeDocument/2006/relationships/notesMaster" Target="/ppt/notesMasters/notesMaster1.xml" Id="R02ba30f9e5a14ac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c4340e14ee47cb" /><Relationship Type="http://schemas.openxmlformats.org/officeDocument/2006/relationships/notesMaster" Target="/ppt/notesMasters/notesMaster1.xml" Id="R8f762e3aed8e47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fd5fe088c5a410a" /><Relationship Type="http://schemas.openxmlformats.org/officeDocument/2006/relationships/notesMaster" Target="/ppt/notesMasters/notesMaster1.xml" Id="R0e90692d31a443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ab815782ec24c22" /><Relationship Type="http://schemas.openxmlformats.org/officeDocument/2006/relationships/notesMaster" Target="/ppt/notesMasters/notesMaster1.xml" Id="Re1c0271aa76f45b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694e7b78e374975" /><Relationship Type="http://schemas.openxmlformats.org/officeDocument/2006/relationships/notesMaster" Target="/ppt/notesMasters/notesMaster1.xml" Id="Rcc763a5143cb40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ec08566c52849e0" /><Relationship Type="http://schemas.openxmlformats.org/officeDocument/2006/relationships/notesMaster" Target="/ppt/notesMasters/notesMaster1.xml" Id="Reb7c27df684e41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68b8a78199c4268" /><Relationship Type="http://schemas.openxmlformats.org/officeDocument/2006/relationships/notesMaster" Target="/ppt/notesMasters/notesMaster1.xml" Id="R477437133444444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38e236ab9364c48" /><Relationship Type="http://schemas.openxmlformats.org/officeDocument/2006/relationships/notesMaster" Target="/ppt/notesMasters/notesMaster1.xml" Id="Rc3c3fe6d207d49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350bbb9db254e9a" /><Relationship Type="http://schemas.openxmlformats.org/officeDocument/2006/relationships/notesMaster" Target="/ppt/notesMasters/notesMaster1.xml" Id="Ra924d134d2c24a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6dd934e482b4895" /><Relationship Type="http://schemas.openxmlformats.org/officeDocument/2006/relationships/notesMaster" Target="/ppt/notesMasters/notesMaster1.xml" Id="R133d551bb22c44b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6ffa608e654bd4" /><Relationship Type="http://schemas.openxmlformats.org/officeDocument/2006/relationships/notesMaster" Target="/ppt/notesMasters/notesMaster1.xml" Id="Ra4f7128de376482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2b7afdd69d24f12" /><Relationship Type="http://schemas.openxmlformats.org/officeDocument/2006/relationships/notesMaster" Target="/ppt/notesMasters/notesMaster1.xml" Id="R3e36c9456b2c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ad938fe2b41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24b015f714dd4" /><Relationship Type="http://schemas.openxmlformats.org/officeDocument/2006/relationships/slideLayout" Target="/ppt/slideLayouts/slideLayout1.xml" Id="R730a9e38f699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a9e38f699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10617efed484a" /><Relationship Type="http://schemas.openxmlformats.org/officeDocument/2006/relationships/notesSlide" Target="/ppt/notesSlides/notesSlide1.xml" Id="R85fb89482060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4be981e754a79" /><Relationship Type="http://schemas.openxmlformats.org/officeDocument/2006/relationships/notesSlide" Target="/ppt/notesSlides/notesSlide2.xml" Id="Rce41b2c630504f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9d503b0ee4f54" /><Relationship Type="http://schemas.openxmlformats.org/officeDocument/2006/relationships/notesSlide" Target="/ppt/notesSlides/notesSlide3.xml" Id="R17f599c6a9c1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aba47660a4c6e" /><Relationship Type="http://schemas.openxmlformats.org/officeDocument/2006/relationships/notesSlide" Target="/ppt/notesSlides/notesSlide4.xml" Id="Rc9f2b91895c944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bdaa2ca5c4482" /><Relationship Type="http://schemas.openxmlformats.org/officeDocument/2006/relationships/notesSlide" Target="/ppt/notesSlides/notesSlide5.xml" Id="Re7b233f8aa314f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736f7fe634774" /><Relationship Type="http://schemas.openxmlformats.org/officeDocument/2006/relationships/notesSlide" Target="/ppt/notesSlides/notesSlide6.xml" Id="Rd01843ba4e9846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fcbe7eb084def" /><Relationship Type="http://schemas.openxmlformats.org/officeDocument/2006/relationships/notesSlide" Target="/ppt/notesSlides/notesSlide7.xml" Id="R1eeb3714f4c44b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0b02b1bd6416b" /><Relationship Type="http://schemas.openxmlformats.org/officeDocument/2006/relationships/notesSlide" Target="/ppt/notesSlides/notesSlide8.xml" Id="Rc7a390df502645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9396299c24d1e" /><Relationship Type="http://schemas.openxmlformats.org/officeDocument/2006/relationships/notesSlide" Target="/ppt/notesSlides/notesSlide9.xml" Id="Ref5a20472fae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d1dbb51514835" /><Relationship Type="http://schemas.openxmlformats.org/officeDocument/2006/relationships/notesSlide" Target="/ppt/notesSlides/notesSlide10.xml" Id="R4591408765ac48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0c83f52524fd2" /><Relationship Type="http://schemas.openxmlformats.org/officeDocument/2006/relationships/notesSlide" Target="/ppt/notesSlides/notesSlide11.xml" Id="R3195238fd6014e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02959778c4183" /><Relationship Type="http://schemas.openxmlformats.org/officeDocument/2006/relationships/notesSlide" Target="/ppt/notesSlides/notesSlide12.xml" Id="Rb6619128cf5247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70bf798ba4484" /><Relationship Type="http://schemas.openxmlformats.org/officeDocument/2006/relationships/notesSlide" Target="/ppt/notesSlides/notesSlide13.xml" Id="R850ec635cd0c44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886a449b24d41" /><Relationship Type="http://schemas.openxmlformats.org/officeDocument/2006/relationships/notesSlide" Target="/ppt/notesSlides/notesSlide14.xml" Id="R0a564cf0e80144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54b20e1da47f7" /><Relationship Type="http://schemas.openxmlformats.org/officeDocument/2006/relationships/notesSlide" Target="/ppt/notesSlides/notesSlide15.xml" Id="R68f1578a4e904e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5cb7cad044008" /><Relationship Type="http://schemas.openxmlformats.org/officeDocument/2006/relationships/notesSlide" Target="/ppt/notesSlides/notesSlide16.xml" Id="R1d27bbb337bb41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dab02df6b4597" /><Relationship Type="http://schemas.openxmlformats.org/officeDocument/2006/relationships/notesSlide" Target="/ppt/notesSlides/notesSlide17.xml" Id="Rea07e060b1e944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1f9a1169549ac" /><Relationship Type="http://schemas.openxmlformats.org/officeDocument/2006/relationships/notesSlide" Target="/ppt/notesSlides/notesSlide18.xml" Id="R2c8d77539a9e4d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09c093b4b4f90" /><Relationship Type="http://schemas.openxmlformats.org/officeDocument/2006/relationships/notesSlide" Target="/ppt/notesSlides/notesSlide19.xml" Id="Rc5054be0cf514e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790c17a844fac" /><Relationship Type="http://schemas.openxmlformats.org/officeDocument/2006/relationships/notesSlide" Target="/ppt/notesSlides/notesSlide20.xml" Id="Ra93e2a4ae65b45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6b8f76b34e48" /><Relationship Type="http://schemas.openxmlformats.org/officeDocument/2006/relationships/notesSlide" Target="/ppt/notesSlides/notesSlide21.xml" Id="R327909bb540644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a19597a77405c" /><Relationship Type="http://schemas.openxmlformats.org/officeDocument/2006/relationships/notesSlide" Target="/ppt/notesSlides/notesSlide22.xml" Id="Ra0506dc57da24f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731411c2b4098" /><Relationship Type="http://schemas.openxmlformats.org/officeDocument/2006/relationships/notesSlide" Target="/ppt/notesSlides/notesSlide23.xml" Id="R921613ac66834c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54be634244c1e" /><Relationship Type="http://schemas.openxmlformats.org/officeDocument/2006/relationships/notesSlide" Target="/ppt/notesSlides/notesSlide24.xml" Id="R955709b25feb4d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b9048a1af4205" /><Relationship Type="http://schemas.openxmlformats.org/officeDocument/2006/relationships/notesSlide" Target="/ppt/notesSlides/notesSlide25.xml" Id="Rf126fe12451942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1d6c5854c436c" /><Relationship Type="http://schemas.openxmlformats.org/officeDocument/2006/relationships/notesSlide" Target="/ppt/notesSlides/notesSlide26.xml" Id="R15474aff17654d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b3e2b2b46406a" /><Relationship Type="http://schemas.openxmlformats.org/officeDocument/2006/relationships/notesSlide" Target="/ppt/notesSlides/notesSlide27.xml" Id="Rc1bba70147e34e1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937f282ed4c57" /><Relationship Type="http://schemas.openxmlformats.org/officeDocument/2006/relationships/notesSlide" Target="/ppt/notesSlides/notesSlide28.xml" Id="R3dba67f1637f45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942605e1d4377" /><Relationship Type="http://schemas.openxmlformats.org/officeDocument/2006/relationships/notesSlide" Target="/ppt/notesSlides/notesSlide29.xml" Id="Re03eaa31a03946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306c02a4c4402" /><Relationship Type="http://schemas.openxmlformats.org/officeDocument/2006/relationships/notesSlide" Target="/ppt/notesSlides/notesSlide30.xml" Id="R5b5e93b8c5c640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40e344ac840da" /><Relationship Type="http://schemas.openxmlformats.org/officeDocument/2006/relationships/notesSlide" Target="/ppt/notesSlides/notesSlide31.xml" Id="Rbfc45bbd2363473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d7fd249ed409d" /><Relationship Type="http://schemas.openxmlformats.org/officeDocument/2006/relationships/notesSlide" Target="/ppt/notesSlides/notesSlide32.xml" Id="Rcb0df72d88be47f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054a85a7642a2" /><Relationship Type="http://schemas.openxmlformats.org/officeDocument/2006/relationships/notesSlide" Target="/ppt/notesSlides/notesSlide33.xml" Id="R7c89c5b2a68649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2161df1b1448e" /><Relationship Type="http://schemas.openxmlformats.org/officeDocument/2006/relationships/notesSlide" Target="/ppt/notesSlides/notesSlide34.xml" Id="R81d2f9e7d27a44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e83d370ca4f24" /><Relationship Type="http://schemas.openxmlformats.org/officeDocument/2006/relationships/notesSlide" Target="/ppt/notesSlides/notesSlide35.xml" Id="R02639e5b921442c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237511124719" /><Relationship Type="http://schemas.openxmlformats.org/officeDocument/2006/relationships/notesSlide" Target="/ppt/notesSlides/notesSlide36.xml" Id="R3e1ab2f5bd53492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d2fa3e6e4f3b" /><Relationship Type="http://schemas.openxmlformats.org/officeDocument/2006/relationships/notesSlide" Target="/ppt/notesSlides/notesSlide37.xml" Id="Rb1d11ad76f384b4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b7dd2f8e240f7" /><Relationship Type="http://schemas.openxmlformats.org/officeDocument/2006/relationships/notesSlide" Target="/ppt/notesSlides/notesSlide38.xml" Id="R5938c4ce8f1b4dc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28e284b39464f" /><Relationship Type="http://schemas.openxmlformats.org/officeDocument/2006/relationships/notesSlide" Target="/ppt/notesSlides/notesSlide39.xml" Id="R1d37527fa052461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e40219ada4d21" /><Relationship Type="http://schemas.openxmlformats.org/officeDocument/2006/relationships/notesSlide" Target="/ppt/notesSlides/notesSlide40.xml" Id="R46c326d437ab4b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19C9B-F354-4EB6-8367-38C4F697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5A067-BC44-4289-A667-4C5592C6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8D70-8637-41CB-A68F-8D35BC1F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0BEA9-9800-4D6A-AF7D-A8D8C69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CC54E-B0D2-4F84-955F-7CCE29CD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1CDC4-047C-4727-8CF1-3CF86020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EB59-4421-4682-AEB3-D9AEECE6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CBC81-E16C-470B-ACA6-2A66C766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40793-8A46-440E-81F4-0E5A91EC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8815E-9FDF-4E76-85D5-DD223FB1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43A27-CC6B-4A66-8905-59F0248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80C48-2441-48C2-963C-7F0FCA2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09441-604D-42F7-A2B5-38D99C28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49395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1D4BC-07D3-48A4-8104-BDDDF406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2F3F8-9EDE-44C7-89C4-8246697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6FF31-51F0-4B9A-AE13-474F5510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4371-9C4C-4FFC-ADFE-48B08643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75692-947A-48BA-B1B8-03B53FB0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086D6-5741-4B44-AC16-6F2FA4B2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26AE4-10AF-46C0-8144-0BAA5E7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DF8EE-93A1-4ED3-B5C7-4AF09BD0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B7999-3A84-47F5-B5A9-D326D939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77F72-13F1-4B1E-BF37-D509D5A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1CE5A-E7AD-4E31-9071-FF86A728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0412D-D881-4FDF-BC88-0940A843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A1EE6-2D23-4031-90AA-1ECA8DE3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5E8E2-5412-4BE2-833D-B78A2B43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6510D-46E1-4C5E-A2BA-A904F7A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18450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D47C1-31AE-4AC0-8D13-A597D01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4151C-C486-42E1-B24D-23F6FEF1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F20D2-35AF-4A9D-BDCF-0D0CC1B9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C565D-7067-43F5-9200-8493BCE9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9E1DF-5C37-4537-B8F0-919B5A35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08D6A-415C-4DD7-9AA6-153268E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DDA14-9937-4BFB-BD37-CCDC433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867DF-ECEC-4920-AAEC-A74EC42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676AF-8D75-412E-AA98-D1E25146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44DD3-AED3-45D1-B386-F7858B39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F5080-5EF1-4280-B999-3D895F6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6826E-8E9C-40E0-8B2D-21AC834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8C069-2515-49BA-8728-0A14CB2D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D4D0-712E-40B5-828E-99EA9319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01707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9E86E-59ED-4A5D-B7AC-E65BEE5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57DE9-1ADA-402F-B70B-1868341F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5EA1-DA50-4208-B35A-38F42C11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8C633-1187-4C21-90AB-B7247A5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35AAD-2189-457E-8244-87C48A1E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1D5C0-5C87-441C-A656-9282AE0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35068-C3FC-4AF9-B238-7318B5CC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7650B-9942-4885-8C9E-1CFF0AB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76944-8097-4E3A-8560-8A8C55E7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DA073-4DFD-4A1A-B4AE-C7AC1503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68A50-F869-4BE1-B64F-DC4051C2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3914A-DD5B-415B-80C9-9A49ACA6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5313E-17F0-437E-9D80-3A8A145A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34A4B-C3EE-4061-8470-F4870673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40423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9D7EF-8D12-4C56-961E-BD5C7C94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D94B2-19DD-4A4E-8AAA-79117560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BCC08-E55D-4362-9C34-FD7F278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BD07C-080A-4D25-9BCB-0A09FB71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079DE-6B79-4667-8489-CA69A813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Orthographic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7489E-20E2-4535-B485-D20664C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9227-6D4A-479D-B155-30A182B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6EABE-8F55-4930-B976-B051367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1E8F-03DB-4D8D-8DFC-47B252A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A6619-D8B8-4A72-9286-55D4B9B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5C5BC-B789-4DAC-9AF0-72E40C67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0A482-13D3-4DA2-8703-2F620B4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inclined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CA59C-579F-429C-A0DC-8C9E9DC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ED994-85AD-469E-AD78-892056F4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79BD4-F778-418F-B264-D6089CF8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D0A48-1950-482E-A33B-F9DCE5D0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12400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165E3-1A33-437B-808E-0E8AF55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50834-FF73-47B5-8FE1-162C2423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84B18-591C-4E04-A235-B374B5D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15990-EF6B-4279-8EC4-B7B6EFCE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7514-EC2C-4BAF-823C-C15B601F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 of Solids: Orthographic projection of right regular solids (Resting on HP only and incl...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8627F-2DBF-4A0F-B03B-9C1D939B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 of Solids: Orthog...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35B8B-C583-4726-B833-08C4FC0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2659E-DF66-41B9-BF9F-54AD47C1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86862-387F-481D-94FF-5DCDC674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83B0D-796D-459D-B2C3-CBA4584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6150B-0BC5-4869-AFD3-4637D33B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33536-10B0-4CD4-AECA-EE60FBE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3FB95-9772-47C8-BD90-A57A2C4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53172-C056-4E59-97AF-C890D964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D98DB-FAA1-4C19-9D11-3C2176A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A0288-70D3-4244-BCB3-9A281B75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27983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CD324-CD58-4D97-B37B-2A388C9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1429B-6ACE-4FDD-BBDE-CA22536B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68077-6F8D-4CEA-A537-4DD68EC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6BFB4-532C-4256-A4A4-C702F7B3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9988A-C445-43CB-887F-C9E22700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EC872-8BBD-4964-B644-2D06C30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7051-B87B-4190-AAA9-08C49023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93C35-0E80-4B3E-9FFF-AE40D61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9D0EB-8389-4DFC-AAFE-D0180A63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F9C50-CD22-4892-AE2D-CAD967EC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B6470-0968-4827-AD28-DBA6900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4FC68-B21E-4383-B1D7-6B66961F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4BA2E-65FE-4F51-A150-9EF424BB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15C35-9008-4CBC-9985-702E65F0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D26CB-8B4C-49FB-B167-CFC13DD0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10112-1C42-43BF-8928-6AD8B275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BB9A5-9CBF-4AC7-A4EF-7F6EFC62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20228-568E-48BC-82D8-55803BB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88BFC-6DAD-4CBC-8C85-914BC02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A143E-1923-4A3F-943D-8265AD0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FDE2C-7553-46A5-932B-18BACAC0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A7D4D-7CAA-4605-BE01-D615B5B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0566E-DAEA-4643-86DC-921EBC3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97747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0F842-0F84-4F93-9A3D-1735400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593F4-9D87-45D7-85E5-19EEDA69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12528-74F4-4F5C-927C-96090B25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38076-A7CA-477E-9D9B-1F31344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36AA3-302E-402A-A4EB-BE6CE16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4F676-A76E-41C2-A4F7-A6E4E657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BE289-FCBB-4B2D-8318-E982A602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AE92F-AB69-45BB-AE02-8E50D52C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54F7E-E9D2-4CAC-9DB8-B5CC0D89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379C9-5DD6-468D-B3D2-2AB66EB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40627-1DFF-4C60-ABCA-EB16768B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55E1F-6365-48B6-B9C6-F70D093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E57EE-9521-464E-B66E-9FBF3839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ECF26-B883-40EE-9F6E-684F05AD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69E98-45E6-4B83-92E8-21A11FD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2622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D0FCF-2731-4C6C-8F09-E6E21F74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770EC-5D5E-48DC-BF7D-D2F4EE7A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E1323-C9B5-4D27-A4A5-61E3D6F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9FFDD-1B3B-4865-BBA7-6D62F69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681A4-6232-4D45-9927-11EEEE8C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C378B-5B27-406A-8FED-8A46165C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 of Solids: Orthographic projectio...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48D85-3A7C-4224-A1B3-8B1A0086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3147E-CC0E-428F-8E7B-1E8985DE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5DE4E-99DD-47B6-B2BF-73F0B5F8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EA7F9-044E-4304-A916-26B9567A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E4D12-6300-4ECF-8DD8-42BBDD3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75535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360FE-24D0-458C-A0F8-7360729F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E4FCC-8BEE-4485-ACAD-33AAC88F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FBE27-1AF9-464E-BABA-C6D16CF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24BD8-98CC-49B0-A40B-D40FFB8E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3BEDE-369F-4F62-AABD-AAAA4134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D0CE9-5B66-4505-A209-8353317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&amp; Cones.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FF2DB-1571-4717-9BB7-7DB9E99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E23BB-5032-4497-BEAA-95CF00E2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8B89C-6AF3-471C-81F0-1F3A3F93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25DAD-4253-45C0-8395-BAF1D071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3A6C6-FBE9-4CB8-B66E-A8A4F26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ABBD6-0102-4318-BD2D-86FBEA0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535CB-F53F-4838-802B-919D0A70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D0D2B-54DD-4B31-8464-552FB78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25FD9-AD02-4BF4-9AED-D842BDE5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C968D-284D-41F6-A1F9-EF3A250A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2711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CE2EB-C819-45A5-84E5-CA0A466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D21F-59EB-4573-9A8B-FC1060D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7282F-3B1D-4233-AB9D-F0BA855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F0635-EC9F-4C54-88C5-FC82E4D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DFB47-F611-4538-927C-18063F4E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895B7-8CE5-46CE-B494-5218CFD7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0A27A-6A3F-4634-A232-7A46C7CC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D5D1A-CC77-49EC-9ADB-3A64CA2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8C7C4-D3C2-4D96-A0A4-6D1BA5F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 &amp; Cones..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6E90D-4FCB-424E-A663-CD19F50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E4F74-F5F4-4161-94E8-F8EECE1B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D32D9-8D1D-4738-AE42-01CBA769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 &amp;...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B0227-37B5-4220-9B90-B88A277A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E97D0-2678-454A-90B1-A974169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A8E99-1EB9-4452-9834-59847053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858CB-38EB-43D9-806C-AD1C320B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2010B-B988-412D-98A0-5BA70CBC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FE0A3-07C6-499E-99EF-3797E40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 &amp; Cone...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0C709-891D-4944-9BAB-5957930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1F194-F647-4C81-9B62-A3471FC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A43DB-BADD-4786-8E07-A4B3F68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 &amp;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DB655-392B-4A7E-928D-9893388F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1A8F9-93D9-4169-9F37-FFD4D96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005066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60662-2972-4B85-B888-FC61DACC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9707-D13D-4A7B-BE4A-4928514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3F7C3-03A2-4E63-8CC5-9E8B82D1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EFA9C-F6E7-49BC-96EA-925A2E5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411D2-87EC-4A38-AF01-65C60B8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B86D7-D8C7-4C23-8A17-50A8435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4F0BC-AFE3-432C-9D75-CBBE6B0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C5950-D6A3-43F8-A92F-0A0C7246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F4CCE-49EF-4C4F-95FF-6C01A13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96BB7-3532-4D02-8EBE-DFA9967E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FBFA8-D783-4E86-9E91-3ED2380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04741-03F7-458A-96F9-7CDBEBB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BF619-1EFC-4831-9DD8-CD859B2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566B8-7035-4AD0-B205-DE03580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34EC4-0A77-4605-AED9-781C739C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87879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4C75F-D0AD-475A-AAD6-5531E8A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2CAB5-CF6B-4ADF-841B-6A4984E7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39B5A-5035-4ACD-A133-7C95473D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02A51-C170-43C2-97DC-9FDC56B1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43B4A-DDC1-4D0F-946D-05A084C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89110-5354-43DB-A1CC-93A53A0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&amp; Cones.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B51F4-1EFF-4D5A-80B6-3DEA2CEF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99A85-3050-4140-B90A-E5FAD967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5A605-A374-40D8-96E2-887302DA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C503A-8CB1-427D-A367-5F8E3F1F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A9E8D-BDD4-49B3-A0DA-D7AAEBA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85251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ABF7A-4CB4-4485-92A2-63BEA60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66613-D348-4288-92AA-DD20AA8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875DC-9D4D-48CF-B485-C78B13D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62862-F965-4DFA-AAD3-66414D87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641E-E89B-4513-8BCC-F05FBBB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D9220-C028-4F67-8B19-4660D27A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71883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B01BA-6796-41B1-94F2-61666685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FE938-DCD6-444F-B014-7992D211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5C3B6-9D67-4911-9D6A-42FA1EB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8A1E6-E9A6-499B-82B8-AB8F1BA4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81784-6669-41EA-9235-350CB92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regular: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BF56-C722-42A9-B98A-724C09F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24597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7707F-8DFB-483A-AC41-6A42FB8F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48BB6-20D5-489B-A619-1C76A7F8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7BA65-24AF-4C44-9EC3-9FE9E837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FF6A7-31C4-4ADB-ADC9-D29E011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70B49-02EA-4E86-AB0E-C452FC6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ADD53-1FFC-48FA-82F7-0EC7DA6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151485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9461E-DABF-4CBB-8D87-1ABEB36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C374B-9F69-4A2E-815F-732935B4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5125F-6439-47DB-AD1F-B7909E55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CCA4F-505C-49C5-AED5-B6B11908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1B982-5155-4C06-87CF-600DC9B0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A8E4A-D2E7-4B87-833E-5E8DE120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631430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BAED8-9EA4-48F6-B526-DDAA204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80E6F-9CEF-4978-9262-342E5DD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82110-268A-4778-8BD9-0111CB09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93457-8550-4BF4-A1E7-C344C8F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F4E9F-D941-4DF8-8032-DEAA918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Orthographic Projection of Solids: Orthographic projection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Cylinders &amp; Cones.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64A1B-E678-4528-AA7C-B81D7EF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98FCB-E369-4CCB-AB15-224FA9E0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D9A36-3A7B-42E1-AC0A-7DC1CB29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0460503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4412D-780A-455D-8E0B-FFAEDA5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0E5FF-F489-4231-AE70-E5766EB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B4F46-11A1-466A-9CF2-ADE97952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21082-5E7A-4AC9-A5A6-04CBB824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87A16-59A0-4740-A5C4-3733677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001C-D22B-4C58-98CB-A604A61B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C853F-CE23-4F79-8E5E-54956577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EE10B-8EB1-49DA-8783-C39ED1F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E15A0-6163-4ED0-9B1E-E82B51B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BC129-05FF-419F-8D57-763AE53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9A02B-F4F2-4381-A811-F11E89BB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569DF-E5EA-4D4F-8B8A-078C6F7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E102F-BAD6-4BFA-9AE9-E44A6EBF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5B425-6860-47DA-9EBE-8B3FD47B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7B7F0-6752-4F79-B4E8-F50863BD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FC23B-1B49-4096-B72E-648BFC4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1E065-313B-486F-AB81-BCE4895A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3B25D-8EB5-4572-BB13-6D754AD2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3DAA5-3A24-4625-A79D-7FE27273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87E2C-43F7-4957-9858-8CA69D2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C56B5-864A-4D0B-933D-18267EC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DBD39-AF26-4BBA-AD0E-746C45AA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8878F-D38C-4E27-97B9-289A2542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EFC83-E964-4499-BFB1-616D5790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2A66D-FD9E-4169-A7D1-EA8B51F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0281B-0252-4AFB-9975-F594724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ACA9A-DCEF-4CC6-9E8A-061C847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B012F-5DAC-41C1-BC96-18C3DB4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DC10B-B0BE-4F19-A768-A1D8F62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839DE-608C-4636-8602-9769C84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C73E54-18AA-402A-8246-8E5B610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DEBF9B-E3FD-418B-8B05-518AABBF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91246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E5A55-DD5C-46C8-B6D2-4B5914B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0016E-D846-4E71-8119-11BBCF66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17F34-0427-479D-A51A-B58D99C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C2894-8D31-4403-B5E0-D45455C1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2E8D9-B575-4D78-AD1A-94909F3E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4DDF4-7572-4FDE-8722-25C45F2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2750E-5F1F-4822-8E09-3D2B9C3B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A1A27-B405-43CB-B010-7F4A0F35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492D6-9AAA-49F3-B342-7AC66A87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991B6-A727-45A5-91CC-E5F69BFD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A1B9E-0BBB-472E-A322-7EF8E795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232D8-121F-4B61-BA5E-5AB8956D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45552-5C18-45A8-AEEB-F2DE88A7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1BC70-7135-499F-A2C3-C96D643A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190E6-2A1D-43AE-BA61-74D2286F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1DB6D-3CE0-4129-A73A-DBDB427E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23514-8B03-4A49-B38C-E2BBA91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EF6D2-95F3-47E5-94E4-252D4EE8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1F3ED-A304-4EDC-B1FC-EFE88518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8600B-0AEF-4B82-AD0D-3B8F24A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374B1-B4C7-4D23-96F6-5115B7D8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1702A-074E-43D1-9CB9-57F5CF8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B5D0A-DEC2-467B-A310-D8D37902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58CB9-C463-4373-ADD4-D01954A5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7040B-D86D-465F-9186-078F4B0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96E3B-7ECA-419A-9262-D3FA524C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091AD-9F3F-4AB3-858D-786929DD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DB4CD-CFC5-4F61-98E2-87D8EB9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9BB3C-36FC-4E65-8917-D4B34D4D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13868-F45B-4281-B011-EC0E9F7D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516C1-1508-44D5-AD34-0E311687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699691-EE98-4DB9-927E-19B2098A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011371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EEC0F6-9809-42C6-A69D-62825A0E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9F1F8-1819-4E52-BB2C-1DE8EC8F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BB89E-9D26-453D-B939-C338DE1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BDF10-CB34-455D-8DA8-6C8CA776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0E3D9-49BC-472F-94BB-4803F8E3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505C2-48AF-4128-BD58-27102A2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CF92B-744F-4FF2-9E01-24FC0B83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6C4AF-1B91-442A-BE11-6DBA9D6B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17747-D1C0-4F4E-BAAC-617E8939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C8F12-1694-44E3-8E9D-C90FBC83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8548D-F128-4C8A-9783-89DEEE06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FB986-EBD6-47D2-95DA-8B49615C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B3939-C599-4B5B-BDE9-E16E731E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B55D5-BB8B-4B75-AE2F-0E12DABE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2F027-2A3B-45BD-8083-4848563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6D039-2527-4C84-8D4B-F4F5196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9A6E4-02DE-41DD-94A9-6861E90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7A857-ABE9-45D7-B3CA-A50CE15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48B98-BC2D-428C-BBFE-827F0D2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55CA9-82C4-4005-ABF2-15EAC8E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F9750-D72E-4128-B6B7-D7B682B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9339B-01F0-43B3-868E-A97EFD9F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DF254-DB08-47C7-BCF8-00D3863A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86914-8743-40A0-A029-A00A7143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2929C-AEF9-422E-A625-6D29B72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C6A01-DC60-4530-8E6B-776FF8E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070CA-BA1C-4ED7-9033-3CD7AAE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C9D4E-8C62-498D-AC1A-56981375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FCC82-5D37-4891-9B29-245AF4C5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27918-EC99-4BA3-BA1E-46DF8646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FCF22-3021-4DFE-B2E2-1952E9DE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C7C61-4F5A-46A7-A392-3026FFE8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72995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D4B033-4BFB-4A94-B0ED-4253559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B73C4-C3AB-4C64-89BF-A0C84805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1E35C-991F-43A3-AE1D-084BEBE7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A2D32-07BE-43D8-86FC-13A6D0A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E9051-B62F-43D5-B5E0-EE0B9E8B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B6467-6C35-418B-82DF-8081247D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F81CB-8148-473B-B955-611A628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C5880-C0FF-4808-B4D2-87F49B6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FB08E-698F-435C-9581-058F576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D22CC-5191-4C7F-9D33-30D2E8C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5AD4A-8B84-482B-8324-0B34899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A8AF7-4DC7-47A5-BD41-C47D620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1B1A6-BDA8-4C78-B5A8-0B7349F0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85C20-AADB-42F3-9D86-30F38C9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ADCB4-B282-4BC2-BB3C-01C8B0F1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B8FD-BA32-4597-B7F7-44DA92CA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0E8A2-22D8-4FA5-8266-C3DCD1BE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31101-76AB-49A6-AE4F-05F06B2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032F9-27BE-4DB6-96B4-6600C19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F6AEF-7520-42A5-8F65-7D242D15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2CE8F-7316-499F-9696-3C13B3BE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A1848-EAFD-490E-9645-FFBAA877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1DC3C-B18A-49AE-9CBB-8FDA9484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E0D68-888D-4209-9B63-A7A15BE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28945-9B64-4603-9C57-F9552A6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741A8-42E5-43BA-9E8D-672ADE7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4E41B-0DE4-4235-AA99-50DA6AB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25BCAE-3FC2-4749-A84C-5D8EDD6A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689A5-1FD1-4891-A98A-C129BAD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5B610-11B2-48E5-8EAF-647C65C9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E2C035-B15B-4BA6-883F-BBF0490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BFCD1-B091-4426-AF90-A7A360E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214679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873779-EAE8-46E1-9317-41A22D7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A176D-EB74-4BC8-8E0C-8438F816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5E975-31F1-4DF5-9323-EBB6C0DD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B937E-D07D-43C6-96A6-0FA5AEB7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6202E-BE98-45B9-9ED7-95D1B617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1EE25-D3AE-4890-AC45-7C396255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43534-2501-4031-B240-D711484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54CD-75A6-4CE7-A71D-7003FE6A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1EA0F-1150-4702-84AD-5B646E6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B2D6D-3F53-47F5-9F91-86A59CE5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D51E-1506-4798-9B98-0682376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4FEB7-16F6-4B0F-BE66-5B1A07C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217B1-DAFE-4663-A6C4-9BE28F5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F2BAB-363A-4AB1-8FA5-A69673CE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2DB06-9259-4689-8C03-CF0D431C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A4988-B866-4189-BEB3-2D606BD8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3A2E6-4897-4AA8-B05F-2568A0F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11F5A-FA53-420C-BC8E-D93CDB47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F61C6-84FE-4419-B182-BB4F339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AEAD6-C4D8-47C4-BC58-AD093F3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7F88D-00FD-426C-B2DA-7082D67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60734-8359-48A4-88DE-0EE492D2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4E90D-860D-4B75-83D2-246671E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2F102-C795-4DD7-B584-BEA3F85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99184-F49B-4724-948B-CBA39CBD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91DD2-B635-48AE-A301-B634F5C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1DF6D-593F-4E9F-BBC0-963941FC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48243-7E8A-47A9-ABE1-FBA3A04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92BFC-A7A2-4BB5-8911-49EBB98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4FA7B-5D43-4069-B1D8-2DD47992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DF11F-4186-4724-9D16-31762FA1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5E3F64-1AEE-45BB-A592-E808094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048247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1800F2-2526-4C0A-AABF-87EA0ECA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871DB-048B-46AA-BA37-A763853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59853-38AE-4A38-B7C0-763C4B32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A61F9-3ECE-4CF4-953E-5CCB192C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0AD11-D752-4557-A927-A71E7488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D034A-EBC4-4C5D-BE6E-BC4D3B7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5F236-402F-42EB-B73D-23E403E2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A8B55-4338-4C6B-8E21-359E7EA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11D04-2850-40FA-8EFB-EDA529A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36B51-2B26-46C4-8C38-0FA47EB6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B29DD-FA00-40AB-9610-CC477FE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ADD03-2AB5-4188-9C01-8F628C9A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FA3ED-93B1-46EB-A5B4-26047069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8FEAA-CD29-4BFF-B48B-73B51443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1A5DA-01C4-48A2-B5F7-42680352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8F061-4A3A-4FC7-9C38-6D72581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23B3F-404C-47AA-A1F5-906FA968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4FC6B-8C0D-45F1-94D5-59EBE61F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3BE02-0484-4BB3-B23C-A7932B2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F04EF-CD5F-4046-9E67-8C1AB833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C6B24-833B-4EBE-96B3-B2A9439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CA98C-D755-4E8C-93E3-D6A63531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F6111-B592-4548-98C8-4CC5D9C0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51531-66CF-4E37-AB2D-0327145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48C79-482E-4064-A17F-207AC1C7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E09C5-2DEC-44AC-ACF8-E264FD46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1BDD3-C727-4831-8D0B-64A8A31B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49D1D-625E-45AE-9493-0F9E46D3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E199D-FCB4-4136-BF54-8D3439DA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59542-D8AD-446A-A7EF-794DE69A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3A157-8B8D-4AAE-8FA9-B045ADDF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FC1DF-2AA4-4A3B-AF8F-AC8F223B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675085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F99B6C-F614-421B-961A-C95FA1F5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EA42A-495F-4BB4-A4E0-3021AFD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F1B6D-14FB-4F3C-8386-9901A871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E750E-3F3D-4257-BD1E-05DD12D4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8D56C-EDB7-4219-B8C1-B2368E6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4A206-DB99-4AB1-A72A-9C8CF227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28CEB-8104-4A9F-88E1-3F5A0F4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05CA0-1390-4219-84DD-6447A455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EDD0E-A1D4-4520-8780-3D3226B7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9602C-E6AE-443D-B18C-38FFC530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31DFB-3221-40D8-8452-0071857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73CFD-5FF2-4F71-9753-59FB6A97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298B4-7603-4A22-9DC7-945E310E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6234D-62F2-4075-BD90-E93F235E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68F20-9078-4500-BA37-83771E6F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92DFC-7913-49C5-87A4-D7EAA89D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28393-65AD-48FA-9A46-522607E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5602E-1BA6-487B-9E1D-A00F06AE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F7A7F-BF85-46F5-AFFE-C171564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FF821-6A38-4780-B75F-7DD489D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2DAFA-AAF3-461A-9C04-00DD8E8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51F7D-CDEB-4EAE-B316-3F1DFC5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03BC4-ABE5-48F7-8CF8-1B570821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5C026-E4CE-478F-B22C-3F5D2ED1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5A689-9E06-4F81-9920-4C0438D7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A62A2-099A-4836-8347-AAAC1510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26C6D-50F2-4440-BE3A-BBC5E5E7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C81FD-4409-4200-9FC0-7A1E46B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1C8A5-DB4B-4989-A973-B887EF3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8B455-7B95-401C-8013-6F603A89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CA149-85D2-4212-8065-AB37D58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11F4B-91D0-40C2-AF29-8BBF4197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167515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B96AE-3A62-47B4-BDD6-9E3A19D3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ECC20-D73A-4C56-A1D3-96717A41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D2847-7F6C-44E0-8B2E-E89E3EF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D6B7D-EB79-4D54-9367-69D5377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A46E-C288-4E97-88CF-982FCA24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EBD10-0DD1-446B-BADC-6A697F46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133F-E682-4699-9442-504B706A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0575-A2AE-4D5D-BCC0-1FF21DE2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83317-F0D6-49C2-8532-F523E28B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B747A-256A-453F-8319-A469BE1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9C41-88AE-4F0C-B8E5-FADC3C18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C2134-AF45-4D11-AB94-A4CF040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0EAE6-95DD-4CFB-B706-5019A33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DF936-8BB6-4E4F-9CE0-CEE3EAB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611CD-D9FB-4DC4-9098-1CAC3940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D68A1-D103-4142-ABE1-2793192C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C4C9E-5736-41AB-A9FE-3965F542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0F6E3-9DE8-4593-85ED-BB62CF6E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B0A96-15C3-48EA-BA23-3EBF34F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E34B2-930E-4E85-BB4B-FCFCFFCA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1A44B-D7A7-475A-8E87-D91D2FD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E9219-887D-4239-A2FD-094A881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E7C9A-8119-43A2-8CFF-D0229F8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A0A72-D009-4C25-9B7A-531E1425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C9C67-2AF8-49C1-92E7-7977D594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AA991-41D9-46F2-9EEE-726CD5C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613371-27BC-4CE2-ACCB-39C47523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BADF0-CFC7-44A2-972C-D1BF044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46A5A-D6C1-4FDF-B432-74888C9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D21847-05EB-478C-8B64-0FC07CA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1D70D-AFB1-488C-A1BC-4F6B5BA5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37781-6BC1-4665-A7A4-5007BAA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662953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49314-CF7A-4781-8412-E3280F5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B4163-A8F9-4ADE-B408-E2509290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2ED6-64F5-495B-8542-BF2C38BA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74FFF-19B5-44BF-85F9-B2B37FA4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E6530-21AD-4A73-8AD8-8C4B0EF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3E50B-2512-4F0B-B7C7-6D27BD76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68600-75BB-4ADD-96FC-779080C7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F94B1-DA91-4BD4-A215-8CCF2E1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9D652-3CED-4A96-B15F-AF82748B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D8289-CF59-4CF8-BE43-7C6F916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B9D55-49C1-473E-810B-7B56E318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3362D-ED4B-44E2-BE96-3B0562A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48840-8D26-476C-A4F9-3C78AF2A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30DE0-7715-449E-A3AC-25FAA817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67B8-EF4C-4F91-A335-813E629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A0FE2-9B98-479D-91EE-38360E3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BC09C-B70B-4289-969A-4EAAB566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84B8B-F3DE-4E0F-88A0-5FBA4236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037DB-9E7E-4753-A0F2-3E39FDD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1790E-6EE9-442B-8F24-17538EDA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C03A6-12C0-4D79-98F3-0600EBBD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2C5AA-5517-45F7-8618-7DAE7977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27344-1343-4A90-AB69-EDCA4F0E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DB189-CBDF-45E9-82E2-8FCF59A7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AC3C6-AA6A-42FF-99D5-076AEAD1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A763F-56E5-49C2-82E7-FF289DBA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77AC6-89E6-4733-83F5-A4D749E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EC091-8A0C-4C2E-AF17-D9D03951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31FB3-4B3A-4A07-B654-A7F580D1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46AF1B-D532-42D7-AB14-6B2C9CBE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3EDC7-1EC9-4DE7-A658-7ECDB4A7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0F6C1D-5C96-46AA-AB8E-5D1FE85E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552814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1A75B6-C426-40E3-82B4-3AFF0CE6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DD655-8A07-4BC9-A06E-7ADC0D64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10C79-C361-4C38-9428-CEB2F17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08DE4-E957-4023-BD69-97641796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47688-2A07-4151-98B2-A5E3BD4F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B6626-5253-4E50-BB4B-4CD778E0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52F1-2343-4EA3-96D2-406A334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34DF6-03DF-4D44-B9E8-0703BD0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4B181-7089-4B9D-A1DA-AB4BD98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0E01E-010F-464A-B2CA-B9F39CEC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04D9A-16BC-4A13-9A4C-B4F2DF87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1CEF2-C604-45E1-8794-3724A1D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62580-7025-450F-B129-5F369FC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6C9BA-C9A7-4D72-A39B-CACE4A5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95843-1F6B-4787-8977-77472D2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D90AF-45BF-43AC-9C88-F5EF4874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65C36-7258-4E1C-9903-666C6CC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41EA1-27E0-4CC8-89CB-F9E0B21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D0612-84D9-47CF-A3F6-783DCE5D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C933B-EED7-440D-B1B8-F880FC2E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E765F-AC5B-4D70-B48D-707EAE3A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DD30F-CD3E-41E4-8F8A-306F5A14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BA0DD-8EFE-48E0-9269-D954F52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553F4-D902-461C-A141-4CBD8DD3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79180F-5D05-41DD-8E20-E9DF03A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11CFF-3319-465E-8B74-7222C92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28592-B5E4-4726-A173-D731CB2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58E28-3C9E-42AB-98B1-2DEC6F94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271DC-D573-48EA-8724-858DA491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6BBF7-5594-4096-A489-C05FA93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E5789-4370-44B5-A0D9-3E0679CD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C2ED67-75F5-4081-B85B-57A7F0FD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283001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84B66-B381-4A1F-BC3D-EB04E5D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011DB-32E8-4F64-9D0E-DF5DCBA9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31731-2499-413F-8B52-40AE6F09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36EA-F5F9-4FCC-B18E-B3E3C51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EC1C7-B216-4F07-9C95-90BFF159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D93E9-C09F-4467-A04E-FD6B876B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B40B5-BB98-4C32-9FFA-5DED66D2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34CE3-389B-4C34-954D-91935EC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7F9D1-940E-40E7-8273-A42B6B6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12416-CF9C-4A46-854A-59FAD71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FA959-4499-4AD0-B0DD-04AD5F6C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EF35F-2C71-4190-97F7-26204737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6BC6D-E634-4CF6-AC95-D8BD2FE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2C231-1538-4E3B-99C2-ADFDD00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01715-B7B9-4DB7-B98C-5BDEF4E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AA865-BECA-44FF-B36C-1BDDC19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7C069-5EF4-453A-B067-8AE50646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9AC2F-2C92-4989-9C8C-43291A25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901EE-2789-464A-94A7-9EB8C016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B54B1-8E6B-4161-8E6E-93DBB78B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863A3-E2F9-441A-9892-8217827F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CA854-7E02-4D20-88AB-FC7C85C2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B6D83-79A8-417A-85EC-0CF697C6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9D013-C905-4C59-ABA8-12758B1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AC711-A8CF-40A2-9667-B4EDC6D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F0CEC-4FF4-4956-8E00-057EB9D0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B383B-A375-4822-916F-F4914ECC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F1091-CD0A-4486-A5AD-643F2AAC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32BD5-88DD-4711-910C-256AAC65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4BC8D-3BA6-4E19-88C6-DF277B5A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ED1F3-7C47-469B-B831-ED7E4FA4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C8A388-1D67-4AB3-AF74-16489796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5289363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1FFFD-2644-4ED6-9073-9D7519A5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401C5-C1E0-4E0D-A336-0E3CB45A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713E8-29A1-4CD3-A141-E5BE906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CB3ED-AECD-4DEA-8581-81AB045F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E6027-F9C9-4558-90A2-14A1BAC0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63221-4A02-43B0-8FF5-2D82D8F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192A9-58AF-4C57-B3FF-47E1585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87714-60FE-4837-986A-3E50F34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AF706-4F96-436E-9EED-217A25F0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1D7A3-BB36-435B-B31C-40D5B32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EF49F-5874-4121-934F-8547024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2C5BF-C87F-4291-8E15-18594E4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C45FC-3028-435E-9B3F-82BE48AD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344A0-C336-4FF3-B838-D46DBB0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1BAB3-E25B-410D-A9D2-DEFF790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93EF9-ECE2-4703-9180-0D68CE75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21757-690F-4723-B634-8EEF969A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3F012-44DF-471D-97D3-4A33F56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71C5E-5F6C-425E-BE36-6C5330C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51206-0CE2-4577-8464-12038CFA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B102B-C6BB-4AB8-AEE2-F7812B2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76EFE-583E-4670-98C5-538C94A1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FB14D-111A-4B79-963B-8904F4E5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098B8-DE40-487F-8C45-082B0BD7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405F7-8AFD-49D8-9936-D91F4015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0D400-4711-49F0-A13B-1E5CEFEF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DBFCA-6DC9-4AE3-B691-80E1348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C7165-6CBD-4807-9E55-DF9D4A89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04A5F-17D1-446A-AD7D-B684AFB6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4CF19-AD85-49E2-B978-D45FFFE6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911D9-4532-4E40-BCCD-D3CAD150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820393-CA10-4B37-A998-E0C6C7A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534053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0C1D17-4D59-4BED-AC8D-8485578F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E4963-DDB9-439B-9D19-8F09686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0FE78-D0E7-4A59-9D14-63598EBC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9D67-7BE9-4484-9347-4DC82D09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BD5DC-0FBC-4935-9B9B-DD4E5D8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19FB-ADAD-4789-BCEE-B124574A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8EF02-F5B5-4128-9593-D7DCEF9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D2C35-E188-484A-9364-E31FECD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AD098-6376-4824-8FCC-B68390C3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C8DF2-8C96-47AD-BBA4-ABBE646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5A0C6-32FD-48D8-9AFC-F65211B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93288-5B35-4FD6-9BF7-935FF6D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B80EA-89CE-4660-AA06-DF649828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7680E-2BDF-44E0-9271-F783789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621D4-E5A9-40B7-8F5D-58364C51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92C0A-5FDE-48A4-86B7-65BE246A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A6A0E-D163-41AE-9CEE-C2BC87A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A08F8-04BE-4FB0-9668-9922D980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A208D-7636-48F5-BAAC-4E5944CD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E8E4E-F524-46FF-B7D1-F55E19E5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73717-5C80-45AA-91BB-96C51614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8475D-928E-44F7-AD22-9CC4E398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614D2-8A51-4EC7-A22F-F2E86FD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BF0BD-424E-4E03-9E0A-4F23BBE1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12383-6538-405B-8C2D-175285B3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C0961-2341-4904-87E1-6A472680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995AD-F35E-4FAB-BC12-E562C5CD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E46C1-D97E-4774-89CF-7DE90F40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8105E-10DE-4796-A175-C0FAD7DD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B92E8-A29C-433F-95B7-19A180BB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F7ADAF-8109-4FE1-BF5F-C638B1A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3D50E2-E91E-45E8-85D9-7E30A9E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449678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68007-480D-4A63-9036-A75E0649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ABA99-F8D3-4C34-BB0A-C8C91762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2F914-567B-4D94-98B2-D933A9A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CDDEA-A968-4526-90EA-F17DC1F0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BC038-2AA0-4204-BCEE-C00FB9D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CF00-9155-4F29-8061-53E1FFE1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C988C-B53B-4E62-89E3-92AC465A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F1E0F-B980-426A-B4B0-8C6A2762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0F8F-DB3B-490A-B7D8-95DEC43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D6564-EA07-49FA-9120-F0BFFC23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1A6FD-B8BC-4211-A06B-634FDDA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FCC66-CE8E-46A6-9675-7F76182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CB76B-B53A-421D-956A-E311044B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F1D74-E84C-4081-8CDA-39E12C8E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A8186-D43E-49A3-9772-78289F80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0F828-6DE7-4329-BAB8-AAE16C01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2B7DC-B4AB-4E3E-9ACB-CAA70D3D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C4C59-C902-4F44-AB41-8DB2D50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24DF7-5215-4905-A765-9FEB02A8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F21ED-87CD-4239-B86F-A5691E61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48E95-FE2F-43EA-B3CC-047C7788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F011-A4B2-413B-8711-20A0CF1D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87BC8-6FE5-4D93-803F-9BB933A8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7B944-FE05-4CF0-B8F9-E129F6AE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2ADB7-EC4E-4CC8-B9CA-DD7406AE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621CC-5B35-470E-A6F8-068A61B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DCE5E-E5FA-4658-B06C-3853E42A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AA5DA-C29A-4EC3-BBC3-C977FE33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9B8C9-C8C4-457F-8564-8E9B54B4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159D02-2A9F-462A-960B-239ABDC1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30D19-FB97-40E6-B04A-B207EAD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394E4-516A-4CE4-9D80-3DD9A82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837502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7BD55-9440-49DE-BFA1-BF4026D6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B81EA-30D9-468E-A6CE-D7591C93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A174-4967-4D47-A2DC-0D6C520A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672DA-667B-4062-B114-519EB64C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422B9-0F70-44FD-8DB5-23930DC1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793AF-DB71-44DF-9AC2-1F779AF5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0C0E-EB2B-41D0-A1B7-258CAD0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9286-3F86-4DDF-B0A5-3E7B41D4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07917-D574-4A1B-B4E8-6A74A6C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7ECDA-7787-4AC2-AC5C-F398AF81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18D03-9A15-4C2D-A9EC-02722E2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77766-4244-4F49-9C0A-FE3598E9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2C45B-0F85-4E35-85EC-9872CE24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7A498-A380-4ACA-BE91-FE5F5D3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6155F-3DFF-449E-AC6F-574D9C91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6AEE2-91F5-40A6-A537-CB34F68B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BEB07-02F1-4811-9D6E-B95E13B4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04727-E38A-499F-AD67-7249CAAD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362A0-23AF-422E-B94F-463945FC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589D5-9EFC-4B26-A924-3005EB50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A9CAC-4DAB-46F4-89A4-D0BC293D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82DCD-DD0F-4141-8397-68577D3C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AD1AE-0B4B-4FE5-83F4-3FC623F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BF8E2-E85C-4883-A3D6-D852295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0A77A-B918-45F5-8030-A38CFD86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E949E-AF37-4532-8CD3-A708C07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D35EB-64C4-44F6-A358-AF9F64C7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7C825F-0721-4EDA-82EB-59B49AC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B4CB8-F597-480A-AB4A-F1DB943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89A9AF-CCEB-4499-97A3-F3CAA36C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A8D7C-7862-4FF6-8B51-F9D50FD6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C6048-5921-43A7-BEB3-C4431293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517146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B0156-453D-4922-8EF0-B35C4E54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D728A-2966-45A3-BC1E-1E733070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5FDC3-3702-4430-8BBA-5C96F971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011DF-6307-4AFD-917A-10801BA1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909A3-D3E8-4871-990A-EC2ADD4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33C4C-3743-4EC1-B00C-92F82AC6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BCE5F-7AE0-4493-B76B-68565706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264F2-E2FB-4AC7-B1A7-925F36F5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3D58E-580F-4448-80F1-D3563E55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868F1-A5D2-41CA-9819-B358C69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E038E-A55D-4D88-8B5B-9EF22EAF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8CE76-9747-4DB5-A821-B723CD28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21E5A-FB8D-490F-91B7-71DE9B6A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7407-0F6C-4654-8CCA-3403561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3717B-85CD-41F3-9D61-A7786DE9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C4C39-F439-45C2-BC8B-452C5FD3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4892C-848E-4BA9-A2E2-7BE1E5F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70411-3A4B-4731-BD77-F8E75741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381D2-F5A8-42E8-AF8E-E4333DC3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C5749-00F6-412E-B744-170B9BC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A49BF-72FE-46D3-87C1-B88E288B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3533D-2181-4E4E-8332-8B3F936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4ECB0-AC56-4AFD-8543-0F5083CB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F2C81-9893-4446-8DCA-4082E42D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CE6FD-95AB-4D81-B707-2A9329D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8997C4-50E6-4B51-936A-9F795BD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EDCA90-9295-4B3C-8A13-0D0A24D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FF31A-B7FB-4F5C-AD01-DB6A776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C5935-7610-4232-8113-71CDDF7A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EF22A-CCEE-4CE0-9CD0-FD3051AF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2486E-20DB-4102-9FDD-DF01CCD4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7B6E04-48B3-4F19-A9DB-5329E55C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347834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43251-0215-4CF8-A218-2D3D5F2E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BA1F5-E981-438D-ADDC-0E5AFF25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6987-275D-4351-AD8D-4D22699B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AC288-BD55-4703-8BD6-3012BE7A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9915A-63AF-4BED-B06A-CB776E27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90F24-91E2-4FE7-A9D1-A13AE88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288D5-13FE-45DF-8F56-B520527F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5414D-9E9D-4D1E-A837-77C1D9FD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60CAD-B3B4-4EEA-B022-1ADFBBD8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BB919-6BCF-4FEA-8437-D7ACFFCE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54AC4-58DD-4195-8615-41D36DB5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B6444-9252-4DAA-9FBB-122CFCB8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475EF-06D5-45F5-A131-CB794906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19018-20FC-4F09-A728-D332DF0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7A530-C062-4B5B-90F7-1A065CB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2974F-2FDE-4659-85F3-B722110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DA8F5-C9BD-4F54-BB8F-890F161A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E8C28-0779-47EA-BD6A-533D88B3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CA53A-3FB6-4F7A-A2AF-2F79C75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B6E90-0E5C-47EF-900B-C21622D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35BD4-DABC-42FC-BF4B-FED064C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110B2-45A1-4E93-9A8B-44D2DBF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00EF2-017E-4C07-9021-21566BC9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37518-C029-4349-8ECA-792B77C6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4CA03-686A-4763-91D7-3C6F60B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2BD86-B7EE-4A8E-BDAB-33777CD1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4F45E-518D-4F62-AE6A-58BFA2D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2C14A-7F56-4387-AC92-3DBD91B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29A3C-9AFF-4491-A97C-10FCC41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9AFB5-F294-4314-8E9F-BD4E80C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714A1-C401-426F-934B-D5B71D3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878E12-A104-4750-9C57-91307DBE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165949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1A62F-AC16-48C0-8D37-AD78E2AC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01EB5-260B-4F2C-9337-50D9465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6CE4B-A35C-469E-9D52-0D8BE3A8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A89D1-F3DD-4DF3-AB27-9F158AA2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6E38A-F02B-4C95-8956-F3F4C26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FE5B1-B0B8-402C-9026-5AFF3CAB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1A799-FE28-423E-B5AE-5471753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9E936-691B-4614-93D0-4789F0B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D37EB-245F-478F-8501-C29F453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A2CD8-0875-449C-A27C-49CFBCE0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88892-40BB-48B5-9C46-4B29244B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54A79-A1E8-4D63-9020-17F8E66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B455A-6135-4254-8C96-1029C64E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1D83F-F878-4481-A2BF-91F924CC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79643-B3F8-4EE7-BBC0-9E9F063A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E032E-3D65-4DD6-8118-AF4EBE3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49F5C-3B4F-4ADF-B9AA-FDFA9590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F5A89-1A57-406C-BF9C-E69DD370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BC72E-CCD6-411A-BF39-540DBEF9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53EFB-66E0-4F62-B8BE-1FB6344B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44528-6DDD-48A2-B703-D1847A99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77683-8C64-4EF6-BEE5-8884EE0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E428E-1D81-4974-9069-B443CD49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A4C72-A142-40DB-BD74-391909F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F1344-15C4-4904-AF78-AD4CBFE2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7B06B-8193-420B-9851-C1F7D5CE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36117-6C83-4A4B-9551-26B00D1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AF7B2-F62F-49C1-840D-DD23A45C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EA2EB-7B1E-4EA9-9CAD-6B01B2F3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485640-A9F0-40D5-AD67-D33C762C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6FCEC-E5D0-47CC-8BF7-285DFFC5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C60669-8297-447B-9842-6453C5E8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941099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A382B-C9E7-4FDB-A80E-E5B2225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B4A50-3A63-48E8-B979-C5DD80BC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A074E-C7F8-4E98-B2EB-9541E07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86057-458E-4533-8998-024FDB22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E0C5E-27AC-4F19-9BBC-A76F4BD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C93AB-25A7-4A82-88C7-5C66C42B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DB01E-C4FD-4B39-B855-E3561AA1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35297-835D-42D1-A35C-DDA014C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7A681-F077-49F9-A81E-127D390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EE6C1-7126-4EAB-8409-324A20E0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B8B63-C648-4CEF-94B8-3A03BA38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ABE77-1053-46BA-9A25-EFFB6CAE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33609-AE5C-433B-916D-744A0BC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F8277-59C4-4BA4-BF92-2D25368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5223D-BE97-4870-8805-C00A7BFC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2D2EF-7D2D-46DF-95A4-3CC4FA71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E1CEC-91C8-418E-AA2B-14B4A7A8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8715A-5193-402F-A603-1D0416C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FAD7E-AE17-435B-AAED-58314A87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9651D-77C1-436C-B645-C69BB178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9D3AD-253A-4AA5-AD59-86E67FE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9CD1B-6104-4BC3-9638-91BAAC5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22512-63EF-40B5-9918-DF171E40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EB42B-C961-4EEA-B627-52B6E019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90FCD-B3AF-4F4C-A4AA-23783036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49145-AEDD-47D6-AA37-6D7F3352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66F12-68F2-4265-BD36-D872602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257E0-26F1-4549-9B82-FD9B9C68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E9FD7-7655-4D6E-AB0F-47DB8154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4C391-8275-4ED7-A3DB-0A68398F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2DC94-316E-4FDD-8A73-AF3A3EE1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CF2C41-757C-4DFF-BD97-9E05A1E1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5547698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28ACB8-36DE-4C08-BE8A-8001D5E0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73607-1C28-41A3-8DBB-1637038F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8829C-B508-48C1-8C80-5ECC7D7F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6FBA2-057A-4655-B5AD-CECCEDF3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40E2C-20A2-43D5-BF13-2D9067D8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FF7A1-7940-4BD2-B017-6C944B8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9BD53-FE82-4C04-B481-1F363D5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AA0EE-330D-447D-B135-06A09F9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55EE1-4362-4D69-AEC4-19225A50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15BED-5F74-4936-8C74-02D75894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4242C-B075-4BEB-8D5C-9510DB0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8664E-8E0A-44E1-931F-6CD0349D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CDAEA-F09A-4A63-AD82-F50A53A7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FE73E-211E-4E33-BBED-9108D950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3C7A2-E301-4EDD-BB74-A8280BEE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F75A3-A4C4-46AF-9EFA-CF84FF91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BE47A-3A85-4F90-9D75-67FCFFCE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AF722-8C60-41A4-80BD-BAA0CC70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AE0A-783B-4D38-8B35-1409145C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BF8BD-3D15-40BD-98F7-7B891E0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1F872-C188-4C26-BD81-45A9E77F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18B8E-5B3D-477E-8A98-3B291450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13D85-C9C0-42BA-97B1-8EBD3078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CE7D4-5FC1-414A-85C2-ACE58748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547F3-766D-436A-B42E-E867AF17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170CB-7C1D-4372-ACFA-EA07D497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AD8FC-B7D6-4DE4-B616-FA5855CA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ACF22-FD0B-406E-95E2-2781207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14680-9088-489A-96B8-4CFFF91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AB8A8-DF56-44B1-8725-A62E57BE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D21D0C-5116-4747-BAE2-6BAA21C0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89DA39-8978-4951-99AF-A9125337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235266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F870D9-7CC7-4ADD-A4ED-FF5F688F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3FB6-0A40-42A4-9D61-85B4D679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44531-686A-4D28-904D-24C8128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4B4E-CEAE-4AF7-8410-D2EE791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47DA8-C826-46E8-84CB-DEED2C4D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B92C3-1BCF-4C3D-8F13-C9BCA9B1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86328-58C7-424B-A79F-8A3A72EB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4CC58-55B3-4E97-8B69-785574E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FB1EE-67C5-4AB8-A689-9BF7554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B5001-25AB-4E1D-B370-2EE995AD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1ADD2-3C6E-4DC8-AD1C-E5212E9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D3F28-430D-4507-B514-ECEA4EA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3E2A4-7BB0-4E03-A6DB-20310E2D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95FAC-FD49-4508-8D93-C2CF5604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DA7E7-34A4-4223-A860-4D4A05D8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164E1-DD30-4CF7-BD9D-7FFDF0F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9EA09-C902-4AD2-BF40-AA1A8A7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05812-7544-48CC-A58E-418C243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8DAF0-85CA-4BB1-B091-894EAC56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5FA38-9A06-4E0E-95D8-3D60B460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D4475-6BEB-4C5D-B35B-2B646307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4BAA8-1DFC-4DC0-BC9B-F84870B8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C79BE-5545-4456-8955-2FD5211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CA55BA-4E2D-461E-8EFC-28F14348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F728-6309-4AA5-A939-9793C4DD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71D7E-7EC8-4CC0-840F-7F3CDA36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47E2F-18C3-4153-A33E-5C8FD16D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90D6F-D380-45F9-A9F7-CEF0C49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22F40-8AE0-4BC7-95BA-069304A6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48B17-DB7A-4A33-9FD1-CB29CDE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53984-78B1-4ED6-AF48-26727BAA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C433B9-5013-4777-9553-290310F5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066021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6FC6B-A156-4CE0-8014-B96739C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21377-C1A7-452B-8205-5EDE7AF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A99D3-4E21-44AB-9211-5BE456F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AAC5E-4136-49EA-BE3E-DB372C5E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F2252-FC53-47B7-82D2-7C4CB79D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6CF24-7D8D-44A5-AB5F-F6BBE772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A92B4-D8A7-4B33-808F-0A1A231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9FF55-3AEF-4022-8D7A-75B6028E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17616-7638-45D1-83B7-0F27858F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0BF05-0876-4A76-89E3-E7E3C9F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68C36-6057-4148-A693-C839CF4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4ADF3-DEE8-4DF3-8F74-2DF336AD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C1FD0-92D2-400E-828A-7B3C975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BDAED-B551-43A9-A9EB-7DE51671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7E780-95DA-409D-A903-CDA042DE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F1463-AAA1-414B-B7A3-EACC24E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C1989-F6DC-4840-BAE9-CE6BB4D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88EDC-A4C5-480C-81ED-19740CA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94FF3-F438-4C45-BEA7-E72000B3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6ABF6-DB1E-4E25-9030-627EA60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5456D-83D5-4AB8-9B5B-780C3D2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0B492-A5CF-4E75-A108-6D8FCCA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788CA-08E4-48FC-BE8E-4C021E0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3412D-0B5E-4AB1-BA16-1632AD8C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41520-4C12-484A-90DA-0D15D6B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43EBB-076B-41B1-846F-EF218DC1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680E8-8FD6-42D9-96D9-3C9F685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EF3E8-7D7D-4236-AAEF-DD87D3F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103AE-6C8C-44F2-991F-7A42F73B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4DC823-2BCF-4021-9D56-61657D51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EBF00A-E070-4F28-BC2D-2354C24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83C0DB-1CCE-4D10-8B27-0374215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72919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2026-08-24T16:02:27.0960000Z</dcterms:created>
  <dcterms:modified xsi:type="dcterms:W3CDTF">2026-08-24T16:02:27.0960000Z</dcterms:modified>
</coreProperties>
</file>