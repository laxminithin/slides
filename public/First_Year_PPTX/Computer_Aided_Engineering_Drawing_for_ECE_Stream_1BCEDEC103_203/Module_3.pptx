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0035623496402f" /><Relationship Type="http://schemas.openxmlformats.org/officeDocument/2006/relationships/extended-properties" Target="/docProps/app.xml" Id="R55405c21c00745f2" /><Relationship Type="http://schemas.openxmlformats.org/officeDocument/2006/relationships/officeDocument" Target="/ppt/presentation.xml" Id="Rfb39f5dc0b61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1eb98583764a1d"/>
  </p:sldMasterIdLst>
  <p:notesMasterIdLst>
    <p:notesMasterId xmlns:r="http://schemas.openxmlformats.org/officeDocument/2006/relationships" r:id="R6960ec23362541b6"/>
  </p:notesMasterIdLst>
  <p:sldIdLst>
    <p:sldId xmlns:r="http://schemas.openxmlformats.org/officeDocument/2006/relationships" id="256" r:id="Rfd3dcb6e4ea848a4"/>
    <p:sldId xmlns:r="http://schemas.openxmlformats.org/officeDocument/2006/relationships" id="257" r:id="R52831e7afacf4cd4"/>
    <p:sldId xmlns:r="http://schemas.openxmlformats.org/officeDocument/2006/relationships" id="258" r:id="Rfb18f53601bf4a84"/>
    <p:sldId xmlns:r="http://schemas.openxmlformats.org/officeDocument/2006/relationships" id="259" r:id="R999286c809174456"/>
    <p:sldId xmlns:r="http://schemas.openxmlformats.org/officeDocument/2006/relationships" id="260" r:id="Ra95976c4a0d94dd6"/>
    <p:sldId xmlns:r="http://schemas.openxmlformats.org/officeDocument/2006/relationships" id="261" r:id="R5e2295c2167a4adc"/>
    <p:sldId xmlns:r="http://schemas.openxmlformats.org/officeDocument/2006/relationships" id="262" r:id="R0d20ae6545684a8c"/>
    <p:sldId xmlns:r="http://schemas.openxmlformats.org/officeDocument/2006/relationships" id="263" r:id="Rdd52b16d813c4ee5"/>
    <p:sldId xmlns:r="http://schemas.openxmlformats.org/officeDocument/2006/relationships" id="264" r:id="Rde6e84b51b734650"/>
    <p:sldId xmlns:r="http://schemas.openxmlformats.org/officeDocument/2006/relationships" id="265" r:id="R0a4399b9f6474324"/>
    <p:sldId xmlns:r="http://schemas.openxmlformats.org/officeDocument/2006/relationships" id="266" r:id="R925004d0718d4bd9"/>
    <p:sldId xmlns:r="http://schemas.openxmlformats.org/officeDocument/2006/relationships" id="267" r:id="Ra35e69b0494f4ff8"/>
    <p:sldId xmlns:r="http://schemas.openxmlformats.org/officeDocument/2006/relationships" id="268" r:id="Rd8f32bb579504daa"/>
    <p:sldId xmlns:r="http://schemas.openxmlformats.org/officeDocument/2006/relationships" id="269" r:id="Re7bda21b1ff3408b"/>
    <p:sldId xmlns:r="http://schemas.openxmlformats.org/officeDocument/2006/relationships" id="270" r:id="Rbf7b0866d2c94cc2"/>
    <p:sldId xmlns:r="http://schemas.openxmlformats.org/officeDocument/2006/relationships" id="271" r:id="R4db972cdd5bd43c2"/>
    <p:sldId xmlns:r="http://schemas.openxmlformats.org/officeDocument/2006/relationships" id="272" r:id="Ra6a78a00f9d14fad"/>
    <p:sldId xmlns:r="http://schemas.openxmlformats.org/officeDocument/2006/relationships" id="273" r:id="R3b4551996ff043a5"/>
    <p:sldId xmlns:r="http://schemas.openxmlformats.org/officeDocument/2006/relationships" id="274" r:id="R6abe0b6af9c3479e"/>
    <p:sldId xmlns:r="http://schemas.openxmlformats.org/officeDocument/2006/relationships" id="275" r:id="Rc8b76ecc7a5943c3"/>
    <p:sldId xmlns:r="http://schemas.openxmlformats.org/officeDocument/2006/relationships" id="276" r:id="Rd86f6577be8a4ac4"/>
    <p:sldId xmlns:r="http://schemas.openxmlformats.org/officeDocument/2006/relationships" id="277" r:id="R5360bcdb4bfc4c0a"/>
    <p:sldId xmlns:r="http://schemas.openxmlformats.org/officeDocument/2006/relationships" id="278" r:id="Rd858d66ca003488c"/>
    <p:sldId xmlns:r="http://schemas.openxmlformats.org/officeDocument/2006/relationships" id="279" r:id="Rd6f0fda5d4e948d1"/>
    <p:sldId xmlns:r="http://schemas.openxmlformats.org/officeDocument/2006/relationships" id="280" r:id="R4053f502515c41ef"/>
    <p:sldId xmlns:r="http://schemas.openxmlformats.org/officeDocument/2006/relationships" id="281" r:id="R1f04f87e42ba483a"/>
    <p:sldId xmlns:r="http://schemas.openxmlformats.org/officeDocument/2006/relationships" id="282" r:id="R774c9f934339482d"/>
    <p:sldId xmlns:r="http://schemas.openxmlformats.org/officeDocument/2006/relationships" id="283" r:id="R7b7471f39a5d4c21"/>
    <p:sldId xmlns:r="http://schemas.openxmlformats.org/officeDocument/2006/relationships" id="284" r:id="R5a29eda302324bb7"/>
    <p:sldId xmlns:r="http://schemas.openxmlformats.org/officeDocument/2006/relationships" id="285" r:id="R9f37ca51c30c4d3f"/>
    <p:sldId xmlns:r="http://schemas.openxmlformats.org/officeDocument/2006/relationships" id="286" r:id="R918e33b92cd64ec1"/>
    <p:sldId xmlns:r="http://schemas.openxmlformats.org/officeDocument/2006/relationships" id="287" r:id="R7d044a8da69d410f"/>
    <p:sldId xmlns:r="http://schemas.openxmlformats.org/officeDocument/2006/relationships" id="288" r:id="Rfe6e9f9a842a45be"/>
    <p:sldId xmlns:r="http://schemas.openxmlformats.org/officeDocument/2006/relationships" id="289" r:id="R936a854909944720"/>
    <p:sldId xmlns:r="http://schemas.openxmlformats.org/officeDocument/2006/relationships" id="290" r:id="Rfa5224391df34cbd"/>
    <p:sldId xmlns:r="http://schemas.openxmlformats.org/officeDocument/2006/relationships" id="291" r:id="R5c6934d8a4544379"/>
    <p:sldId xmlns:r="http://schemas.openxmlformats.org/officeDocument/2006/relationships" id="292" r:id="R0e450cd944bd44e2"/>
    <p:sldId xmlns:r="http://schemas.openxmlformats.org/officeDocument/2006/relationships" id="293" r:id="R2b4985bd9078464f"/>
    <p:sldId xmlns:r="http://schemas.openxmlformats.org/officeDocument/2006/relationships" id="294" r:id="Ra08ad6cc627240de"/>
    <p:sldId xmlns:r="http://schemas.openxmlformats.org/officeDocument/2006/relationships" id="295" r:id="Rccd582946a74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e2e76a5fdf494f" /><Relationship Type="http://schemas.openxmlformats.org/officeDocument/2006/relationships/slideMaster" Target="/ppt/slideMasters/slideMaster1.xml" Id="R0d1eb98583764a1d" /><Relationship Type="http://schemas.openxmlformats.org/officeDocument/2006/relationships/notesMaster" Target="/ppt/notesMasters/notesMaster1.xml" Id="R6960ec23362541b6" /><Relationship Type="http://schemas.openxmlformats.org/officeDocument/2006/relationships/presProps" Target="/ppt/presProps.xml" Id="R469aa7b645254c18" /><Relationship Type="http://schemas.openxmlformats.org/officeDocument/2006/relationships/tableStyles" Target="/ppt/tableStyles.xml" Id="R0c8ff3f3933f481a" /><Relationship Type="http://schemas.openxmlformats.org/officeDocument/2006/relationships/slide" Target="/ppt/slides/slide1.xml" Id="Rfd3dcb6e4ea848a4" /><Relationship Type="http://schemas.openxmlformats.org/officeDocument/2006/relationships/slide" Target="/ppt/slides/slide2.xml" Id="R52831e7afacf4cd4" /><Relationship Type="http://schemas.openxmlformats.org/officeDocument/2006/relationships/slide" Target="/ppt/slides/slide3.xml" Id="Rfb18f53601bf4a84" /><Relationship Type="http://schemas.openxmlformats.org/officeDocument/2006/relationships/slide" Target="/ppt/slides/slide4.xml" Id="R999286c809174456" /><Relationship Type="http://schemas.openxmlformats.org/officeDocument/2006/relationships/slide" Target="/ppt/slides/slide5.xml" Id="Ra95976c4a0d94dd6" /><Relationship Type="http://schemas.openxmlformats.org/officeDocument/2006/relationships/slide" Target="/ppt/slides/slide6.xml" Id="R5e2295c2167a4adc" /><Relationship Type="http://schemas.openxmlformats.org/officeDocument/2006/relationships/slide" Target="/ppt/slides/slide7.xml" Id="R0d20ae6545684a8c" /><Relationship Type="http://schemas.openxmlformats.org/officeDocument/2006/relationships/slide" Target="/ppt/slides/slide8.xml" Id="Rdd52b16d813c4ee5" /><Relationship Type="http://schemas.openxmlformats.org/officeDocument/2006/relationships/slide" Target="/ppt/slides/slide9.xml" Id="Rde6e84b51b734650" /><Relationship Type="http://schemas.openxmlformats.org/officeDocument/2006/relationships/slide" Target="/ppt/slides/slide10.xml" Id="R0a4399b9f6474324" /><Relationship Type="http://schemas.openxmlformats.org/officeDocument/2006/relationships/slide" Target="/ppt/slides/slide11.xml" Id="R925004d0718d4bd9" /><Relationship Type="http://schemas.openxmlformats.org/officeDocument/2006/relationships/slide" Target="/ppt/slides/slide12.xml" Id="Ra35e69b0494f4ff8" /><Relationship Type="http://schemas.openxmlformats.org/officeDocument/2006/relationships/slide" Target="/ppt/slides/slide13.xml" Id="Rd8f32bb579504daa" /><Relationship Type="http://schemas.openxmlformats.org/officeDocument/2006/relationships/slide" Target="/ppt/slides/slide14.xml" Id="Re7bda21b1ff3408b" /><Relationship Type="http://schemas.openxmlformats.org/officeDocument/2006/relationships/slide" Target="/ppt/slides/slide15.xml" Id="Rbf7b0866d2c94cc2" /><Relationship Type="http://schemas.openxmlformats.org/officeDocument/2006/relationships/slide" Target="/ppt/slides/slide16.xml" Id="R4db972cdd5bd43c2" /><Relationship Type="http://schemas.openxmlformats.org/officeDocument/2006/relationships/slide" Target="/ppt/slides/slide17.xml" Id="Ra6a78a00f9d14fad" /><Relationship Type="http://schemas.openxmlformats.org/officeDocument/2006/relationships/slide" Target="/ppt/slides/slide18.xml" Id="R3b4551996ff043a5" /><Relationship Type="http://schemas.openxmlformats.org/officeDocument/2006/relationships/slide" Target="/ppt/slides/slide19.xml" Id="R6abe0b6af9c3479e" /><Relationship Type="http://schemas.openxmlformats.org/officeDocument/2006/relationships/slide" Target="/ppt/slides/slide20.xml" Id="Rc8b76ecc7a5943c3" /><Relationship Type="http://schemas.openxmlformats.org/officeDocument/2006/relationships/slide" Target="/ppt/slides/slide21.xml" Id="Rd86f6577be8a4ac4" /><Relationship Type="http://schemas.openxmlformats.org/officeDocument/2006/relationships/slide" Target="/ppt/slides/slide22.xml" Id="R5360bcdb4bfc4c0a" /><Relationship Type="http://schemas.openxmlformats.org/officeDocument/2006/relationships/slide" Target="/ppt/slides/slide23.xml" Id="Rd858d66ca003488c" /><Relationship Type="http://schemas.openxmlformats.org/officeDocument/2006/relationships/slide" Target="/ppt/slides/slide24.xml" Id="Rd6f0fda5d4e948d1" /><Relationship Type="http://schemas.openxmlformats.org/officeDocument/2006/relationships/slide" Target="/ppt/slides/slide25.xml" Id="R4053f502515c41ef" /><Relationship Type="http://schemas.openxmlformats.org/officeDocument/2006/relationships/slide" Target="/ppt/slides/slide26.xml" Id="R1f04f87e42ba483a" /><Relationship Type="http://schemas.openxmlformats.org/officeDocument/2006/relationships/slide" Target="/ppt/slides/slide27.xml" Id="R774c9f934339482d" /><Relationship Type="http://schemas.openxmlformats.org/officeDocument/2006/relationships/slide" Target="/ppt/slides/slide28.xml" Id="R7b7471f39a5d4c21" /><Relationship Type="http://schemas.openxmlformats.org/officeDocument/2006/relationships/slide" Target="/ppt/slides/slide29.xml" Id="R5a29eda302324bb7" /><Relationship Type="http://schemas.openxmlformats.org/officeDocument/2006/relationships/slide" Target="/ppt/slides/slide30.xml" Id="R9f37ca51c30c4d3f" /><Relationship Type="http://schemas.openxmlformats.org/officeDocument/2006/relationships/slide" Target="/ppt/slides/slide31.xml" Id="R918e33b92cd64ec1" /><Relationship Type="http://schemas.openxmlformats.org/officeDocument/2006/relationships/slide" Target="/ppt/slides/slide32.xml" Id="R7d044a8da69d410f" /><Relationship Type="http://schemas.openxmlformats.org/officeDocument/2006/relationships/slide" Target="/ppt/slides/slide33.xml" Id="Rfe6e9f9a842a45be" /><Relationship Type="http://schemas.openxmlformats.org/officeDocument/2006/relationships/slide" Target="/ppt/slides/slide34.xml" Id="R936a854909944720" /><Relationship Type="http://schemas.openxmlformats.org/officeDocument/2006/relationships/slide" Target="/ppt/slides/slide35.xml" Id="Rfa5224391df34cbd" /><Relationship Type="http://schemas.openxmlformats.org/officeDocument/2006/relationships/slide" Target="/ppt/slides/slide36.xml" Id="R5c6934d8a4544379" /><Relationship Type="http://schemas.openxmlformats.org/officeDocument/2006/relationships/slide" Target="/ppt/slides/slide37.xml" Id="R0e450cd944bd44e2" /><Relationship Type="http://schemas.openxmlformats.org/officeDocument/2006/relationships/slide" Target="/ppt/slides/slide38.xml" Id="R2b4985bd9078464f" /><Relationship Type="http://schemas.openxmlformats.org/officeDocument/2006/relationships/slide" Target="/ppt/slides/slide39.xml" Id="Ra08ad6cc627240de" /><Relationship Type="http://schemas.openxmlformats.org/officeDocument/2006/relationships/slide" Target="/ppt/slides/slide40.xml" Id="Rccd582946a74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6c3a22add9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8d5ec95ab4ac4" /><Relationship Type="http://schemas.openxmlformats.org/officeDocument/2006/relationships/notesMaster" Target="/ppt/notesMasters/notesMaster1.xml" Id="Ra9f189d4329e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9f87b1b4224202" /><Relationship Type="http://schemas.openxmlformats.org/officeDocument/2006/relationships/notesMaster" Target="/ppt/notesMasters/notesMaster1.xml" Id="R1f91d78f89af4a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648124b8c34519" /><Relationship Type="http://schemas.openxmlformats.org/officeDocument/2006/relationships/notesMaster" Target="/ppt/notesMasters/notesMaster1.xml" Id="R982143cc58fd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c628fe3ff42d5" /><Relationship Type="http://schemas.openxmlformats.org/officeDocument/2006/relationships/notesMaster" Target="/ppt/notesMasters/notesMaster1.xml" Id="Rd342c9027eb746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9371ab8bc247f4" /><Relationship Type="http://schemas.openxmlformats.org/officeDocument/2006/relationships/notesMaster" Target="/ppt/notesMasters/notesMaster1.xml" Id="Re774f5c213b5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13421368344a4f" /><Relationship Type="http://schemas.openxmlformats.org/officeDocument/2006/relationships/notesMaster" Target="/ppt/notesMasters/notesMaster1.xml" Id="R45f8e13beb1542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838f5640c64154" /><Relationship Type="http://schemas.openxmlformats.org/officeDocument/2006/relationships/notesMaster" Target="/ppt/notesMasters/notesMaster1.xml" Id="R5bff3d6c106a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edc514e914015" /><Relationship Type="http://schemas.openxmlformats.org/officeDocument/2006/relationships/notesMaster" Target="/ppt/notesMasters/notesMaster1.xml" Id="R2812a1cdc3114a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386c8b8afb4f7a" /><Relationship Type="http://schemas.openxmlformats.org/officeDocument/2006/relationships/notesMaster" Target="/ppt/notesMasters/notesMaster1.xml" Id="R765f8d65faae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8d62c861754130" /><Relationship Type="http://schemas.openxmlformats.org/officeDocument/2006/relationships/notesMaster" Target="/ppt/notesMasters/notesMaster1.xml" Id="R9d4b90f5d89245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fcf75773c04f25" /><Relationship Type="http://schemas.openxmlformats.org/officeDocument/2006/relationships/notesMaster" Target="/ppt/notesMasters/notesMaster1.xml" Id="R2b5ecde24475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b74ea284ea4a6e" /><Relationship Type="http://schemas.openxmlformats.org/officeDocument/2006/relationships/notesMaster" Target="/ppt/notesMasters/notesMaster1.xml" Id="R692dfbdff31f47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0de6d3208e4935" /><Relationship Type="http://schemas.openxmlformats.org/officeDocument/2006/relationships/notesMaster" Target="/ppt/notesMasters/notesMaster1.xml" Id="R9ad87b11188c43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af7bcf5d154c62" /><Relationship Type="http://schemas.openxmlformats.org/officeDocument/2006/relationships/notesMaster" Target="/ppt/notesMasters/notesMaster1.xml" Id="R171e5a6d39e24d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e17698e14e44f5" /><Relationship Type="http://schemas.openxmlformats.org/officeDocument/2006/relationships/notesMaster" Target="/ppt/notesMasters/notesMaster1.xml" Id="Rb9d81c2483da4b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4de3dcacfc4373" /><Relationship Type="http://schemas.openxmlformats.org/officeDocument/2006/relationships/notesMaster" Target="/ppt/notesMasters/notesMaster1.xml" Id="R042a548123ea49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7e36b6adfc4971" /><Relationship Type="http://schemas.openxmlformats.org/officeDocument/2006/relationships/notesMaster" Target="/ppt/notesMasters/notesMaster1.xml" Id="Rd8821e6a9a0e4e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4b972e477245bc" /><Relationship Type="http://schemas.openxmlformats.org/officeDocument/2006/relationships/notesMaster" Target="/ppt/notesMasters/notesMaster1.xml" Id="Rf2feaebcf69a44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959eea92864caf" /><Relationship Type="http://schemas.openxmlformats.org/officeDocument/2006/relationships/notesMaster" Target="/ppt/notesMasters/notesMaster1.xml" Id="Re40138b8b59d43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8e105ffedf4102" /><Relationship Type="http://schemas.openxmlformats.org/officeDocument/2006/relationships/notesMaster" Target="/ppt/notesMasters/notesMaster1.xml" Id="Rbe28aa70070249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08d55781ca436e" /><Relationship Type="http://schemas.openxmlformats.org/officeDocument/2006/relationships/notesMaster" Target="/ppt/notesMasters/notesMaster1.xml" Id="Reabc0cb30a6847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2a44e71d724a9d" /><Relationship Type="http://schemas.openxmlformats.org/officeDocument/2006/relationships/notesMaster" Target="/ppt/notesMasters/notesMaster1.xml" Id="R7f728ef29af049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31075e97634f79" /><Relationship Type="http://schemas.openxmlformats.org/officeDocument/2006/relationships/notesMaster" Target="/ppt/notesMasters/notesMaster1.xml" Id="R246cc4be9fff45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8bc315f5344aa3" /><Relationship Type="http://schemas.openxmlformats.org/officeDocument/2006/relationships/notesMaster" Target="/ppt/notesMasters/notesMaster1.xml" Id="Rc6c80eefd22e40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c7a3da88374286" /><Relationship Type="http://schemas.openxmlformats.org/officeDocument/2006/relationships/notesMaster" Target="/ppt/notesMasters/notesMaster1.xml" Id="R2c209db4cafd45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116abd5f964704" /><Relationship Type="http://schemas.openxmlformats.org/officeDocument/2006/relationships/notesMaster" Target="/ppt/notesMasters/notesMaster1.xml" Id="R76b8559ced1048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cd01e1a655940d5" /><Relationship Type="http://schemas.openxmlformats.org/officeDocument/2006/relationships/notesMaster" Target="/ppt/notesMasters/notesMaster1.xml" Id="Rd6580a18e13c4b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3759901f194bbf" /><Relationship Type="http://schemas.openxmlformats.org/officeDocument/2006/relationships/notesMaster" Target="/ppt/notesMasters/notesMaster1.xml" Id="R93b7d13597cf460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24414aa8164bfd" /><Relationship Type="http://schemas.openxmlformats.org/officeDocument/2006/relationships/notesMaster" Target="/ppt/notesMasters/notesMaster1.xml" Id="R50af1e6807f444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cf68884061a48a5" /><Relationship Type="http://schemas.openxmlformats.org/officeDocument/2006/relationships/notesMaster" Target="/ppt/notesMasters/notesMaster1.xml" Id="Rf09add42c96c4b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d983918c804fae" /><Relationship Type="http://schemas.openxmlformats.org/officeDocument/2006/relationships/notesMaster" Target="/ppt/notesMasters/notesMaster1.xml" Id="Rcce3e928a4ec4d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56ea115f9754a4c" /><Relationship Type="http://schemas.openxmlformats.org/officeDocument/2006/relationships/notesMaster" Target="/ppt/notesMasters/notesMaster1.xml" Id="Rbe2c2b5ec463492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e225e92edf64f48" /><Relationship Type="http://schemas.openxmlformats.org/officeDocument/2006/relationships/notesMaster" Target="/ppt/notesMasters/notesMaster1.xml" Id="R7d03a880e4124c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a8e24f9d8e4317" /><Relationship Type="http://schemas.openxmlformats.org/officeDocument/2006/relationships/notesMaster" Target="/ppt/notesMasters/notesMaster1.xml" Id="R8a2dfc11b4e347b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bf68f0149184d8e" /><Relationship Type="http://schemas.openxmlformats.org/officeDocument/2006/relationships/notesMaster" Target="/ppt/notesMasters/notesMaster1.xml" Id="Rbf459054afc44a2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794abe66164cbf" /><Relationship Type="http://schemas.openxmlformats.org/officeDocument/2006/relationships/notesMaster" Target="/ppt/notesMasters/notesMaster1.xml" Id="Rcd87c9cbbf5043d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23c907fbf5546e7" /><Relationship Type="http://schemas.openxmlformats.org/officeDocument/2006/relationships/notesMaster" Target="/ppt/notesMasters/notesMaster1.xml" Id="Rb184b0f2e80f4a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92e0adb042b44f3" /><Relationship Type="http://schemas.openxmlformats.org/officeDocument/2006/relationships/notesMaster" Target="/ppt/notesMasters/notesMaster1.xml" Id="Rbf9cd9aa8dcc4ea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ec154548f5945bf" /><Relationship Type="http://schemas.openxmlformats.org/officeDocument/2006/relationships/notesMaster" Target="/ppt/notesMasters/notesMaster1.xml" Id="R2ada0a94bbe942e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74596ba65544ba" /><Relationship Type="http://schemas.openxmlformats.org/officeDocument/2006/relationships/notesMaster" Target="/ppt/notesMasters/notesMaster1.xml" Id="R6223583f6f3d45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a7bde58ae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c6f85192649c9" /><Relationship Type="http://schemas.openxmlformats.org/officeDocument/2006/relationships/slideLayout" Target="/ppt/slideLayouts/slideLayout1.xml" Id="Ra96695abb8c0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695abb8c0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81fedaced400d" /><Relationship Type="http://schemas.openxmlformats.org/officeDocument/2006/relationships/notesSlide" Target="/ppt/notesSlides/notesSlide1.xml" Id="R8106fd3e3dd5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3699ddce4317" /><Relationship Type="http://schemas.openxmlformats.org/officeDocument/2006/relationships/notesSlide" Target="/ppt/notesSlides/notesSlide2.xml" Id="R749a9dd1416a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087e4d17445cb" /><Relationship Type="http://schemas.openxmlformats.org/officeDocument/2006/relationships/notesSlide" Target="/ppt/notesSlides/notesSlide3.xml" Id="R7dd88ea249df47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7262527143bf" /><Relationship Type="http://schemas.openxmlformats.org/officeDocument/2006/relationships/notesSlide" Target="/ppt/notesSlides/notesSlide4.xml" Id="R24a6d57f6fb94d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b7988894401b" /><Relationship Type="http://schemas.openxmlformats.org/officeDocument/2006/relationships/notesSlide" Target="/ppt/notesSlides/notesSlide5.xml" Id="R5dc67bbfffd446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485d406404374" /><Relationship Type="http://schemas.openxmlformats.org/officeDocument/2006/relationships/notesSlide" Target="/ppt/notesSlides/notesSlide6.xml" Id="Rf7105195eecb4a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ebf8c8784c85" /><Relationship Type="http://schemas.openxmlformats.org/officeDocument/2006/relationships/notesSlide" Target="/ppt/notesSlides/notesSlide7.xml" Id="R8c818b14926b4d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710a09bf4535" /><Relationship Type="http://schemas.openxmlformats.org/officeDocument/2006/relationships/notesSlide" Target="/ppt/notesSlides/notesSlide8.xml" Id="R9a0431ea3cd045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6102ad1fb45e5" /><Relationship Type="http://schemas.openxmlformats.org/officeDocument/2006/relationships/notesSlide" Target="/ppt/notesSlides/notesSlide9.xml" Id="R08ef220a22bd49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233f145274e40" /><Relationship Type="http://schemas.openxmlformats.org/officeDocument/2006/relationships/notesSlide" Target="/ppt/notesSlides/notesSlide10.xml" Id="Ra00d4104b028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e04ed99b4b78" /><Relationship Type="http://schemas.openxmlformats.org/officeDocument/2006/relationships/notesSlide" Target="/ppt/notesSlides/notesSlide11.xml" Id="Re5007a503b0749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195aec66d408f" /><Relationship Type="http://schemas.openxmlformats.org/officeDocument/2006/relationships/notesSlide" Target="/ppt/notesSlides/notesSlide12.xml" Id="R41ddfb2d48c948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d0b34df6d4be0" /><Relationship Type="http://schemas.openxmlformats.org/officeDocument/2006/relationships/notesSlide" Target="/ppt/notesSlides/notesSlide13.xml" Id="Rb84183a0faa241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32d8348354d76" /><Relationship Type="http://schemas.openxmlformats.org/officeDocument/2006/relationships/notesSlide" Target="/ppt/notesSlides/notesSlide14.xml" Id="R7cd534bffd4140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768876c85445f" /><Relationship Type="http://schemas.openxmlformats.org/officeDocument/2006/relationships/notesSlide" Target="/ppt/notesSlides/notesSlide15.xml" Id="R64ca9caea27c4b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8caddafbc4c73" /><Relationship Type="http://schemas.openxmlformats.org/officeDocument/2006/relationships/notesSlide" Target="/ppt/notesSlides/notesSlide16.xml" Id="R3c0ec74dfe3a4b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333da2a64190" /><Relationship Type="http://schemas.openxmlformats.org/officeDocument/2006/relationships/notesSlide" Target="/ppt/notesSlides/notesSlide17.xml" Id="Rd434a2f7445a4e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8f937e8244f20" /><Relationship Type="http://schemas.openxmlformats.org/officeDocument/2006/relationships/notesSlide" Target="/ppt/notesSlides/notesSlide18.xml" Id="R5484e37318674d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36207c284f0c" /><Relationship Type="http://schemas.openxmlformats.org/officeDocument/2006/relationships/notesSlide" Target="/ppt/notesSlides/notesSlide19.xml" Id="Rfd31c01ccd6345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ec71a4bdf4181" /><Relationship Type="http://schemas.openxmlformats.org/officeDocument/2006/relationships/notesSlide" Target="/ppt/notesSlides/notesSlide20.xml" Id="Rc34b6d3c16634c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e300545941f6" /><Relationship Type="http://schemas.openxmlformats.org/officeDocument/2006/relationships/notesSlide" Target="/ppt/notesSlides/notesSlide21.xml" Id="R50a5f850b0d84f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5aacb8bc04c57" /><Relationship Type="http://schemas.openxmlformats.org/officeDocument/2006/relationships/notesSlide" Target="/ppt/notesSlides/notesSlide22.xml" Id="Rff4a916731a446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3b969106481e" /><Relationship Type="http://schemas.openxmlformats.org/officeDocument/2006/relationships/notesSlide" Target="/ppt/notesSlides/notesSlide23.xml" Id="Rc8d7ba3532bf44c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ea3269314858" /><Relationship Type="http://schemas.openxmlformats.org/officeDocument/2006/relationships/notesSlide" Target="/ppt/notesSlides/notesSlide24.xml" Id="R71368317a08040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a36cf159f4aff" /><Relationship Type="http://schemas.openxmlformats.org/officeDocument/2006/relationships/notesSlide" Target="/ppt/notesSlides/notesSlide25.xml" Id="R6d9b95aaf2934f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ce657d5244c9c" /><Relationship Type="http://schemas.openxmlformats.org/officeDocument/2006/relationships/notesSlide" Target="/ppt/notesSlides/notesSlide26.xml" Id="R290c4ff723bb49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f3f7d425046b3" /><Relationship Type="http://schemas.openxmlformats.org/officeDocument/2006/relationships/notesSlide" Target="/ppt/notesSlides/notesSlide27.xml" Id="R0dc03eba921845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f27a2d91e4965" /><Relationship Type="http://schemas.openxmlformats.org/officeDocument/2006/relationships/notesSlide" Target="/ppt/notesSlides/notesSlide28.xml" Id="Rc3feafabc1e144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d874218d24f55" /><Relationship Type="http://schemas.openxmlformats.org/officeDocument/2006/relationships/notesSlide" Target="/ppt/notesSlides/notesSlide29.xml" Id="Re6e19c903e3f463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213d5f7e6439b" /><Relationship Type="http://schemas.openxmlformats.org/officeDocument/2006/relationships/notesSlide" Target="/ppt/notesSlides/notesSlide30.xml" Id="R591155135a09406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0b9d56d034576" /><Relationship Type="http://schemas.openxmlformats.org/officeDocument/2006/relationships/notesSlide" Target="/ppt/notesSlides/notesSlide31.xml" Id="R1d6b6adf852c4a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295e0e1744968" /><Relationship Type="http://schemas.openxmlformats.org/officeDocument/2006/relationships/notesSlide" Target="/ppt/notesSlides/notesSlide32.xml" Id="R30f34ae385c74e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c1801e6634b2e" /><Relationship Type="http://schemas.openxmlformats.org/officeDocument/2006/relationships/notesSlide" Target="/ppt/notesSlides/notesSlide33.xml" Id="R8cc1a0687a6c415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20d0449a4391" /><Relationship Type="http://schemas.openxmlformats.org/officeDocument/2006/relationships/notesSlide" Target="/ppt/notesSlides/notesSlide34.xml" Id="R5f13db431ec848c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1550ddc714f3f" /><Relationship Type="http://schemas.openxmlformats.org/officeDocument/2006/relationships/notesSlide" Target="/ppt/notesSlides/notesSlide35.xml" Id="Raedcfbb4adb349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8fe0797a34641" /><Relationship Type="http://schemas.openxmlformats.org/officeDocument/2006/relationships/notesSlide" Target="/ppt/notesSlides/notesSlide36.xml" Id="Rd877325dd7b54e9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0a2c91e654b25" /><Relationship Type="http://schemas.openxmlformats.org/officeDocument/2006/relationships/notesSlide" Target="/ppt/notesSlides/notesSlide37.xml" Id="R8ad0d37748d4439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f6ee6ae074d7a" /><Relationship Type="http://schemas.openxmlformats.org/officeDocument/2006/relationships/notesSlide" Target="/ppt/notesSlides/notesSlide38.xml" Id="R1b45c05271874e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e1049dda49a0" /><Relationship Type="http://schemas.openxmlformats.org/officeDocument/2006/relationships/notesSlide" Target="/ppt/notesSlides/notesSlide39.xml" Id="Ra3e8c0c7e1b340d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634a5d0074920" /><Relationship Type="http://schemas.openxmlformats.org/officeDocument/2006/relationships/notesSlide" Target="/ppt/notesSlides/notesSlide40.xml" Id="Rf0394968c65144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506B0-0974-4182-AF87-235AC4E4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5154D-35F8-4FEC-9D54-22CE26ED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4B41C-272D-40B8-9C54-7CDCE3EE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EE05D-1826-4018-816C-5444ED8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C66D-FECE-41F3-BFC7-524BD425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A6246-9EB3-42D0-AAE3-05B4287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4BCA3-BDD7-4454-B24D-E36A87D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196F-03B9-4616-B252-EFDF579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2EDE8-210D-4EF1-810E-F696F851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6D951-415D-4E1A-931C-DB8C82B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377B1-2FF0-4A20-B873-1387A6F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897C-5D3C-42EF-9844-1B84385E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9196B-DFBF-4636-B675-AF781B4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79963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2152F-4883-4994-B677-6851031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587D8-DAAF-4109-B75B-CDF040C5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3655D-ECFF-4A5C-8791-271BF292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C4ED-F5C1-4CED-B3CD-C0EB2267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97015-6447-457F-B37C-4ADC940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7DD40-17C6-41AC-9E31-5EFDF24D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04D8C-5001-49E7-A32E-86188EA6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4FE82-DA46-47A5-9A5E-F288F01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BF933-3450-4DA7-B153-137FB7A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EC44F-4956-4366-9A5B-FB09A0BF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49F25-DAE6-440A-8361-1BD90B6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F878-A6AF-498E-A5D2-AA48B50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C0809-576A-4109-81D9-F38483F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ED974-49DD-4BE6-8B2F-97679781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39F1E-350B-4786-A87C-14ED56C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39332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867D7-808C-47E5-96E2-7B8437C8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B86F4-653F-40FC-9D9B-59966EF5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F0AD0-D9F0-4190-8747-EE16E7B6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0165F-CA3B-4174-99EA-AA910F3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1FF73-7788-4E1C-AE2E-12DCC5BE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89E62-020A-4C13-A2C7-246BF47A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1AFF0-CB0B-4863-896A-929C42A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0AD8-86B5-4C04-923C-01B654FA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9841A-0089-469B-90BE-3296CD16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8CBD6-0190-4A76-9FA4-4146D557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A343C-C2B5-4751-BF67-31399C7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0AEAD-F05D-458D-A611-96387ECD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581E0-6BD6-4EBF-9A58-9A0EB50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592B5-90C2-4928-B44B-73BA946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41C33-214C-4797-A72B-21BDF56E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80A6F-7198-496C-9FE9-0DE6CF34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48A36-F20E-4538-8767-15072C89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7BB8D-09A3-42CD-BE0D-4A85DDB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Development of lateral surfaces of right regular...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BFA09-FC71-4A20-BBFE-D861238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C5BA4-E2FF-43F5-965E-6F42454C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A0564-8869-496C-9084-6F97ED1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423E3-5F4A-4F7B-9144-0D50E262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20FC1-9718-41A5-A7B7-B5E279C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76305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B1612-98C2-45DF-BE43-00E641D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67F9A-3DC3-42AF-BA6A-607BB581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F8CE-EF13-4886-8468-E7A61908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78B35-A427-4522-91E1-525E5A4F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0339-C051-411F-A34C-C9E69F39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8B17-7F4E-4877-99BD-2E783FE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460AD-67D8-4F63-B940-3A3C4F26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E592-C69E-4C8E-A1F6-C4264DB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0AC06-AD78-489E-929D-8AADFB3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6DD5C-81FE-45E1-91B5-5AC44D44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64D1F-E5B9-44FE-8ABA-95AD9491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D244E-2E91-49F6-8A79-1B3372FA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9811-F376-42D2-B886-2E30123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3E564-4B8B-4C3D-9E04-E937922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E64E4-9351-489D-BBA2-A162655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62F04-5258-4D82-9F4B-D8770BA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BD624-F990-4C7A-BA39-6245E3F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Development of lateral surfaces of right regular....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C939A-EC99-46ED-A166-617A7F2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3E598-9919-4883-9822-8EADD2C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03F78-8DDF-4A46-89B8-35988D0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A5395-5071-4A2B-BA7C-0FAF7D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F5ADB-6C20-4731-B582-187D53F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E40A1-EC68-4FAA-8B0F-5000F6B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29078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0B1E-DF39-4009-83E4-FA79A89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1AD7A-0561-45BE-8D69-94287B01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6F09B-A6B8-49FB-81FF-BDCACAF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09E00-E99F-4239-924C-D145260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F6883-0DC2-40ED-B2A3-8CCCD04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4038C-72EE-4DD0-853D-CA12447E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24F28-62F5-420C-BDDB-A7EDF29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58D75-3782-4957-B6A7-CDD0D72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A6DB2-05EF-4B10-8517-214B154F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A83A7-05C6-4ABC-97B7-4B6C61F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46EC1-A638-4CE6-A6DB-B0700D3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BFDD0-33BC-4333-A913-12D0CA7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0A939-3C80-44E4-8CF5-3A82CC4B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4E1AD-5665-47F4-BFA5-B6968F19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EE73E-572A-409C-B9CA-7808062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3530B-BAF5-4995-B3B6-A6603E00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52103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FA568-9809-4CE0-B1DE-8840E8A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54F5D-C4C7-46C0-A6CC-8A35C2F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AB1E-E60F-4AD6-B31A-CDA6FE4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A15CF-7AE5-4B2B-B3C3-B399FEC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3F2C2-46F5-43EB-999C-D3AB7CF2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1CD7A-38D2-4F7C-A9E9-C360EA7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Introduction, Section planes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2AFDB-BF52-433D-804D-A6C91AA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33436-AA1E-4677-9649-E3BB61B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B7618-C94E-4B0B-8009-F3B59F1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853C6-1CE8-4731-B2C3-96A10E6C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A20D7-0858-4FD3-B10E-02D6759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DF5B5-E45E-420B-B929-AB587EB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5F832-5BFF-407D-A20B-10D7761F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A6E27-F55B-48C0-A4BF-A0B63A7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78DAC-E986-4AAB-B124-551FEB1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4CE34-8F02-4871-B2FF-F1229C4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23300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642FC-17B8-4ADF-8C59-59AAE19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CC24D-355B-42FD-97B4-8A17524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0878A-532E-4243-ACCD-1681AB0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7965E-AB96-4F3E-8740-C69DCFE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FCDCB-0607-44DD-BB22-C04ED02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2904E-2CA3-42B7-B80F-7CA33A0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8D687-9AE5-44A8-B7BF-2468F3C8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0709F-2CCF-4389-B569-5142450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15DCC-1F2A-4383-AD96-7C0B82E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BD069-04BE-45CB-8DC7-AE9B9C0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ABE9-1C62-434A-B612-61680582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27CC6-97ED-4938-AF5A-19300D2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41479-17B9-40FE-BC01-54649834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EE2E0-EE5E-41BF-A7C2-C2C655B6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D1AEB-625E-4F45-830E-8C8893D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05F3D-039D-4F06-906B-56A86C5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06D50-28C0-4086-855C-67B01964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5E9B6-C48C-4006-B0CD-97849E5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5DA3D-D717-469E-9E8A-722C0F7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73C55-7A56-41C3-AEFF-4FF5F7EE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6C058-B659-4045-915C-577283F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5223A-819D-4F69-94D0-1D44210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D582E-93F7-4440-A985-167D9DF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37454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E011C-F82E-4AA1-A09E-045461C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D8FA5-6124-46DC-B4BA-578E960D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5C86F-69A5-4154-AC0D-06F7B6F8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CE72D-BCB6-4E9F-9E69-BF8BF387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7B03C-A4FE-4CE9-AF82-D39E3CC5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7702C-8DCD-45C7-8BE0-BA04EA31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506B7-C944-4F7A-8235-3D562A6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34166-B8F0-4D49-9DEC-A4099814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FF277-722A-4401-811A-074333EC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FA274-83BE-4820-9885-6848F002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3158A-E022-4C28-9F88-6347581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BF708-C7C3-4931-A17F-75D75B8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4484D-4B6B-4AE3-85FC-7E71D51A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EB2C3-99E1-4478-8B7B-4F48578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56701-6670-4316-88C5-3240620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71157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F0659-B478-4DE1-99AF-97386D97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4EDA1-2AA3-4BF9-BCCF-C2F9A20B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80BFF-443F-4468-9E16-00CEB3D1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BB4FA-4E16-42A2-998F-C4B54CA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D3DD0-E7D0-42A1-9AE0-81F054DF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9ADFB-D0F6-4E4B-8048-EDB7054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Introduction, Section planes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B0FF9-50CA-4E71-871C-71FFDF80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93D8-8FE8-46F7-B7D3-B1C8CB7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6D70-BA6A-430B-885E-070A0791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3D0ED-17B1-4050-B038-A3AECEA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84473-0CCC-499E-B74A-F7B59C2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61765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1A784-DE2F-45AF-8C7A-C8F02AEA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9A23E-FA4D-40BC-AD65-E92D25F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630B-E447-4845-BC8B-778F1A1F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05B8C-C2FE-4384-9F2C-5233A6A4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E942E-9193-4549-B3CC-CE63358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Sectional views: apparent shapes and true shapes, Sections of right regular prisms, pyramids, cylinders and con...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CEB09-84A3-4492-BFBB-45B5DA8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 views: apparent shapes and true...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05ACE-4D26-45BA-8F45-8EE2F201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3F458-10E7-4BBF-826F-8414883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74635-42DA-4A3D-BDF6-86C8EC8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EAE8F-DF24-4F37-9330-E68C9B7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474AB-117E-495D-B21F-E1564A41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DB8D6-EFC7-4E93-A090-CCADC0A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86643-BA19-468D-9583-52479A6B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A47A7-2899-449E-83C2-862478B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45D0D-65C5-40BB-859F-0B459A5A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055C5-BD90-4697-88EF-CB7D4019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36490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54500-A5CB-4250-84F6-D4ED941F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F466C-D0BD-4FFE-ADC8-EBBFC272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0EDE8-308B-4FA7-9CBF-D45BBBBF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31FE8-3ABF-4163-8AD9-03398B47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49EA5-F687-4B16-8F97-D65F133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B0D2F-B3E3-4703-AF58-E1E78A5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C712-4D34-4561-9B16-F83AF12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89E05-F176-4632-89A0-49DC676D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13C79-5B59-493E-BCCC-1683CB4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Sectional views: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6714E-BDD2-4B1B-84F3-BC42AFF2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A5359-D567-4717-8552-FA040BA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032B9-503E-4922-8235-D9861572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Sectional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0ECCD-EDBF-4AA3-807B-2F0F6A4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D7AB6-764C-4D55-931A-B3211CF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AC9EE-E9C7-4FDB-A9CC-00C9294C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Sectiona...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E3E58-474A-4600-AFC7-1D9F759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A3C25-D104-43B8-913D-8810FD4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24FC8-C8E8-4417-AA00-FDABF01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Sectional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6844F-90D4-4BD6-98C5-1082A48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A1498-0A91-44D0-8FEE-B7F95C1C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642DF-93BE-4019-969A-B30E53E5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Sectional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D2569-B209-40CB-B88B-01834B1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68EDE-C661-4B77-8820-7646F31E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72714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D5335-F09E-4F6C-9ED7-D2A21D9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42A2A-9791-4B05-9870-58EE93CF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B0AD1-66D0-47A5-ABE7-0FDC7A0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2DB7C-366B-4862-B88D-60A40D9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46C3C-8DDF-4A25-9458-05FE086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E6312-D7E1-4787-97FB-007EDA9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9FDE9-041E-4B02-95F2-B395D05A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F383D-55FC-41BB-A9E2-05B0B333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9C9E2-9AB0-48C3-B065-BA329FE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187FF-4917-4B90-B946-53BE358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896CB-595C-4CC8-8068-9CEFE56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C7A6B-CF8F-42AF-A581-6B255E0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16AE8-3549-4B22-A083-B9766AC9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459EA-B7F7-4500-9D17-8119C5F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5390C-1A3A-4F35-8C6C-F4E2E724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53643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BCE1F-E03D-4C01-9E0B-3F419D2F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F8A34-6EE1-4BB9-8BD9-BFE5016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E8E41-C577-4D32-8654-1F1E94E8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4BFE9-E989-4CEE-9AC7-341F4FB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75863-92A8-4BF7-8985-06D221E4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63F11-2A72-43D7-A802-86D5867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Sectional views: apparent shapes and true shapes, Section...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E0132-74DE-4898-B757-FCB085E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41571-2A51-405B-9336-CCEE1E9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BDE8B-E088-4F25-A146-0E5CE40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C01D2-76DC-4BC6-A58A-1320CBB6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03E73-F7C0-4A67-9F9F-B7813E0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19518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B48F8-4220-4FA8-947A-925B2E93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075F-D80E-4841-9F06-303A0AE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97D76-0A18-4CB5-82B9-0EF2561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A3C77-D0E9-40BC-91E1-7EA099D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FDD22-36BE-42E8-9337-F49BA59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E3900-9F2E-4AB7-B76E-1F205EA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(Concepts only and No Problems for practi...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A63CC-7582-45A7-9A82-5A7FDEF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7E17-D1BB-40BC-8C4C-77259FB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DBA83-FF1F-4F83-9DF4-B650098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91C4B-AFDC-4335-B484-EEFADE7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99A96-D68E-4363-9B52-3D42C91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18D77-05BC-4CC3-88AB-61163ACE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A244D-D9E1-4C7F-A31C-B55A0ABC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C1266-A043-449E-897A-40621C3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70D9F-8EB5-419B-8AC1-69CFA148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056D5-CDF9-46CE-AD2F-8396376B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741600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285CC-78ED-404B-87E3-D760926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B335-939F-4BDC-BC81-E2F485F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7703-976B-4622-ADE8-FF5D005F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E6317-F2D5-4FBC-BB0F-81A0CDD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3A31C-CFEF-46A8-9B7C-78DB23AB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77CB0-4009-4390-987D-AEE5948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9B7D5-25AB-4263-9596-1F1C47F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755E6-1E1D-42DA-96DE-D868271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1465B-37AE-4A9C-996D-124EF2A0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(Concepts only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501CC-E0E8-47D7-AB95-204B5AD6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BDAE7-A2D1-4A15-AFFC-F448FFAB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15C27-4E77-49EF-9919-B7A98B5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(Concepts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EF2B0-B289-4329-8837-6BE4FA4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993F3-55B4-48A5-8C33-805AA3EC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390F0-DA23-4E8E-A289-1BB06DB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7DC9A-BC02-4F89-981B-0A381A5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E527D-34D5-4063-8FF2-5B0E7152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BB30B-EBAA-4012-8AF4-F7C112C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(Concepts only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9FE3D-CDB6-4C72-A71C-B7ED011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FAF9A-0343-43A0-92E6-DA004E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F1798-D6C6-47B5-9484-9C6D9DC6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(Concepts only...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6FFDC-26CE-410B-99EB-C8F5DEFC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1CE8D-9F13-42C5-ACB7-BB818BB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011998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C3110-8DBB-49EA-973E-FA87557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F71D4-10CC-4186-9D35-E024A75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8A570-76DD-46DD-AD76-7BF351B9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6F635-28FF-42FC-AC59-B00F92B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7C39D-C27A-40C0-AA64-22D1B71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AA91-8881-4DB1-A3CE-316AF2D7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B2C05-FC55-4351-BBE7-2A4FCB5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C3A8A-18B3-4716-8A39-EE56021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32A2D-B821-4C47-B131-A00A9AC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A2A06-1BB5-4EA8-91D6-36E79430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29EC1-98A9-4D29-A294-04706DA9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8615F-7583-40F7-9AC3-10B50DB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62F54-6304-4A2E-9F7E-797B8E32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603E-6A77-4DE9-86E4-7258914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B8FB7-2F2C-4631-8096-93A15E29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313386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3A786-3AEA-46DD-8884-9443EB4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C60AD-EC33-4783-9248-4E45389A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325D8-EE3D-415E-9E41-E7C77107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A9E1E-CB0B-472C-B5B1-32BA2FA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52412-75EE-4DA7-B400-CF415BF2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9EC23-A7FF-4734-A8EA-8DE7DFA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(Concepts only and No Problems for practice)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EF96C-FA82-496D-B58C-7CE7257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C2DF3-E51F-4933-8CB4-E398D74E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27A6-E9C8-4F33-8445-64DCA10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4E758-6D9B-4478-8557-4857568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BC30A-B987-41D0-94F1-2368DF61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065113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B6488-95ED-4E76-8976-269700A6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82065-1FD8-42FC-A970-338C3181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22184-5D1B-4D18-B1FD-89DE961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3F66-F184-448C-BBD5-551A8CA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2600D-0789-419D-9A50-2CF0D32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Development of lateral surfaces of right regular Prisms, Pyramids, Cylinders &amp; Cones and their frustums...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53AD4-F46A-4161-92AC-5DB6DF7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Development of lateral surfaces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E0F80-A69E-4B48-BBAD-3F48AA7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C7284-1DDF-4EBE-8B9B-67CD4F5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CB236-7AFA-45A6-A956-74D4C4A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02A87-2285-4E3F-8C9D-F360EF2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AB899-47ED-43B0-90B6-5B9F71E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CD82E-8FA5-4F38-9EF5-902587E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5E994-DFFA-4805-BD9A-7ED237A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7ABAA-751A-444B-8424-DB3CB9F8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2F713-2922-47C3-9457-E34CED1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1D05F-5F05-4799-B2EA-B2339DC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929151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B2294-83E8-4770-81D6-B3E76E2D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14C2A-8451-4285-8CE7-964B193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83F2C-203B-471F-B7E3-5EDEB94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B5C0E-13BA-4243-A2C2-72B97DC6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E430F-9DA8-4AD1-A8B3-D3CD7281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F4F12-A7FC-4601-BEA1-5335629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0958D-7DD1-4F94-86AE-58907B17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FB1DA-6E30-459E-A95E-28C0AE5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13C1A-C7FC-4F6E-8EF2-AB7CE10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Developmen...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BE544-71E2-4F25-8C49-0836542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474C6-6088-46F3-AAD0-9908343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94F3F-4FF5-414E-9AF1-743A9C6A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Dev...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ACD1C-09A0-4492-A44F-156AA0D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8C289-1283-4EAD-B604-01506B1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E650D-12F5-41C8-A0BF-0D7EEDE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3A299-4BC4-490F-9BBC-62AFF08B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FC030-658C-429F-992E-34C1A35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28003-36FA-49F7-8951-33639D5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Developm...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99DB3-6762-4269-BC4D-326629C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39DF4-C870-4D65-85F4-BAE924D7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1F9FA-7296-4C3F-B1BB-66C26435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Develo...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6BE57-4EEF-414C-8A6A-980011F7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18599-C72A-4102-BDFE-4B64DDA7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435859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4E8EE-ABD4-4B43-8B6C-4F976D3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4CB92-94B7-4786-9394-31C67E0E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3BB24-113A-433F-896A-0AFF8A7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36AF6-35E2-43DA-AF73-60E56EA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25A59-153B-4237-8AEF-84F7A12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1402A-D39A-404E-ADFF-14ABE24A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CA855-09AB-491F-AA3A-41C2B06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CF49F-A9E1-4052-ACEC-A4A3196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BDA39-1988-4E4C-97B4-CE4C110B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D575E-85D9-4734-A2A3-C09D5FE2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D5217-78F8-46AE-BDC3-FA6B111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890DC-C50E-46A7-BC56-32FC505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F62BE-4084-4099-82C7-E63CB714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A2A1F-ADDE-41DE-B173-F4B8C549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62453-579E-4E6D-B043-1547991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975677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F0F37-0071-43F7-98B3-3AD0EF26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2AC25-4D76-47A2-BDEF-44DF5B0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E9D05-3D6C-4965-A199-C40938D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97433-9362-4062-9139-2A690A51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03460-A4C3-4B07-BC44-A8D22A73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F2714-4712-4B1F-BC34-E97E179E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Development of lateral surfaces of right regular...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9663-D3AD-4C05-B76D-913CE3E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09CBC-F0A6-4827-B046-A673C48C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E0F0F-D6D6-455E-A779-5F594CC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49A91-AFE4-4FD3-9857-FF6996F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D4E90-60D7-4B7C-A3DC-4B3F31C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846308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37FE3-824D-4DFF-96C7-D7BFF54B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39A99-7B17-4581-B419-AA817D0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AC9DB-CFFB-4D0F-AB95-210EE37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63ECA-92A0-43AA-B8DD-CD76964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E75F-73E1-43FF-BB55-D63C01C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applications of development of lateral surfaces like funnels and trays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240B8-0342-4878-9DEE-8B1B6781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applications of development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88A09-5EE8-43BE-B77C-351514FB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9C487-0B63-468A-AD1D-0C3803E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721BD-71EA-4696-8EED-1633550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E1022-A5B9-4C90-9D6A-3F1B227B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D8A23-A43F-4007-8451-FAAA5394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D62E1-6E5C-4F5E-9EF6-5ED1F09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EDB5B-D9F4-4344-ACE2-350A924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4B54D-2FD1-4819-BC09-8991DD6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CD5A4-550D-40C0-B82C-70D33C4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759B3-F238-43F3-8675-5AEA9E4A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368323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21491-0FC1-4395-80BF-3F8695C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202F1-6376-4F89-8B5C-29B8D5D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A66B6-264D-435E-9B4F-45D0E525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DB3CE-9998-4BA7-9C16-C13ECB6F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4D490-319B-4298-8161-FB0E743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79189-89EC-4302-89DB-270D5796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53543-5A10-428E-B7E0-6F7810D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D7BA2-C584-4D5D-9FAA-384ABE1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3CFF4-E5B6-4BB7-9E74-5D4A473C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Problems on applic...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F212-1150-475D-9C58-4742CAD8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15271-9F1B-4898-B9E7-3F8B17F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B41E6-B758-46C4-AA07-353FB82B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868F3-7339-4D61-B1CB-B393C164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14992-E2FF-4293-B8C3-E342822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0DEA3-A84E-4B04-B62C-137A4473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Problems...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7A34A-9723-4893-8EC7-00CDA43E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89CE5-E37C-4447-A25C-BAB8287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BDBA4-C662-4277-8E3A-6BB5CA0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Problems on appl...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0DE8A-6BF3-477F-9811-1733787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CA69E-C035-4F1F-99D7-B3612D04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1BD2C-8615-4ADA-9E7A-B6565D3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4842F-299F-44AD-9B10-14D4533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DF87C-5D52-4C05-B081-DCC4209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111636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F3AAA-BDDA-4909-9F45-1072B2C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C4AD7-2F1F-45D8-AEE1-EB39E3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E8523-0BD6-41DD-B8BA-AB38B81A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10E1F-E94D-4666-94B9-632FE16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7E17A-1D8B-4D21-B006-BCFAD8A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FB823-EDD3-485B-8F58-D006FA6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A84D0-E945-4815-A456-D1CC873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8BA4F-9F8D-49BD-AB70-3DD2F0BE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B2287-06C6-4ED2-9891-7181B1B6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AFDE4-9EB3-4A55-A296-E481851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985A3-24BD-419E-95A8-1CE238DF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70EBF-C608-45B6-A13A-9B03CAB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88746-3E89-49DA-8D49-3990F17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8113-7916-4892-8058-E4EEDC0A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A7F5E-4F7B-462D-962D-FA0BE9D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796441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5202A-F230-41EE-BA94-747F42E1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DE8D6-34EA-4AD5-9764-65478A5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E158D-EE1E-4F06-AF69-470BE5F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5904E-8DCE-41C3-978D-C483F52C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9A8A-A9D6-47EC-AC8D-A6961731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C644C-6BCF-4435-9474-AC795AE6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applications of development of lateral surfac...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9AF95-A23D-4862-9B3B-6F208FBB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9125-6D6A-401D-BC1E-E338E2CA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B4BD6-4906-4B9A-AC3F-BD07BDF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C8282-8C3D-4973-A9B1-45D6D6B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5C87C-BF62-4093-81F7-A8138F2F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6000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EEDAB-46DF-4B5B-AE4F-43BBA9F2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B4A72-E15A-4253-A511-519A01F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5E9EC-6635-447A-93D4-719DD1D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C552C-98CB-4180-8BC5-961DB360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CB9F-F36F-4619-8285-47AEA6C5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3A05-FF1B-42A5-8755-60BE012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789954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E7C9D-F39F-4977-8AD3-40A0626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F9E3-EFD8-4FA8-8291-6BB141A4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A1FC-A49D-4A51-9945-89236B2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218C4-4F9B-4A63-94A7-DD8EA59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0A9FE-8E26-42F1-B831-F4A139F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73F84-E6B4-4686-8352-3D863320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022021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D4DE3-8C68-45D1-8654-D9775B54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08525-FAF7-44CE-90B1-A89CDCA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D8A0E-0E8D-48E1-BBDB-37BA601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981D-8D46-4012-9F7B-492C1933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31184-1711-48EE-9A01-86940FE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78864-0A9A-45FF-8A27-C9D03AC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55375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199A7-4120-41E8-808C-DF9FE462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9B4B0-326B-4820-8302-64B4741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E4520-41FD-4558-9304-968ED0A6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E186-78F6-42A4-8411-372478B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8D12F-19CA-4AB2-A88F-0FBA8A7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CD39C-001C-4978-9365-9871BDFF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672363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3F43C-AE69-479C-8498-5931455E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AEF35-BCD4-4F7B-86C7-DC28EC5B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AEF69-717A-405A-B953-673D96B0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F5A6F-3FCD-4147-A982-CA7959B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F182-1FDA-4476-9C17-793C6C6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Solids: Introduction, Section planes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Sectional views: apparent shapes and true shapes, Sections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(Concepts only and No Problems for practice)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Solids: Development of lateral surfaces of right regular Prisms, Pyrami...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Problems on applications of development of lateral surfaces like funnel...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84D67-8206-4518-B71C-3D622D18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20B52-5815-40B2-94F7-B2F7649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9102A-AA34-4506-AD15-DB6BEC3F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998237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D8AE7-5FA5-487B-B92E-A622A115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A19A9-D0C3-47F9-AFCE-0460BD9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02FF8-BB08-449C-8D26-045425F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6AF8F-497C-4933-89D4-17A6A3C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B95C9-5C76-4A47-BD38-92937F2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FFA-041A-4EC1-A63C-FF3EF835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E9AEC-0EF0-4A6D-AE78-EBAFCBD7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3E674-B0A5-4620-BCB7-483DF43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33D02-A848-4410-9A91-C1962609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3CF0A-F565-4740-9CCA-E0807E7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706BE-E29A-4C7A-B69F-9A6BAF5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9B43E-B9B2-49E0-8DBD-55CA52E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DA109-2201-4352-B3A5-320D05A8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8E8D0-AFA7-4734-8E7D-2E7CB3EE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313A-3E34-406D-BBCC-50D5E5B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62A13-8A2C-4197-B55F-BB8062C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457BF-4784-4EC4-8D9D-D3C88FE0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5ECFA-187E-47DC-9222-61614D4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CC927-007C-4CA7-8337-6DC0A3C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90E7B-EE8A-43AA-98E2-B4725E9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9FECB-83AF-4C5B-A5B9-9479012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D0AB6-E077-4094-A497-682CA6D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9115A-8AF3-4A62-A7E8-6064D36A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924FC-175A-41F6-9939-3E26EF92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C85B4-4129-4D23-A285-519A25AF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14F9A-B61C-4BE4-87B1-89536ECC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B504A-D7E5-4912-B3E5-B336FD4E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C91A7-FA66-44F5-B72D-FBB78A7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02041-4C75-4B07-89AB-4450C5C9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C977E-00DC-43F9-A3D8-E958B21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7B684D-012E-41FC-ADC4-08C3FF6B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BE132-4BD8-4CC2-A34E-F29E9B6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413018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3CF29-0EFA-4A87-99CC-AA372411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322D2-24B1-465E-943D-D6045282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109AC-8F0E-46D9-BEC7-CCF7923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7820-EE0A-4CCC-A139-8FA47794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1CBA5-345F-4F92-826C-1FD1CE09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CE5B0-B3CD-4B16-99B7-3D99721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9F035-7AFC-4651-89D2-68F0EE69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6A1C-E804-4AE2-A2E3-B25D64AD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3EE3E-C8F4-4D56-956F-9EF0361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36FB4-DC73-463B-B0EA-A4763C5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6E995-4C0F-4A0F-89E6-4BD2DA03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3027B-103F-48C4-BF84-B706270B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4F99D-E600-48BA-A610-CAE067B4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88CB1-A63C-4429-96F5-29E1069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72EDF-6D19-4E3B-9F1C-DA2D41D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E9382-0312-4E81-B98E-70DA39D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0DF62-3CBC-470A-85F4-910AF924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80A32-B674-4CFD-8407-AEBE623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ADCA3-F218-4879-B1BE-71356D1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EB7D3-7CD9-4113-8C47-89AC39A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5A8F6-41FC-4310-B12A-A8D7ABB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3DC85-5A1B-4663-961A-C868FD8B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972F2-6163-49A9-A648-56DFF3D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7854C-FC97-4780-8003-62BE9558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0D7D0-98B6-4623-9A65-8638D4F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504E3-0145-4111-85B0-8ED5EA7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37697-DC37-442E-9C62-FC16F82A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9E2D5-4447-4B50-8D77-E38B74D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6E04D-8E58-4E13-8834-BE1C9620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0A50B5-0409-48AB-AD61-6436BE89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89D67-4DF7-4612-B458-C783D9B8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759C8-A43E-4E6B-BCA8-6F3A6B9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952604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AF267-BA04-4EFB-AA23-16F975B8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64C87-3C30-417D-80E2-2F4A533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AD88C-DF38-4E9E-9CDB-32D88FD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B04B4-1A9E-4DAF-B129-7D3A521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B80A7-EBCB-4127-8C53-8B8DFB6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8284F-CDA4-4CF4-82D1-818DAD6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C4149-7E78-4940-BE85-45C84CC4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4A882-8340-442D-91E0-D2D36B2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8E9FE-2B70-4E78-AFB2-6A813F8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FDFCC-4872-45F0-AC81-4F2A65E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8895C-892B-434E-B85F-E1A8DFC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D2E9F-4589-4D76-AC45-98D50DE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F612C-4B3D-4DA1-8A18-DC820074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9D1FC-912F-4D39-B5FB-8FE1814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F23A8-C07C-4D15-9039-CC272E74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644ED-571C-4AAE-A269-0803E76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3626B-D5FB-4AAB-B567-29B3A11B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4E8D3-0AD0-4EE5-A578-F39A7A15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9E0E6-BF74-402C-95B3-8869C2E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89748-3158-485D-B750-6854E8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563A9-3775-41E3-94E0-0405651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67CE6-93C7-42B8-A11E-2D2B9A8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C7245-9BE1-49E1-892E-A6E9076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16AC6-1F98-46E5-9718-6AAD1E65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8F31C-DF59-4C97-8F8F-4344B58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C15D6-893B-44DE-8BC3-76749AD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4C31A-13B9-405B-8240-59D10F7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DBD31-A213-4EAE-A9D5-27E2A43B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C500E-6524-4704-864E-F83480E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37ED9-16FA-431D-91FB-77343D3F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191C6-664E-452E-92E8-2B4F0BDA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4A909-4EC7-4C96-97CE-9C52C44F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506018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284BD-ED1C-492F-825A-C3DF916F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22EAE-3AED-49CB-A398-91679531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D82A6-08B4-4284-9F0F-D3C85FF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F60A9-D9D6-4990-9CE0-FDD620D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E650A-A1DF-4445-8177-D8A7915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B715C-8A3E-4243-9950-50058B4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776F8-82C3-4B0D-9212-8F56DFF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54A5A-BF82-4EE8-9331-48E6456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9444C-8F1E-452C-B0A4-0A4A088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64E3D-6D82-424A-ABA9-991958B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E096F-AF6B-4E2E-9651-6BC446D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5181F-530C-432C-9561-9D978E87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FDE1B-ADB0-4FAD-9008-74282BA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46A6D-861A-4527-B678-0EA9353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C29DB-3DC7-485B-835F-8E9F3AF4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768BB-6F6B-41BF-BADB-53E2837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3C35B-8502-4004-8083-6BEC3B8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BB302-8737-4987-BB61-AC39D09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A827E-3A8E-4D52-8D09-5C31DD2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F54AE-74D3-4A25-BE97-41FA233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D1612-BA9E-4534-A763-588D57E1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1E218-C76B-4303-827D-75E86A7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F39E5-2B32-46D9-940B-2085BA7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A3277-6929-429B-AE58-32D9E6E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82D9CD-7595-4926-98EB-4F3BB00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B974D-936E-4EF1-A61B-866E4089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BBB8F-18C0-4D02-957E-B528A7B3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55BD1-84F6-4B20-BEF3-631981EE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4877F-0200-4FA3-8E94-CFA1421C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F22026-3409-4A32-8821-8C4E5EC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5770D-343B-440B-9A5D-3E89A27C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684E3-975F-4B9A-9F99-FDED6D04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084499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AA8CF-4F3F-44FD-B675-C1DD8DE3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A1A57-D35D-4E6D-9FE8-0168A72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5339-78F8-422D-8CC5-6C9DBC3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15E18-B579-490D-8700-F121C5ED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72ED-F552-488E-8540-B883A34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17233-8764-4916-904D-54D72802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97A0E-DAD6-4761-BC4F-BACCAFA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110F9-E690-4CFB-935F-83F9B02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3AB39-C190-4380-929C-0B4F495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EFEFE-BA93-4313-A96F-D850FB2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68681-8A26-4C91-97F8-8D860BA2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9336A-385A-4E18-B659-38C4EC8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296A1-BC14-4952-A7A0-EC3073D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0CB83-DE6E-403E-8D9E-5254F0BC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C7756-098B-4AD6-A86C-FAA6573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A8AAA-CEF9-428E-9B97-91A578D3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63F7B-C59A-4ED5-B095-36855BCA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49515-5A5C-4E5D-B107-C2B33B4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F3A78-0BE4-4546-ABA2-9E857CE0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316B9-5D24-41D3-B499-923D5510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A1C61-180D-4A17-8A41-D1A2403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8C146-9294-43DA-AD8C-7B8FC33A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39BCC-EEE1-4E65-A869-B340A48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3515D-681B-4BD1-B199-9851211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2B0E1-942D-4E50-A186-B4D812A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F3729-022F-408A-9BB2-77029A6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8DD37-CCA6-4722-8B6C-188636A7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E3A96-7FA0-4F5B-963A-D87EBE16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16B2A-7D14-46BC-99AF-D2F2A5B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18BA3-01D0-43D8-88BC-262CF35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BAAB5-BEE4-4B0A-B855-31D5D540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E8447-2390-46AD-9463-8BB086E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305127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6FF6FC-7F32-4C87-A1F8-2FEA22DE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CDC4F-5557-4D2C-A19C-C489232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1F2A3-EB9E-476C-95D3-2EA44D04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4784-66F2-4D98-A1AE-2173E98E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CC419-2FD7-4A08-ACBE-10801EF8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B8DD6-032E-40DE-A3AE-AB8FE74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EC3D0-9504-48D7-A43A-3D2DF6F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23A6C-9628-43A4-8353-C206614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EFDA8-1978-4C96-B78B-2EC64E8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31EDB-6D2B-4484-9AA7-C36E3A0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A35AB-1BB3-4854-9971-9C53F6C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2EFA6-27DA-45C4-981F-62A7E7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B7455-5157-4820-9422-FF55ED6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A2B33-CD68-4FBD-8E38-1C0DAAE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37ABD-103C-4805-A6A4-8601FAC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1A3E7-021B-4AB8-B3CA-A9F6202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8CCA0-01DE-403C-870A-AF4EA53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B5D57-54B8-4173-99D0-BAF0DEC1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B6F84-11EE-4120-857C-A863332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84C91-47C6-454B-B077-2FE22688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C4AC3-889F-46E1-A2BE-3F9FD019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02AEF-52B2-4BC9-81DE-9205055B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6B5A3-7F3E-42E4-B087-AB66640D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233F5-8294-4707-8232-9E091B7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19AC8-4B5D-4B54-A0E1-C721A4E2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933CD-1381-4559-847D-17546024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157E7-06E8-47B6-96EA-D3EBBCBA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3AF34-9E48-4F0C-918C-E0CBBE8E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096F3-CC40-4425-8F21-4093535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114E5-1739-4D91-9C05-C4B9A70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DE0CD-E23F-41ED-A7E4-0A1B0CAF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1D009-A8B7-4204-B12F-A6F9C35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316510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7BCEB-8F46-44C5-8203-801DBD3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340C7-03A5-45C6-A1A3-8BF9B6C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C04BA-0AD1-4B64-ABE3-F6B6866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5991E-9EAE-43DB-B4E9-CCEF5D49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7D1A-6153-4A8E-8579-341FADC2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71E47-ED51-4EFE-84DB-88DDDE7C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F761D-9A53-40EC-BCFB-0FBD8AC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1F4DF-1426-44DE-990E-05882112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810C-3608-44AD-A7AB-0B285509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505E0-A52C-4386-A7DE-1464DC0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1D83F-2CC6-49FF-B3C0-5B0C343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66C8A-9962-41EB-A916-3E907A31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443F2-C5F0-4B63-8252-E3766D4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A526F-9785-4D8F-A94B-911AD28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27911-A1F7-4B01-97B2-655A759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879E1-2483-4F2E-A379-9E4D08C4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69F87-A3D1-4BA7-BE5A-D65EBE9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B2159-31C4-4C14-9808-615E7432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EA9C8-5D4B-4009-B619-2482D9C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00937-3807-477C-9186-5640E31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7B3C0-404D-4F3F-93C8-1A59590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FD546-CCFE-4C96-9B80-D372054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34BF1-42E5-4C44-A9BD-7C25F209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93BDA-02FB-4A97-8F38-65827BB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02424-A38E-4CF7-90F8-A1BFA66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8D8EC-5CAA-494F-A1FB-ED325AF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5D3C9-46CD-475D-B146-C86C0C0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D43D1-BC43-45EB-9458-F3286710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F016C-A7FC-4662-A963-D2AD704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7B94D-A496-4752-9289-02913A9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94558-06D2-4612-BDCB-46BADE9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55723-CEAB-4E96-A1A0-5D7CAFE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435715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3F84C-8448-412B-8260-23EFBCF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FEFC2-37A6-4852-B076-A64A830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7EEF0-09F1-4C99-982F-54A86122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8FCE1-CE6B-444A-9A81-116A8CE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E780B-C811-4234-BD66-812EB0F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FDA20-CCA0-4196-976C-106B09DE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67353-9A94-464C-BE9F-A731D21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D26E-1F5B-42A2-82B3-E452317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2F21B-CC70-4801-B580-0FAEE7B4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94741-0452-4F6E-9C31-D0D3E1C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DC611-7F7A-4FDB-99BC-9F019A2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5360B-D8DA-495C-A052-612EC2AF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E096D-6318-4C3F-9AF2-F6FFA05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0CCF8-3C1C-4F8E-AAC5-6A7B0B56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5C81C-9CE4-49F0-82ED-BB0A3EF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6F9D2-4DFB-43F7-8DF4-53E60A9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9A71-3F4E-4B6B-AD5C-751E5AD6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AB8C0-22D5-47A6-9603-4A0AA101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0D25F-007D-4B93-9D29-AD648C6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F6B8B-5C16-4CFF-B505-CF09389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426A2-8644-40E3-8A91-25A63F07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7F276-7D12-4A28-9BFD-3449B5A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CDD22-869E-49B7-A569-27602470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D4FE6-DF33-4D7D-9E30-C6543A98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C01CA-3CBD-4BF9-BC6A-5A4B94EE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8A27B-3E12-4F1E-A04B-8A8DA269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23639-C6CC-4A2A-ADB9-33FE462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813858-041F-4CB7-A18E-9B6D5D3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96B7E-AFDD-49BB-8FD5-B7EC0122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B9588-3CCA-48FB-9114-25EA308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272F9-808D-42B0-A690-CFA31B5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A5AA87-866F-4CA5-9CC9-E658E8C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040504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1AEBB-EE04-4EE5-A948-1B8E208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84CBA-DE57-4606-90FC-EFEC7B1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FDB14-8B1C-44D7-9BAB-114689D2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E61E6-A57F-4F87-A267-094821D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FC589-E34A-4020-8F34-B40B47DD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2E1E-DB7B-413D-B2DC-A19987F5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F31A9-ABA4-48B5-BB3A-71D5F87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E95DD-9CDE-4C32-BE16-1579ABFD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49BEB-BE1D-4EA8-B64B-70069CE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B82C9-2B6D-408D-9922-4A722956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A46D3-A2D8-4B0E-8610-6D05AA5C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DAE22-411D-4661-9548-9140D844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5C28E-E8B7-4E58-AFD5-8EA8CE33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BB610-E925-4329-9EE0-4EFFC349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958BB-ED43-4BC5-88F8-929E7A94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4D4F2-E491-4B9A-9913-677384F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F2815-EAE7-4802-86DF-DC75F52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870CE-2316-4C92-B24F-D826D29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1663E-61D2-4A4C-BE45-5EE2EBF5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68909-FE78-4A3C-BA57-A3CF7A3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F396D-0301-4967-AE77-9C7C30A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92040-B0D3-4AAA-9960-BAD8754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0F949-F77B-476C-9AF3-F7B275C9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BD01B-9219-4AF4-A4D7-BB73804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28800-4B59-4859-A207-140DF6F1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F059C-DEBB-463C-8329-028ACA6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00128-DA6D-4EF2-97E0-55C2B2F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55A5B-608B-4B29-8363-CD9CD94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A596F-40CD-4F76-83CE-8B173462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3C320-239D-4CE5-976A-6A98C9F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E6847-E5F7-4C66-B1A3-245A58E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D1D59-49B1-46B0-A1C9-E3294FE4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703497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485BA-F0E2-4AE6-B146-A8B5866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49D02-9549-44B2-B4EA-494AD4D3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F8214-49B6-4966-AA83-CF8A78AE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57F34-5420-40DF-980A-CF6C882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AB9B4-D17D-4875-90CD-F56218A5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89FFD-DC84-44CB-8AC8-7DC9F94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709B0-1272-4CA4-BD97-BDD248EE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EE39A-EDCF-4A9D-919A-0BB9B7E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94ABB-90B1-49F0-A4C4-6A8949B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CBFC2-6488-459C-AABF-D681C9A9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A8A3D-FA50-4EE7-AFE6-9DFD6F1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873DD-A3FE-4A0A-82CF-8980A14B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6DC27-C632-4D54-BBE9-C6930BD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50715-6516-493D-814D-C174D31E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95990-21FE-4458-B5F1-B82AD717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E3418-01E0-4F97-91D0-D100BDD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9EB0C-0058-47CB-953E-2ACD0EB6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72C76-5F22-4985-8BC5-F577063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D9F9-032C-49B6-A8D8-32BC03B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4031B-641C-4FC2-A86D-4A0CCA55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F0165-3700-4A8E-8DA5-81D73A17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6D2DD-6A00-4F5D-A999-1BA2148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82F24-7A7A-4FB7-92A3-EA41862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A44C8-5487-45CD-8922-D6C04A5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BFFAF-7320-499C-8BFD-0B6A45E8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652EB-63C0-4F08-AA81-B1549709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4B6FE-D080-43DC-982E-9DAEFC0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83966-2EB6-42DC-8CC7-28C2466D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C3779-3A0F-401D-88EF-2E4804FF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1352E-05F1-46C7-84D0-6881718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75B3A-D0C0-4689-AE8C-30BCD51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3CB6A-6646-4346-B056-3E80064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00980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2026-08-24T16:02:27.3950000Z</dcterms:created>
  <dcterms:modified xsi:type="dcterms:W3CDTF">2026-08-24T16:02:27.3950000Z</dcterms:modified>
</coreProperties>
</file>