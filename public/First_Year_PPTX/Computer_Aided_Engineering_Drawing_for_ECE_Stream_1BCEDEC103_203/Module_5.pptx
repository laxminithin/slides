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98f4e10644646" /><Relationship Type="http://schemas.openxmlformats.org/officeDocument/2006/relationships/extended-properties" Target="/docProps/app.xml" Id="Rc52b9ffa6abc4e15" /><Relationship Type="http://schemas.openxmlformats.org/officeDocument/2006/relationships/officeDocument" Target="/ppt/presentation.xml" Id="Rec7d3ae7f9dc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011e17a444d44"/>
  </p:sldMasterIdLst>
  <p:notesMasterIdLst>
    <p:notesMasterId xmlns:r="http://schemas.openxmlformats.org/officeDocument/2006/relationships" r:id="R82b15c7fc8204505"/>
  </p:notesMasterIdLst>
  <p:sldIdLst>
    <p:sldId xmlns:r="http://schemas.openxmlformats.org/officeDocument/2006/relationships" id="256" r:id="Rd02d06f735e24c08"/>
    <p:sldId xmlns:r="http://schemas.openxmlformats.org/officeDocument/2006/relationships" id="257" r:id="Rd532ee59da654a5a"/>
    <p:sldId xmlns:r="http://schemas.openxmlformats.org/officeDocument/2006/relationships" id="258" r:id="Rfc31a1c673944e8e"/>
    <p:sldId xmlns:r="http://schemas.openxmlformats.org/officeDocument/2006/relationships" id="259" r:id="R48682ebe8aa441d9"/>
    <p:sldId xmlns:r="http://schemas.openxmlformats.org/officeDocument/2006/relationships" id="260" r:id="R4fb5d898e28a429e"/>
    <p:sldId xmlns:r="http://schemas.openxmlformats.org/officeDocument/2006/relationships" id="261" r:id="R043f26e3fcfa4047"/>
    <p:sldId xmlns:r="http://schemas.openxmlformats.org/officeDocument/2006/relationships" id="262" r:id="R400f86e7ec63412e"/>
    <p:sldId xmlns:r="http://schemas.openxmlformats.org/officeDocument/2006/relationships" id="263" r:id="R102ad048c9eb4133"/>
    <p:sldId xmlns:r="http://schemas.openxmlformats.org/officeDocument/2006/relationships" id="264" r:id="Rf7778965fa1a4eb0"/>
    <p:sldId xmlns:r="http://schemas.openxmlformats.org/officeDocument/2006/relationships" id="265" r:id="R0216265d38e94db9"/>
    <p:sldId xmlns:r="http://schemas.openxmlformats.org/officeDocument/2006/relationships" id="266" r:id="R453d5946f18a43ce"/>
    <p:sldId xmlns:r="http://schemas.openxmlformats.org/officeDocument/2006/relationships" id="267" r:id="R13208cda73044ecb"/>
    <p:sldId xmlns:r="http://schemas.openxmlformats.org/officeDocument/2006/relationships" id="268" r:id="Re68fe7bee3d2406b"/>
    <p:sldId xmlns:r="http://schemas.openxmlformats.org/officeDocument/2006/relationships" id="269" r:id="R2a42b4e02ea840c4"/>
    <p:sldId xmlns:r="http://schemas.openxmlformats.org/officeDocument/2006/relationships" id="270" r:id="R141c9828e5b24679"/>
    <p:sldId xmlns:r="http://schemas.openxmlformats.org/officeDocument/2006/relationships" id="271" r:id="Rb783325696ba4308"/>
    <p:sldId xmlns:r="http://schemas.openxmlformats.org/officeDocument/2006/relationships" id="272" r:id="R1cbfac5977a9493c"/>
    <p:sldId xmlns:r="http://schemas.openxmlformats.org/officeDocument/2006/relationships" id="273" r:id="Rb2d212e3f5bf47b5"/>
    <p:sldId xmlns:r="http://schemas.openxmlformats.org/officeDocument/2006/relationships" id="274" r:id="R37a8eabbdd284b13"/>
    <p:sldId xmlns:r="http://schemas.openxmlformats.org/officeDocument/2006/relationships" id="275" r:id="R3744e36b5a5a464d"/>
    <p:sldId xmlns:r="http://schemas.openxmlformats.org/officeDocument/2006/relationships" id="276" r:id="Rc9e13e163d7844b1"/>
    <p:sldId xmlns:r="http://schemas.openxmlformats.org/officeDocument/2006/relationships" id="277" r:id="Rdb99f10269044ae0"/>
    <p:sldId xmlns:r="http://schemas.openxmlformats.org/officeDocument/2006/relationships" id="278" r:id="Ra542043466a34fb2"/>
    <p:sldId xmlns:r="http://schemas.openxmlformats.org/officeDocument/2006/relationships" id="279" r:id="Rbb836d39da364256"/>
    <p:sldId xmlns:r="http://schemas.openxmlformats.org/officeDocument/2006/relationships" id="280" r:id="R520752a66acc4c9e"/>
    <p:sldId xmlns:r="http://schemas.openxmlformats.org/officeDocument/2006/relationships" id="281" r:id="R44b1d608828a4d96"/>
    <p:sldId xmlns:r="http://schemas.openxmlformats.org/officeDocument/2006/relationships" id="282" r:id="R092d24d7409241db"/>
    <p:sldId xmlns:r="http://schemas.openxmlformats.org/officeDocument/2006/relationships" id="283" r:id="R628818b164c44e7d"/>
    <p:sldId xmlns:r="http://schemas.openxmlformats.org/officeDocument/2006/relationships" id="284" r:id="Rfe57d3ece2f24fb9"/>
    <p:sldId xmlns:r="http://schemas.openxmlformats.org/officeDocument/2006/relationships" id="285" r:id="R9643aa8c1e9e4a18"/>
    <p:sldId xmlns:r="http://schemas.openxmlformats.org/officeDocument/2006/relationships" id="286" r:id="R695a702aed7f41c6"/>
    <p:sldId xmlns:r="http://schemas.openxmlformats.org/officeDocument/2006/relationships" id="287" r:id="R201a756dd2f544fd"/>
    <p:sldId xmlns:r="http://schemas.openxmlformats.org/officeDocument/2006/relationships" id="288" r:id="Rb1eac8387f90400a"/>
    <p:sldId xmlns:r="http://schemas.openxmlformats.org/officeDocument/2006/relationships" id="289" r:id="R96182f932e304433"/>
    <p:sldId xmlns:r="http://schemas.openxmlformats.org/officeDocument/2006/relationships" id="290" r:id="R1c172b1dea334c97"/>
    <p:sldId xmlns:r="http://schemas.openxmlformats.org/officeDocument/2006/relationships" id="291" r:id="Rdf62b1c2ad4b4321"/>
    <p:sldId xmlns:r="http://schemas.openxmlformats.org/officeDocument/2006/relationships" id="292" r:id="R500cb105a7874ea3"/>
    <p:sldId xmlns:r="http://schemas.openxmlformats.org/officeDocument/2006/relationships" id="293" r:id="Rf9326bec79fa473c"/>
    <p:sldId xmlns:r="http://schemas.openxmlformats.org/officeDocument/2006/relationships" id="294" r:id="R279fb244bb194c98"/>
    <p:sldId xmlns:r="http://schemas.openxmlformats.org/officeDocument/2006/relationships" id="295" r:id="R3ad6a4e6b27149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ddb7b6c0554472" /><Relationship Type="http://schemas.openxmlformats.org/officeDocument/2006/relationships/slideMaster" Target="/ppt/slideMasters/slideMaster1.xml" Id="R2ac011e17a444d44" /><Relationship Type="http://schemas.openxmlformats.org/officeDocument/2006/relationships/notesMaster" Target="/ppt/notesMasters/notesMaster1.xml" Id="R82b15c7fc8204505" /><Relationship Type="http://schemas.openxmlformats.org/officeDocument/2006/relationships/presProps" Target="/ppt/presProps.xml" Id="R8d806b04226e4095" /><Relationship Type="http://schemas.openxmlformats.org/officeDocument/2006/relationships/tableStyles" Target="/ppt/tableStyles.xml" Id="R90588e867b6f4638" /><Relationship Type="http://schemas.openxmlformats.org/officeDocument/2006/relationships/slide" Target="/ppt/slides/slide1.xml" Id="Rd02d06f735e24c08" /><Relationship Type="http://schemas.openxmlformats.org/officeDocument/2006/relationships/slide" Target="/ppt/slides/slide2.xml" Id="Rd532ee59da654a5a" /><Relationship Type="http://schemas.openxmlformats.org/officeDocument/2006/relationships/slide" Target="/ppt/slides/slide3.xml" Id="Rfc31a1c673944e8e" /><Relationship Type="http://schemas.openxmlformats.org/officeDocument/2006/relationships/slide" Target="/ppt/slides/slide4.xml" Id="R48682ebe8aa441d9" /><Relationship Type="http://schemas.openxmlformats.org/officeDocument/2006/relationships/slide" Target="/ppt/slides/slide5.xml" Id="R4fb5d898e28a429e" /><Relationship Type="http://schemas.openxmlformats.org/officeDocument/2006/relationships/slide" Target="/ppt/slides/slide6.xml" Id="R043f26e3fcfa4047" /><Relationship Type="http://schemas.openxmlformats.org/officeDocument/2006/relationships/slide" Target="/ppt/slides/slide7.xml" Id="R400f86e7ec63412e" /><Relationship Type="http://schemas.openxmlformats.org/officeDocument/2006/relationships/slide" Target="/ppt/slides/slide8.xml" Id="R102ad048c9eb4133" /><Relationship Type="http://schemas.openxmlformats.org/officeDocument/2006/relationships/slide" Target="/ppt/slides/slide9.xml" Id="Rf7778965fa1a4eb0" /><Relationship Type="http://schemas.openxmlformats.org/officeDocument/2006/relationships/slide" Target="/ppt/slides/slide10.xml" Id="R0216265d38e94db9" /><Relationship Type="http://schemas.openxmlformats.org/officeDocument/2006/relationships/slide" Target="/ppt/slides/slide11.xml" Id="R453d5946f18a43ce" /><Relationship Type="http://schemas.openxmlformats.org/officeDocument/2006/relationships/slide" Target="/ppt/slides/slide12.xml" Id="R13208cda73044ecb" /><Relationship Type="http://schemas.openxmlformats.org/officeDocument/2006/relationships/slide" Target="/ppt/slides/slide13.xml" Id="Re68fe7bee3d2406b" /><Relationship Type="http://schemas.openxmlformats.org/officeDocument/2006/relationships/slide" Target="/ppt/slides/slide14.xml" Id="R2a42b4e02ea840c4" /><Relationship Type="http://schemas.openxmlformats.org/officeDocument/2006/relationships/slide" Target="/ppt/slides/slide15.xml" Id="R141c9828e5b24679" /><Relationship Type="http://schemas.openxmlformats.org/officeDocument/2006/relationships/slide" Target="/ppt/slides/slide16.xml" Id="Rb783325696ba4308" /><Relationship Type="http://schemas.openxmlformats.org/officeDocument/2006/relationships/slide" Target="/ppt/slides/slide17.xml" Id="R1cbfac5977a9493c" /><Relationship Type="http://schemas.openxmlformats.org/officeDocument/2006/relationships/slide" Target="/ppt/slides/slide18.xml" Id="Rb2d212e3f5bf47b5" /><Relationship Type="http://schemas.openxmlformats.org/officeDocument/2006/relationships/slide" Target="/ppt/slides/slide19.xml" Id="R37a8eabbdd284b13" /><Relationship Type="http://schemas.openxmlformats.org/officeDocument/2006/relationships/slide" Target="/ppt/slides/slide20.xml" Id="R3744e36b5a5a464d" /><Relationship Type="http://schemas.openxmlformats.org/officeDocument/2006/relationships/slide" Target="/ppt/slides/slide21.xml" Id="Rc9e13e163d7844b1" /><Relationship Type="http://schemas.openxmlformats.org/officeDocument/2006/relationships/slide" Target="/ppt/slides/slide22.xml" Id="Rdb99f10269044ae0" /><Relationship Type="http://schemas.openxmlformats.org/officeDocument/2006/relationships/slide" Target="/ppt/slides/slide23.xml" Id="Ra542043466a34fb2" /><Relationship Type="http://schemas.openxmlformats.org/officeDocument/2006/relationships/slide" Target="/ppt/slides/slide24.xml" Id="Rbb836d39da364256" /><Relationship Type="http://schemas.openxmlformats.org/officeDocument/2006/relationships/slide" Target="/ppt/slides/slide25.xml" Id="R520752a66acc4c9e" /><Relationship Type="http://schemas.openxmlformats.org/officeDocument/2006/relationships/slide" Target="/ppt/slides/slide26.xml" Id="R44b1d608828a4d96" /><Relationship Type="http://schemas.openxmlformats.org/officeDocument/2006/relationships/slide" Target="/ppt/slides/slide27.xml" Id="R092d24d7409241db" /><Relationship Type="http://schemas.openxmlformats.org/officeDocument/2006/relationships/slide" Target="/ppt/slides/slide28.xml" Id="R628818b164c44e7d" /><Relationship Type="http://schemas.openxmlformats.org/officeDocument/2006/relationships/slide" Target="/ppt/slides/slide29.xml" Id="Rfe57d3ece2f24fb9" /><Relationship Type="http://schemas.openxmlformats.org/officeDocument/2006/relationships/slide" Target="/ppt/slides/slide30.xml" Id="R9643aa8c1e9e4a18" /><Relationship Type="http://schemas.openxmlformats.org/officeDocument/2006/relationships/slide" Target="/ppt/slides/slide31.xml" Id="R695a702aed7f41c6" /><Relationship Type="http://schemas.openxmlformats.org/officeDocument/2006/relationships/slide" Target="/ppt/slides/slide32.xml" Id="R201a756dd2f544fd" /><Relationship Type="http://schemas.openxmlformats.org/officeDocument/2006/relationships/slide" Target="/ppt/slides/slide33.xml" Id="Rb1eac8387f90400a" /><Relationship Type="http://schemas.openxmlformats.org/officeDocument/2006/relationships/slide" Target="/ppt/slides/slide34.xml" Id="R96182f932e304433" /><Relationship Type="http://schemas.openxmlformats.org/officeDocument/2006/relationships/slide" Target="/ppt/slides/slide35.xml" Id="R1c172b1dea334c97" /><Relationship Type="http://schemas.openxmlformats.org/officeDocument/2006/relationships/slide" Target="/ppt/slides/slide36.xml" Id="Rdf62b1c2ad4b4321" /><Relationship Type="http://schemas.openxmlformats.org/officeDocument/2006/relationships/slide" Target="/ppt/slides/slide37.xml" Id="R500cb105a7874ea3" /><Relationship Type="http://schemas.openxmlformats.org/officeDocument/2006/relationships/slide" Target="/ppt/slides/slide38.xml" Id="Rf9326bec79fa473c" /><Relationship Type="http://schemas.openxmlformats.org/officeDocument/2006/relationships/slide" Target="/ppt/slides/slide39.xml" Id="R279fb244bb194c98" /><Relationship Type="http://schemas.openxmlformats.org/officeDocument/2006/relationships/slide" Target="/ppt/slides/slide40.xml" Id="R3ad6a4e6b271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b5d1ee7c2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ef5de074f540c3" /><Relationship Type="http://schemas.openxmlformats.org/officeDocument/2006/relationships/notesMaster" Target="/ppt/notesMasters/notesMaster1.xml" Id="Rb2ffb93c99fb46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f9a4f3823a4764" /><Relationship Type="http://schemas.openxmlformats.org/officeDocument/2006/relationships/notesMaster" Target="/ppt/notesMasters/notesMaster1.xml" Id="R359ff6436edb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922ac9b68400e" /><Relationship Type="http://schemas.openxmlformats.org/officeDocument/2006/relationships/notesMaster" Target="/ppt/notesMasters/notesMaster1.xml" Id="R2e31429851cb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3cc22ffe644b71" /><Relationship Type="http://schemas.openxmlformats.org/officeDocument/2006/relationships/notesMaster" Target="/ppt/notesMasters/notesMaster1.xml" Id="R986835e1c4b5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189f1996b4468" /><Relationship Type="http://schemas.openxmlformats.org/officeDocument/2006/relationships/notesMaster" Target="/ppt/notesMasters/notesMaster1.xml" Id="Re2aee66f833f44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db8ab7873f4e16" /><Relationship Type="http://schemas.openxmlformats.org/officeDocument/2006/relationships/notesMaster" Target="/ppt/notesMasters/notesMaster1.xml" Id="R2aafaf3c4abc44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06b0942c14772" /><Relationship Type="http://schemas.openxmlformats.org/officeDocument/2006/relationships/notesMaster" Target="/ppt/notesMasters/notesMaster1.xml" Id="R71d7457c313843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6b08e5dc0a4c5f" /><Relationship Type="http://schemas.openxmlformats.org/officeDocument/2006/relationships/notesMaster" Target="/ppt/notesMasters/notesMaster1.xml" Id="R73b9377fa918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8d24307ca849c2" /><Relationship Type="http://schemas.openxmlformats.org/officeDocument/2006/relationships/notesMaster" Target="/ppt/notesMasters/notesMaster1.xml" Id="Rd8e68c716c0c42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cae22c6e33483b" /><Relationship Type="http://schemas.openxmlformats.org/officeDocument/2006/relationships/notesMaster" Target="/ppt/notesMasters/notesMaster1.xml" Id="Ra8788f752c4e45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aa6c25de9490e" /><Relationship Type="http://schemas.openxmlformats.org/officeDocument/2006/relationships/notesMaster" Target="/ppt/notesMasters/notesMaster1.xml" Id="Rc5b79acfc4644f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51fede3d234baf" /><Relationship Type="http://schemas.openxmlformats.org/officeDocument/2006/relationships/notesMaster" Target="/ppt/notesMasters/notesMaster1.xml" Id="R5160d10231f143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117cbb5c45495b" /><Relationship Type="http://schemas.openxmlformats.org/officeDocument/2006/relationships/notesMaster" Target="/ppt/notesMasters/notesMaster1.xml" Id="R213f55a4999a44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29d6a71b9f4687" /><Relationship Type="http://schemas.openxmlformats.org/officeDocument/2006/relationships/notesMaster" Target="/ppt/notesMasters/notesMaster1.xml" Id="R784a8fcd8ee24f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7bbae3ffa14159" /><Relationship Type="http://schemas.openxmlformats.org/officeDocument/2006/relationships/notesMaster" Target="/ppt/notesMasters/notesMaster1.xml" Id="R338cd86738724f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082647e1fb4eda" /><Relationship Type="http://schemas.openxmlformats.org/officeDocument/2006/relationships/notesMaster" Target="/ppt/notesMasters/notesMaster1.xml" Id="R265abff4638a4d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c04fca52ef424a" /><Relationship Type="http://schemas.openxmlformats.org/officeDocument/2006/relationships/notesMaster" Target="/ppt/notesMasters/notesMaster1.xml" Id="R16acd7b3420642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8cec84845143b2" /><Relationship Type="http://schemas.openxmlformats.org/officeDocument/2006/relationships/notesMaster" Target="/ppt/notesMasters/notesMaster1.xml" Id="R0288b97cc2fd47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9f80415a924975" /><Relationship Type="http://schemas.openxmlformats.org/officeDocument/2006/relationships/notesMaster" Target="/ppt/notesMasters/notesMaster1.xml" Id="R558a3465c74441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159a1737b24d52" /><Relationship Type="http://schemas.openxmlformats.org/officeDocument/2006/relationships/notesMaster" Target="/ppt/notesMasters/notesMaster1.xml" Id="R60ba9700642b4c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947f7bb30b04daf" /><Relationship Type="http://schemas.openxmlformats.org/officeDocument/2006/relationships/notesMaster" Target="/ppt/notesMasters/notesMaster1.xml" Id="R612de70a82b347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7d89c31a49410d" /><Relationship Type="http://schemas.openxmlformats.org/officeDocument/2006/relationships/notesMaster" Target="/ppt/notesMasters/notesMaster1.xml" Id="Rfbeb40fe68e94d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e674353d91478a" /><Relationship Type="http://schemas.openxmlformats.org/officeDocument/2006/relationships/notesMaster" Target="/ppt/notesMasters/notesMaster1.xml" Id="R1b1e299478eb40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033042f936e48e3" /><Relationship Type="http://schemas.openxmlformats.org/officeDocument/2006/relationships/notesMaster" Target="/ppt/notesMasters/notesMaster1.xml" Id="Ra07621924ee040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b7901b82154bd0" /><Relationship Type="http://schemas.openxmlformats.org/officeDocument/2006/relationships/notesMaster" Target="/ppt/notesMasters/notesMaster1.xml" Id="R7da46bdbe8434a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39c979476c4caa" /><Relationship Type="http://schemas.openxmlformats.org/officeDocument/2006/relationships/notesMaster" Target="/ppt/notesMasters/notesMaster1.xml" Id="R316c8e0a760b4f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d0687714ec4a27" /><Relationship Type="http://schemas.openxmlformats.org/officeDocument/2006/relationships/notesMaster" Target="/ppt/notesMasters/notesMaster1.xml" Id="Ra5eb0dc395894d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660b2ddac04a49" /><Relationship Type="http://schemas.openxmlformats.org/officeDocument/2006/relationships/notesMaster" Target="/ppt/notesMasters/notesMaster1.xml" Id="R35b5a35d8f9e46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2806859bad45a3" /><Relationship Type="http://schemas.openxmlformats.org/officeDocument/2006/relationships/notesMaster" Target="/ppt/notesMasters/notesMaster1.xml" Id="R76c2347a9dd042f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f5284f8461f438b" /><Relationship Type="http://schemas.openxmlformats.org/officeDocument/2006/relationships/notesMaster" Target="/ppt/notesMasters/notesMaster1.xml" Id="R129fe490402041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b509c10d9d47e2" /><Relationship Type="http://schemas.openxmlformats.org/officeDocument/2006/relationships/notesMaster" Target="/ppt/notesMasters/notesMaster1.xml" Id="R8ca705c4f1f14c7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8c3294ec95468d" /><Relationship Type="http://schemas.openxmlformats.org/officeDocument/2006/relationships/notesMaster" Target="/ppt/notesMasters/notesMaster1.xml" Id="R647d385289b945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58784ef9d5431d" /><Relationship Type="http://schemas.openxmlformats.org/officeDocument/2006/relationships/notesMaster" Target="/ppt/notesMasters/notesMaster1.xml" Id="Rb25999bfab124a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13c98c9cd94a05" /><Relationship Type="http://schemas.openxmlformats.org/officeDocument/2006/relationships/notesMaster" Target="/ppt/notesMasters/notesMaster1.xml" Id="R98e93a57e0cb476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3434f5785d04197" /><Relationship Type="http://schemas.openxmlformats.org/officeDocument/2006/relationships/notesMaster" Target="/ppt/notesMasters/notesMaster1.xml" Id="R9077c6ec9e8d4a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fded5173dc431d" /><Relationship Type="http://schemas.openxmlformats.org/officeDocument/2006/relationships/notesMaster" Target="/ppt/notesMasters/notesMaster1.xml" Id="R3bd9dda4177d49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231bc87e71476d" /><Relationship Type="http://schemas.openxmlformats.org/officeDocument/2006/relationships/notesMaster" Target="/ppt/notesMasters/notesMaster1.xml" Id="Ra7690c827bff4e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324635a3b7f4215" /><Relationship Type="http://schemas.openxmlformats.org/officeDocument/2006/relationships/notesMaster" Target="/ppt/notesMasters/notesMaster1.xml" Id="R53d9fcadadfc48d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2203e5f7c040ab" /><Relationship Type="http://schemas.openxmlformats.org/officeDocument/2006/relationships/notesMaster" Target="/ppt/notesMasters/notesMaster1.xml" Id="R550dbef9a76741e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e19b006bc044fd2" /><Relationship Type="http://schemas.openxmlformats.org/officeDocument/2006/relationships/notesMaster" Target="/ppt/notesMasters/notesMaster1.xml" Id="R55ce564df138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0f2bb834445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58ed97c8046d3" /><Relationship Type="http://schemas.openxmlformats.org/officeDocument/2006/relationships/slideLayout" Target="/ppt/slideLayouts/slideLayout1.xml" Id="R6e589a9cbb2c4f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89a9cbb2c4f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c6a815b314a92" /><Relationship Type="http://schemas.openxmlformats.org/officeDocument/2006/relationships/notesSlide" Target="/ppt/notesSlides/notesSlide1.xml" Id="Ree9066f2fa9b47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7afd9449b401b" /><Relationship Type="http://schemas.openxmlformats.org/officeDocument/2006/relationships/notesSlide" Target="/ppt/notesSlides/notesSlide2.xml" Id="Rd63299a039a5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9da2f9ac3412e" /><Relationship Type="http://schemas.openxmlformats.org/officeDocument/2006/relationships/notesSlide" Target="/ppt/notesSlides/notesSlide3.xml" Id="R27b44d73c788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9891199e493b" /><Relationship Type="http://schemas.openxmlformats.org/officeDocument/2006/relationships/notesSlide" Target="/ppt/notesSlides/notesSlide4.xml" Id="Rb09bb961d5d84f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6ca5199f4836" /><Relationship Type="http://schemas.openxmlformats.org/officeDocument/2006/relationships/notesSlide" Target="/ppt/notesSlides/notesSlide5.xml" Id="R83764d012812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0c8d31f4d43d8" /><Relationship Type="http://schemas.openxmlformats.org/officeDocument/2006/relationships/notesSlide" Target="/ppt/notesSlides/notesSlide6.xml" Id="R9edf188a34b9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14bdde6634de8" /><Relationship Type="http://schemas.openxmlformats.org/officeDocument/2006/relationships/notesSlide" Target="/ppt/notesSlides/notesSlide7.xml" Id="R624fcfaa162545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9344afe17440b" /><Relationship Type="http://schemas.openxmlformats.org/officeDocument/2006/relationships/notesSlide" Target="/ppt/notesSlides/notesSlide8.xml" Id="Rce9214a1260441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2aa084c344388" /><Relationship Type="http://schemas.openxmlformats.org/officeDocument/2006/relationships/notesSlide" Target="/ppt/notesSlides/notesSlide9.xml" Id="R2922a4ddb40647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d4d4390fa44ae" /><Relationship Type="http://schemas.openxmlformats.org/officeDocument/2006/relationships/notesSlide" Target="/ppt/notesSlides/notesSlide10.xml" Id="R038ff1856f8b44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2c6a5f8f94c5b" /><Relationship Type="http://schemas.openxmlformats.org/officeDocument/2006/relationships/notesSlide" Target="/ppt/notesSlides/notesSlide11.xml" Id="R0b4c1106ced54b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7d077068e431f" /><Relationship Type="http://schemas.openxmlformats.org/officeDocument/2006/relationships/notesSlide" Target="/ppt/notesSlides/notesSlide12.xml" Id="R6b1503ae723546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4e3b4b9b74abb" /><Relationship Type="http://schemas.openxmlformats.org/officeDocument/2006/relationships/notesSlide" Target="/ppt/notesSlides/notesSlide13.xml" Id="R15f2b32f2f3744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33e7177a54acb" /><Relationship Type="http://schemas.openxmlformats.org/officeDocument/2006/relationships/notesSlide" Target="/ppt/notesSlides/notesSlide14.xml" Id="R4f05df08cbfd44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297c643e045a6" /><Relationship Type="http://schemas.openxmlformats.org/officeDocument/2006/relationships/notesSlide" Target="/ppt/notesSlides/notesSlide15.xml" Id="Ra5ecb725d39f4d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1b664aee44ce1" /><Relationship Type="http://schemas.openxmlformats.org/officeDocument/2006/relationships/notesSlide" Target="/ppt/notesSlides/notesSlide16.xml" Id="Rb5a9ef55d38547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bc3d4cda42e9" /><Relationship Type="http://schemas.openxmlformats.org/officeDocument/2006/relationships/notesSlide" Target="/ppt/notesSlides/notesSlide17.xml" Id="R69d10e384cdb49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bb7a27d34445" /><Relationship Type="http://schemas.openxmlformats.org/officeDocument/2006/relationships/notesSlide" Target="/ppt/notesSlides/notesSlide18.xml" Id="Rcdb6d7c4ac5a44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c86956a554514" /><Relationship Type="http://schemas.openxmlformats.org/officeDocument/2006/relationships/notesSlide" Target="/ppt/notesSlides/notesSlide19.xml" Id="R27cedebf00e942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d8da637464194" /><Relationship Type="http://schemas.openxmlformats.org/officeDocument/2006/relationships/notesSlide" Target="/ppt/notesSlides/notesSlide20.xml" Id="R6cad04484c174d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1a963f0fa40aa" /><Relationship Type="http://schemas.openxmlformats.org/officeDocument/2006/relationships/notesSlide" Target="/ppt/notesSlides/notesSlide21.xml" Id="Re49efb37767c4e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211ea8a0c4d80" /><Relationship Type="http://schemas.openxmlformats.org/officeDocument/2006/relationships/notesSlide" Target="/ppt/notesSlides/notesSlide22.xml" Id="Rec7a65cd268c4b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2f7db8df04804" /><Relationship Type="http://schemas.openxmlformats.org/officeDocument/2006/relationships/notesSlide" Target="/ppt/notesSlides/notesSlide23.xml" Id="R8c0e3f28335a41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acdb7d2c740d3" /><Relationship Type="http://schemas.openxmlformats.org/officeDocument/2006/relationships/notesSlide" Target="/ppt/notesSlides/notesSlide24.xml" Id="R1e1ec61df6b94e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e9286aed496b" /><Relationship Type="http://schemas.openxmlformats.org/officeDocument/2006/relationships/notesSlide" Target="/ppt/notesSlides/notesSlide25.xml" Id="R58ee7248800748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35c58a184422e" /><Relationship Type="http://schemas.openxmlformats.org/officeDocument/2006/relationships/notesSlide" Target="/ppt/notesSlides/notesSlide26.xml" Id="R87361be9e62e46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04bbfa17540b9" /><Relationship Type="http://schemas.openxmlformats.org/officeDocument/2006/relationships/notesSlide" Target="/ppt/notesSlides/notesSlide27.xml" Id="R88886909ea244c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2470c7a994e55" /><Relationship Type="http://schemas.openxmlformats.org/officeDocument/2006/relationships/notesSlide" Target="/ppt/notesSlides/notesSlide28.xml" Id="R7ce1df26d7c344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fb53d13d14a4f" /><Relationship Type="http://schemas.openxmlformats.org/officeDocument/2006/relationships/notesSlide" Target="/ppt/notesSlides/notesSlide29.xml" Id="R3c2b3942724c4b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992d4e4dc4c43" /><Relationship Type="http://schemas.openxmlformats.org/officeDocument/2006/relationships/notesSlide" Target="/ppt/notesSlides/notesSlide30.xml" Id="Rfa8978f673664f8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e101ffa1464a" /><Relationship Type="http://schemas.openxmlformats.org/officeDocument/2006/relationships/notesSlide" Target="/ppt/notesSlides/notesSlide31.xml" Id="R5a997c4dbf4b4d0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db60fc1744443" /><Relationship Type="http://schemas.openxmlformats.org/officeDocument/2006/relationships/notesSlide" Target="/ppt/notesSlides/notesSlide32.xml" Id="Re5e44754215d45b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2f4573d984ee6" /><Relationship Type="http://schemas.openxmlformats.org/officeDocument/2006/relationships/notesSlide" Target="/ppt/notesSlides/notesSlide33.xml" Id="R09ba79ecf16948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a2c5badc343b2" /><Relationship Type="http://schemas.openxmlformats.org/officeDocument/2006/relationships/notesSlide" Target="/ppt/notesSlides/notesSlide34.xml" Id="R74b3b55e642643f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3d45e74e74791" /><Relationship Type="http://schemas.openxmlformats.org/officeDocument/2006/relationships/notesSlide" Target="/ppt/notesSlides/notesSlide35.xml" Id="Ra015953896bf494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773897f7b47bf" /><Relationship Type="http://schemas.openxmlformats.org/officeDocument/2006/relationships/notesSlide" Target="/ppt/notesSlides/notesSlide36.xml" Id="R15c74a5f2e0b4bc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eea3089314b81" /><Relationship Type="http://schemas.openxmlformats.org/officeDocument/2006/relationships/notesSlide" Target="/ppt/notesSlides/notesSlide37.xml" Id="R0126a0f04a6741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30e020a3c4e0f" /><Relationship Type="http://schemas.openxmlformats.org/officeDocument/2006/relationships/notesSlide" Target="/ppt/notesSlides/notesSlide38.xml" Id="Raceaf444147348a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e01980ec4076" /><Relationship Type="http://schemas.openxmlformats.org/officeDocument/2006/relationships/notesSlide" Target="/ppt/notesSlides/notesSlide39.xml" Id="R63c621374d6440a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89c23aa9e44a5" /><Relationship Type="http://schemas.openxmlformats.org/officeDocument/2006/relationships/notesSlide" Target="/ppt/notesSlides/notesSlide40.xml" Id="R9d665433353a41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2337-0D63-4D97-9154-C3D5EDF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BE82C-2B75-4A85-B078-D83E7B9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Electronic Components Visualisation (For CIE Only): 3D Modelling: Optical fibre cable with core and cladding, photonic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6DBC5-074F-48C6-BDCF-1F8DB47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82334-43BA-481F-AE07-9C3B81A7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C0480-9C65-4711-BD7C-1760AA2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1F1FD-DD28-4104-84C2-AE5F452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931DD-F751-4451-9DCB-DA0486BF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A3737-235A-4000-9A0A-C501FC0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0E4A4-70A7-4EDA-80F3-19A574C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3F40D-EF3C-45C2-A34F-07F9CE5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224C2-5A26-47A6-B41C-DEA98FE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B92F7-C014-4AFF-9FF2-9F89F66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B566B-183F-47C6-B7A3-B1BD65D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26810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679A2-C700-4FD9-ABF9-844B7AE3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BCEBB-80BB-4CFC-9E61-B9ED0EB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21F6C-119D-4B2F-ABA0-6F8A545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BDA27-96F2-492C-9820-3A00909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07882-138C-480E-89FA-209591E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904C2-8004-4FB6-81D1-1F191BF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83952-CF89-4673-8B8A-7E001451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244EB-7994-46B3-B162-4ECF1FD5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C1835-7C7F-4CFD-BFB5-BC71DA63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24B46-79E7-4CDF-966F-1D2D2CA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7B330-EB63-4916-805C-515199A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D382-12AC-4D95-B6D8-C39C070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8BE66-B42D-46ED-A5F7-FA4AD80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B62C5-5AF9-40CC-978A-5F8D849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0B69F-EBB4-42A9-8D20-CF2A7D7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63090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D2CDC-0015-4EE2-AF7F-8F903940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E9545-D034-4A3D-9DA8-4D530E7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0461-0576-4885-9D9A-1D2AAC5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1D8C5-D1AB-45D1-9669-624A2DB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1F0DB-B784-4ACE-ADF8-D5354F43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9971B-FBE9-417E-9AD7-581B3E9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57505-E213-4343-B7FD-855E0EB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79CDC-1D79-4CDC-9EC0-AC7DD29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9F81-AD67-495E-899D-D69DEC2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Modelling: Optical fibre cable with core and cladding, ph...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072D-A450-43E1-8579-2C2486B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8A0AD-6CB3-468D-929A-4FF2AD7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66B3-4303-4E36-A943-8560B38E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Antenna: Single element patch antenna, antenna array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9975C-A835-473A-BBCA-0742101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75CED-AE6B-41A7-B358-B6742891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5B01F-5774-4C8F-93E8-6A4E1C9D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Enclosures: Creation of different geometry with slots 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92672-8726-4461-B550-064F765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36E57-E9BC-4B2D-A033-3F5120B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DE653-6867-4EBB-B446-721490CE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Standards: NMEA -0183, applying material properties for 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C1448-71CD-49D9-A976-B0744C3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3CE56-0827-484F-AEE5-F4122F0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EB9F9-6258-42AC-B44E-DCCD759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of Industrial drawing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52CBE-1815-405B-9558-9E8CD15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135E8-D80D-4863-AEAF-074802D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65304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082C8-3E61-4436-8FC1-38E0976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0BA36-B23D-4AAD-8C05-59472FC6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41283-1E23-4EF4-9196-70FE4756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6B0DA-6F27-48A6-8FB0-CC8D4471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30219-6CF2-4B53-8F00-96BFCB9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5D94F-3193-4967-86C3-B10D6E0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2B7A-8C58-4616-AB53-6E67FEE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E2C4A-5E27-4569-B907-81FC6390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Modelling: Optical fibre cable with core and cladding, ph...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B928B-BF8E-41B4-BE15-5439608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509A4-8535-4528-BBEC-D97F5F29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A8DED-E4A0-4DCB-ADBC-D8CB4015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Antenna: Single element patch antenna, antenna array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984EB-AADC-46E2-8045-9FBBE46A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9745D-F206-4639-AF5A-EB8CC8E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E08CC-8FE2-4CAD-90BB-23340E30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Enclosures: Creation of different geometry with slots as....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95435-894F-4FDC-86D0-FBF7534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54135-6DFD-460D-8B49-FF54D4D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94B8F-1D41-4721-9E40-4AABFFDD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Standards: NMEA -0183, applying material properties for h...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D970E-E6F4-4EC5-BA61-A7A7F3E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F110-2F85-46B6-889E-FF0DE69E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BFE7A-6C81-4E21-BE73-EA3C28A4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Concept of Industrial drawing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25CB9-1958-4B02-83B7-04E7AFD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6C7CD-70D2-4457-8B9B-FC89614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7159D-8190-42B6-859A-3002F9A3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39439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638E6-1485-447E-93B8-32E00881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E5A14-9DC4-4CF2-86CE-03339D67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23217-F8BD-40BC-8F18-B5850505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3E702-FCB4-44D7-AFE7-B8EAEDB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E2E2A-4FF7-4D6D-B919-1D42B367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36856-E07D-48ED-A273-2372928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8D3E-2B1B-455F-B9CB-FD64820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Visualisation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3467A-2131-4A0D-9158-8ABCC0A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C691D-1CF0-45A5-B237-4D6B3421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A25C1-E242-439D-AAB7-74134563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606B4-F0E8-49A7-AD43-F82E06C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fibre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195D-C29E-41A5-93A1-B7E31EE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5B543-E126-4069-8452-B84B382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FCD72-6D03-4FF3-9576-FA650B4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6723C-4A23-4966-8389-76F7ECD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E02BC-69B6-4185-8270-454DA482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4606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53A08-7D0F-462E-82F3-A1C28FD6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0707B-0B71-4E60-AAC8-A6DD023D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9FC10-1A65-458E-A240-AAD5974E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84435-6872-4A65-B486-451D21D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0CDCB-7235-484D-9A95-9023B39C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Modelling: Optical fibre cable with core and cladding, photonic crystal fibers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1487-F68A-4248-B1FA-157BE53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Modelling: Optical fibre cable with core...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F4421-53ED-4635-87D7-3533F29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EC90-708F-4C81-A2B9-B7F9831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B1058-DD42-4423-B1D6-D18F76E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4A03F-650A-486B-BD6D-2CE724B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F9AB4-A570-4A69-85AC-8746BE6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4755B-5C06-4475-8B89-75433742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D85A0-AD19-4583-BB2C-EAD52CB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3C74-D9F4-49D6-8783-FFB2DA89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3577-605D-4DDC-A1DE-AEDA913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42460-B13D-4B7B-8DCC-1B1B2A70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7655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9452E-2868-49EB-AB39-17FC5158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38B5B-68A9-4756-9879-0436F240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0FF9D-4913-4D54-A36C-75CEFB5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163E9-FB5B-4216-AC4F-8AC63BC0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BD4D7-4707-4B86-81A5-2FBAAA9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3C69-73A2-4222-A028-A73FF95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0A526-2416-4CEB-9A9F-14E72059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618CB-A9E7-471A-ADFF-0E08415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4D386-8E50-43ED-B276-E898921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Modelling: Optical...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A9C6F-CE27-4E25-8BF3-9E5179D7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FCCD2-510A-4238-8204-76113A84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FA57B-7040-4B08-960A-05EBE72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Modelling:...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85A5D-CA71-41B0-9798-8491CA7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BF163-47F1-4C99-B2F5-9941712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883BE-B5CA-4EB1-A487-40F47ED4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Modellin...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E04C4-6678-4145-89A5-BD07EF3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E28AE-28B5-4A5F-8D94-1271B5D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B961D-88D8-423C-BEF5-B63DF5D7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Modelling: Optic...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D0752-5256-4A28-B3F5-A2777B1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A5530-0F10-4DA9-A724-01240E49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29D5A-A02C-47F6-9DEF-85E457C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Modelling: Opt...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ECC6A-07A0-41D0-A3DD-5F8008D3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E21A1-B881-402C-94B9-CD04F9E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83142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0A64B-16D1-4572-9080-80AF145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2B572-DED2-4123-8813-F1317E43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63F2-27C8-4F07-A95D-44C6FD0E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1E6D-AC16-4E54-BB12-5BDAE7E9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5A48B-EA31-4791-BE60-E8AF249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B62D-93A7-4EA8-A57A-69CBB9E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375A1-DD6F-4EFD-9C55-D8A239D6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F737-53F5-4C47-9208-A48CD0F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6F48A-2B94-4177-A6E2-ADA8B11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2B079-458B-41BC-B637-D941DE5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7A7B9-06EB-49D2-A55A-1FEC1FA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FF0C4-84EA-4274-9546-B9FB3CD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E7F3C-B9C6-40EE-AF1D-35AC7F2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3369F-F154-4915-898C-FD8C514A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B6CB9-04B8-4D26-8812-1A9A3E0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53676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6B88A-4539-444D-9983-BAF8671B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A8B8-4700-41F3-A8E0-8056AD3F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B9984-DB2E-40C8-8C84-4CA52EA8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4B771-4E71-400A-B489-7CF6594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13FE7-8089-412D-BCC3-76DB8237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E1EB9-E99B-46A7-B680-7B533924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Modelling: Optical fibre cable with core and cladding, ph...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475D4-50B7-407E-BC8B-9C78896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2B7F2-47D4-4520-990B-478C8579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F6BA1-1486-4C40-9F15-B31B063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8017E-2804-4421-A724-442A468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20C0A-8E5A-4D9C-955E-A9438DC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4127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C2412-3F97-475E-A1B9-0F8A6AEF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AB756-2F61-4430-A982-460564AC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490E-297A-45D8-A86B-D85B549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6ED62-BD31-4945-98C4-5272FCDE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4891A-D3B4-41F3-AEFA-A913AB85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Antenna: Single element patch antenna, antenna array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7014C-6943-4382-8133-1739E9E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Antenna: Single element patch antenna, 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92E1F-09BE-4D26-A80E-0EE4520B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7BA96-FED7-42C7-A6F8-D70B775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D113A-6E22-4C25-ABC3-730B5D0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10B0B-AE1A-479F-9F01-AE45053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6A733-C891-4C72-B299-FB72CD55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F5C34-5007-4A9C-9D5E-C6E8A80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894D5-C963-48B8-A7C0-6FD44AAA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126F9-328A-4FEB-957D-DA5E35E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E7B56-435A-4B24-9AE5-6994D50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435C0-BA20-4632-8D23-2F58369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16261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35DF1-5BF3-499D-AF61-B2CB9FE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F77C2-7071-4DA6-AB5C-C141F2F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BC164-A68E-4A53-A92E-9256B00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7396C-857F-4712-A102-274F88D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3048F-9979-4CC4-8603-EFCBFA8B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04CE2-744F-4606-9488-75C94EA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8A252-83D4-4107-B935-85853FB9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7AEA0-61A2-4CBC-8577-FD1FB339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81CD0-92EB-4104-81A5-FEA0212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Antenna: Single 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E1998-6523-4548-9893-7706166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543A-5714-4A2F-8A17-043D254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0B676-5F8F-4263-960A-C405CD74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Antenna: Si...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21809-2126-46E4-AE52-DD96667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E0F6-3117-4CFB-B3B8-15BF5AD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FBEAB-4939-4771-96AB-3FC3FB8B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Antenna:...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043BA-0121-4C0F-8DAE-588AEB3D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7876F-4D7F-49A9-B571-1E0AD6D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33926-233A-4CD6-9F94-61EFFD5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Antenna: Single...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1B6D6-8124-43C1-965C-31E3ACE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9ACBE-8009-4767-A3DA-458258E4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AA1B3-F94F-4963-BDAE-8A78264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Antenna: Singl...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11AC7-B8A7-4A9E-9368-A5E47E8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B0744-826D-41B7-BEAA-797C70EE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68294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F33DF-BEF5-46EA-96CE-6523BBD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BC7CF-1DC3-4F23-8344-D17ABE5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729E1-075B-41BE-867A-8D032D5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CA96E-212C-4A2E-97CC-3404A024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8A7D1-187E-4F12-8B9C-BCF7A9E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352F7-F5AB-4D61-B3AD-6BFCF2A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4A9E0-C10B-4952-B0C0-EFE4F624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4E23A-DDD8-4571-BD67-A5631C4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215CD-7179-410B-A9FC-D873D5B0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7043-D3E0-4CAD-BA10-CE4519C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0C596-262D-4E72-B835-913E677A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2DA3B-5CBF-46CE-BE2C-BD133A4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91D14-2B42-4348-864C-BF93FBA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E2976-EB21-4D3E-A89F-41C54D4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75A4C-BC10-4DC7-A1A9-8C73D3FF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491012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D3487-B9B5-4E8A-B6E0-EEFEFEB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8C65F-5DDA-4ECE-A070-8286386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85BB-643B-409C-9C87-B647D80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AEA58-FCB0-4707-892C-AA50F56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7E19C-E744-44D6-94CF-F7D1A18F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B7EF5-26F1-4C83-90D7-3C3BD2C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Antenna: Single element patch antenna, antenna array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A166F-ABB3-4365-9D65-8C46BB48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B28D8-7B80-499A-9D10-69AA7B1B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AF906-F3EF-4076-8C6F-CE16855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BDD88-45BC-4387-BF36-709ACF0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FB281-0C13-4C70-8DBE-DA944F05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48457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20836-3727-440A-9FE5-964ED9C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42FDB-5E82-4CE3-9DE2-9539339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296E1-91CE-4DA2-95C1-79100C81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66C0B-487D-4709-B152-561AF01D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01813-6F14-427D-8AF7-8085CA4F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Enclosures: Creation of different geometry with slots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93355-9978-4C81-8F8E-63DC59DF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Enclosures: Creation of different geometr...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F053C-2452-4391-A709-1025093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B35DA-E814-402D-B492-4767F98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73262-3E5F-4881-BC15-3A38F758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E53B-2241-4E95-9530-34DC3255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49969-0500-4F90-A79D-D0E2C67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4924-928F-4973-A808-102325B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6E8B4-2F29-47F9-8ED3-38BE885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4AB03-1CA8-4919-8F2A-4841D9E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C5BE7-D6F2-48F7-942C-DA1A353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7100C-F1A2-4AEA-902E-8C6B245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35338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A233C-AFDA-4EF2-B5F0-077E3308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A241-E496-43C2-85BA-6B248BD5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F4736-772C-4D5F-837B-8AD0CC2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3E878-934F-4B60-9516-562D5421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F2FAE-0127-4E4E-BE17-94DB3B0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9DD67-94D0-494E-89C5-15C06B8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28FCE-FCFC-47D3-9C20-FFBF86FF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F29F7-FA10-4D39-A703-86422D5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E5002-CAF4-4364-8FAE-236144B6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Enclosures: Creati...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1680A-6FB0-4269-A202-CED68E9D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402EF-D324-40D2-98BF-877C3263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91728-AD63-4C1F-9303-F277313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Enclosures:...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02911-8ECC-4FFB-8776-E3CDB2BE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F877F-58B0-4F09-8C69-C6AFC30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2E8D2-EA12-4E6A-8EB0-455A19A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Enclosur...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5E430-5BCF-4340-B66A-F207BA4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1FCDF-19FF-470D-80C5-164B6730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ABFA3-AD93-4382-8552-EF3D2027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Enclosures: Crea...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0B4D9-EFE8-44F3-95EE-7EFC2124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60274-021E-4AA3-9399-B238683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CC15F-D327-41C1-8B21-FB33E57F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Enclosures: Cr...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CC39A-7FFE-43B4-86BD-3CB09D4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6B92B-7A44-4BA9-8928-32D910EF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904786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58F3B-7B64-4DC9-A17D-2BE4BFF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D1314-D9EA-4169-9E62-60B91F2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DDEE9-BD95-40C6-A6F5-CABCBBC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B410B-3FD7-41B0-AD55-3C6C4F3A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BA958-46EA-4871-9451-8009990D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D1AF0-FA8B-4866-91F2-9EAA4E2E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C76E3-7013-4F2F-BF87-88CC982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7A907-1FC4-4F16-B0D7-F5BEA24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C8DEC-FD4F-44CA-AD11-43FACB4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40C08-8804-41B1-B03A-19F496A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23D67-4BDC-4313-81F2-A048F39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071C5-0CB3-40FF-855B-47CAEA6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4B60A-AF0A-4815-92BD-BB0240C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0C620-73CA-47F8-BEF1-11BC5EF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C8CE5-2FEE-4F8D-8BE6-18874469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04843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0C19F-0A50-45EC-9319-18B9FAC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16CB-34C4-4D81-B8A3-9C807C9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BB734-7476-422F-9E3E-4779D13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2950A-E156-4499-82A8-7938434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A378C-BC04-43BD-975B-D6C6065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948DC-A862-40E3-BB5F-0C8C249A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Enclosures: Creation of different geometry with slots as...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BE89C-CD96-4B8F-930B-B962008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40BA-B5BC-4CD1-944A-35FA9B7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ADF3D-4094-4E5C-A86E-85DEBD86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B6A4C-D43A-484F-B25C-92CBDB6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A9401-F3F1-4C84-B97E-5624DA8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16474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5430F-EBE4-49B6-B29F-1DFE560D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31A7F-BAA3-48F8-A09E-D497EF4A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30AC-5455-4DA8-92EA-6613615D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EFF0-AF95-4A54-8462-0273371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6B5C2-EAD4-4F0D-A173-E218AD1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Standards: NMEA -0183, applying material properties for heat sink and water/dust proofing and rendering for rea...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F925C-13FA-4490-8063-06147DB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Standards: NMEA -0183, applying material...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86867-22B9-4785-905E-46FFD86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DF937-C77D-42B5-A3DB-E8D2164F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E747E-3892-4BF8-9272-C6EA3C93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2146A-74CE-43E7-BFF7-4AED3D3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1D36F-C18A-462D-9FAD-42CD798D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D384F-9DA3-4026-8FFB-A7577F9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1DD38-7D3A-44DE-AAF9-890204D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6F60-BDCE-4957-A115-E30CB15F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2F7A7-BF03-443B-AE76-15A7761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CAB7F-D692-4DEB-9F72-A5FCFF6F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64812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FF765-C16B-4295-BB12-17338E6A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1C17-1D74-4CD8-A53D-7417DD1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9BBEA-72BE-45DD-9660-7DB9B4F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068C-305F-4F50-A980-708681E0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5464B-C53A-4341-8FB9-57B1ACB9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B543C-8BFC-424E-A66F-244831ED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47F1A-A73B-4FBF-8097-1CFA776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8BCE9-5E4C-4CB0-91AC-7AC97426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00375-83D2-4574-B084-849B870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Standards: NMEA -0...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35D8A-5B29-4962-8037-5783F2B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30B8D-2CE8-419C-80EA-2B688CB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359BD-24B2-4033-9BDB-EC56F12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Standards:...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F4456-A430-4149-9922-8B539D1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565B9-5448-4720-9D67-D0F72CC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B9CC7-DFD6-4FD5-9C0B-4BF9B6D8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Standard...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2E5A7-8F39-4C97-AB57-EB6472B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B1DA4-5CDD-41EB-ACF8-0D984710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52C5B-7060-4C58-A5E0-9500CFDF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Standards: NMEA...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9F08D-2CE9-475E-9487-184CD37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F34A4-3062-4B45-87F0-DBAA959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AB87F-7824-4505-9F7C-E5B20C7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Standards: NME...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AA17F-B384-4C67-A7D3-D754D4CB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D92DB-0D02-41F3-8027-BFA2918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053223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C4048-A181-48CF-A578-B86E697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3A1C3-6DCC-4C6A-B90B-4313BCB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9768A-5284-4067-8040-DC06E3B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FF939-0E1E-46C8-ACA8-9EC38A4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723FA-97EF-4735-99BF-80A81B7F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1E621-5082-46A8-BEB8-6C5383C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7F914-B48F-46C4-9F31-C4AAA22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9133C-64BC-47EE-9639-6787F78A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BAB05-3C11-4245-BF3D-559FE7C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EE424-8290-462B-9BA9-28F3AD2D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7B1A0-D719-4DAC-AAB6-EB440A6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8A742-F052-474A-B55F-44EABE4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EC440-623F-4A6C-993D-592CCFA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F5B34-70E0-4B95-AD23-51C8294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C8F8B-49C2-4D9F-8B4B-EA85918E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427744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5318B-D6F0-423A-B99C-EF42FBB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D889D-E943-40BB-99EC-4CE67D3F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79358-A647-4B30-B6C9-6344904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B755C-091C-47CB-9B85-34DE5DC2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847EB-3984-4CCB-BB1F-1C4F4888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E5AA3-DE26-40AD-917A-82E201A9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Standards: NMEA -0183, applying material properties for 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9593D-B74A-48FF-8863-F022707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544B4-556A-4FD3-8C97-895CBAD5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96569-613A-422F-ACC2-EEBDC15B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7E5E0-79B0-4EAC-99CD-E02C3FF1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B7D95-A822-4746-A8B5-1B8E46B3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021827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A0E5C-01EC-4FCE-A1D9-99C2556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E9EE2-648F-4AD0-9A5A-671E45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18353-CF0D-4B49-9123-89630FF6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39462-0502-4632-8C63-A13236D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80C5E-1621-459D-B003-9D74599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Concept of Industrial 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E936C-EE31-4BA6-9204-B036D8D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 of Industrial drawing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20C57-151A-42E2-BF4B-3A5C76A2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E2C0B-76D8-4BDE-BF24-5038585F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C7180-A4A6-473A-806B-184DC771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E554D-237F-46B8-BED0-9B68179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4D6F8-CF6B-4544-9A97-079F9AB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4D980-0E64-49B0-A8FE-478616E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D456B-F1D4-4DDE-B0AF-A326F408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C5DF3-50DC-402A-901F-6ADB4BAC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39146-EEB0-4693-A513-7D4C0D4A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C0766-32AE-48D0-802A-BD5FB96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69852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A720A-B2C6-45BF-9647-1EEF5620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39DAB-5E59-43F4-A7EE-3B90B7E5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5AFCF-6486-4426-B3E9-116DF9CD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2C39E-7BD6-409D-8619-29CE1F4D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2EAF3-D692-4BF6-9FE4-44D823E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BBDD-3537-4990-8D50-8CA438F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0FCE0-C2F1-419B-871D-08BA1C0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CD690-5D41-4840-8374-943897B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4A2EC-8298-4308-834C-C36D2A8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Concept of Industr...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ED003-187F-4AA2-B539-EC37C57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C6890-FAB4-4577-9057-DEF15DF6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BFBB1-A952-4773-9E4B-7CA3A496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Concept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FE07D-EF18-4C9F-9631-B0400D1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8DF69-B15D-4D58-9596-E717CF21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FB9EF-0AEB-45F1-A909-F510CAB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5E69F-2F30-4318-B7DB-C9207631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041E0-8314-4B72-9C87-D89155F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48213-C823-44AB-821F-250695C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Concept of Indus...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FEFBE-8C2B-4BC3-918F-42BC22A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D5B2-CE75-4447-B67A-401F0F8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FC2F4-58DA-4DFC-8F15-1BD2988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Concept of Ind...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0922A-74BC-43A7-A1B1-65EAD33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A7F87-4613-47D6-9DB7-96D0E49D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950004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FD525-4142-4E6F-A04D-BB7853E0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224DB-D328-4CB4-99CF-D05800A2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AB1C5-CFB8-44B3-8F2D-31012DAF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1A1F0-6AA1-4863-98CE-EF7B8A5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37D4-B74B-46BD-B9AC-099F1D26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1568-B557-467A-A2A4-CE896CF4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27EAC-0551-4FF0-9C00-6238694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79E9-A5D4-4645-A8EB-4E2C9A4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BC53C-858F-4A1F-A856-15CCE9A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4C9FF-87AE-4B19-863E-B86BA8AA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4742A-BE97-4931-AE3D-CE9B45ED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1E15C-1E60-44BE-A837-2F1780D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2F266-AC48-49AE-9E1E-63154D8C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E4F26-7CB8-4E56-B3EC-79B23005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04584-A968-449A-9B50-4BD22DB5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579456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6AA6C-B4D3-40D3-BD6B-D0B7C1C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B78D9-190D-4CA1-830E-5E794A6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ED19-F2B6-4BE1-9A50-897B5FE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6AC58-515B-46E9-BF6B-DE72B5D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64486-D346-4777-8F42-057E904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943B9-9A76-4A79-9217-01DC20E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Concept of Industrial drawing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467E-290F-47E0-BEF6-871F9A47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CB36C-B57E-4AB2-9C5F-1D86B921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7F59F-2FCB-485D-B282-BD38C9F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6B48C-BAE1-4FCB-9C99-7767385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EB366-47DA-4D88-9138-245DCFB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162344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6E7BC-5E3A-4D70-9469-999FFFF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93573-AA3F-493E-BC14-883A3FE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E138A-917A-406E-9715-3F56F1B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ACB01-857D-43F0-B177-C887537E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11AE3-D98F-4BD4-9F35-304230F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C4C9E-7346-42A7-8964-9C73D93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47303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98D1E-F54A-43A3-B51C-65F9D67A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F8AC9-D08B-4DC9-8E41-931006DE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DA81C-58F0-4F0B-9D13-7F32852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B0BEC-86D1-4789-A682-4F30831C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0354D-69BF-49A2-A377-0785AA7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Electronic: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Visualisation: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Only: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Modelling: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3D2F3-4FE6-4044-AB00-A23B8CC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228071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194E0-300E-43B7-BA1A-328064E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895B2-8B67-4E6A-AE49-6B09F16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4A8EE-76AA-4D67-A2F1-3242A69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74B7C-28A1-4B26-B458-137D9C68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9CAD0-D35B-487E-9A38-495DB548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7FFD2-A5FD-4B79-B625-DF4E09C4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819713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591C4-5294-4A73-948B-C39FF71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3AE50-D5AF-42CF-A5FE-87A6C23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9B0BB-D352-44A8-A266-3A51E91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50475-B870-4055-89E7-8415378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DB35E-2F99-4017-A3C5-48E89B2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87CBA-E997-49EC-96E5-16FA96A6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258367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41FA9-B213-4085-9DE2-364DDAC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4B313-9938-4C39-B2B3-D3BD87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6960-91CC-46A8-B2A6-91DC5BA5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8FE72-CA2C-498F-9B9F-7940760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25530-1B97-4FF8-8D2B-6C49AB1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Modelling: Optical fibre cable with core and cladding, photonic crystal...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Antenna: Single element patch antenna, antenna array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Enclosures: Creation of different geometry with slots as per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Standards: NMEA -0183, applying material properties for heat sink and w...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Concept of Industrial drawing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31A98-9F33-4BFE-A3E1-627C9A9C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C5C2C-9965-4554-BCD3-672EAF0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6678A-A22C-4812-9A5D-F9B431EA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579392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ED8CC-8831-486D-B506-6F6FAD30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DA347-0C34-4507-BEE8-F64049B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Modelling: Optical fibre cable with core 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5B06D-AADB-4C2B-9B69-753800D4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8B306-00D5-4942-98BA-D18158D1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A2EFB-38E8-4ABA-9375-EBA0E9C5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E990-B912-436A-81CF-F38E8DE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BCA6C-9E1D-4755-B335-35377F5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16440-15D1-4A75-86BC-726FB7C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4D89A-902E-439F-BC26-383EAB5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E820F-EF77-4102-9374-2CE19B94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9BB92-A0B6-4232-B134-5179DA1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F8937-996D-4033-AF79-FB6438F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818F2-8879-4660-909B-EAA43F6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1AB0D-8928-4FE5-B1AF-3CD9DAC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F09A6-6317-4EA6-93D3-A9DABE16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27FAA-7550-40EB-9180-73F0F36C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69E02-4E1E-493D-AEC2-EAD4986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7618A-F007-47FB-B445-58EB6F6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01829-BA1B-44BC-BC03-6ADE088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B687F-38E0-4AB2-A737-4D2C87D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13D44-2904-493C-88BC-A990341C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FCC19-85DA-4391-AB6E-60E74246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2AE85-9E67-4E8B-B18B-8578792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3510D-6920-487D-A80A-5A8FAEA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8668E-D7EE-44CA-84A1-50DAEC6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A4401-8330-41E0-BFC1-5FFBF90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E49F0-51FA-4645-9CDD-91B411C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E4304-337B-41AD-8C48-D2C21B2E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96118-E58A-4350-A5ED-6358334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5F7D5-B460-4892-AE5A-25F034A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BF9274-7AAB-4E57-8509-DAC2F0A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EAFAE-0982-448E-BB9F-8A78B89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935440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72355-3E8E-495F-8DF4-FFDE448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C65D1-89C3-4BF3-8185-0B19AC91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Antenna: Single element patch antenna, ante...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FCD2-C946-48C9-9ECC-32651696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342DA-BC67-46FD-A682-FE73552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5C8D5-B61A-47E5-A056-A42891B1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B2F2A-4DBC-4CF1-808B-A812B7E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A99B-7F0B-4535-AD93-4AE1381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27F15-85CD-4036-8290-8DB966E6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22FA6-606C-41A7-80BE-11B32E50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33F5B-69F9-4B52-9CE7-FD46CE3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066AD-DF24-4393-934A-47AB2FC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35DB6-F3B8-48DD-BBC0-CD59D5FD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74EB9-4C69-4467-A598-973D4D12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BA65-B788-4EDB-944E-8DF0893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33EB1-C82C-4777-8433-4914248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4E49-11F0-4C6A-94B6-BB575BD8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A4AB7-C5B7-48E5-BC48-BA204E5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2193A-6B37-4960-B2C5-67A633A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CEEE3-5F15-4F85-884A-A4EA8C6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C2828-B1E0-4923-8543-E6B5C1A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BF54F-6645-494F-AAEC-A941461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17017-A3C9-471E-81DB-B47B577C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5A8EA-5624-4CED-8A9E-2ED852A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306C3-93C3-4DCA-A1DE-49A3D23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ECAAE-AF1C-4899-98F8-BE0A9562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151AD-278F-42E0-AD98-7675908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33DDC-8493-4B5D-922C-2D9D36F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6893F-D07C-4C56-BC24-2C6A058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97864-54D4-4542-91AD-2B8E886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BD95D-9371-4B51-A2AB-4A2B5BA9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8A740-48E7-49FB-AF50-18BE8F75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0ACD9-A67A-402E-9539-20BBFFE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851514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1E079-E69B-4F68-94A6-2466080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1B534-5D39-4ACC-824A-240AA4B1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Enclosures: Creation of different geometry...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4A062-6C9D-4DF6-B2DC-C9A22116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93DA3-3430-4E3A-B9DF-8B90A81E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6C3CB-C591-4079-91EE-2068444B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D1C8B-D08B-4727-AD13-89120A2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1283E-5E9F-4AF3-B9D9-01D15612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F2602-1A31-43FD-97F7-29E8316B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FFDD3-39B0-4A50-9E63-5CC56AB1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2D409-3031-46E0-AE7E-6C43ED50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CD8EB-D4F9-4C4C-9E00-C27B3158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ADC48-23F2-4CD3-9BD2-80ED440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A522E-7654-4F1B-8CD1-7D6FBEB1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0524-B5D2-4EF4-B99E-E4C03C1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31740-9FA2-47F4-BE5B-CB273EE7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31D64-B1B5-4DFD-B2BC-28B17C93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0C442-C267-4A05-820A-FD6EE0AB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AE1C1-A7EB-4507-A20A-A8F4219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E6F0-B5D9-4A1D-83DF-936DF3B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1134F-76D5-4247-B0B3-660FB960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A43C3-5684-4CB6-BF2B-8FF41F6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FCC06-4D73-4E56-B340-E22E7B9C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7118C-DDE5-4B49-A3BE-AFFAE411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B76BB-54C8-4223-A107-7C9561BB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5BF5B-85FA-4CBF-A8C6-6C84C501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A398F-5539-4159-BA5A-38DEFCE1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4B3A3-8186-4262-9736-9A7AC95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CB887-D868-47D5-8201-C0A36DE1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9C6AA1-B04A-4FE9-97D2-9C49F01C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05C793-1962-4857-BAED-5682317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9A088-F574-445D-A8D9-6B71662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6A995-10C3-4B4C-A3CB-8FBE5B3E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853287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5E8E5-27C2-4DE1-953C-8C38E13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545F-4DCF-44AB-87FD-88AFFBF7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Standards: NMEA -0183, applying material pr...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42539-4925-4C20-AC9D-1841E8A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C495-B9E9-439B-AC01-5F264D3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99802-8299-4449-8BC6-25312FA4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733C4-B4A1-4146-AC58-AE04843F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C5DA5-CF71-4DE5-910D-99D1244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27B2A-A706-4D10-857F-07A14152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3400F-417B-475C-AB4D-09F8DA67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16658-B7C2-4A20-8907-A406BFB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464E4-C0CE-4AF3-A5BE-F8358B6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7F693-EE0A-44E6-83EB-0734B119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038DC-6D4C-42EC-A8C1-CF7E540F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30C3C-6B38-4237-968B-CCB0777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03C0F-7C3B-463D-98A6-541C976B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96AEF-A4E6-40B8-B812-60383B69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AA711-A774-4813-9B41-F872FA62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DD6AA-5C1D-47A6-AC0E-1DB55A7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AF9B8-8E0A-4BDB-964A-8C1B327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07F04-519B-43C3-8E21-914A89F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41CF0-E0EB-4D96-8731-7F0E458A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D1451-B0A2-4536-82A9-0398B254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57AF1-4F88-4486-AC8B-843FD031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9B550-9179-48DF-9F88-449C4A1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D5125-4542-4A38-8FBF-A356F49A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50E81-3009-409A-B2E3-4CCBFF5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1B5F9-5A48-40BB-9FDC-43B602A2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3D381-A892-42ED-954D-A034C91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D0047-C0A1-4090-98D6-5E7C4648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32609-5358-4C39-9180-AC76CA11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011C8-4BFE-420D-A6D9-2D465C45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1FF02-2954-41E0-83FB-216B087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461195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860506-9A5A-4E7E-AE29-4709ADB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44B0F-EF7B-480D-9D31-D58B353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C1037-C687-409A-B220-F3DAFB4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516B-4867-4F66-AA41-8FDBE28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605B1-FCC9-46B8-90B8-0181FC74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B234-828E-481E-A08D-776794E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046D1-0CC6-4D16-8117-9CC1A069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0B9BD-C5DA-4F5A-BCD8-57D982D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5B91E-673A-47F3-91DB-B20065E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36D61-FD76-45EB-8331-883CDD41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DB6DA-D95B-4F6B-8ADA-85C5ED12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268C3-D048-4A93-87BB-1367BC6C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C03E9-DC1D-4B7D-ABC2-6DD5713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17391-EF34-4735-A56A-37A5B44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EF438-20B5-4258-B644-0B2BF24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7F775-1513-4F16-BFA1-BCD5FE5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A6AE4-FD87-4268-94A6-BEE56F5A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F9730-05D8-446A-A811-5D067446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C9ADD-2A07-4902-AFF7-E7A0D37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35E31-64DA-4911-9351-A9EFB6A8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5E9AB-A6FF-4E89-AA52-1AF052F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77DED-7738-4DE0-B8B8-096B35D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3A909-EBF5-46BF-95C4-C0041B73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09E88-536B-463D-B6DB-3C45E37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D1DCA-BEFF-434B-8353-A3F0284B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6F52F-BA5D-412A-887F-802DF8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43742-705D-4635-9D8A-03698A9B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0DFF1-CD71-46D3-BCED-4370AF3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A518C-95EE-47B9-880E-ACE69AFE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EEC17-C71B-4BB5-BE41-22898CD6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0E95C-A281-4828-8897-863AA788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63039-A0A3-4C82-8FB8-9AC02531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011906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B565AA-FC81-465C-A726-A91F54B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A757B-D239-4A2D-B514-2BFA10F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Modelling: Optical fibre cable with core 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EE5BF-E43C-4A22-ABC4-333E1CB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EDEDE-6448-4254-AAC3-6AAC3172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5933B-A832-4DC6-B2BA-67840B8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5659-26B7-4005-9375-212F3D5C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885D5-BFE6-4C72-B17C-58BB079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022AA-2FAA-4223-98A4-2BB6873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A11F2-87E8-4A83-93A1-35443CC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72BF9-AF26-4C24-8DE5-DA8508D6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A622-9821-46E7-A857-F62C982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BA3F8-2F2D-40F4-8B1E-BE34FDCE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FC958-258E-45EB-AB00-87DB348B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95146-2E1C-47A4-818A-792F2DE3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A2704-EBEC-4797-81B3-42B8F5EC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042C2-E659-4078-8C36-FF569457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61B52-C905-413D-AFC3-D6625B2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64D96-A62C-4457-86B8-F84A3604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0DD35-9332-4A45-BF96-3960C53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381CA-3D5F-4E1A-907D-8C27A31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A97D4-F0AA-4404-A7DD-C4EAE7C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534AB-4684-4D4E-BF0B-36A90FC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5874D-6E98-4AE4-9188-1258C04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4BE6C-D9C7-4045-8149-88B6256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176AD-F436-42B5-99FF-5B0E7051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88BEC-DE11-4300-9EA0-269DB7D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F09E5-603F-4F29-83C8-EDE63637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0DFE8-64C7-4A94-807E-E2371B9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99AD-6BB3-4DA6-BB8C-6834FAC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A4256-E4FD-46E2-B743-338F6DF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81CEB-9593-4F33-845C-19D16CE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EE934-92F7-42F2-B27F-F9756E8E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67277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59E23-CE36-4D92-8158-BD884D20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B3BC0-F877-4A5E-8B6E-739FA8B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Antenna: Single element patch antenna, ante...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30FAA-3108-4C59-B19A-B38F8A1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616D3-F923-45BC-ADE7-40312A66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C5B15-E625-4887-AFFD-EF42E7B6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2EC15-CDFE-4047-97E5-47C59179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97770-54A8-4739-BFF0-D6FBA9E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8BEDF-F0EB-428C-B7F9-6880E6B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C5DDB-1406-4389-96B5-612BE2E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CB20D-48C8-43C6-A356-A3E9696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F4593-9932-40CC-8856-BB335C67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0ACB7-AF4E-4CFC-9E08-6792907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BAB9-1E75-4CC8-97CF-5696C67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AD69F-227C-4465-80D4-074901D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FBFBD-5D94-48B0-805E-ACF776F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23237-E914-4A83-B39E-D9F499A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24A9F-809E-4A90-8316-F7DE9B2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CCC70-EF5C-4F09-A718-7126E08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A2039-6EC2-49CD-8648-F8DCE481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38FE5-B09B-4EB7-9534-8842A042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B936F-8629-4B6A-B90F-E858A8E6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1DF81-09BE-4BBF-AE79-045F128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AA121-B8A5-4AAD-B7EE-186F6173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3DAE3-D628-4297-8627-84C48667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3CCD5-9F34-4D6D-9A1B-2879BA1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95E95-0584-4B5A-89D4-3E0C864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9F0CE6-4934-464D-A4D8-A63A48F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9C000-7502-4B20-8C90-2AEE825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57466B-1AD0-4147-9E25-7565E77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EFB3A-A834-46C2-808B-807D14F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5B50A-802F-41EE-A3E2-13528E25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BAC50-C1CF-42E9-A3C3-B259E17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075788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B7BC5-99BB-4B3F-B049-58593D6A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05AE4-FC99-48D7-8ADC-178FB41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Enclosures: Creation of different geometry...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B6B33-ADA8-4607-BDB7-C6BCD4EB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3CD57-876A-40E8-BA92-05844E5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1293F-FEC3-4E94-B9D2-9AB1540D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13526-5599-4A09-9018-D6AB5FE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1700B-A113-4127-8D19-7D349B05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46F91-2B60-4966-AE2D-383574A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36E95-E3C8-471E-93B4-71B32873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60B0-A3B0-413A-9964-0E87976F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0A918-92FB-4D32-9E0B-7B6D15FB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26579-AC6F-4BA0-94AD-944C3D22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081F3-F786-451E-9DCB-32E27CE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D1AA2-A75D-443A-BD69-52082BC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B0C0E-5630-41CC-B515-6CE09BCA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F4D2D-8D36-47B6-8CAB-D8930292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03D4A-3BEB-40DE-87A3-A8E16D5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A7BA8-C330-4351-A3E5-36A5AB7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4CEDC-F119-43DA-8401-1C7E575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95DEE-60E0-428E-90BE-51EE891F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1FF04-03F2-443F-966F-D0403A8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D6134-DF5F-4194-B67C-5F30B48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2F272-CB37-4E9E-8D15-F96CEF10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89FBA-196B-4F09-B518-A31D3791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E85EC-B4FE-4CB8-BB87-DA73731A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EDA79-F78A-425F-B402-B916E687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4FE27-5BC9-4B5B-8531-6D86DAD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ED1BF-E7DC-43DF-9C9A-7F453B0A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B386D-ED54-4483-9920-B893C6A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F6E51-A0DA-4059-98FA-5930D9E6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A82C1-33DF-4CB7-ABA2-C0FCD72C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C909B-DC60-4D39-8A55-F70F0951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7686526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B6CD5-ACD8-4523-B2BA-715FE534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A21FB-48B2-4013-92CE-9215182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Standards: NMEA -0183, applying material pr...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D7C7-C26E-47C7-8917-BF3CFE1F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311A0-5936-47D4-8A6C-7676F271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DDD95-2744-4B5F-BC81-BB20617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A35FD-80B0-4C12-95B9-A125FCE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1E3D5-9849-4A6F-ADF0-D0622066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25EA7-3082-4835-9917-C4BB6855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3FB81-AAC9-442F-905B-FEB9DE78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1EC1A-DE18-4FDA-AA4A-03D3C34E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C9DCC-7F5F-4983-A4B2-C3A29312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44EA-DAC2-4BB2-B0BF-D72B7B3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A200E-AD8B-4088-BE62-5E42B249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85FD-F32F-4DC4-8A3D-C5D247D5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3A133-8A38-4273-BE67-B25815F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18BFE-695B-4212-B95C-B6124F6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668D4-0CDA-4E0D-9044-F00FCE7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29407-9DBB-431A-A9B2-43308A5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E352B-F243-49FF-9F67-603C17B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63F5E-5CE2-4144-8C60-E0D8961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B3F11-F9C6-4A43-BDC5-B386B85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24BE3-FBBE-4A5A-8BDD-1B49DBFE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18EF5-6882-4215-BE55-08F7FF61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A07B1-1889-441C-8B29-D4AC76E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12F12-585C-4780-8114-288B121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B1D79-400C-41D0-852C-A14B776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41B89-7EAE-4D42-8756-16F59883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79997-243C-4781-BD82-24A0967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FC60B-2D9F-4881-B67E-7BE6FDC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482E8-93A2-4780-B603-405D842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5C0E5-0CE6-4A34-96C0-7352DB39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6FF944-70B2-4FAA-8654-D5DC5395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490579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11DBD-2E3F-481D-841C-1EE554B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B87B0-0928-4A7A-B0D2-FB4C0A44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D200F-57C4-417D-8341-98CD9B7F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AC245-65D5-4230-97FA-E58BAD89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594DB-0A4B-4933-8ACF-F30167B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4D2D0-1998-489A-93D1-DEFC1A0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C4BF8-6081-4B6B-A719-598B309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597E4-6DD0-4CD0-AE5E-A5C54BF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E49BF-3DC0-4BEC-B399-83BDD7E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4C413-A3F8-442B-B604-5A2406B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EB070-8558-4729-8E26-CD5FCC50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3A342-D7DC-458F-8B34-E764A14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08AE-47FA-49B8-ADE3-DD5A6D9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1B36A-DEFC-4FB2-BF04-2446B71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1EFB2-D4C7-4C9D-B561-6B8E0139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E7212-577E-4EA2-8266-9509006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F74B2-854C-4129-BE95-EE8C617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BE1DA-F400-46D7-A3B5-667FAD95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B37F4-9741-4648-B8B7-A8792CE2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EAE22-BC43-4B42-B61B-21E10626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6EAAE-D7C0-485D-9A88-35016E3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0E61D-4192-4B8E-A339-EF84543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0FDF1-502D-469B-A0E0-897F70B6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FD6D3-7A88-4425-9DF4-6F296D6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83934-8BDA-481A-AF99-EE3CED1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8C6FA-9B1B-4954-85E3-93895C3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963F0-A8F0-4766-B750-8D437AF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3E1C5-91E4-4635-BCB9-34D100B6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90F74-50C0-4862-88C4-F3742292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8C476-135F-450D-81ED-7CA7ABB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DB520-EA6D-4CC1-9EEB-BEAD6F4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70FF83-3774-4BFB-9DF6-FD81B518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94115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2026-08-24T16:02:27.8970000Z</dcterms:created>
  <dcterms:modified xsi:type="dcterms:W3CDTF">2026-08-24T16:02:27.8970000Z</dcterms:modified>
</coreProperties>
</file>