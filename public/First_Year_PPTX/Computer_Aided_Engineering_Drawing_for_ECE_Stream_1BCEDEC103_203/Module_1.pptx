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dd87b84734fe0" /><Relationship Type="http://schemas.openxmlformats.org/officeDocument/2006/relationships/extended-properties" Target="/docProps/app.xml" Id="Rb7c80d85ab6b409b" /><Relationship Type="http://schemas.openxmlformats.org/officeDocument/2006/relationships/officeDocument" Target="/ppt/presentation.xml" Id="R6a3e7fa80204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f678f180b4671"/>
  </p:sldMasterIdLst>
  <p:notesMasterIdLst>
    <p:notesMasterId xmlns:r="http://schemas.openxmlformats.org/officeDocument/2006/relationships" r:id="R40d9b1cc5f124a07"/>
  </p:notesMasterIdLst>
  <p:sldIdLst>
    <p:sldId xmlns:r="http://schemas.openxmlformats.org/officeDocument/2006/relationships" id="256" r:id="Ref63ec652f6a4109"/>
    <p:sldId xmlns:r="http://schemas.openxmlformats.org/officeDocument/2006/relationships" id="257" r:id="R9a4e92c290cc4b4a"/>
    <p:sldId xmlns:r="http://schemas.openxmlformats.org/officeDocument/2006/relationships" id="258" r:id="R047f5651be534697"/>
    <p:sldId xmlns:r="http://schemas.openxmlformats.org/officeDocument/2006/relationships" id="259" r:id="R4bd9abba68a44a1a"/>
    <p:sldId xmlns:r="http://schemas.openxmlformats.org/officeDocument/2006/relationships" id="260" r:id="R0f0e51b158b54042"/>
    <p:sldId xmlns:r="http://schemas.openxmlformats.org/officeDocument/2006/relationships" id="261" r:id="Rd23e272293144b4e"/>
    <p:sldId xmlns:r="http://schemas.openxmlformats.org/officeDocument/2006/relationships" id="262" r:id="R4699870aed654837"/>
    <p:sldId xmlns:r="http://schemas.openxmlformats.org/officeDocument/2006/relationships" id="263" r:id="Rd4f5ccad96984483"/>
    <p:sldId xmlns:r="http://schemas.openxmlformats.org/officeDocument/2006/relationships" id="264" r:id="R22a6e38863514412"/>
    <p:sldId xmlns:r="http://schemas.openxmlformats.org/officeDocument/2006/relationships" id="265" r:id="R66a1b73411294900"/>
    <p:sldId xmlns:r="http://schemas.openxmlformats.org/officeDocument/2006/relationships" id="266" r:id="R2f01fca53008453a"/>
    <p:sldId xmlns:r="http://schemas.openxmlformats.org/officeDocument/2006/relationships" id="267" r:id="Rc8c53c4ba15542e5"/>
    <p:sldId xmlns:r="http://schemas.openxmlformats.org/officeDocument/2006/relationships" id="268" r:id="Rc2dbf904b15f421a"/>
    <p:sldId xmlns:r="http://schemas.openxmlformats.org/officeDocument/2006/relationships" id="269" r:id="R68ddd4f003d84821"/>
    <p:sldId xmlns:r="http://schemas.openxmlformats.org/officeDocument/2006/relationships" id="270" r:id="R96159b5cc9b14c1e"/>
    <p:sldId xmlns:r="http://schemas.openxmlformats.org/officeDocument/2006/relationships" id="271" r:id="Rc0b0fd4e7a3940bb"/>
    <p:sldId xmlns:r="http://schemas.openxmlformats.org/officeDocument/2006/relationships" id="272" r:id="Ra4e244ac01ec4c4f"/>
    <p:sldId xmlns:r="http://schemas.openxmlformats.org/officeDocument/2006/relationships" id="273" r:id="R72793335751e4af8"/>
    <p:sldId xmlns:r="http://schemas.openxmlformats.org/officeDocument/2006/relationships" id="274" r:id="R7b96e2cf3d8b4008"/>
    <p:sldId xmlns:r="http://schemas.openxmlformats.org/officeDocument/2006/relationships" id="275" r:id="R2dfcaec045cf4017"/>
    <p:sldId xmlns:r="http://schemas.openxmlformats.org/officeDocument/2006/relationships" id="276" r:id="Rbd0d0755a95747f7"/>
    <p:sldId xmlns:r="http://schemas.openxmlformats.org/officeDocument/2006/relationships" id="277" r:id="R33f277a583ce42b6"/>
    <p:sldId xmlns:r="http://schemas.openxmlformats.org/officeDocument/2006/relationships" id="278" r:id="R067e3f90c7be472c"/>
    <p:sldId xmlns:r="http://schemas.openxmlformats.org/officeDocument/2006/relationships" id="279" r:id="R8e0ad9e710314745"/>
    <p:sldId xmlns:r="http://schemas.openxmlformats.org/officeDocument/2006/relationships" id="280" r:id="Rb3ba99811825422b"/>
    <p:sldId xmlns:r="http://schemas.openxmlformats.org/officeDocument/2006/relationships" id="281" r:id="Ra06bb6df29744186"/>
    <p:sldId xmlns:r="http://schemas.openxmlformats.org/officeDocument/2006/relationships" id="282" r:id="Reb537e39c9734d1e"/>
    <p:sldId xmlns:r="http://schemas.openxmlformats.org/officeDocument/2006/relationships" id="283" r:id="R57c75490d88247bd"/>
    <p:sldId xmlns:r="http://schemas.openxmlformats.org/officeDocument/2006/relationships" id="284" r:id="Rcc18930d87f74a86"/>
    <p:sldId xmlns:r="http://schemas.openxmlformats.org/officeDocument/2006/relationships" id="285" r:id="Ra805a44f555b472c"/>
    <p:sldId xmlns:r="http://schemas.openxmlformats.org/officeDocument/2006/relationships" id="286" r:id="Rf64170f1d87445b7"/>
    <p:sldId xmlns:r="http://schemas.openxmlformats.org/officeDocument/2006/relationships" id="287" r:id="Rd6ad4da0cfb94c4d"/>
    <p:sldId xmlns:r="http://schemas.openxmlformats.org/officeDocument/2006/relationships" id="288" r:id="Rb598bfc902e04760"/>
    <p:sldId xmlns:r="http://schemas.openxmlformats.org/officeDocument/2006/relationships" id="289" r:id="R9eee4151544a40c6"/>
    <p:sldId xmlns:r="http://schemas.openxmlformats.org/officeDocument/2006/relationships" id="290" r:id="R1ee1229974834b28"/>
    <p:sldId xmlns:r="http://schemas.openxmlformats.org/officeDocument/2006/relationships" id="291" r:id="Re6a34192109842ba"/>
    <p:sldId xmlns:r="http://schemas.openxmlformats.org/officeDocument/2006/relationships" id="292" r:id="R0385618fbd5e4089"/>
    <p:sldId xmlns:r="http://schemas.openxmlformats.org/officeDocument/2006/relationships" id="293" r:id="R2011d7c06f464c0d"/>
    <p:sldId xmlns:r="http://schemas.openxmlformats.org/officeDocument/2006/relationships" id="294" r:id="Re50d0f9217a2441d"/>
    <p:sldId xmlns:r="http://schemas.openxmlformats.org/officeDocument/2006/relationships" id="295" r:id="R81eddd9aceaf4d94"/>
    <p:sldId xmlns:r="http://schemas.openxmlformats.org/officeDocument/2006/relationships" id="296" r:id="Rfc4c37d8b85949d1"/>
    <p:sldId xmlns:r="http://schemas.openxmlformats.org/officeDocument/2006/relationships" id="297" r:id="R702f325c3e3245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dce3c0a4b74ea2" /><Relationship Type="http://schemas.openxmlformats.org/officeDocument/2006/relationships/slideMaster" Target="/ppt/slideMasters/slideMaster1.xml" Id="Rac5f678f180b4671" /><Relationship Type="http://schemas.openxmlformats.org/officeDocument/2006/relationships/notesMaster" Target="/ppt/notesMasters/notesMaster1.xml" Id="R40d9b1cc5f124a07" /><Relationship Type="http://schemas.openxmlformats.org/officeDocument/2006/relationships/presProps" Target="/ppt/presProps.xml" Id="R432a37cf2393473d" /><Relationship Type="http://schemas.openxmlformats.org/officeDocument/2006/relationships/tableStyles" Target="/ppt/tableStyles.xml" Id="R819fb08243094369" /><Relationship Type="http://schemas.openxmlformats.org/officeDocument/2006/relationships/slide" Target="/ppt/slides/slide1.xml" Id="Ref63ec652f6a4109" /><Relationship Type="http://schemas.openxmlformats.org/officeDocument/2006/relationships/slide" Target="/ppt/slides/slide2.xml" Id="R9a4e92c290cc4b4a" /><Relationship Type="http://schemas.openxmlformats.org/officeDocument/2006/relationships/slide" Target="/ppt/slides/slide3.xml" Id="R047f5651be534697" /><Relationship Type="http://schemas.openxmlformats.org/officeDocument/2006/relationships/slide" Target="/ppt/slides/slide4.xml" Id="R4bd9abba68a44a1a" /><Relationship Type="http://schemas.openxmlformats.org/officeDocument/2006/relationships/slide" Target="/ppt/slides/slide5.xml" Id="R0f0e51b158b54042" /><Relationship Type="http://schemas.openxmlformats.org/officeDocument/2006/relationships/slide" Target="/ppt/slides/slide6.xml" Id="Rd23e272293144b4e" /><Relationship Type="http://schemas.openxmlformats.org/officeDocument/2006/relationships/slide" Target="/ppt/slides/slide7.xml" Id="R4699870aed654837" /><Relationship Type="http://schemas.openxmlformats.org/officeDocument/2006/relationships/slide" Target="/ppt/slides/slide8.xml" Id="Rd4f5ccad96984483" /><Relationship Type="http://schemas.openxmlformats.org/officeDocument/2006/relationships/slide" Target="/ppt/slides/slide9.xml" Id="R22a6e38863514412" /><Relationship Type="http://schemas.openxmlformats.org/officeDocument/2006/relationships/slide" Target="/ppt/slides/slide10.xml" Id="R66a1b73411294900" /><Relationship Type="http://schemas.openxmlformats.org/officeDocument/2006/relationships/slide" Target="/ppt/slides/slide11.xml" Id="R2f01fca53008453a" /><Relationship Type="http://schemas.openxmlformats.org/officeDocument/2006/relationships/slide" Target="/ppt/slides/slide12.xml" Id="Rc8c53c4ba15542e5" /><Relationship Type="http://schemas.openxmlformats.org/officeDocument/2006/relationships/slide" Target="/ppt/slides/slide13.xml" Id="Rc2dbf904b15f421a" /><Relationship Type="http://schemas.openxmlformats.org/officeDocument/2006/relationships/slide" Target="/ppt/slides/slide14.xml" Id="R68ddd4f003d84821" /><Relationship Type="http://schemas.openxmlformats.org/officeDocument/2006/relationships/slide" Target="/ppt/slides/slide15.xml" Id="R96159b5cc9b14c1e" /><Relationship Type="http://schemas.openxmlformats.org/officeDocument/2006/relationships/slide" Target="/ppt/slides/slide16.xml" Id="Rc0b0fd4e7a3940bb" /><Relationship Type="http://schemas.openxmlformats.org/officeDocument/2006/relationships/slide" Target="/ppt/slides/slide17.xml" Id="Ra4e244ac01ec4c4f" /><Relationship Type="http://schemas.openxmlformats.org/officeDocument/2006/relationships/slide" Target="/ppt/slides/slide18.xml" Id="R72793335751e4af8" /><Relationship Type="http://schemas.openxmlformats.org/officeDocument/2006/relationships/slide" Target="/ppt/slides/slide19.xml" Id="R7b96e2cf3d8b4008" /><Relationship Type="http://schemas.openxmlformats.org/officeDocument/2006/relationships/slide" Target="/ppt/slides/slide20.xml" Id="R2dfcaec045cf4017" /><Relationship Type="http://schemas.openxmlformats.org/officeDocument/2006/relationships/slide" Target="/ppt/slides/slide21.xml" Id="Rbd0d0755a95747f7" /><Relationship Type="http://schemas.openxmlformats.org/officeDocument/2006/relationships/slide" Target="/ppt/slides/slide22.xml" Id="R33f277a583ce42b6" /><Relationship Type="http://schemas.openxmlformats.org/officeDocument/2006/relationships/slide" Target="/ppt/slides/slide23.xml" Id="R067e3f90c7be472c" /><Relationship Type="http://schemas.openxmlformats.org/officeDocument/2006/relationships/slide" Target="/ppt/slides/slide24.xml" Id="R8e0ad9e710314745" /><Relationship Type="http://schemas.openxmlformats.org/officeDocument/2006/relationships/slide" Target="/ppt/slides/slide25.xml" Id="Rb3ba99811825422b" /><Relationship Type="http://schemas.openxmlformats.org/officeDocument/2006/relationships/slide" Target="/ppt/slides/slide26.xml" Id="Ra06bb6df29744186" /><Relationship Type="http://schemas.openxmlformats.org/officeDocument/2006/relationships/slide" Target="/ppt/slides/slide27.xml" Id="Reb537e39c9734d1e" /><Relationship Type="http://schemas.openxmlformats.org/officeDocument/2006/relationships/slide" Target="/ppt/slides/slide28.xml" Id="R57c75490d88247bd" /><Relationship Type="http://schemas.openxmlformats.org/officeDocument/2006/relationships/slide" Target="/ppt/slides/slide29.xml" Id="Rcc18930d87f74a86" /><Relationship Type="http://schemas.openxmlformats.org/officeDocument/2006/relationships/slide" Target="/ppt/slides/slide30.xml" Id="Ra805a44f555b472c" /><Relationship Type="http://schemas.openxmlformats.org/officeDocument/2006/relationships/slide" Target="/ppt/slides/slide31.xml" Id="Rf64170f1d87445b7" /><Relationship Type="http://schemas.openxmlformats.org/officeDocument/2006/relationships/slide" Target="/ppt/slides/slide32.xml" Id="Rd6ad4da0cfb94c4d" /><Relationship Type="http://schemas.openxmlformats.org/officeDocument/2006/relationships/slide" Target="/ppt/slides/slide33.xml" Id="Rb598bfc902e04760" /><Relationship Type="http://schemas.openxmlformats.org/officeDocument/2006/relationships/slide" Target="/ppt/slides/slide34.xml" Id="R9eee4151544a40c6" /><Relationship Type="http://schemas.openxmlformats.org/officeDocument/2006/relationships/slide" Target="/ppt/slides/slide35.xml" Id="R1ee1229974834b28" /><Relationship Type="http://schemas.openxmlformats.org/officeDocument/2006/relationships/slide" Target="/ppt/slides/slide36.xml" Id="Re6a34192109842ba" /><Relationship Type="http://schemas.openxmlformats.org/officeDocument/2006/relationships/slide" Target="/ppt/slides/slide37.xml" Id="R0385618fbd5e4089" /><Relationship Type="http://schemas.openxmlformats.org/officeDocument/2006/relationships/slide" Target="/ppt/slides/slide38.xml" Id="R2011d7c06f464c0d" /><Relationship Type="http://schemas.openxmlformats.org/officeDocument/2006/relationships/slide" Target="/ppt/slides/slide39.xml" Id="Re50d0f9217a2441d" /><Relationship Type="http://schemas.openxmlformats.org/officeDocument/2006/relationships/slide" Target="/ppt/slides/slide40.xml" Id="R81eddd9aceaf4d94" /><Relationship Type="http://schemas.openxmlformats.org/officeDocument/2006/relationships/slide" Target="/ppt/slides/slide41.xml" Id="Rfc4c37d8b85949d1" /><Relationship Type="http://schemas.openxmlformats.org/officeDocument/2006/relationships/slide" Target="/ppt/slides/slide42.xml" Id="R702f325c3e3245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c0f8fd496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1467bd44548ca" /><Relationship Type="http://schemas.openxmlformats.org/officeDocument/2006/relationships/notesMaster" Target="/ppt/notesMasters/notesMaster1.xml" Id="R7e1310956f58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27ab3d95dd40a6" /><Relationship Type="http://schemas.openxmlformats.org/officeDocument/2006/relationships/notesMaster" Target="/ppt/notesMasters/notesMaster1.xml" Id="Rd4e66ab3c65b40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a005b3cac41c3" /><Relationship Type="http://schemas.openxmlformats.org/officeDocument/2006/relationships/notesMaster" Target="/ppt/notesMasters/notesMaster1.xml" Id="Rc362dfaa6763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d409a34cd4e42" /><Relationship Type="http://schemas.openxmlformats.org/officeDocument/2006/relationships/notesMaster" Target="/ppt/notesMasters/notesMaster1.xml" Id="R2b4f84f501fd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e1a8d3245401b" /><Relationship Type="http://schemas.openxmlformats.org/officeDocument/2006/relationships/notesMaster" Target="/ppt/notesMasters/notesMaster1.xml" Id="R3921d53c9da245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49d9588ef46ce" /><Relationship Type="http://schemas.openxmlformats.org/officeDocument/2006/relationships/notesMaster" Target="/ppt/notesMasters/notesMaster1.xml" Id="R54ff4cf3be7c49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f95d3fea4147d4" /><Relationship Type="http://schemas.openxmlformats.org/officeDocument/2006/relationships/notesMaster" Target="/ppt/notesMasters/notesMaster1.xml" Id="Rbfbd44d744cf4b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ae74ae074a4e5c" /><Relationship Type="http://schemas.openxmlformats.org/officeDocument/2006/relationships/notesMaster" Target="/ppt/notesMasters/notesMaster1.xml" Id="R41748a3a8f8046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f7df56e2f4b18" /><Relationship Type="http://schemas.openxmlformats.org/officeDocument/2006/relationships/notesMaster" Target="/ppt/notesMasters/notesMaster1.xml" Id="Rb89c9e2588c74c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a58a3ddf7e4013" /><Relationship Type="http://schemas.openxmlformats.org/officeDocument/2006/relationships/notesMaster" Target="/ppt/notesMasters/notesMaster1.xml" Id="R9b382c032f304b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e260b11dd54105" /><Relationship Type="http://schemas.openxmlformats.org/officeDocument/2006/relationships/notesMaster" Target="/ppt/notesMasters/notesMaster1.xml" Id="Rf66761f661c44f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05576c0044d7f" /><Relationship Type="http://schemas.openxmlformats.org/officeDocument/2006/relationships/notesMaster" Target="/ppt/notesMasters/notesMaster1.xml" Id="R0439169b482144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159884b30b4830" /><Relationship Type="http://schemas.openxmlformats.org/officeDocument/2006/relationships/notesMaster" Target="/ppt/notesMasters/notesMaster1.xml" Id="R69b8482ff93547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bacec5249f4694" /><Relationship Type="http://schemas.openxmlformats.org/officeDocument/2006/relationships/notesMaster" Target="/ppt/notesMasters/notesMaster1.xml" Id="R07090cec324443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de864686784fd4" /><Relationship Type="http://schemas.openxmlformats.org/officeDocument/2006/relationships/notesMaster" Target="/ppt/notesMasters/notesMaster1.xml" Id="Rddff50d2e92941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579525651144e9" /><Relationship Type="http://schemas.openxmlformats.org/officeDocument/2006/relationships/notesMaster" Target="/ppt/notesMasters/notesMaster1.xml" Id="R821d00476c9a4a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58b1446c354119" /><Relationship Type="http://schemas.openxmlformats.org/officeDocument/2006/relationships/notesMaster" Target="/ppt/notesMasters/notesMaster1.xml" Id="Rd3e77ac79f7c45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64a20e5e0645a8" /><Relationship Type="http://schemas.openxmlformats.org/officeDocument/2006/relationships/notesMaster" Target="/ppt/notesMasters/notesMaster1.xml" Id="R4e1c2a0226e148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425b63a3c14387" /><Relationship Type="http://schemas.openxmlformats.org/officeDocument/2006/relationships/notesMaster" Target="/ppt/notesMasters/notesMaster1.xml" Id="R5aac6dc0c92b46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70ebca42de4c89" /><Relationship Type="http://schemas.openxmlformats.org/officeDocument/2006/relationships/notesMaster" Target="/ppt/notesMasters/notesMaster1.xml" Id="R8a6a7a1d9c8f4f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6bb6b1cbab41d1" /><Relationship Type="http://schemas.openxmlformats.org/officeDocument/2006/relationships/notesMaster" Target="/ppt/notesMasters/notesMaster1.xml" Id="Rfc2019b8fc6448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000efa415445ff" /><Relationship Type="http://schemas.openxmlformats.org/officeDocument/2006/relationships/notesMaster" Target="/ppt/notesMasters/notesMaster1.xml" Id="Ra8b814cf20de40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144fedd8154feb" /><Relationship Type="http://schemas.openxmlformats.org/officeDocument/2006/relationships/notesMaster" Target="/ppt/notesMasters/notesMaster1.xml" Id="R9046f6d6bc574a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cd00ab0e444611" /><Relationship Type="http://schemas.openxmlformats.org/officeDocument/2006/relationships/notesMaster" Target="/ppt/notesMasters/notesMaster1.xml" Id="Rbdae34eaf11f42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25814c87594466f" /><Relationship Type="http://schemas.openxmlformats.org/officeDocument/2006/relationships/notesMaster" Target="/ppt/notesMasters/notesMaster1.xml" Id="R9583759b11f543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a1aeb3fb404a0d" /><Relationship Type="http://schemas.openxmlformats.org/officeDocument/2006/relationships/notesMaster" Target="/ppt/notesMasters/notesMaster1.xml" Id="Rdbc610ac9afa4d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590d61fdf24bf2" /><Relationship Type="http://schemas.openxmlformats.org/officeDocument/2006/relationships/notesMaster" Target="/ppt/notesMasters/notesMaster1.xml" Id="Rde10e42fad4449c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2d559d26a3495b" /><Relationship Type="http://schemas.openxmlformats.org/officeDocument/2006/relationships/notesMaster" Target="/ppt/notesMasters/notesMaster1.xml" Id="Rf673e21ffb3c4bb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e4cdaea1c54e5b" /><Relationship Type="http://schemas.openxmlformats.org/officeDocument/2006/relationships/notesMaster" Target="/ppt/notesMasters/notesMaster1.xml" Id="R04d17a98868e47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90b59b7c900481a" /><Relationship Type="http://schemas.openxmlformats.org/officeDocument/2006/relationships/notesMaster" Target="/ppt/notesMasters/notesMaster1.xml" Id="R899e91381b6e4c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ab5f672c924ad9" /><Relationship Type="http://schemas.openxmlformats.org/officeDocument/2006/relationships/notesMaster" Target="/ppt/notesMasters/notesMaster1.xml" Id="Ra9d1797ea6c447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c1690094134ceb" /><Relationship Type="http://schemas.openxmlformats.org/officeDocument/2006/relationships/notesMaster" Target="/ppt/notesMasters/notesMaster1.xml" Id="R46f28d738e0041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cea25944714d41" /><Relationship Type="http://schemas.openxmlformats.org/officeDocument/2006/relationships/notesMaster" Target="/ppt/notesMasters/notesMaster1.xml" Id="R87692ac6c33643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81952aad46c4e30" /><Relationship Type="http://schemas.openxmlformats.org/officeDocument/2006/relationships/notesMaster" Target="/ppt/notesMasters/notesMaster1.xml" Id="R1bd3c4d50b2b49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5224253403e4484" /><Relationship Type="http://schemas.openxmlformats.org/officeDocument/2006/relationships/notesMaster" Target="/ppt/notesMasters/notesMaster1.xml" Id="Red632d2c3ded46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536a9b083b847a9" /><Relationship Type="http://schemas.openxmlformats.org/officeDocument/2006/relationships/notesMaster" Target="/ppt/notesMasters/notesMaster1.xml" Id="Rd912aae9a31a4aa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d54668584264d8c" /><Relationship Type="http://schemas.openxmlformats.org/officeDocument/2006/relationships/notesMaster" Target="/ppt/notesMasters/notesMaster1.xml" Id="R3993d7476de74b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3b3e8f3df6241d9" /><Relationship Type="http://schemas.openxmlformats.org/officeDocument/2006/relationships/notesMaster" Target="/ppt/notesMasters/notesMaster1.xml" Id="Rbfb06b6a2524455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68b81af87ed4987" /><Relationship Type="http://schemas.openxmlformats.org/officeDocument/2006/relationships/notesMaster" Target="/ppt/notesMasters/notesMaster1.xml" Id="R483a4509614045d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dff462c43e4b75" /><Relationship Type="http://schemas.openxmlformats.org/officeDocument/2006/relationships/notesMaster" Target="/ppt/notesMasters/notesMaster1.xml" Id="R3a35d10669cc464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ac92f5ff234166" /><Relationship Type="http://schemas.openxmlformats.org/officeDocument/2006/relationships/notesMaster" Target="/ppt/notesMasters/notesMaster1.xml" Id="Re7127149ddff433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616667c34eb4f4a" /><Relationship Type="http://schemas.openxmlformats.org/officeDocument/2006/relationships/notesMaster" Target="/ppt/notesMasters/notesMaster1.xml" Id="R007680c3a855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16dee6d63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504f5f5e24b37" /><Relationship Type="http://schemas.openxmlformats.org/officeDocument/2006/relationships/slideLayout" Target="/ppt/slideLayouts/slideLayout1.xml" Id="R959c4d716aeb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c4d716aeb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8f3e7b05c4d15" /><Relationship Type="http://schemas.openxmlformats.org/officeDocument/2006/relationships/notesSlide" Target="/ppt/notesSlides/notesSlide1.xml" Id="Reb071104b681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25418878f4c31" /><Relationship Type="http://schemas.openxmlformats.org/officeDocument/2006/relationships/notesSlide" Target="/ppt/notesSlides/notesSlide2.xml" Id="R55ee0c85c47a49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8cf8746b4490a" /><Relationship Type="http://schemas.openxmlformats.org/officeDocument/2006/relationships/notesSlide" Target="/ppt/notesSlides/notesSlide3.xml" Id="R15a866c5ce7e4f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8d5e16a8a424d" /><Relationship Type="http://schemas.openxmlformats.org/officeDocument/2006/relationships/notesSlide" Target="/ppt/notesSlides/notesSlide4.xml" Id="Rcec64bf862a6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4595e836948dd" /><Relationship Type="http://schemas.openxmlformats.org/officeDocument/2006/relationships/notesSlide" Target="/ppt/notesSlides/notesSlide5.xml" Id="R401c0ea3de49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cc887efa14a8a" /><Relationship Type="http://schemas.openxmlformats.org/officeDocument/2006/relationships/notesSlide" Target="/ppt/notesSlides/notesSlide6.xml" Id="Reddb65ee1a0647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b7431f6c74774" /><Relationship Type="http://schemas.openxmlformats.org/officeDocument/2006/relationships/notesSlide" Target="/ppt/notesSlides/notesSlide7.xml" Id="R414a944afa7044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65bc7aeb54070" /><Relationship Type="http://schemas.openxmlformats.org/officeDocument/2006/relationships/notesSlide" Target="/ppt/notesSlides/notesSlide8.xml" Id="R48bdba89f8584e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9df6538af4a8a" /><Relationship Type="http://schemas.openxmlformats.org/officeDocument/2006/relationships/notesSlide" Target="/ppt/notesSlides/notesSlide9.xml" Id="R2b5608a890e74c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51308d58d467a" /><Relationship Type="http://schemas.openxmlformats.org/officeDocument/2006/relationships/notesSlide" Target="/ppt/notesSlides/notesSlide10.xml" Id="R86bbc62198b94b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b8e93214c48c7" /><Relationship Type="http://schemas.openxmlformats.org/officeDocument/2006/relationships/notesSlide" Target="/ppt/notesSlides/notesSlide11.xml" Id="R742c66d5fa2647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027067c1482c" /><Relationship Type="http://schemas.openxmlformats.org/officeDocument/2006/relationships/notesSlide" Target="/ppt/notesSlides/notesSlide12.xml" Id="Raaa7844729d942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ceada64eb4835" /><Relationship Type="http://schemas.openxmlformats.org/officeDocument/2006/relationships/notesSlide" Target="/ppt/notesSlides/notesSlide13.xml" Id="Rbf2df6b79a2142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3f58150d49c5" /><Relationship Type="http://schemas.openxmlformats.org/officeDocument/2006/relationships/notesSlide" Target="/ppt/notesSlides/notesSlide14.xml" Id="R2d5aeb04d87145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f7379372a4791" /><Relationship Type="http://schemas.openxmlformats.org/officeDocument/2006/relationships/notesSlide" Target="/ppt/notesSlides/notesSlide15.xml" Id="Rb971fbddf6dc4e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a131a15934d7e" /><Relationship Type="http://schemas.openxmlformats.org/officeDocument/2006/relationships/notesSlide" Target="/ppt/notesSlides/notesSlide16.xml" Id="R92387b0eb2b145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a029cb8d4e99" /><Relationship Type="http://schemas.openxmlformats.org/officeDocument/2006/relationships/notesSlide" Target="/ppt/notesSlides/notesSlide17.xml" Id="R6cd68654276b47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bb7b511b84d67" /><Relationship Type="http://schemas.openxmlformats.org/officeDocument/2006/relationships/notesSlide" Target="/ppt/notesSlides/notesSlide18.xml" Id="Rfa889782c43b46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d703bb07b444f" /><Relationship Type="http://schemas.openxmlformats.org/officeDocument/2006/relationships/notesSlide" Target="/ppt/notesSlides/notesSlide19.xml" Id="R35fd8bf1ac2d47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a2ccbb82447a" /><Relationship Type="http://schemas.openxmlformats.org/officeDocument/2006/relationships/notesSlide" Target="/ppt/notesSlides/notesSlide20.xml" Id="R5b6a8ad8201945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4c727674e4dd3" /><Relationship Type="http://schemas.openxmlformats.org/officeDocument/2006/relationships/notesSlide" Target="/ppt/notesSlides/notesSlide21.xml" Id="R32b41078a1874b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a2a61678c41ec" /><Relationship Type="http://schemas.openxmlformats.org/officeDocument/2006/relationships/notesSlide" Target="/ppt/notesSlides/notesSlide22.xml" Id="Rfff7c7dbadb44c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ca40e3fe94137" /><Relationship Type="http://schemas.openxmlformats.org/officeDocument/2006/relationships/notesSlide" Target="/ppt/notesSlides/notesSlide23.xml" Id="R0a128a0dc08443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c427cbd44cb5" /><Relationship Type="http://schemas.openxmlformats.org/officeDocument/2006/relationships/notesSlide" Target="/ppt/notesSlides/notesSlide24.xml" Id="R477d2fcfbcb245e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49f2b59d84b59" /><Relationship Type="http://schemas.openxmlformats.org/officeDocument/2006/relationships/notesSlide" Target="/ppt/notesSlides/notesSlide25.xml" Id="R13660d75015a4e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07bd87d940f2" /><Relationship Type="http://schemas.openxmlformats.org/officeDocument/2006/relationships/notesSlide" Target="/ppt/notesSlides/notesSlide26.xml" Id="R972b08a8bac942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951ad57554f6e" /><Relationship Type="http://schemas.openxmlformats.org/officeDocument/2006/relationships/notesSlide" Target="/ppt/notesSlides/notesSlide27.xml" Id="R6e7fd9f102204c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c30b2019c4255" /><Relationship Type="http://schemas.openxmlformats.org/officeDocument/2006/relationships/notesSlide" Target="/ppt/notesSlides/notesSlide28.xml" Id="R6e649172fbd84a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64e4d56e44abd" /><Relationship Type="http://schemas.openxmlformats.org/officeDocument/2006/relationships/notesSlide" Target="/ppt/notesSlides/notesSlide29.xml" Id="R91169182fae144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fb969f76f4c13" /><Relationship Type="http://schemas.openxmlformats.org/officeDocument/2006/relationships/notesSlide" Target="/ppt/notesSlides/notesSlide30.xml" Id="R3783fa216fcb4e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cf39521064ea0" /><Relationship Type="http://schemas.openxmlformats.org/officeDocument/2006/relationships/notesSlide" Target="/ppt/notesSlides/notesSlide31.xml" Id="R2f62931503d540e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28be481da4cdd" /><Relationship Type="http://schemas.openxmlformats.org/officeDocument/2006/relationships/notesSlide" Target="/ppt/notesSlides/notesSlide32.xml" Id="R5e900729a4b54da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31e171dc4472b" /><Relationship Type="http://schemas.openxmlformats.org/officeDocument/2006/relationships/notesSlide" Target="/ppt/notesSlides/notesSlide33.xml" Id="R040bcef58603469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f8af90744d6e" /><Relationship Type="http://schemas.openxmlformats.org/officeDocument/2006/relationships/notesSlide" Target="/ppt/notesSlides/notesSlide34.xml" Id="R49629de4e6434d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79c62f222436a" /><Relationship Type="http://schemas.openxmlformats.org/officeDocument/2006/relationships/notesSlide" Target="/ppt/notesSlides/notesSlide35.xml" Id="R74a5e3640c5e40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981fd105f457a" /><Relationship Type="http://schemas.openxmlformats.org/officeDocument/2006/relationships/notesSlide" Target="/ppt/notesSlides/notesSlide36.xml" Id="R919bc5a696254e2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08ca256614432" /><Relationship Type="http://schemas.openxmlformats.org/officeDocument/2006/relationships/notesSlide" Target="/ppt/notesSlides/notesSlide37.xml" Id="Rd293c63b0a2f4bd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f7c6391924d48" /><Relationship Type="http://schemas.openxmlformats.org/officeDocument/2006/relationships/notesSlide" Target="/ppt/notesSlides/notesSlide38.xml" Id="R26f26ae61632450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31a0d664e4f71" /><Relationship Type="http://schemas.openxmlformats.org/officeDocument/2006/relationships/notesSlide" Target="/ppt/notesSlides/notesSlide39.xml" Id="R0f14cb9724a147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91f65735a439e" /><Relationship Type="http://schemas.openxmlformats.org/officeDocument/2006/relationships/notesSlide" Target="/ppt/notesSlides/notesSlide40.xml" Id="Ree492863f5de4d3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ffd39ff9641b0" /><Relationship Type="http://schemas.openxmlformats.org/officeDocument/2006/relationships/notesSlide" Target="/ppt/notesSlides/notesSlide41.xml" Id="R2ff1499ba0c6455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02232ec764092" /><Relationship Type="http://schemas.openxmlformats.org/officeDocument/2006/relationships/notesSlide" Target="/ppt/notesSlides/notesSlide42.xml" Id="Rfcc7abca86274e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33DFA-1FFA-4EBA-88E1-546CF00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28285-401D-4222-8708-C9F327B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5554C-72E2-49A4-ABCB-ABD0FC1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CEBA-645B-4207-B5AB-B8DD5A2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3F952-4B84-42FA-B6FF-EF7A167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F15EF-95F0-418C-A4CF-6B213FA7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80DD-3D6E-4DBA-A1DF-0F8D9A48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3D3B9-4838-498E-9CBE-2F3D270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8B9D5-B73D-466D-B8F6-B28FD79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A90A7-AF92-4DD9-AFFD-482BEAD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80BA6-8FEE-491E-A4B7-65179B50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A72F3-2865-40C4-937A-5B2C93BE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9262A-C1F7-4F3C-B06F-6DF5394F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9600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886FC-6C01-4D60-89F2-8701D2F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D50E8-E372-4D4E-A38A-CE7DC30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074D9-BAC3-4351-9738-E7E8033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CBB7D-0DCE-41A9-96E0-B8DD3B5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03A09-204B-480E-8B2E-0667C9B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A3E8F-4D2D-44A9-AC35-3A7BE0E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2412A-07F1-4368-954A-49D3051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3CB5B-D707-48FF-AB5E-8C4E8D9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B9131-1592-449C-A7D2-FC478E0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AE7E7-8228-407E-9C63-270C818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F0295-13FE-49B2-AFE3-F7C423C7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F3016-E4B2-4F9E-A279-BAA2078E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57178-1AB7-49B7-9449-152F983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B476E-7E6D-4E22-9F80-143D4506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5F5F-8C34-4DA6-AC76-A7971A1C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749409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6D1D2-FDA9-4395-9E9F-A522FB71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33A8E-9EA9-4530-81AB-03D848FF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23288-DDA6-4D9B-8520-ED8E0D99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293A8-4052-474A-8AD3-42764A2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62BAE-40E4-4493-935F-9770F9E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5066B-CD24-4FE9-9C9E-A7579605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3DF0D-166C-47DB-81FB-F788D33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44F92-2B04-446B-82D6-770767A9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8CA23-0584-4EE1-BB7D-592A11A7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65336-A3C9-486F-8203-B39B571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0E78A-67BB-4855-B4A1-15482A9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92AFE-9E30-4D5C-89D7-C2240F0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967A6-EDFC-4A74-B7AB-5943759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34FF0-6457-44B7-9203-7A4C0663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FF94B-3603-46E4-9D6C-2E3EABDA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65546-D70C-48EC-A691-98800C98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0ED54-F1FD-4719-B56B-B082850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8D9EF-FB80-44C8-B8E3-6BE84AD8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Commands and creation of Lines, coordinate points, axes,...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27080-691E-4905-8135-DE383A3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9E83D-1966-4B14-A68B-BFD07EF3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4295D-02F1-4668-8E65-A8E9A2D3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95216-9D1F-4B66-BFC4-5D44E062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192DA-CD73-4DD0-98D2-BCC7FD4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CAF83-D9FD-4349-BC2E-B4287328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91176-E984-4282-998C-62FAEBA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242B2-4B7E-43A7-A5EF-AE711F4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9F06A-463D-47D1-A14A-E2B4863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8610A-CD76-443D-9FC8-1EC32748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2CA83-12C3-421C-8484-3CE8F6B0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7805E-2C0E-4061-9D06-1CAA015E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planes: triangular, square, 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9189C-9601-4D1E-A8EE-CE0BF8CE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D827D-74B9-4020-9EC7-2549945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65721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AB688-8952-4D69-898A-BFF7877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DB49E-9EEB-4A65-9FB2-4F6B08E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8AC0-0724-4EBC-A092-7F44E65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E0CAA-3D5B-492B-9EFE-F4A624C5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B9C04-7048-4D70-8606-CFA6FE4C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4A4C6-E2AE-4D84-89BA-5C87506B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8940C-95BA-489B-B085-4AA68057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BB3FA-7356-426B-9FCF-3D32308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BA184-C5F3-4DAF-8363-ED499493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4EB13-2809-459E-B8BE-16F936D9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93BB5-5360-4E9B-86AB-3C8AF91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5AA37-B749-4928-8467-0F27CA8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0DC79-F57A-4797-AB46-08D0F41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CAC8A-9579-4826-80D6-846BF90D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3A875-3AFE-4D90-9A5F-B1B7C01A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F20D8-ED52-419B-B274-24C0D706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EC739-A7E1-45F8-B0A8-F172814D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Commands and creation of Lines, coordinate points, axes,....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8E57E-75E8-44BC-A093-4700DC3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8AA98-2A24-4CE2-B6D5-7653CC5F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F7FAD-F392-4D70-AEDA-11233C4D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80870-5B6C-49E6-90F0-55A3C9FC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B689F-E52C-4B72-8C4F-5C5A06E5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280F1-4AA3-4800-8076-88271B7A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DFFBC-C86A-4449-ACA6-3525725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0DB88-D510-4EF9-8460-F650396F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23D5B-FF0B-4CB2-9CE6-F617506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5A5D4-0EA9-4980-86B2-3B56454D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CF183-46E7-45A7-B8C6-9E0540E1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D394A-BDEB-47C1-9ED9-FC3B5B9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45441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60AED-86BA-4639-9A2E-541D31D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A0446-83F1-458C-83C2-263333B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CB67F-B004-46FE-9492-362994D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CA4FC-6E7C-4E68-9D03-B7FA310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F1F01-C3A9-46E4-BD6F-EE3B101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C8E02-48C8-4318-AC16-D3725F4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85299-EFF1-463A-9DC2-C2EF055A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0337D-D5A6-415F-AB68-0AA744B1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3EF9A-7A80-470A-95D9-670C1F4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A8A28-86ED-4BF6-8184-F6DF51E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sketching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90269-4667-4423-904C-5DA6B60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63FE7-31A6-4718-A184-D7316CE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7CA0F-43A8-48B8-B1A7-FFB163B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12FC3-1DCF-40D4-8171-572B1747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AEDE8-4F69-476F-9E15-F41F5125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8A8A7-0033-49F4-A3E5-6C26020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95307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DFBFC-6B57-4A67-A4FD-6E74D37F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D88B2-232E-40F5-89A6-D533B42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B1F48-82EF-4186-80EF-3395A28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2BAA8-CFB1-4D23-910A-1ED4209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C3A19-CDB9-4BCC-B8DF-F3C0011A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Significance of Engineering drawing, BIS Conventions of Engineering Drawing, Free hand sketching...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22C5D-29CF-4CEB-AE9D-C49D006B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Significance of Engineering...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22B42-48C7-49EB-97F5-2EEC143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76A2D-9271-48E3-95B3-C3596B8E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E507F-0DF9-47ED-9296-EF54E4D5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6DED3-01CF-420D-9240-CAA0A666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E2166-1E6D-427B-9D14-FD79A97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E8548-3B38-4B2D-98CB-9D2C2BE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3F301-2379-45BB-B994-9CE7D91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4BED6-BFDE-4D33-A5DE-CFECB1F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EEEEC-8784-4169-9F04-1454A677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BDE82-8841-470A-BC16-BC86CC6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59656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3952A-ED8F-4518-8601-F9BD83CA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D9D9D-142F-49B2-9349-F23C999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35FB5-435C-4D1D-AFDC-BF5D5903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05841-76AB-4991-AAB9-95B5297B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F7A0-158A-4BAD-AFF9-F617A79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D8DB5-33A3-472E-945C-E2675E90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2C9E-2C93-4382-8175-46EF404F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ACED3-7D40-499C-A836-7E2E8D88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D8FA6-79F6-4BB2-BCA4-07A3113B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28F3E-311E-4F1E-8E3C-1C1660F3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1583-0DD6-4C90-8A45-A240FF2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21DF2-331F-4625-A5C3-CC16AD52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CF7C3-25A8-47E8-9D11-2D63161E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D00CD-BCBC-411C-99C2-B124E8E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CB10A-9B31-4C53-BEDD-6D631EE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C7870-956F-46B2-8A83-FB5E3D09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B6903-A8A5-4EC7-A21A-61646C9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449A7-F748-4BAA-B9D1-1CE58EE5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4972A-DF66-4714-AF26-737E6D0C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6B817-7809-4F5B-8DDA-4C15334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B0B11-F904-4B40-A803-9C8466B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68B05-341C-430F-8B17-ACBAC5D8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69203-4FFC-4160-852E-B93225AB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558000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B9EB3-6408-4164-BA4C-2C62D845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3CAD7-E774-4752-ADAE-40DB4DE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ED757-9177-44DA-8412-907E6B1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99796-4624-4441-93C2-00ADC0F7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92C93-76CD-4CA3-B7F9-7FA17824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64A93-CE64-41E1-A480-3FE696F0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C9F55-5D00-4F68-9B94-C1CE0BF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430A3-6F91-4720-8A39-B428186F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67537-0D43-4DD5-9FED-F7A5E5F7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460F5-7434-42C1-84CC-7461B7C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F52FD-5518-483C-8AD6-6AE5206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28006-5467-410B-99A0-CD122725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5574D-B521-44E9-9BF1-D0530A87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A2DA4-8436-407A-8B97-99C734A4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22D80-AF3D-4E8E-9DA2-D58F16CA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90383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6947-4C46-487D-BF26-6A8DEEBF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F96D-FB79-4D17-B209-19E57C5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C5603-52A9-4B51-AC05-80230C51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CB3C4-2076-48B5-B5BB-5A2E79E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AAF3D-761A-49E1-8E8A-D687AB99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AD7EE-BC7D-4734-A435-6B14E74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Significance of Engineering drawing, BIS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5B242-0EF1-41AF-B9DB-42A0682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B9703-C5CC-48F1-B349-519207DC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81353-3D0C-45CD-A99F-325CF175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D0F18-BC4E-4FE0-A59C-E80BAF8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1273A-7B1A-4A2E-A270-56B5BBB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129893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ABB1B-B278-4E76-811E-8F1BFF3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4456C-AA57-45A0-98AB-37949B4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6659A-F3F6-4730-A2CA-960EAB3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3D312-51F7-49E1-8AB3-E9084503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02142-D000-482C-B27C-D1C9EAE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Computer Aided Drafting software, Co -ordinate system and reference planes HP, VP, RPP &amp; LPP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454BA-53A6-4E2B-88DD-C52FBDCA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Computer Aided Drafting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8C6EA-489E-4DF9-B461-5127344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4493-1C60-4830-A2FE-AD482C35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25F23-5B78-48AC-B858-D0677EF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8F38-6AB2-4471-BE42-F02C9AF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2E527-7001-4185-99AA-27B45BE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56482-1A0C-4EC3-A785-07C1CF1B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E8418-3C95-4196-B30D-F9F401E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2D92E-0085-4BCF-B04B-C128598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2310D-1CC8-48FA-93F6-E6160B65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F6703-1882-4AEB-8F04-241B95D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10110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5AFC2-B904-4473-BB74-CA8F1C77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9FFCF-2E55-4FF9-966E-50DC8166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39ABA-FA4E-40ED-AD2C-03E7E84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3785D-D23D-49EE-971C-8B376B6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714E8-3FC4-4A52-AA45-77119EC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16993-6DA4-4D4C-8D25-FD1E7DB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84B45-2A24-46FE-8808-3BB5028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3C7EE-68BF-4395-95C5-165A4D4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522EE-385C-4441-9167-B02E191F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1E358-E81C-40E6-8B34-C5B1F539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40972-4094-4FCD-AA1E-1B95F72A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96BD-9399-447B-BBC1-B184594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E3D9E-E9B7-4378-BE2D-739B9C5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B8250-EF72-483F-95DE-4F28FBC7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24816-4BD7-4F64-9CBC-F2972EF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84D2B-FC60-44B7-A9C2-9EC5F17C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36F1B-FDA6-4A4D-B6C8-0FA77768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0C0A4-8D3A-4BB6-A1A5-239FE9D0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50E7A-AD03-4320-A1DB-610C667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A65D9-80A4-41B3-900F-E6B54A33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CE93D-8FE9-4DA6-B747-4EF1062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0AA96-6885-4B09-BDA4-B6E5113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E729D-AD25-490C-BC0B-866CBF54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271194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E946C-8CA0-4B92-9DF2-E532D18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E7A96-0C0A-4758-893E-BC7B0C6E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5B70-7022-40DF-8F53-FC79D81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EF92-7043-46C3-9F88-8BE96FE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A6CCA-49B0-4F7B-96BA-4FC9DD1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5074E-1246-4172-9782-33B0F57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8F93B-8548-4610-B79C-3B8DF629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4E806-AA12-471B-9821-4E24F4C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FE2D1-F21C-4240-9518-F97FAFC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A9284-2014-4740-8285-7A7D26F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CFA43-9883-4BC2-8507-F4EB5D53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75554-8E96-40B1-BECF-658D0E3C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56A1F-2F78-46CE-8E11-19941CF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8A15B-65F0-418D-89D9-B9C8B3B1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2FD9E-5E54-4DFB-8D6C-EB670CB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88450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B6CD2-10C1-44F2-ADD9-D63C518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3E16E-8F44-424E-B934-EFDEEA2D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3B7A5-5099-4CE5-89C6-EAE8B1B2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845B-DBB5-4B21-AF33-9D36BA44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25D7F-21E8-4F92-981E-79DE7CB2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FEA6E-30DE-4A9A-99D9-3B06D95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Computer Aided Drafting software, Co -ord...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AC83-4635-4ED6-B05A-1D025337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F4048-F6C2-4DAE-BEC6-3CE02A2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26230-3FD0-40D0-987F-0590F3B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E60F3-0B76-4398-9A7D-393DA13E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C3080-B1A5-4305-AA39-F740B74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76063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F3A68-F16E-4A34-83FD-D14B610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B1B37-C7B2-4730-84A0-544E3F2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B768A-7775-4CE0-8915-D1B760D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5DF26-CAA4-4FC4-BAC9-9032724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DECA4-7B24-429E-8253-7A1D88A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D1910-3802-4B61-8A2B-58275C6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of drawing sheet size and scale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65367-AC9F-492B-9FF4-3D51457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D7A6-7918-4AAF-9896-5019029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425A9-2D6F-42DA-9890-EB64725A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EF9B2-174A-43A7-9EEA-0A4F158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84024-AE77-4F5A-B5F0-9190367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9AD56-AF7D-40C8-B71D-E09C00C7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F4B79-0AFB-4B59-BE95-1B3D3EB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4A223-9954-4F4E-8C1D-2A6A4005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8D401-5553-484E-AC99-073B862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4E3C2-8B35-465F-A036-46AE17D7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86535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42018-7819-4391-9F09-E918F247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DA7D0-FE00-43B3-8BB1-14DA2D31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0AD6-C0FA-492C-91F0-9075DA62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C4D0C-7A86-4CF5-A8B3-A8EFCD64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A5AB1-F84A-468E-A965-9E697A2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07324-F670-47CC-9762-A3354FC0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441D7-0DFD-4A14-BF0C-0C1B12E9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E93DE-0B04-4907-B92F-1EF165DE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55C83-0013-427E-AE67-C5AA7A5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Selection of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3045D-9D71-493B-B5CE-591DB412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934AC-382B-42F7-9DDC-E9ADC43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E819F-E496-4B8D-890C-FEFA423B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Selection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2D83-B618-400E-8713-E122E481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939FA-E1E2-4871-9168-60047C3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494F5-B440-463E-8C41-B5E7F025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Selectio...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1ED22-FED7-4E52-AE7C-51FFDAE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1DACD-DF84-42D9-92EF-2D5187E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A253E-60C2-420A-8C64-3D0D7E8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Selection of dra...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26403-E194-4719-9251-E0ED402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82DD3-0901-4F19-ACC7-6E07609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4817B-6E37-4E04-82C0-EAA160A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Selection of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D165F-391C-49D2-9AB3-6A85AE92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F71BA-ABCE-48A6-BFBB-7031037F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12084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A2936-8C07-4B99-8288-E16DA58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6AD3F-2EF3-4BB3-B6DD-29654109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F0CE3-AB3F-46D0-885A-DF3DE401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E58D9-700C-4EC4-A99C-60ECE04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501A6-BE5D-4AE2-B639-0B93F1DA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D7B7F-BD3C-476B-8EC2-EFA7087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5ED4D-C387-4863-8689-898C55E7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43F79-D516-4A05-A128-BAB322FA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3416C-B4C5-434C-9E27-C5C8A52A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90F0C-D171-4A84-A125-A0F7FBC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AE427-EDA8-4752-9AB7-981E9BD7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C15CE-C310-4C22-9619-50048230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4E80B-9EBF-4D80-89C6-174D073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47027-5A77-4666-8533-2935A00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0C13B-3366-4060-87AD-AB189CE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093288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7F540-04BD-4A46-A4E9-5F28CEF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245ED-8052-4357-9D0E-C12A15BD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10F60-733F-4747-B606-27B70690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A6B6E-FB18-4C64-9D9C-B0705C1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F68B3-50CC-44FD-8B3C-A2240A1C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802F-7384-4741-811C-D684E36C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of drawing sheet size and scale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BEEB2-F533-4F33-9DCA-86E2FAA6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D42D2-338F-4FD0-B7E9-60737232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CCDDC-C12F-46A5-A92A-6CE5CE6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A6274-BD81-41D8-9081-0622EBF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81C51-EEF8-47C4-BCE9-731136E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983337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B5BEC-83B0-46B4-8537-51846FA7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8E9BD-41D6-4CEA-B018-8166771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53F2B-EB9A-494A-BCED-55B25E5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BFFAE-A98B-4F53-A6BB-D9836A8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C3732-2B1A-484F-9567-08F29A4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Commands and creation of Lines, coordinate points, axes, polylines, square, rectang le, polygons, splines, circ...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66822-B08A-4DCB-8915-9F9710A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 and creation of Lines, coordinat...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9C6A8-AAC4-4F1C-9C0C-9707EA02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66EEF-571B-444C-9ACA-322DB45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2B8F3-315B-4E21-B996-54260E66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60DC4-F209-4767-B14B-BE68C60F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78B52-AC05-4E86-B5AE-EE6CBDB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CF782-0E47-45BD-9B8F-AC036AD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58947-CF15-4A85-9F5B-88E619FF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20C86-27FA-4684-A131-C82EE3F9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7E4F9-3C27-48F6-8149-A21B2E7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B2E02-CCEE-436C-8CF9-FDA160AD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727988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5725D-B92A-4B07-8395-6E6F40AB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8DE7D-623A-4443-BA14-486A46B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F3ED7-0845-4A9A-95C1-B58B817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1579C-C1C8-43D3-A5F3-03888C2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AB853-FFFE-442B-9B43-032F83F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23776-C7C1-4B69-ABA9-836C453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AFBDA-E6CF-4456-B4E8-70C0913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0A8E2-C136-4640-9BAE-98A087AB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9C08A-33A1-405D-9F51-4B568DD9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Commands and creat...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B8F1B-BDA8-4058-B15A-004D2518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42E0B-D65B-4BF2-B444-53753469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444F0-AC4E-4B51-9049-84A2A4DC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Commands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7FDBA-E79D-42DA-B9A8-C98F087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14284-D882-4C1F-AEED-8A9DE97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F8388-A228-4C42-B64B-790ED69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Commands...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9F49-2C8D-4515-9AE6-4C4AAB19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3346B-3C7A-4F2C-A916-EA1108B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E2F5F-5974-416B-9ABF-7613D53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Commands and cre...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3BD79-E1DE-4D52-9510-F1B48C9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9A469-F45F-41B4-80AA-E1E3999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F2ABB-2A7C-4A3B-8930-C8F77A52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Commands and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0485B-C483-4BB4-AED7-31873FE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8B787-ABB7-4B5C-9AC2-FB0E244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471346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0997D-AF6C-4753-8050-49C0717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ED661-8378-4348-8B5D-F381467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6C0C5-87BA-482F-B491-04AC635A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3A4A1-06AB-4F05-A746-1029326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14E58-28A0-4CF2-B2E6-184BA79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A1B16-31E1-4D58-B9A1-6DBE795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9BFCB-8C32-4B7B-9BD4-045983DA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1DC38-4135-45F5-97EE-A67C520F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A284A-ACA9-46B7-B17C-EB17719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3B176-41FD-41F0-A0AB-5488FB2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CB419-282E-4A84-BA02-8969A819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D935C-2F34-48DB-B1FD-CABEE889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73141-9A64-4936-96D0-4586C9A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6DE3F-27A7-4D0C-AB8F-507C7647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05EB2-A8E1-4FC5-A61C-DDA4B8C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1225371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8455D-9093-4690-8346-70965CD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C83BA-D606-470B-87DF-5CCCB95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EE61A-2796-415D-B6E9-E14B3D4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FBDCD-1AA3-4F01-9B8E-2D1EBC6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AEC0C-C62A-42E2-B162-E22CAD1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B9FED-720C-477E-87E4-58CAD90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Commands and creation of Lines, coordinate points, axes,...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34DA9-8BC8-4C7C-A4DF-39207CD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CF42-358B-4BD8-8946-C0AFD2F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0884E-F0E1-419F-97C3-004DC02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7200D-29EB-4751-BDD1-DFD2D26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0CB03-6D4B-4C01-AA23-E1C3127E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0439612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69A7B-D502-4B6D-89CA-D82A4FD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90253-EC11-42A0-90FE-3A61CDB1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818BC-5E8E-4F80-9BF1-E7F05650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648F-8D65-4122-B0E2-7F5E03A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79BD2-6162-4044-8185-FDCCD7E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B599-A727-4C7E-8499-66D5442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Points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F608E-CD67-4DCF-8410-3DE37F3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7E0D-2333-4DFE-8F0A-4346621A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C4818-74C4-450E-97D8-27DC9D79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B803E-B23F-4BAB-91AF-40822B7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75516-0879-4D56-8A48-DD1B8FAD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130D2-AD24-41B6-A3F6-E5F00DE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866BC-8C7F-4DD6-8F45-312582EB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991B4-C9D1-41BA-B32B-34F32E8A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27CF5-5521-4C45-9485-8A2ECBB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1D82D-EB74-4D94-8006-34DDB30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577603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8EAE7-587F-4BF2-A4CF-B7E4C89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B5A60-6D07-4F38-BD37-CBED642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4F0CD-39E7-428B-ABC6-BCF961D1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3B359-919C-4493-8A8B-D1D63F7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A7CE4-5A26-4A1E-8D9E-BAD2B31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2AD34-6D85-4AE8-A818-B2C91F2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953EB-5FB1-4190-A00A-97B5573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8976C-2418-4B37-A6A9-37DB897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F1E4C-567B-4137-BF6A-62FD9F8F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25C14-DA08-49A1-B2E5-668CAF49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FDF6D-446E-4D5E-842B-9B05D32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43967-CDF1-4516-B2F8-4DCB16DA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0EAC5-A46E-457B-9A5D-E1EE3F2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2A1C7-505B-4DDC-8686-07E731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11C3A-9151-48BC-B157-54F8D348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7D3E6-A9D4-420A-AED3-5D8BEF9A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2AE63-9572-4B6B-9CFD-B4C79DFC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2E3C2-698A-40CE-B48B-F7375B6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C5A86-EB56-41A5-8C4F-8E7BC23B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014F9-4288-4610-AD4E-4A9B3FE7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D383E-ED34-4A7C-81AC-154F3E1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D5F2F-3EB4-452D-A9B2-87FC1FE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F7031-205D-4E1D-BCCA-7F49E6E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1428923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FA65F-16D1-40B6-8757-B82D7ABB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DE70-6BC7-4653-A91B-7E41186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BC7B2-743E-4A37-8099-00F4BA8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C1D9-2B93-41B5-BD42-95E29EEB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D6D1-FCCA-4859-A3A1-827D343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981DD-DB22-46E4-AA72-7E930868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EA76F-9F50-4704-A9B1-E9C30A8C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EC38-3410-498F-BE5E-568EF966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FD973-658A-42B0-97F4-AE4EF5D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DDD70-046A-4A8B-A2A1-DC91C9F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E5896-A457-4B26-BA89-A5AE7E8A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0D0FF-1EB3-418D-ACBD-84AB880A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0B7A-131E-42F9-B87A-A518202E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8C37D-EC56-4BBD-B815-4F9E4A3B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A46B0-F9B0-49D4-B01F-F425AA44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67336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C2FAF-9183-40E2-9CD8-00CE6B6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62CEF-C2A0-403E-A8E0-009F669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17A75-C2F9-4C33-9CE2-123C7EB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655F-D4B6-4702-A0BC-2F5650C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45202-3283-466A-B70F-26E7A48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28696-BB28-4E86-92E9-557298F1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Points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10BB7-C653-407E-8F34-05DEC96D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22DE8-83E6-49A3-9F56-95C0D416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C1BBA-3222-4383-B284-73CE9B3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69D2F-A2C3-4CFF-809A-E4F0351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633C7-8780-4EC2-BDFB-7505C60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582252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60E8D-9E7C-4225-BB34-5808180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01E8D-5CD4-42B5-8FFE-A0A1A8F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A2373-BFE4-4205-A550-2FF76DC4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87AF0-E0EE-4498-9AC5-E61BE9F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430AD-2C24-4B63-940E-FF8DCCF0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Planes: Introduction to Orthographic projections, Orthographic projections of points in 1st and 3rd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44AC-B200-456D-A4FE-2332F0E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Introduction to Orthographic proj...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9FB7-F969-420C-86F3-8B6F4CB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08F23-4781-4AC0-9138-CE6F2FC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EAC03-EB61-45FD-B707-9899A99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FD6A4-C91A-4239-9499-BD54D95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7A02C-53D0-4F8C-B86B-36943541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3B153-C2CC-43F9-B87F-5CBC644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B4549-A759-4746-A9B3-03A4837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4C2B4-04CB-4827-BD82-F52640C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24A78-530E-416D-951C-CC15E3E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4A800-A023-4A8D-A42B-EB7C91B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869111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970A5-35E8-4A23-957F-4EA83E46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366C4-2AE1-46A3-AE30-F315C5E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6580C-A5B6-420F-84F3-1D9026A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AF9E4-D085-4E74-84DB-B364877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69B5A-E36A-44AC-925E-321CB437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2668-D4C8-4100-947B-FF78D08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BBDB3-E86E-49D5-90A5-CBB98F1F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A977D-BDD4-445F-A297-60F38720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B95ED-58AE-438F-9936-12D70A66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Planes: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31D24-CCAD-49AB-A49C-A239399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3C142-F438-481D-8E64-D75B44B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A8102-295E-4703-BBC2-326840BA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Planes: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13C0C-A8B6-47FF-B4A7-F9201ABA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97726-73F3-414C-877E-519446C1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A4EAB-E9C4-42DF-A7C8-E8D7A0BA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Planes:...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57D91-000C-4E1F-ADAA-A1EC089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F1E7B-608B-46EB-B4CE-C2E7F66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026D9-32D5-4F19-94F4-7BD109B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Planes: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D1978-4315-44F0-9A6B-0D535C9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34129-A86E-4E09-AE1D-ED667F3F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3C0D3-AEC1-4640-87BF-96835F7B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Planes: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D6A2D-CB40-4F2A-9ED4-E565E17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95183-22AE-4F14-B4CB-D52BD549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794016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EE745-D9E3-4627-AB6B-EC715E3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63447-D0F6-4876-90A4-0009721A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A4548-66F3-422F-A085-52CD74C4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2991C-24E8-44F2-9FB5-C580998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DCC1E-40B0-48BA-895B-28460CF9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B990C-963E-4B6C-B5CC-81F5E9F4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8BD35-C8E7-4B4B-92A0-102A311C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7C51B-CF32-4640-87CE-A43D117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44C30-5BD4-4904-82E5-6D8F293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ED797-3D3E-4FBA-873E-13C9B64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E00-44E0-4214-BFEE-5D09D41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DC464-DEC7-4298-A4F3-62A8314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39404-E653-4167-83BC-832ADD09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03984-6E67-40F6-9AB9-BBBCBFB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48E10-07CF-4985-B5E4-98406EAE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017024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D8545-AEC9-4582-B86F-D06140A7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24B4-BE82-4CDE-A195-FD03D2D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63CC9-10F2-4EEE-A4F2-031DAE33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290A4-14EE-4A1F-9789-20869CE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61B7F-E5F2-4ADB-BD45-34705C7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7DB5D-C63C-47C4-A835-4D517BB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Planes: Introduction to Orthographic projections, Orthogr...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E4623-7F37-4CFB-84BE-E9CA408D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D5890-9169-4C72-BB88-CF511322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CBE8B-570C-4ED1-8837-E1D3A16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46CCD-48BE-4537-B279-0352F12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93C3F-32AB-47EB-AD79-798B55C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347933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98132-DAE6-4A9C-9F9C-5DA9BEA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349F6-C02F-443F-9194-15FD3DD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6A98F-20DC-44AF-ACC2-2E9D5146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0F02C-70E1-4A10-95DD-235C8AA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E197-85E0-4571-8527-25FB15B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lines (Placed in First quadrant only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404A7-78D8-4E61-BD72-BE60A182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lines (Placed...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7F0B5-09F0-4A39-986B-A0266200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6C2D-BA79-430B-BECD-1B7498C3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77DB7-FF10-4D6E-BA79-198E4ABA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9D35D-C3F2-42FA-932A-CD5C2CFA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6D063-CC03-4BCE-A463-00864AD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373C3-4B25-4264-ABF0-7DCB1B4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A912C-8C61-4142-A938-A71E237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E32D5-B95F-48A5-B937-AB2077FF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E2A22-C5FE-49CE-9943-4AFCECB7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0EEC6-0B1C-428E-841F-01427BC6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219601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DB064-7DB9-4234-8BB8-778C6B9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C4FB-0F47-422A-9AAC-C144B3A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BB563-CA7D-4918-960A-C03183E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AC94D-6FEA-474B-9F27-B1B58B3C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AF6B-C61B-46B9-BBCD-19AE3807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E6719-3DFD-4D26-B98F-6A61936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F9CE-2E01-48F6-824C-EA2914CD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AF80B-89CD-4726-AC71-3E3C4EF6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AC64B-3931-410A-9FD7-75DFD9EC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8E48A-A460-4A39-83CA-9E54E64D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B3252-1400-4B87-A118-C4AE6465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F23F3-1768-44DE-A2F7-F6A8B49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E6551-FFEA-49A3-9358-126DA9A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784A6-F0CB-48C6-9063-DF26CC2E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181AC-6F3B-46A5-BF09-47E99873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D3310-4DB3-4542-81BC-6F30C85E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55DD2-FD24-44A2-9D5D-95F1D7E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42190-C093-46DD-A35D-6D9400D4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BA794-CBC3-46D4-A2C7-5E1DB718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EAB40-7FEF-46CE-882C-C4BF770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FAA56-7406-485C-8455-C40B74C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C5012-0708-4AE3-AFC7-40C63CF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22679-132E-48B6-BEC9-EE3CAC6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2096411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D4D3A-4918-4AD9-8512-3A028A2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FE3D8-B6D8-4B7E-930D-A1478F33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32006-779D-46B6-8FFB-9703CD11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07CB4-E623-4F92-92E3-1BD4CFB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20CED-157D-4ED6-9760-542DC00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46582-ACEE-403A-B6C0-6F6235B4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BDECF-2A4B-4AA3-9528-8A6870A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4ABD1-3CB2-46AC-A7E6-A3D3547D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1E786-5537-406D-9C18-2798EF16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1E46-929B-43D8-A51F-17601EE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194F9-6F11-4A18-8406-13C624D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BED62-DB94-431F-9215-D789E7C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ED29D-9BDD-456C-A1B9-728F59E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BAF15-D197-467A-B9F6-8A8F959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B8ECC-72AB-4C27-A2A6-838FDBDA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004064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38EC3-DA55-4365-B288-1F984FB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74FF0-6D0E-4314-8E3F-8D76B252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D7321-3AF8-4A2D-9BB8-D083CC76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25DA-D45C-4FB3-9A72-CCB12628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779B-5CC4-412D-A8FE-C3E8E985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FA908-8725-43FE-B776-569B6B00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lines (Placed in First quadra...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8FB35-1606-4F8D-98F3-E18EF4BB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80C83-7804-43AD-A9B7-4AE9F38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E538B-1A10-4705-96E9-E4E505E0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D2C2B-4FC5-4D5D-9FE4-C5643DD2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5FFAB-DA80-49AE-AF17-D1F7F39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9783632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E1E56-55AD-4BE4-8138-B12A7C03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7A9FA-7683-4CCF-8E69-D8368D77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9145A-C67A-4DE7-8002-76066C7D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17867-F852-4F81-A2B6-68A9BAFC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58F33-007E-4E2B-9BB8-75AF60A4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planes: triangular, square, rectangular, pentagonal, hexagonal and circular lamina...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369FC-A295-4FB7-94C0-19D16E2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planes: trian...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718C1-69F0-48BF-9C44-60A524AD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32407-A318-4F92-90A4-34D4AA80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4272C-8D01-416E-9B89-B060842F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AE3EE-330E-4027-A0E0-9B9A260C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0874F-26FF-4598-B79C-4F504AB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5F463-F70A-4938-98FA-99EA7B8B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F0244-0135-4498-9884-2703E83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EA5E5-BA93-4006-B0B5-878F63F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2B11F-7274-403F-861B-F8DEC325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843B6-D856-4DD4-97BA-F443342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878960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7B6F5-4E31-4FE1-99CA-89F54BB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1FD91-10C4-4090-87AC-5612374F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C002-1842-4B51-B567-EB79068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081A0-2EA2-445A-93BA-91777A29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1BEB7-22E0-40B4-ABAF-540EF7E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D4609-2D9C-4D24-939F-BDFE8551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E989-53F8-4ECF-8EFB-64DC6D4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6ED95-2A86-4E89-9686-72D2E82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72A23-EB84-4CA8-83D8-E22C080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B2507-E5F5-4065-AFDC-FAD9649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46AC9-D9A6-429E-9BCF-6396069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01CEE-02F2-4668-82DF-4508AE8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2E191-CC88-4EF9-9B27-D5CB2A3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3BD77-40EC-480C-BF86-3972974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D3A39-143D-4688-88A5-04B6F79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862FF-B38E-40C2-8EED-D0F54CE5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C4660-8E0E-4D9F-A3A8-5E09366E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D98CE-D179-45BA-BFF0-9B50924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657B8-7AE6-4647-959C-14E2522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7D614-A58D-4F60-B17C-7AFA893E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4872C-A411-4E94-A0B6-CC9E7E88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C605F-B864-4191-B20A-6E1739A8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4A3DF-0E17-434E-A7A0-C4C5D916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3527221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117E3-EAF8-49A2-8814-E6408EF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F44C2-8E4B-4561-B553-16E0684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06A4C-8817-4D93-A3D4-26962FE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31DA1-910C-446A-8CCD-029BEBC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8A5A5-F97F-4431-95D0-354FC96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89F5-D9F2-4D53-9957-6BC1890A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C04E0-6515-470D-B321-7FEB0C0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2051A-FFA7-4101-9CB1-FCDACA6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D429C-1EB0-4CAB-B3A9-3B85D3B2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DA1F4-9076-4893-ACF3-44AE6F2C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72E1A-315D-4CF4-AE39-58AF473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8055D-6EBF-4C55-908F-BFDFCDC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F6089-6007-407B-8EDE-1AB4ADB6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C8189-9541-4CB9-941F-A1001227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58B44-3E79-4472-8EB0-7B76A76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6507422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A024E-F958-42CF-BEAC-EC8C82B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CDBD5-9A0F-4326-9919-BC0CDEB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83843-6927-4F55-A85F-82D4E656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8408D-2CC3-4A3E-B381-0A0B7F5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EC8ED-5162-40FF-A6CB-F2B28FE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AC65-8E98-4AFF-9465-3C88C5F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planes: triangular, square,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0441C-3D27-4354-88F7-FF22421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1BA1-873C-48E4-8D85-0892930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2C2F4-99FB-4BEA-A81B-4554B90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430F0-E4AB-49D2-BA34-BDB6365C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E6D36-9D53-42A3-9CF2-EF061901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4165650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7169C-6996-4BD9-A10C-5AA0216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13A54-003B-47A4-B808-44F6CDF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610A0-453E-4C3C-8A88-5320018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B24A5-5E6D-4184-84AC-ACC821C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0B150-B18E-409D-9023-EB53A45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19ED2-B8CD-4636-8F91-859A4E69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263766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6F1FE-DA95-4EA3-AC27-AC31AC8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D5F3F-3F43-487B-92E4-004BAFCE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C0DAF-0F86-4602-9ED8-850CA4D9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0A46D-0374-4D94-92BB-86A71F9C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430D4-EA54-440B-845E-3D47FB0D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43C65-ED6D-495F-AC46-AD574C1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11642728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7CFDA-BC5B-4518-9B34-5D4CD6AB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A9B0F-25E4-431F-AFF9-D9F12C17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7AF8-94C1-467F-B58F-620DAF7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E9A22-06C5-41B8-8308-AFD689B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C3E84-4E54-4A25-BC22-4A69D14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7ED45-864A-4578-A464-9D52E8D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23160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F6489-FE57-4A63-BC6B-D9EC1F9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84CE-CCFA-4976-8B78-60922B81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057AD-6F04-41DD-A880-AF819DB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96EE5-A4F4-4EA8-BAA8-547D426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DE98D-3559-4BBA-9C50-7EBD1F0A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9F886-87A6-45FA-972A-B261322B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6103100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F8FA3-24EC-44CD-BC9E-757F29F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CC702-7B91-4F13-92E9-06F837F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9707E-F3A4-4FC1-9673-E15BBEE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434D1-57E1-47EA-9A76-F27369C2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050F8-C8C9-47DB-8ABB-9293ADD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Significance of Engineering drawing, BIS Conventions of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Computer Aided Drafting software, Co -ordinate system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Selection of drawing sheet size and scale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Commands and creation of Lines, coordinate points, axes, polylines, squ...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Orthographic Projections of Points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8FBB6-E22B-46D3-A1B4-7FA0C3E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C646D-ECC6-42DE-AD2B-15BAAB23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40CA6-3E0F-4F36-981C-E217F663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ECE Stream</a:t>
            </a:r>
          </a:p>
        </p:txBody>
      </p:sp>
    </p:spTree>
    <p:extLst>
      <p:ext uri="{BB962C8B-B14F-4D97-AF65-F5344CB8AC3E}">
        <p14:creationId xmlns:p14="http://schemas.microsoft.com/office/powerpoint/2010/main" val="958458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2026-08-24T16:02:26.8570000Z</dcterms:created>
  <dcterms:modified xsi:type="dcterms:W3CDTF">2026-08-24T16:02:26.8570000Z</dcterms:modified>
</coreProperties>
</file>