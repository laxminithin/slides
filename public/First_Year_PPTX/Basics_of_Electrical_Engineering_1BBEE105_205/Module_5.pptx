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2be33a12134402" /><Relationship Type="http://schemas.openxmlformats.org/officeDocument/2006/relationships/extended-properties" Target="/docProps/app.xml" Id="R600da5e12e864f00" /><Relationship Type="http://schemas.openxmlformats.org/officeDocument/2006/relationships/officeDocument" Target="/ppt/presentation.xml" Id="R60f92176da9c45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9f06c25ac44720"/>
  </p:sldMasterIdLst>
  <p:notesMasterIdLst>
    <p:notesMasterId xmlns:r="http://schemas.openxmlformats.org/officeDocument/2006/relationships" r:id="R4362c5fcf7794c60"/>
  </p:notesMasterIdLst>
  <p:sldIdLst>
    <p:sldId xmlns:r="http://schemas.openxmlformats.org/officeDocument/2006/relationships" id="256" r:id="R2678a630272d4f60"/>
    <p:sldId xmlns:r="http://schemas.openxmlformats.org/officeDocument/2006/relationships" id="257" r:id="Rdb5616e8f4fd4299"/>
    <p:sldId xmlns:r="http://schemas.openxmlformats.org/officeDocument/2006/relationships" id="258" r:id="R5e9946fb2d894e08"/>
    <p:sldId xmlns:r="http://schemas.openxmlformats.org/officeDocument/2006/relationships" id="259" r:id="R3f521c196bc74e96"/>
    <p:sldId xmlns:r="http://schemas.openxmlformats.org/officeDocument/2006/relationships" id="260" r:id="Rf187d2faa94943f2"/>
    <p:sldId xmlns:r="http://schemas.openxmlformats.org/officeDocument/2006/relationships" id="261" r:id="Rf16453e0b43a465a"/>
    <p:sldId xmlns:r="http://schemas.openxmlformats.org/officeDocument/2006/relationships" id="262" r:id="Rbffbcfffc6fe4085"/>
    <p:sldId xmlns:r="http://schemas.openxmlformats.org/officeDocument/2006/relationships" id="263" r:id="R3fd34737160b463c"/>
    <p:sldId xmlns:r="http://schemas.openxmlformats.org/officeDocument/2006/relationships" id="264" r:id="Ra82e79381e6e4618"/>
    <p:sldId xmlns:r="http://schemas.openxmlformats.org/officeDocument/2006/relationships" id="265" r:id="Rf8354bc0978a4a8e"/>
    <p:sldId xmlns:r="http://schemas.openxmlformats.org/officeDocument/2006/relationships" id="266" r:id="R7b506e5195414174"/>
    <p:sldId xmlns:r="http://schemas.openxmlformats.org/officeDocument/2006/relationships" id="267" r:id="R4231f74595f84713"/>
    <p:sldId xmlns:r="http://schemas.openxmlformats.org/officeDocument/2006/relationships" id="268" r:id="Ra986b4afae6e4b95"/>
    <p:sldId xmlns:r="http://schemas.openxmlformats.org/officeDocument/2006/relationships" id="269" r:id="R6a34740fe8d141dd"/>
    <p:sldId xmlns:r="http://schemas.openxmlformats.org/officeDocument/2006/relationships" id="270" r:id="R11c7ddf0b9234384"/>
    <p:sldId xmlns:r="http://schemas.openxmlformats.org/officeDocument/2006/relationships" id="271" r:id="R9a1fbc830de044e5"/>
    <p:sldId xmlns:r="http://schemas.openxmlformats.org/officeDocument/2006/relationships" id="272" r:id="R02bacf73f507481f"/>
    <p:sldId xmlns:r="http://schemas.openxmlformats.org/officeDocument/2006/relationships" id="273" r:id="R91aaa5d852a14db8"/>
    <p:sldId xmlns:r="http://schemas.openxmlformats.org/officeDocument/2006/relationships" id="274" r:id="R5f5aef752f14459e"/>
    <p:sldId xmlns:r="http://schemas.openxmlformats.org/officeDocument/2006/relationships" id="275" r:id="R566772b1f2f14ae2"/>
    <p:sldId xmlns:r="http://schemas.openxmlformats.org/officeDocument/2006/relationships" id="276" r:id="R11f429411cbd441b"/>
    <p:sldId xmlns:r="http://schemas.openxmlformats.org/officeDocument/2006/relationships" id="277" r:id="R1f004ef089194355"/>
    <p:sldId xmlns:r="http://schemas.openxmlformats.org/officeDocument/2006/relationships" id="278" r:id="R5a063e209c9e4237"/>
    <p:sldId xmlns:r="http://schemas.openxmlformats.org/officeDocument/2006/relationships" id="279" r:id="R8f760c13a1c84ea8"/>
    <p:sldId xmlns:r="http://schemas.openxmlformats.org/officeDocument/2006/relationships" id="280" r:id="R64e045c1ab464b69"/>
    <p:sldId xmlns:r="http://schemas.openxmlformats.org/officeDocument/2006/relationships" id="281" r:id="Rc847645169e24da0"/>
    <p:sldId xmlns:r="http://schemas.openxmlformats.org/officeDocument/2006/relationships" id="282" r:id="Rbd992f927cd44ee7"/>
    <p:sldId xmlns:r="http://schemas.openxmlformats.org/officeDocument/2006/relationships" id="283" r:id="R954dba5b9d0648b4"/>
    <p:sldId xmlns:r="http://schemas.openxmlformats.org/officeDocument/2006/relationships" id="284" r:id="R4d4e3d5a60014d97"/>
    <p:sldId xmlns:r="http://schemas.openxmlformats.org/officeDocument/2006/relationships" id="285" r:id="R9230f33d1fb04973"/>
    <p:sldId xmlns:r="http://schemas.openxmlformats.org/officeDocument/2006/relationships" id="286" r:id="R89e3e566349c4c19"/>
    <p:sldId xmlns:r="http://schemas.openxmlformats.org/officeDocument/2006/relationships" id="287" r:id="Rc8bc24bad7ff4c52"/>
    <p:sldId xmlns:r="http://schemas.openxmlformats.org/officeDocument/2006/relationships" id="288" r:id="R466e26fdbe054453"/>
    <p:sldId xmlns:r="http://schemas.openxmlformats.org/officeDocument/2006/relationships" id="289" r:id="R015e303e1e9f4c9a"/>
    <p:sldId xmlns:r="http://schemas.openxmlformats.org/officeDocument/2006/relationships" id="290" r:id="R33b47f33e56f40ec"/>
    <p:sldId xmlns:r="http://schemas.openxmlformats.org/officeDocument/2006/relationships" id="291" r:id="R42db42ab89814de4"/>
    <p:sldId xmlns:r="http://schemas.openxmlformats.org/officeDocument/2006/relationships" id="292" r:id="R470916779cf443b2"/>
    <p:sldId xmlns:r="http://schemas.openxmlformats.org/officeDocument/2006/relationships" id="293" r:id="Re4d70fc1889b4476"/>
    <p:sldId xmlns:r="http://schemas.openxmlformats.org/officeDocument/2006/relationships" id="294" r:id="Rd278e540a5a14cb6"/>
    <p:sldId xmlns:r="http://schemas.openxmlformats.org/officeDocument/2006/relationships" id="295" r:id="Rfdc021bb832943e7"/>
    <p:sldId xmlns:r="http://schemas.openxmlformats.org/officeDocument/2006/relationships" id="296" r:id="R2de13ceb6ebb4c56"/>
    <p:sldId xmlns:r="http://schemas.openxmlformats.org/officeDocument/2006/relationships" id="297" r:id="R9acba4636fe045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26f500fdcb44e3" /><Relationship Type="http://schemas.openxmlformats.org/officeDocument/2006/relationships/slideMaster" Target="/ppt/slideMasters/slideMaster1.xml" Id="R7a9f06c25ac44720" /><Relationship Type="http://schemas.openxmlformats.org/officeDocument/2006/relationships/notesMaster" Target="/ppt/notesMasters/notesMaster1.xml" Id="R4362c5fcf7794c60" /><Relationship Type="http://schemas.openxmlformats.org/officeDocument/2006/relationships/presProps" Target="/ppt/presProps.xml" Id="R92e4dc79d28a488e" /><Relationship Type="http://schemas.openxmlformats.org/officeDocument/2006/relationships/tableStyles" Target="/ppt/tableStyles.xml" Id="Rf88742cb98284871" /><Relationship Type="http://schemas.openxmlformats.org/officeDocument/2006/relationships/slide" Target="/ppt/slides/slide1.xml" Id="R2678a630272d4f60" /><Relationship Type="http://schemas.openxmlformats.org/officeDocument/2006/relationships/slide" Target="/ppt/slides/slide2.xml" Id="Rdb5616e8f4fd4299" /><Relationship Type="http://schemas.openxmlformats.org/officeDocument/2006/relationships/slide" Target="/ppt/slides/slide3.xml" Id="R5e9946fb2d894e08" /><Relationship Type="http://schemas.openxmlformats.org/officeDocument/2006/relationships/slide" Target="/ppt/slides/slide4.xml" Id="R3f521c196bc74e96" /><Relationship Type="http://schemas.openxmlformats.org/officeDocument/2006/relationships/slide" Target="/ppt/slides/slide5.xml" Id="Rf187d2faa94943f2" /><Relationship Type="http://schemas.openxmlformats.org/officeDocument/2006/relationships/slide" Target="/ppt/slides/slide6.xml" Id="Rf16453e0b43a465a" /><Relationship Type="http://schemas.openxmlformats.org/officeDocument/2006/relationships/slide" Target="/ppt/slides/slide7.xml" Id="Rbffbcfffc6fe4085" /><Relationship Type="http://schemas.openxmlformats.org/officeDocument/2006/relationships/slide" Target="/ppt/slides/slide8.xml" Id="R3fd34737160b463c" /><Relationship Type="http://schemas.openxmlformats.org/officeDocument/2006/relationships/slide" Target="/ppt/slides/slide9.xml" Id="Ra82e79381e6e4618" /><Relationship Type="http://schemas.openxmlformats.org/officeDocument/2006/relationships/slide" Target="/ppt/slides/slide10.xml" Id="Rf8354bc0978a4a8e" /><Relationship Type="http://schemas.openxmlformats.org/officeDocument/2006/relationships/slide" Target="/ppt/slides/slide11.xml" Id="R7b506e5195414174" /><Relationship Type="http://schemas.openxmlformats.org/officeDocument/2006/relationships/slide" Target="/ppt/slides/slide12.xml" Id="R4231f74595f84713" /><Relationship Type="http://schemas.openxmlformats.org/officeDocument/2006/relationships/slide" Target="/ppt/slides/slide13.xml" Id="Ra986b4afae6e4b95" /><Relationship Type="http://schemas.openxmlformats.org/officeDocument/2006/relationships/slide" Target="/ppt/slides/slide14.xml" Id="R6a34740fe8d141dd" /><Relationship Type="http://schemas.openxmlformats.org/officeDocument/2006/relationships/slide" Target="/ppt/slides/slide15.xml" Id="R11c7ddf0b9234384" /><Relationship Type="http://schemas.openxmlformats.org/officeDocument/2006/relationships/slide" Target="/ppt/slides/slide16.xml" Id="R9a1fbc830de044e5" /><Relationship Type="http://schemas.openxmlformats.org/officeDocument/2006/relationships/slide" Target="/ppt/slides/slide17.xml" Id="R02bacf73f507481f" /><Relationship Type="http://schemas.openxmlformats.org/officeDocument/2006/relationships/slide" Target="/ppt/slides/slide18.xml" Id="R91aaa5d852a14db8" /><Relationship Type="http://schemas.openxmlformats.org/officeDocument/2006/relationships/slide" Target="/ppt/slides/slide19.xml" Id="R5f5aef752f14459e" /><Relationship Type="http://schemas.openxmlformats.org/officeDocument/2006/relationships/slide" Target="/ppt/slides/slide20.xml" Id="R566772b1f2f14ae2" /><Relationship Type="http://schemas.openxmlformats.org/officeDocument/2006/relationships/slide" Target="/ppt/slides/slide21.xml" Id="R11f429411cbd441b" /><Relationship Type="http://schemas.openxmlformats.org/officeDocument/2006/relationships/slide" Target="/ppt/slides/slide22.xml" Id="R1f004ef089194355" /><Relationship Type="http://schemas.openxmlformats.org/officeDocument/2006/relationships/slide" Target="/ppt/slides/slide23.xml" Id="R5a063e209c9e4237" /><Relationship Type="http://schemas.openxmlformats.org/officeDocument/2006/relationships/slide" Target="/ppt/slides/slide24.xml" Id="R8f760c13a1c84ea8" /><Relationship Type="http://schemas.openxmlformats.org/officeDocument/2006/relationships/slide" Target="/ppt/slides/slide25.xml" Id="R64e045c1ab464b69" /><Relationship Type="http://schemas.openxmlformats.org/officeDocument/2006/relationships/slide" Target="/ppt/slides/slide26.xml" Id="Rc847645169e24da0" /><Relationship Type="http://schemas.openxmlformats.org/officeDocument/2006/relationships/slide" Target="/ppt/slides/slide27.xml" Id="Rbd992f927cd44ee7" /><Relationship Type="http://schemas.openxmlformats.org/officeDocument/2006/relationships/slide" Target="/ppt/slides/slide28.xml" Id="R954dba5b9d0648b4" /><Relationship Type="http://schemas.openxmlformats.org/officeDocument/2006/relationships/slide" Target="/ppt/slides/slide29.xml" Id="R4d4e3d5a60014d97" /><Relationship Type="http://schemas.openxmlformats.org/officeDocument/2006/relationships/slide" Target="/ppt/slides/slide30.xml" Id="R9230f33d1fb04973" /><Relationship Type="http://schemas.openxmlformats.org/officeDocument/2006/relationships/slide" Target="/ppt/slides/slide31.xml" Id="R89e3e566349c4c19" /><Relationship Type="http://schemas.openxmlformats.org/officeDocument/2006/relationships/slide" Target="/ppt/slides/slide32.xml" Id="Rc8bc24bad7ff4c52" /><Relationship Type="http://schemas.openxmlformats.org/officeDocument/2006/relationships/slide" Target="/ppt/slides/slide33.xml" Id="R466e26fdbe054453" /><Relationship Type="http://schemas.openxmlformats.org/officeDocument/2006/relationships/slide" Target="/ppt/slides/slide34.xml" Id="R015e303e1e9f4c9a" /><Relationship Type="http://schemas.openxmlformats.org/officeDocument/2006/relationships/slide" Target="/ppt/slides/slide35.xml" Id="R33b47f33e56f40ec" /><Relationship Type="http://schemas.openxmlformats.org/officeDocument/2006/relationships/slide" Target="/ppt/slides/slide36.xml" Id="R42db42ab89814de4" /><Relationship Type="http://schemas.openxmlformats.org/officeDocument/2006/relationships/slide" Target="/ppt/slides/slide37.xml" Id="R470916779cf443b2" /><Relationship Type="http://schemas.openxmlformats.org/officeDocument/2006/relationships/slide" Target="/ppt/slides/slide38.xml" Id="Re4d70fc1889b4476" /><Relationship Type="http://schemas.openxmlformats.org/officeDocument/2006/relationships/slide" Target="/ppt/slides/slide39.xml" Id="Rd278e540a5a14cb6" /><Relationship Type="http://schemas.openxmlformats.org/officeDocument/2006/relationships/slide" Target="/ppt/slides/slide40.xml" Id="Rfdc021bb832943e7" /><Relationship Type="http://schemas.openxmlformats.org/officeDocument/2006/relationships/slide" Target="/ppt/slides/slide41.xml" Id="R2de13ceb6ebb4c56" /><Relationship Type="http://schemas.openxmlformats.org/officeDocument/2006/relationships/slide" Target="/ppt/slides/slide42.xml" Id="R9acba4636fe045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91dd546cac45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47ec287ba24df6" /><Relationship Type="http://schemas.openxmlformats.org/officeDocument/2006/relationships/notesMaster" Target="/ppt/notesMasters/notesMaster1.xml" Id="R76d6e107c87b4f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a47f0130044d5f" /><Relationship Type="http://schemas.openxmlformats.org/officeDocument/2006/relationships/notesMaster" Target="/ppt/notesMasters/notesMaster1.xml" Id="Rfc985a22b96341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d5973b00b44da3" /><Relationship Type="http://schemas.openxmlformats.org/officeDocument/2006/relationships/notesMaster" Target="/ppt/notesMasters/notesMaster1.xml" Id="Rdeaa09fe5e0d40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1f2dcc42da4f86" /><Relationship Type="http://schemas.openxmlformats.org/officeDocument/2006/relationships/notesMaster" Target="/ppt/notesMasters/notesMaster1.xml" Id="R41cef47fd8e941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f69bec28694381" /><Relationship Type="http://schemas.openxmlformats.org/officeDocument/2006/relationships/notesMaster" Target="/ppt/notesMasters/notesMaster1.xml" Id="Rcfd97b51efd342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3b0d52be4c4ce9" /><Relationship Type="http://schemas.openxmlformats.org/officeDocument/2006/relationships/notesMaster" Target="/ppt/notesMasters/notesMaster1.xml" Id="Raef4aa69fdc54b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712bc475fd4566" /><Relationship Type="http://schemas.openxmlformats.org/officeDocument/2006/relationships/notesMaster" Target="/ppt/notesMasters/notesMaster1.xml" Id="Ra221257c42e24a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13ad28e0ea49bc" /><Relationship Type="http://schemas.openxmlformats.org/officeDocument/2006/relationships/notesMaster" Target="/ppt/notesMasters/notesMaster1.xml" Id="Rdafbf6e9494f46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1cc3dd6f154519" /><Relationship Type="http://schemas.openxmlformats.org/officeDocument/2006/relationships/notesMaster" Target="/ppt/notesMasters/notesMaster1.xml" Id="Re1d22fd39b3c41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246a33d21840cc" /><Relationship Type="http://schemas.openxmlformats.org/officeDocument/2006/relationships/notesMaster" Target="/ppt/notesMasters/notesMaster1.xml" Id="Rcab1bf5728104b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80b5040853460c" /><Relationship Type="http://schemas.openxmlformats.org/officeDocument/2006/relationships/notesMaster" Target="/ppt/notesMasters/notesMaster1.xml" Id="R5a9f716ecc5742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5aa96dfaa64d48" /><Relationship Type="http://schemas.openxmlformats.org/officeDocument/2006/relationships/notesMaster" Target="/ppt/notesMasters/notesMaster1.xml" Id="Ra0a35b7fd6d9450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4cfd3c1eba47a7" /><Relationship Type="http://schemas.openxmlformats.org/officeDocument/2006/relationships/notesMaster" Target="/ppt/notesMasters/notesMaster1.xml" Id="R52da503a69f34ff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98878ada6c4d7a" /><Relationship Type="http://schemas.openxmlformats.org/officeDocument/2006/relationships/notesMaster" Target="/ppt/notesMasters/notesMaster1.xml" Id="Rcd01b775ebd2493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19199cee904cf7" /><Relationship Type="http://schemas.openxmlformats.org/officeDocument/2006/relationships/notesMaster" Target="/ppt/notesMasters/notesMaster1.xml" Id="R322b642309cd4aa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c9a688c4e6545fc" /><Relationship Type="http://schemas.openxmlformats.org/officeDocument/2006/relationships/notesMaster" Target="/ppt/notesMasters/notesMaster1.xml" Id="R760e75db23494ff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ad73f764dc04b0c" /><Relationship Type="http://schemas.openxmlformats.org/officeDocument/2006/relationships/notesMaster" Target="/ppt/notesMasters/notesMaster1.xml" Id="R9bd60076091a440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8056c67015143dc" /><Relationship Type="http://schemas.openxmlformats.org/officeDocument/2006/relationships/notesMaster" Target="/ppt/notesMasters/notesMaster1.xml" Id="R3f149496d7144a5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456f3c30bbd471d" /><Relationship Type="http://schemas.openxmlformats.org/officeDocument/2006/relationships/notesMaster" Target="/ppt/notesMasters/notesMaster1.xml" Id="R9415ceeb63d34df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bf59490f7634e13" /><Relationship Type="http://schemas.openxmlformats.org/officeDocument/2006/relationships/notesMaster" Target="/ppt/notesMasters/notesMaster1.xml" Id="R1d0f2ba9535e44b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798479d94f84655" /><Relationship Type="http://schemas.openxmlformats.org/officeDocument/2006/relationships/notesMaster" Target="/ppt/notesMasters/notesMaster1.xml" Id="R8aa2ffff00724df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26071045ad148bc" /><Relationship Type="http://schemas.openxmlformats.org/officeDocument/2006/relationships/notesMaster" Target="/ppt/notesMasters/notesMaster1.xml" Id="R4430ff4cd766469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22b97fb9c414eec" /><Relationship Type="http://schemas.openxmlformats.org/officeDocument/2006/relationships/notesMaster" Target="/ppt/notesMasters/notesMaster1.xml" Id="R2ad123c6e0b2461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e00163f23134b33" /><Relationship Type="http://schemas.openxmlformats.org/officeDocument/2006/relationships/notesMaster" Target="/ppt/notesMasters/notesMaster1.xml" Id="R29862d9474f64ff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84e3cd069434e6a" /><Relationship Type="http://schemas.openxmlformats.org/officeDocument/2006/relationships/notesMaster" Target="/ppt/notesMasters/notesMaster1.xml" Id="R79f8ca58419e464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20efd99a5d94b08" /><Relationship Type="http://schemas.openxmlformats.org/officeDocument/2006/relationships/notesMaster" Target="/ppt/notesMasters/notesMaster1.xml" Id="R54d67ef2de92495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ca644af5e4d45bc" /><Relationship Type="http://schemas.openxmlformats.org/officeDocument/2006/relationships/notesMaster" Target="/ppt/notesMasters/notesMaster1.xml" Id="R74770def2a4142f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d8f983a0c3f48b8" /><Relationship Type="http://schemas.openxmlformats.org/officeDocument/2006/relationships/notesMaster" Target="/ppt/notesMasters/notesMaster1.xml" Id="R026da0f800d248e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4de12676cd74a58" /><Relationship Type="http://schemas.openxmlformats.org/officeDocument/2006/relationships/notesMaster" Target="/ppt/notesMasters/notesMaster1.xml" Id="R0c438368dbf742b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2fb52e086b54ebb" /><Relationship Type="http://schemas.openxmlformats.org/officeDocument/2006/relationships/notesMaster" Target="/ppt/notesMasters/notesMaster1.xml" Id="Rdab455bb14474fe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26989e17b1248c7" /><Relationship Type="http://schemas.openxmlformats.org/officeDocument/2006/relationships/notesMaster" Target="/ppt/notesMasters/notesMaster1.xml" Id="Rbbf617f8fa11408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8369e4f6e854c24" /><Relationship Type="http://schemas.openxmlformats.org/officeDocument/2006/relationships/notesMaster" Target="/ppt/notesMasters/notesMaster1.xml" Id="Rdbb43181cf044ca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dcd68559f6e4131" /><Relationship Type="http://schemas.openxmlformats.org/officeDocument/2006/relationships/notesMaster" Target="/ppt/notesMasters/notesMaster1.xml" Id="R3dfedc6681604be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35de9f5fbc44d78" /><Relationship Type="http://schemas.openxmlformats.org/officeDocument/2006/relationships/notesMaster" Target="/ppt/notesMasters/notesMaster1.xml" Id="Re12b1ff87e5e498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8280ea9e2ab4a6b" /><Relationship Type="http://schemas.openxmlformats.org/officeDocument/2006/relationships/notesMaster" Target="/ppt/notesMasters/notesMaster1.xml" Id="R724a6e33e6ff4d7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db7d728116f4ec0" /><Relationship Type="http://schemas.openxmlformats.org/officeDocument/2006/relationships/notesMaster" Target="/ppt/notesMasters/notesMaster1.xml" Id="Rb9e1205e7840455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e9151d8b8db46d7" /><Relationship Type="http://schemas.openxmlformats.org/officeDocument/2006/relationships/notesMaster" Target="/ppt/notesMasters/notesMaster1.xml" Id="Rf2d30eaf21c2417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2cde3485a694b23" /><Relationship Type="http://schemas.openxmlformats.org/officeDocument/2006/relationships/notesMaster" Target="/ppt/notesMasters/notesMaster1.xml" Id="Rb7e705b83d18421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84f29e29207483d" /><Relationship Type="http://schemas.openxmlformats.org/officeDocument/2006/relationships/notesMaster" Target="/ppt/notesMasters/notesMaster1.xml" Id="R97c9bb1bd1eb491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2394231244a4707" /><Relationship Type="http://schemas.openxmlformats.org/officeDocument/2006/relationships/notesMaster" Target="/ppt/notesMasters/notesMaster1.xml" Id="Rfa9b04259890453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089c858750946b8" /><Relationship Type="http://schemas.openxmlformats.org/officeDocument/2006/relationships/notesMaster" Target="/ppt/notesMasters/notesMaster1.xml" Id="R9059fc19c69940c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4a0a2d6f6c74159" /><Relationship Type="http://schemas.openxmlformats.org/officeDocument/2006/relationships/notesMaster" Target="/ppt/notesMasters/notesMaster1.xml" Id="R011eefce0f5e47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a5f284e17b46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cd07517c3e43e9" /><Relationship Type="http://schemas.openxmlformats.org/officeDocument/2006/relationships/slideLayout" Target="/ppt/slideLayouts/slideLayout1.xml" Id="R608aea0a058d4c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8aea0a058d4c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fc2099af144da" /><Relationship Type="http://schemas.openxmlformats.org/officeDocument/2006/relationships/notesSlide" Target="/ppt/notesSlides/notesSlide1.xml" Id="Re411523cbdbf4d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d8b9490634649" /><Relationship Type="http://schemas.openxmlformats.org/officeDocument/2006/relationships/notesSlide" Target="/ppt/notesSlides/notesSlide2.xml" Id="Rcabb57fd537d46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1091989d5485e" /><Relationship Type="http://schemas.openxmlformats.org/officeDocument/2006/relationships/notesSlide" Target="/ppt/notesSlides/notesSlide3.xml" Id="Rb096cf1e0c574f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38432a71749a9" /><Relationship Type="http://schemas.openxmlformats.org/officeDocument/2006/relationships/notesSlide" Target="/ppt/notesSlides/notesSlide4.xml" Id="R8021978437d047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cf93c0e2e4b25" /><Relationship Type="http://schemas.openxmlformats.org/officeDocument/2006/relationships/notesSlide" Target="/ppt/notesSlides/notesSlide5.xml" Id="R4fccceeb31604e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750f9a0634c7c" /><Relationship Type="http://schemas.openxmlformats.org/officeDocument/2006/relationships/notesSlide" Target="/ppt/notesSlides/notesSlide6.xml" Id="R849f28aaada846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f14ffd2254470" /><Relationship Type="http://schemas.openxmlformats.org/officeDocument/2006/relationships/notesSlide" Target="/ppt/notesSlides/notesSlide7.xml" Id="R89ad605837ff42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5748aa7a74e84" /><Relationship Type="http://schemas.openxmlformats.org/officeDocument/2006/relationships/notesSlide" Target="/ppt/notesSlides/notesSlide8.xml" Id="Rd50526f5f4414a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2f679f6764441" /><Relationship Type="http://schemas.openxmlformats.org/officeDocument/2006/relationships/notesSlide" Target="/ppt/notesSlides/notesSlide9.xml" Id="R80f7ca0615ad4c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3811739da41d8" /><Relationship Type="http://schemas.openxmlformats.org/officeDocument/2006/relationships/notesSlide" Target="/ppt/notesSlides/notesSlide10.xml" Id="Rc6b62e71453244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fff316a1c425e" /><Relationship Type="http://schemas.openxmlformats.org/officeDocument/2006/relationships/notesSlide" Target="/ppt/notesSlides/notesSlide11.xml" Id="R66c55d5d587345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4db9148ee49a8" /><Relationship Type="http://schemas.openxmlformats.org/officeDocument/2006/relationships/notesSlide" Target="/ppt/notesSlides/notesSlide12.xml" Id="R736b6ae49453442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79ec619fd40f1" /><Relationship Type="http://schemas.openxmlformats.org/officeDocument/2006/relationships/notesSlide" Target="/ppt/notesSlides/notesSlide13.xml" Id="R40fdfacce12c495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3ef9a82844492" /><Relationship Type="http://schemas.openxmlformats.org/officeDocument/2006/relationships/notesSlide" Target="/ppt/notesSlides/notesSlide14.xml" Id="R3709bf08295d419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357a14a294357" /><Relationship Type="http://schemas.openxmlformats.org/officeDocument/2006/relationships/notesSlide" Target="/ppt/notesSlides/notesSlide15.xml" Id="R35f4172a89ba402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fed51dd214057" /><Relationship Type="http://schemas.openxmlformats.org/officeDocument/2006/relationships/notesSlide" Target="/ppt/notesSlides/notesSlide16.xml" Id="R1f73b92db56340a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24deee95c4bc5" /><Relationship Type="http://schemas.openxmlformats.org/officeDocument/2006/relationships/notesSlide" Target="/ppt/notesSlides/notesSlide17.xml" Id="Rcab796c44b23496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cbc7461144805" /><Relationship Type="http://schemas.openxmlformats.org/officeDocument/2006/relationships/notesSlide" Target="/ppt/notesSlides/notesSlide18.xml" Id="R9409bd6cc8fe408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616b0aeda4ffa" /><Relationship Type="http://schemas.openxmlformats.org/officeDocument/2006/relationships/notesSlide" Target="/ppt/notesSlides/notesSlide19.xml" Id="Rc44bb765926c45d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55d734e974c6a" /><Relationship Type="http://schemas.openxmlformats.org/officeDocument/2006/relationships/notesSlide" Target="/ppt/notesSlides/notesSlide20.xml" Id="Ra581380a36f544a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894a232e74678" /><Relationship Type="http://schemas.openxmlformats.org/officeDocument/2006/relationships/notesSlide" Target="/ppt/notesSlides/notesSlide21.xml" Id="R06f17f586b5b4d2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dc92aa9f64f07" /><Relationship Type="http://schemas.openxmlformats.org/officeDocument/2006/relationships/notesSlide" Target="/ppt/notesSlides/notesSlide22.xml" Id="R2889b9ce486d4d9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0375d9b7b4516" /><Relationship Type="http://schemas.openxmlformats.org/officeDocument/2006/relationships/notesSlide" Target="/ppt/notesSlides/notesSlide23.xml" Id="R127dd86320c3493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9e6301b8f4ffb" /><Relationship Type="http://schemas.openxmlformats.org/officeDocument/2006/relationships/notesSlide" Target="/ppt/notesSlides/notesSlide24.xml" Id="Ra86a9b0914784dc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25101dfca4b23" /><Relationship Type="http://schemas.openxmlformats.org/officeDocument/2006/relationships/notesSlide" Target="/ppt/notesSlides/notesSlide25.xml" Id="R4a96b94455f24f1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abdf3e9194c5d" /><Relationship Type="http://schemas.openxmlformats.org/officeDocument/2006/relationships/notesSlide" Target="/ppt/notesSlides/notesSlide26.xml" Id="R04c8ad96b102484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fe70586d84325" /><Relationship Type="http://schemas.openxmlformats.org/officeDocument/2006/relationships/notesSlide" Target="/ppt/notesSlides/notesSlide27.xml" Id="R1086ac964fd94bc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d366d60514a53" /><Relationship Type="http://schemas.openxmlformats.org/officeDocument/2006/relationships/notesSlide" Target="/ppt/notesSlides/notesSlide28.xml" Id="Rf5b3a9b93a4340a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80ea1ba3d4a14" /><Relationship Type="http://schemas.openxmlformats.org/officeDocument/2006/relationships/notesSlide" Target="/ppt/notesSlides/notesSlide29.xml" Id="R5963ec96984d4d0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7936b29eb48c3" /><Relationship Type="http://schemas.openxmlformats.org/officeDocument/2006/relationships/notesSlide" Target="/ppt/notesSlides/notesSlide30.xml" Id="R23fbf2700c084e3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c969a04934ca3" /><Relationship Type="http://schemas.openxmlformats.org/officeDocument/2006/relationships/notesSlide" Target="/ppt/notesSlides/notesSlide31.xml" Id="R2bafd058473c4c2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f2e3fc79a44f2" /><Relationship Type="http://schemas.openxmlformats.org/officeDocument/2006/relationships/notesSlide" Target="/ppt/notesSlides/notesSlide32.xml" Id="Rc6470b38510041e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c270b3bbc4110" /><Relationship Type="http://schemas.openxmlformats.org/officeDocument/2006/relationships/notesSlide" Target="/ppt/notesSlides/notesSlide33.xml" Id="R42513225ebff45f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841990fd3419d" /><Relationship Type="http://schemas.openxmlformats.org/officeDocument/2006/relationships/notesSlide" Target="/ppt/notesSlides/notesSlide34.xml" Id="R206b558e89fa400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702e1634f43de" /><Relationship Type="http://schemas.openxmlformats.org/officeDocument/2006/relationships/notesSlide" Target="/ppt/notesSlides/notesSlide35.xml" Id="Rc9bd4e9e271045c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e9a694dee491c" /><Relationship Type="http://schemas.openxmlformats.org/officeDocument/2006/relationships/notesSlide" Target="/ppt/notesSlides/notesSlide36.xml" Id="R12eb976341fc419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653bd76244f44" /><Relationship Type="http://schemas.openxmlformats.org/officeDocument/2006/relationships/notesSlide" Target="/ppt/notesSlides/notesSlide37.xml" Id="Rad0a75ff275b446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33c694f834004" /><Relationship Type="http://schemas.openxmlformats.org/officeDocument/2006/relationships/notesSlide" Target="/ppt/notesSlides/notesSlide38.xml" Id="R2a1ec5a2500046e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03732e8744179" /><Relationship Type="http://schemas.openxmlformats.org/officeDocument/2006/relationships/notesSlide" Target="/ppt/notesSlides/notesSlide39.xml" Id="Raa4b99c51eea4ed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86f58d5f2451a" /><Relationship Type="http://schemas.openxmlformats.org/officeDocument/2006/relationships/notesSlide" Target="/ppt/notesSlides/notesSlide40.xml" Id="R5eeb196e5a2e445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feba7fb8e4ba8" /><Relationship Type="http://schemas.openxmlformats.org/officeDocument/2006/relationships/notesSlide" Target="/ppt/notesSlides/notesSlide41.xml" Id="R27fe115824fc440b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30b84afd140ff" /><Relationship Type="http://schemas.openxmlformats.org/officeDocument/2006/relationships/notesSlide" Target="/ppt/notesSlides/notesSlide42.xml" Id="Rcb1eeb5b3e9543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6D7E7-93FB-4549-99EC-F707D580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4229C-8391-40F1-B9A8-10D231F8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Domestic Wiring: Service mains - overhead and underground. Types of wiring: Exposed to open space - wooden batten wiring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10A64-4583-4997-A1E7-3425C260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Basics of Electrical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1BBEE105/205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8EED4-BFB5-4488-B915-034C6A64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E9B7E-9DDD-4950-9121-BB67FAD1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CD710-A28D-4719-BFD5-3854EA2D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4CE8B-7FD4-4F59-A1CA-A96C93FD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819A5-F3A0-46D0-A76C-4A4ED3A5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04F09-840D-4BCC-8982-85548673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98A38-410A-49C5-8917-ADA574B7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FC4740-4D1F-4634-A620-2A53EC43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B21AD-706A-432A-AC5B-50792DF3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E91339-977B-41A4-961C-4CB3EE9B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808741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E1B28F-4710-4C08-B529-5C47E6BE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E887B-0177-4E2A-977D-B9533039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C8F78-83D4-4DCC-8239-DB8D804A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015A4-0A32-4238-95CA-4B7500C0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73552-83C9-40CD-8AD3-AAA856FD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28F47-383E-4E94-A391-C01E6240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7385F-98CA-4E0D-B420-F4BF9942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ADAB2-2CE2-40D9-B55E-B9E07DCB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32355-2524-4995-A001-8EC6B95C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FED3B-0ED3-43B9-BE1B-85CA1DBC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6DA545-DF15-4A5C-9694-8DA415A3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5E956E-6665-4697-A748-B63D1AC6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4EBF5-4BC0-4BE5-A64A-45EFDA23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FC0901-CA0B-4D4B-8903-50E26072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F9CD4C-E3DD-42DF-B821-0F1E7515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05180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E62411-DEA8-4012-8B85-A59073C8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48DC8-17CB-4B02-902E-09BB2368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B6AB6-3780-4504-B68C-75AF7BED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85444-8EE3-46C3-8BC3-930934D6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06CA2-4BD9-4080-9ECC-CC299499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B57546-E638-47E8-80DF-6621921C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F0648-9BA9-42DC-A4EB-3634ADAD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36082-07EF-4EAD-B1E6-DC1711F3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EDDFE4-D3F5-4EE8-895F-332CB51E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Wiring: Service mains - overhead and underground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21DF4-7CFB-4A2E-B095-C059458C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9182C-DB29-4A84-A9AF-B8705159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F6968-DE33-4B97-A3D1-456E5CCD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Types of wiring: Exposed to open space - wooden batten wi...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853DED-2697-4D2E-9968-D9D8A7AF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08ADAB-EF10-4248-8EC9-941D8D36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F1F27A-0BE2-49BA-A418-37CC6C5E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Concealed wiring: conduit wiring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99D796-225C-4CD6-8217-5B157C2F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BAE898-64A5-40A0-AF1F-BC324891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252263-CFF8-44DE-9D4E-7CC65103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Wiring for two-way and three-way control of load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1A1CBF-27F5-4580-A8B6-4D2C56E9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A12E9A-E4C7-4A9D-AABA-ACEE3C93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B4B28A-375B-4CBB-AEC1-2AE06FA5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Bill: Power-rating of household connected loads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C585EF-0382-4CD2-9AAD-5EA3C143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6E7BFE-2C1D-493D-97F7-31906713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D99513-05DB-440C-BFB6-7C15EC5B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Practical unit of measuring energy, energy expressed for...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A72646-39EE-4AE7-BF75-814FF193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55E89D-FD5D-4BCC-A706-FDC26526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303762-4569-4EC1-9319-402038CB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Electricity bill [as per Electricity Supply Companies (es...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92B3E6-A1E6-440C-8170-2DA76A31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8A3971-22A2-4A2A-BBE6-0A4AEF46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61935E-63AF-4B70-8BA8-50065E99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Tariff method considered: two -part tariff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EDA786-FDA9-4F5F-9559-EA486492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4FD653-0A7C-482C-A913-071AE421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114383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18F897-D664-4898-9BB3-F2DEA1E6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BA1E4-3497-4178-9168-4C1A5E46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B4111-8692-4154-9777-41F1C49F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4100A-54D2-45D9-A338-4CC557AA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A4D2B-7F55-4DAB-A516-91A78BCB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5A5FB3-0302-4E03-BCD2-92F8CA0F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48CEE-1C0D-4D66-A5A3-9A4D8618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1F38B-5A13-40C4-B4F3-0AD831DF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Wiring: Service mains - overhead and underground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FEA610-0A96-4F11-9B13-0C16A46D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79DCA-C352-4D66-A77C-40A1D3B4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C2C2D5-8A55-4919-8D62-DC300610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Types of wiring: Exposed to open space - wooden batten wi...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FDA5A2-522B-4B17-B50E-E2548742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E2DE7-6780-44E9-89BA-07CCE3BA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EAE272-532E-4516-B24E-4696A3F4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Concealed wiring: conduit wiring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9EB0A9-C606-4C83-83DE-42FE4929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45AF9B-1196-4DC9-B475-76DFDDA7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F2A31B-665B-40D5-9EF2-3AAC742A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Wiring for two-way and three-way control of load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6967A9-1BDB-4C9C-A96E-3DA8DDAF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47BD61-2D76-4604-A703-EB43F5AA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6D662F-CC75-412E-A4A4-7BA6151B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Bill: Power-rating of household connected loads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1B9ED2-ABAF-4ED3-AC32-DAD96B62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415C99-CB0B-47E7-B4D8-D867C770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C2A628-692E-4D1D-98AD-27D82D1D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Practical unit of measuring energy, energy expressed for....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CEFF96-259D-4197-AC8F-0F762BEE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EB1138-666A-4CA6-8629-28EE706C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2DA7E5-84AB-435C-BBBF-61AFD787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Electricity bill [as per Electricity Supply Companies (es...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0E89AE-E5DC-4D06-A454-B9D4FE83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67BD39-AC53-41BF-AEC5-F973C214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AA5BDB-B729-4905-8EA4-F61A37B8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586992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78048-845D-42FA-AA60-858A1C96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F956E-044A-4DA8-8612-068D9A0B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04DA3-84C5-4128-9F62-27BCBAFB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98F9E-9187-4060-8123-35014BDA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EC383-BE79-4F89-ABC5-9BE60C22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Domestic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85111-005F-4B6C-A06B-22051B36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Wiring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DDF87-7BE7-43D8-8E61-F2686586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Service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5AF4A-1E29-42B2-84C4-EFF2FF3C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mains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A3105-342C-4F0B-8351-3201007C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overhead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CA476-2D87-49A9-814C-9F8D96ED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underground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6959C2-6BD9-4B3D-A85A-0FA3800A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Types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D63CBF-0F49-44E9-ABB6-21806F7C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Exposed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5DAB1-F1B7-4173-BD78-6E09A364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open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B3BDC-599C-4014-9951-C7374D8E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space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0807F0-3E20-4FC8-A974-266F514A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0FA5C6-5064-44B9-AA0E-11B0A137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937066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7B8310-BECF-4C53-8A82-4A525D14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9470C-EA13-4720-871C-B426632A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D10DD-EAF6-4CA4-B451-530E3703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86261-FEF3-4834-BF5C-21875967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0EBFC-E813-44BA-B288-53A17DA0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Wiring: Service mains - overhead and underground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3E071-4B7A-4096-AB37-3B3FCC38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Wiring: Service mains - overhead and unde...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E190C-841A-4E1D-9239-562ED65B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6561B-0085-4FB8-81DB-5F8FEEB5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762F36-3A25-40A8-A7BE-F1F7683E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A1D5A-4743-4FAB-B92F-ACE61B59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2146B-2563-4A88-B418-7E32E23D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073D9C-7050-4872-82BB-BB065B0A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2E8AE-39ED-4186-9D19-904085FA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BE4C6D-14AD-40F6-89DE-BE92BE70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AE6339-B16E-4772-865A-C1AA6716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6EA5D9-53F9-4072-93F9-727B1A48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676014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B708D1-071B-44A9-AF39-3FB8765C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D7E25D-C996-4C88-A0FA-FFC76798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77D0C-7AE2-498F-B8B1-C46045C8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53379-8E56-4A44-94D6-6B5387FF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1A617-34D8-4E87-882F-9F76165D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0445A-D3DD-4C4B-9FA1-F3BFD711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B41CE-DF7A-4156-99F3-66B4270A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F73AA-D839-4428-8D71-B028E239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3DB31-C44E-4E77-BB7F-DA78CD70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Wiring: Servi...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02C334-DCAA-4C16-B57A-FFCFFB10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F99C13-0C6C-4647-A7C7-FFBB4E1A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7698D-C0D9-46DE-A823-D2D19ACB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Wiring: Ser...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9D6313-B6D7-4230-B8C5-02A9D6AD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C10684-BA9E-4CF6-8065-1B8FDF27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61C76C-661B-45F6-9806-C03A571E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Wiring:...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F0D0F3-4B70-43E1-BD30-DDF9EDB7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99273-1142-4BDE-9124-9B9F1BDF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535AFB-CCCD-4DAF-8F99-2934609E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Wiring: Se...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DCD13F-9395-4C23-8AB2-2F58CCAC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29B735-DB8F-43F3-97F7-E41713BA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47037B-59FB-4082-9FBF-64A52E3F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Wiring: Servic...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EF21E7-220A-4569-9FD5-82D36F1B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0610CB-AEB0-4902-96CD-BD5685A5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929802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CBBDC1-331F-4AC1-B654-C6CBF257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36917-FC67-45A1-8BE7-CB8E65F2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15D30-8420-4CB3-B841-63D793FE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0588E-ACD0-411C-84AD-D6CFEEE2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B472B-44D5-4445-B23F-2985F0F8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C0798-EE7A-4E26-940A-4E418B23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3A9587-31A3-4939-B7AC-6378D7C7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CE380-FCE6-4F02-8CEA-B01E0352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D0E0D-51DE-4281-B49E-1B466135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D53732-9C74-484D-9DD4-6F862328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C2E723-72C5-4E63-B661-9567A91F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D1EBA1-B72C-48C3-AAA6-EC42B890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48FFE-FE54-4805-95DB-8B7A39C8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C5386C-52A4-40FD-A287-B8687FAE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9168A8-7F1E-4461-9843-28738C13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1391478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84CAE-ED56-4C6E-B88D-D8212A7F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6F0F4-1F21-4954-AD1D-BE091435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7ECC2-9B58-4D71-9584-61323785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50C95-420B-45EA-8583-CFD085B9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FB1CC-06EE-457D-B185-7BA82738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66ED9-528E-4BBA-B782-BD0DAE5C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Wiring: Service mains - overhead and underground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7D4E6-F4D7-4E2D-AF26-F4811EF4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492AE-0A43-4010-AE31-F6C1D7EE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8ED7B-5475-4386-90D4-2C539D04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47889-9A9D-41F3-96A3-402486A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73A22-B8C1-4358-BB73-FAF59CA9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60743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06FB80-96C3-446E-9801-CAA3E3FD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26123-1039-4F72-9099-E674FA41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9ECF5-31B1-4822-88F3-6A1EE52E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EFADA-5DB0-41A5-9BE3-3AC367A9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C2084-1923-40E2-B162-D0D5F79D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Types of wiring: Exposed to open space - wooden batten wiring and casing and capping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7DE7F-4268-42D8-98FC-7BBD87FF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Types of wiring: Exposed to open space -...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D079A-9580-4EA7-BD48-56159FA8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A38A9-588F-4BC1-A5D2-9699B660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33C37D-B7CA-40EE-84E1-A7EB7468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9A2EA7-4420-4563-BED2-26F528B4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39622-378F-4C61-A01B-F83B1DA5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DA91F8-B54E-47C6-8698-55D6076F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0947C-8FD9-4B9C-A326-43DE5576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08DA2-D855-4D01-8B90-61C7A453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69FAA9-4273-4BBE-9B35-5E18E094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E66FE4-9509-4FC6-B9BA-A67606AB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635337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3B394B-1081-4522-B760-9AC5FF97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B8F9F-FD8E-4F89-A1AF-937B2A94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45BD9-D916-4308-8CB3-425CD5C4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093A5-0976-4D42-B43C-5239CC11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3961F-5429-4FC8-989F-1C5940A5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C6454-856A-462E-BE1C-97B72683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60080-6DD7-459E-8DF1-5F23489E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9A2DB-BC92-4322-8825-0A6730C8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1BB449-9B03-49A3-8A77-E6648AAA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Types of wiri...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61A131-AD26-4643-A1EF-8509D3B9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D1330-C0F6-4A05-837A-E188B971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049B8-AD7A-4399-AA11-289107EE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Types of wi...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CAE65-3E23-41A3-944F-E6A0EE60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62AB6-CE4F-4339-83B2-AD728336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5F5433-8534-41E3-B095-CBF8F841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Types 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E0D73F-ABBC-4123-8CF3-977B0FED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FF67ED-5B86-4A34-8280-2985F4B2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82A04C-9745-4649-B76E-1A0D14BA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Types of w...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0863C9-4856-471F-917B-71B02781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9D9A06-35C7-4E1B-BB6E-9766B118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97BADF-7192-46D8-BCCF-3BEA8B90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Types of wirin...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D7E6FA-4BF5-43BD-9D6B-19B894D1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72A934-F104-4DBE-83A6-ABEFE485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482209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3CF75F-F9EE-4C79-8A8A-D436EAC1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A394C-5884-43CA-AF88-F03F4EA4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27A97-D3E0-4780-9015-6C4FFE71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D262D-C3E2-4388-8B11-D98B3973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E4C48-4D8C-47CB-9AFE-587C8B61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F966C-57AE-4F9E-8F73-21034660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D22CA-1DF5-44CF-A801-16F07459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7369C1-38C4-4693-8E9E-8DAD5EA9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EB79F-EAC8-4647-B641-2620C5DA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6C693-A6FE-4FA3-8754-7D93F4FC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F59382-3D67-4B3C-8555-CC4319AF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6523DA-3164-4BA9-A5F1-7F0441C0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B80F0D-53BB-436A-B8E3-1A091AA3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79652A-7FCE-48BA-9E22-00A2CD5D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5BFB5B-DDE6-4438-9B19-A17E0F17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869318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24545D-A687-4498-9141-6C4C807B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B1A74-BBC0-4BD5-93D6-77EA3BB4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E2CF0-9BFA-4470-AA88-3ABDD69D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138FB-4DBA-4B90-ADBA-00B9051B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4D804-D39B-479B-95AE-BBCDCE3F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CC954-2300-412F-B45A-4F558F25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Types of wiring: Exposed to open space - wooden batten wi...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26629-BA75-4772-BE7D-F64BE4F7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6EDE4-4E9E-4E57-A4C2-059C1B94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3A8B0-B8CA-4C70-AC9F-179AE9E9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C2030C-AB6B-43A1-9E87-B26420AC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2DB2B5-F5B8-4CD2-B13F-E79A9B9F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138764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E95D98-26E5-48D1-BE9B-EB4E113E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DBDD0-B54D-40E4-95E2-B7344206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A8767-3915-46F5-A923-B5C5D43C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82A13-FC17-4C5D-B5FB-D15C0EA1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4127D2-1C04-4C32-B587-D4E9ACA7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Concealed wiring: conduit wiring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740ED-61C1-4478-B0E8-35A75C7C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Concealed wiring: conduit wiring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CE35B-8E49-46E0-AAE8-3311FFF5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5A6235-64B2-4746-8FAD-C4F45444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F56929-1C31-45E5-A4E0-6026B236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16F799-1D0D-421D-B536-281D55B4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5D13A-4245-440E-A00E-E388E59E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529145-7DFE-459E-8B34-8064353D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C36A99-6025-4261-8160-EAE8FCB2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D2602-2460-4A5C-AFED-05E408F7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4F470A-5E5A-4825-9B8D-BCA15DB7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46E48-6517-4541-BD04-CEBA2193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58992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1F7C51-98FD-49B8-AC47-1CD9224F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A613A-E4C5-4E47-A07D-91321A6B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671D3-7C06-4552-AE81-329C4717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F0246-10EE-46CE-A747-BB61BFDD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2280E-DD73-4DF5-96D4-0AA2E07E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D86E5-E8F8-48C4-AAD0-D60B0ACE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440BB-803F-4691-ACCC-893DA7FC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A395F-C630-4BE1-8B01-531C9CD8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58EAC-6644-483B-9F31-BA8C0BCC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Concealed wir...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24DF5-D864-42A1-8847-63CD733C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0A6172-966B-4030-8A1C-203B5A7D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1FE03-0203-41B1-8AAB-344C71E9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Concealed w...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94F2C-103D-466D-B194-177ED346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7E388-9F35-4FD1-8512-AC4AF195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41135-EBB8-4EB4-A652-92C48711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Conceal...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3EEA61-BEFA-4869-A74F-F0C0AFD3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4BF9AD-755E-46D1-A239-725007A7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C64070-A89E-406B-B5DE-7464CA7F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Concealed...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1E6FEE-F9A4-4570-B26E-DA99965C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F9C656-0309-4DBA-9E8E-D5F95497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825C80-2572-4C26-97ED-6A24E46F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Concealed wiri...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159039-7B01-4F47-ADE3-53EAD436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6E178C-28B3-43EC-8D38-FCD2CDB5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643811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1F89F3-37E2-454F-BF6B-1779513F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5D92B-8934-4659-BC19-F3A3374B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73441-E8D9-413F-989C-CA1345EA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33255-07AC-4B54-8984-514965BA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71B14-0756-40D1-BE11-2CEB5775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0F34E-A14E-42AA-90E9-CCCDD860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7291D-7453-4A8C-B9F7-E16AFDA6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D2218-CA32-4358-9B38-41AEB805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7CC77-E0CA-4C8D-869B-4EACEAA9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56FE1E-2635-4FCE-9A2C-0F6BBB77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1CB969-4959-43DF-B3A9-A926DD0C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AEDD46-2268-4AAA-B968-802C50D7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21B45-C040-4422-AA81-F66CB6CF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532ECD-23C0-4F09-ACCB-6F9E4B25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C6225B-1362-4932-9223-BCA78FD2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521511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CFCAF-B02D-4244-AE31-286664AE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171F6-017A-4CC2-A9D4-229B8A0C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4D7AC-83D4-438A-93D3-AB932322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028F6-9055-487B-82F9-084E5E0C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9E294-C78F-412B-9D80-61EF1B84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88067-4D76-4E64-9823-484418F8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Concealed wiring: conduit wiring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1E7A6-A65F-472A-B037-635E74B8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42A7A-BFF2-48B7-84B9-6D9916AB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789E2-A120-46CD-BA6B-46AC3390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E80EBB-C277-4F03-9521-69371B4F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2246FC-1BC7-4656-9E03-BC11974F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748191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3896D1-E9A9-494C-9A9A-C356EEC6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1972A-0F37-4A80-9045-62A46767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EEF05-A895-4F41-BA40-E967433E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6C58E-D460-4C04-9636-C3559F45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50AFC-CAB6-440B-95B4-23364C23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Wiring for two-way and three-way control of 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88F93-A4DD-41AF-B5E7-54949D01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Wiring for two-way and three-way control...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7683A-CD33-413D-82B1-58AF0853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901A43-6BD2-4549-A974-D225430B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CEE68-E66E-4AD8-9336-26A4A569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D9344-A2F8-466C-808D-066C1802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0F4A96-C68D-410B-8BD8-7A1D9B8C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8C384E-8344-4155-982F-0B0C7609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34FFC1-44C3-4A2C-9EDA-EED133C9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C4E19F-6BAF-409E-B9DC-69528762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0C2B08-FA7F-4042-A7D8-106C1702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16A774-DA7C-4A07-9CA1-A8A0AC3D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886510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F16476-3A7D-4621-9255-2BC73283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F9FCC-BFE2-4848-A7F2-4E98DA88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2150C-8119-42A4-98B1-8BC995EE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D26E3-4870-42D6-97DB-5817FF60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77CEC-32E6-434D-9FC8-2039A6DE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8BF6E-6F25-4223-96BB-88EFF93F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61D02-C200-4EBD-B3BE-EE07CCCD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C4A5D-B7EF-419A-BD97-623671E0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777CD-301A-4EE7-91D6-669B5985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Wiring for tw...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E0FF1-A6B4-42C7-8B5A-77FB8F7F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9EB5FC-C4BD-4ECB-9BCB-CFD13C7F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316D1-2C4E-47CC-AB67-76772B07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Wiring for...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469680-AEFA-4118-8215-2C6B1736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18E95A-2E48-458C-AA31-2980FB54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F37AC0-A67B-40AE-86CA-BE303B67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Wiring...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9161F-5DE1-490C-8980-C96C69F9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ABE73-9DC6-4404-930C-9FDE2C46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9E2A93-016B-4125-A47D-F524789B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Wiring for...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90438C-A0B6-43AB-8693-C5C93D49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95CE87-B9FC-40BF-A167-8352464D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3514B4-66A8-47D1-A047-170A9FA5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Wiring for two...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E6A7C2-E85E-44FA-B5C6-339AE44C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38AAAE-8229-4397-B8F1-3572A5D1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5166474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6F97F2-A0BC-448E-A071-E729A927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EE980-C943-416F-AF4A-2FB49FF0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4CB7B-2A27-4F67-A3E4-65CE57C0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3D54E-092C-4DA1-B5B1-500061F5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1224C-0820-40DC-8473-9BD2DEC1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4B015-1A5D-46AA-91EF-4827E911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77BCD-CE83-4282-BB0F-931DB41F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5FA3C-C0D6-404C-A8D5-82BA30DC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B5FF1-9AC2-4D1F-9FA0-BA0F6879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63474-5350-45CB-84C1-8034ABE4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BB5D2-143D-4CBA-9A2A-F5605466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FD7C7C-6347-4D77-8353-E298D09F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46E0DF-873E-4BAD-A937-F7D36464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0E9029-BDDA-415A-91C1-7F2A6681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52961A-FDCA-4C2E-B3B2-A372B385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586612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2442E-FA24-484A-8E38-DAB841F1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E39C1-4471-486A-A544-BA9A5BDC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666D4-49A7-420E-A557-C3334BC3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0A5EB-ADF9-4FBE-B490-77A35825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4E1D4-0C84-42DF-8A7A-ECA80577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3AA3F-5A9F-4C32-BCE3-6B1FEDDA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Wiring for two-way and three-way control of load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48612D-5F70-4919-B0DA-3C27F20E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7560C-E8AD-49D6-A149-40A9FAB3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3402A-66E5-460C-BB5B-629107D8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369A81-D2FC-4998-932C-D0A5B49D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FD4D39-4DA4-4C04-A2E8-5F7351D7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8937495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20D5DE-9AF5-42FE-9BA3-D2FB3423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2EA0E-7F42-4580-827D-5173342C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B578D-C486-44F7-B3DC-3B9DA42C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DD2F3-B3D8-427B-B699-4A1C6534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1EBBE-8F59-4CEE-BA30-3726243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Bill: Power-rating of household connected loads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1CE25-38D1-4B71-8BFF-6CC16086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Bill: Power-rating of household connected...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D3396-ADD0-49C7-90E5-0F8E313D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53C46-1C64-431B-8F10-54827216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B5E3D-C0C1-4578-A45D-2637A0A0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3966B-4226-4A3D-A861-3BB6DF22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BE440F-97B8-4390-BE9C-77DEBE01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AC2FA-83D4-4A29-846C-A4545EC1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8C532-B096-4CAC-9103-6452B2D7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299B27-020B-4C5C-9CC3-E04ED1F5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9CC862-DD26-4934-8D63-4A8EE8A8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AC5BFD-3BD1-4CF8-8735-98FB1E28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8262884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D4B9A8-353E-488D-8FEA-101EA801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6E221-0319-4AD9-A92C-37B71726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2AC8F-E150-4248-98CB-6503985D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0E43C-1E22-4454-B856-178BBF53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3009E-BA19-408D-A7B9-B17515EE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8B8AD-0B66-4EC2-9CEC-1ED9EA70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99071-CE39-48CE-B387-CA7100C9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48E52-D02C-49BC-AA40-F280DB9C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C54E94-2C32-4AD0-BD7E-061943F8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Bill: Power-r...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E6927-3202-4B6C-BBED-69B3A294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6FCEE2-6978-46F1-A13E-56F691D4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7835E-DEAC-4A73-AF1A-A32902C2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Bill: Power...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6354E3-E753-4218-A3C5-CD90A95A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37D4EC-E80F-46E3-86F2-CE2A518B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89BF7F-41BE-4598-B6C6-5B07A690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Bill: P...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3EE25-DB35-4F61-9689-D117ED48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20B762-3502-4456-937C-7D656348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6FE4D3-16C1-49BC-AF9D-F518A7D7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Bill: Powe...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763E22-2DC8-47ED-86CB-998AB6B1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A7206F-250E-43D0-AA3A-0F312BB9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1A25BD-2663-437C-B368-297395D7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Bill: Power-ra...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572E56-8EEE-475F-BD4F-DE6C8D96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85946F-E4F5-4402-9B8F-CD2C5CFB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2426189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523343-F30D-4D06-B17B-EAB1210F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63DE0-5750-4388-BF77-36E33778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FBF07-C2C3-4737-BFD3-122C49D4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5D733-1AEA-4054-A512-11A52CE4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71BFE-DFCB-47CF-85B0-C25665D9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67690-447A-4141-8505-D8FF241C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0CF56-DC22-4C50-A3D5-FF3A3A86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32A12E-FA1E-45C8-B1C7-FB16338F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A726D-D319-49BF-A7E4-B5EAC716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387A50-57E0-40C7-9656-217FC123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3FEDC-AC3A-47F0-AB31-D9311070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9C3139-6EA9-4BE0-80B4-FFE5D8E9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741BA-3ACB-4E50-94C9-35A268A6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EAF342-6572-4685-99F9-539A9E12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9A216B-1AED-4C0F-A3E7-1073682F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9080775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CE49EC-DE3C-4FB0-BD5C-F20D2A5E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6FD26-F0CA-4161-919A-44EEC60F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CC507-9B5F-4562-92F9-7E88D127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F1D26-4174-4311-BE30-9BB74D59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70BB2-7A94-41E5-B9ED-1239348B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639146-AEED-4659-8D19-1EBFBDB1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Bill: Power-rating of household connected loads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1CE60-4648-4694-A4E3-CED79ECF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499F7-B9EB-4903-8F10-EF074EE4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30A05-AE57-4817-9C0E-9738F5EE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6A111E-F44E-4489-8E8E-8A2A45C0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4E9B1-5DA2-4D2F-8894-8D0A08AC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0642993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21094E-39D5-4A4F-9ECB-0EA9AA73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C95CE-5492-45B8-9EE9-A590281B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C2742-F20E-4C54-96A6-A1AFBBA8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CEECA-AEB6-4716-99B8-C4DC35B7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98004-CDFE-4C5A-911D-526FAAA5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Practical unit of measuring energy, energy expressed for commercial purposes - Unit, its definition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FC4CE-7411-45D7-8C41-E396DD76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Practical unit of measuring energy, energ...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9910E-073D-41C9-B0ED-85E2270D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E7692-88BD-4524-991F-C077FA1B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6CABF-24C9-48ED-B9DC-FE0DC677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FC3F29-0527-40E1-BF55-634D8CDB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0B7F7A-6936-4C53-BB12-93B642A5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6B1763-2A85-496F-B45F-BA2EE381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77FC9-95A3-47D8-A0A1-56BAB954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491E1D-F699-40DB-A614-1482FB79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3174C6-EA7E-41E7-9ACF-426501CD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07FAF8-186F-4E24-859B-436CB6E4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6655138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7E9680-3A1C-40E6-8BCF-A6219B36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64B25-05EB-4FF6-9CA6-780D95E0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7B499-53A2-463E-B941-DB8E72BB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921C4-5DED-45BC-B741-FE703527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69843-E849-414F-9ECD-03000A67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3293C-5094-469A-B0F2-0C5B682D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DF788-20FB-4B27-B3F5-E4BE2531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0C132-D11C-48F1-B83A-BDA66E57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1AA5A-7F28-4942-8CC0-C68340C9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Practical uni...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ABC09-83EE-4FB3-852A-A22EC46B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4ABE7E-B126-4BB4-A0E8-CB220ACF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D3EA41-B7CB-4333-88C9-E311A8F8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Practical u...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DB31AE-8706-4C83-BDC1-DC100186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4C6243-3733-498D-870F-60507AAD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4E4B46-2B66-4BCA-9867-8482F3E6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Practic...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4C6483-E665-4480-96BB-786CDFBC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31430E-4EA3-4B3C-B2D5-CABF6F2E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34E80B-73F4-4EDB-B18B-A46206BD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Practical...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6AB212-3637-42BB-BE85-98E0E6E7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CEEF58-F8D9-43F3-BF14-9FC06AC1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BF0BC8-62EA-4DB2-AD99-1A074E3A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Practical unit...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B5E069-B334-4122-B17A-D3C849DA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94EC5C-441A-45DC-A1B5-E880783B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1060467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816DBD-3C80-44F9-B93B-4AE5D843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2D2AB-3691-41DA-8566-1D1C3329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E447B-BDD8-4CC7-8172-8A2EC64E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95D27-200E-47CC-BF4C-E1E32ED2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88446-7C77-4DB2-BD47-BCE9E205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D6A18-C7AD-440E-B3BB-D4B83FE9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00AB5A-7BF7-412B-9FE0-17B5F09E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AF7DB-FEEF-42AE-B5CF-7C1241E5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CC9D5-DCC9-4257-B8D7-9C7771B6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51CE75-69B4-4CA2-A625-1258348D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D92FC-AE56-4EF7-BCEB-CEA2E733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4D5EE-8131-424F-A7D8-6B9ADD15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7C94C9-C501-4A1D-A507-AD0EFF42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9EF4C9-11C1-470B-85F7-41B6340B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6F5F10-9746-486C-A659-59A3361B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2546786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7DCAA-1CE7-4894-B8BD-B2300C43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58019-C100-4F1A-8197-356B3B16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3972D-79C4-4D60-A718-AC83AA3D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1296D-84BD-4C2F-A20D-BC1C0495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EC6DF-1E1B-4593-B763-FB01F904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642AF-62CE-4305-A4F0-2ED24B0E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Practical unit of measuring energy, energy expressed for...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4E85F-AB3C-4A40-8A4C-9DFABB00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A5DE5-AEB0-4F96-9789-A6682461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5BD26-9EF5-4C1F-BE58-4F7E54DF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4C894-C44D-43E1-A7B4-368AAEBD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055406-1264-4A86-8F09-F2828C45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4100603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1753FF-3427-46B3-A2CE-351E9B92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73BEA-78FD-4A18-92FB-63586292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82976-DD14-44C4-BDE4-76DA71E6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F9E4D-B584-4376-9D0A-0F8D3602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A9F9C-C163-4EC5-B7DD-EF4FA947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Electricity bill [as per Electricity Supply Companies (escoms )]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EF505-CFA9-40F6-86D2-2D443A8A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Electricity bill [as per Electricity Supp...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7DA36-6441-43A2-A92A-445B946E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9FDED-21D2-418F-8983-5AE96796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24468-057A-46E7-85C4-0EF99055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2F4181-3FF2-474E-957D-6B07067B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9CA2B-C764-4965-B590-BD7EA17C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747A82-23DF-4EFA-9081-5F66C32B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334528-08D7-4221-862A-2283BA20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B70530-3E5F-4CEA-93BC-C92BE35F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DA8FA0-8012-47C9-8E32-F1DDB7C3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1455A0-DDCC-4EB6-B5FD-1F964603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7266925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1433CA-A80C-4889-B2E4-13ECC54A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827EA-874A-4101-A30C-77167130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91F2D-A2F5-432B-9325-224A64DA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D7C56-BB78-49F7-899B-456D3DCB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18785-CC78-4A38-8F67-4208B275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FDF8B-3333-4BDF-9A95-1D58CD4F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9F51A-2CA2-4C4C-B48C-5E0D056C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B33F0-94EB-4A21-8B9D-697DAAB4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4B58AD-362E-47C1-9B42-B22A4A2C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Electricity b...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8E5441-DD14-443C-87CB-955202A0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ED37D8-6AB7-4EAA-BD6F-83871D65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C922A-C437-49B6-AC21-8F140E50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Electricity...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5BF7D-0778-45D0-A720-6ACF8F78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393AA-7113-410A-9B5D-FF5A53A3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34F441-E171-49BD-B890-02996B5A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Electri...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710738-3202-4320-8DE1-812DB5EA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622ED9-1CC3-4A05-83D7-413DEDC6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EBD065-4696-4D40-9EEB-8C513F1E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Electricit...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84D43E-06EE-4388-BCD7-5B41D9CB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255003-3155-47FF-A2A8-99B87D30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A7F3D9-E44D-450D-9154-2873962C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Electricity bi...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521D52-5B07-4E53-9098-A3D9CD5F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23A5B0-D495-406B-A08F-6940D959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9605213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C0E53A-F517-4195-B18F-5AFC642C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B0681-DB58-4842-912B-D8BF8908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5554B-981F-4437-AC55-F8491B94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574FB-FC08-4353-B8AC-1DD32927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13CD31-7543-451D-B4FB-E6A4A605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A321D-3B32-48A3-AB64-3698F843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52157-D59D-4718-BEED-2F90E49A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63368-D20E-4941-B728-517B2D7B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E20D5-7CFD-4465-AFE5-C78B06ED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45B550-301C-473B-AE8B-E0B4085A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0E12CB-02B0-43E1-8325-218D164E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B3F31-AF30-4288-8AF9-608699BD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B75EEB-0824-475F-AF6B-BBE5D3F5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5DFE15-4F7B-4F72-822E-D2512E35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FC23F6-B8A1-4DF9-9FE9-10B6B12E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7151817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5E0CA3-4DC3-4567-885D-A7DCEB79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7036B-CA15-4F10-AE58-B4EF9634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0D78D-876A-4D7A-8AAE-DF49BB27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6088D-AB3E-4A47-80C5-F3C5C16A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33F71-EB3D-42D8-86A0-F61C7A21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7946D-C3EE-4FDF-9F51-EBC6CA9E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Electricity bill [as per Electricity Supply Companies (es...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E074A-229B-40AC-992B-1281E286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EF372-96A0-426D-A970-41D3F52A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DF067F-86EB-42D8-BDB8-DB1276EC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538EB9-E702-489A-9F5D-80D5DA12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E318EE-7CA7-4397-AFEC-AA1BC865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2725866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7C25D1-4ADB-4FB1-864D-D756A5B6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65FF3-0EBC-4734-A523-25E37BE1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F52E3-B7AD-4A43-99CA-7A0B72B3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F06E5-FE9E-4194-98A5-E86F655A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1D2F4-EC72-44A2-8EB0-496263B7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Tariff method considered: two -part tariff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AD101-DC5E-4F96-90E9-D4D52E89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Tariff method considered: two -part tariff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43C5A-2D03-4A68-8389-5C7C2503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4A33A-D130-4D62-896E-8EBDE9F3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A5475-DE00-4FA0-AEB0-FF3D346F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E737B-C505-4E7D-BB99-8808E234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787E2A-B24A-44DB-AF10-EBA95913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CEE396-A94F-4A5D-BCDF-A49365C2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723B3B-7567-4EA1-B689-B2EDD761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27C599-FFA7-4441-8C1C-0EAC1A57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A5C8C5-3681-4556-A1DA-936105AD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452F16-AE4E-45D2-BDB1-3A4C24D6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6635798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B2E986-D2DB-43F2-85E9-583AB58D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14470-4923-4992-9340-48822CEB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5F5A6-F809-4E62-B430-DA1415C8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2B798-845E-4E46-9FD4-801E5790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0CBAE-65E4-412B-A690-25B971FD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235B3-EAD1-4B76-8ACC-B5276149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0EBD6-03D4-4880-A698-B3CA797D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5A7F2-54B2-4AD5-83D4-EA572722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9C9E06-A176-4135-AC8B-1225DFED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Tariff method...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77851A-C2AB-43EE-A10B-2B8D5DAC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A1EABB-1529-4305-B702-DB888BCA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5C12DD-0E6D-413F-8894-153B7131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Tariff meth...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F13CB7-CEF6-4FE0-B4E9-A1E4B2F0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701D67-095E-4E58-9A0E-DB011B5E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D7502-2697-472C-932F-FF67870D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Tariff...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6390C9-F829-44C5-A70E-8F869571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C32E5-4E9B-4BBA-80BE-0B8ACEFC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CD8544-ABA1-4FF5-B960-36847247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Tariff met...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9EE5FA-1EBB-419D-99EB-EEAE9377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E7E0BA-6F88-4C93-BE5D-1520DD13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6AE84C-C018-4A5A-8B1D-941B3EF4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Tariff method...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0C28A7-A227-4159-931D-BBBBFE5C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913E53-598E-4379-B7FE-060B78F4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9512828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794E47-21A0-4672-A641-24380900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C6422-91CD-42C1-A795-32FCE60C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1EA90-BED6-46ED-BBB8-62F87236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F97E43-E426-42EE-BD55-35AFCF07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00D89-B444-4D15-BCD8-C7A7B81B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F4B46-3FFB-4D58-AD83-3386B993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3E52C-A676-414D-9D79-540BCEF1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07B8A6-2210-4389-A2D0-C2398960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201A2-0FA3-4770-ABA7-16DCD0C2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AAEBD-0947-453D-B890-CF5663F2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16BCF-FFF6-4AA8-92F7-D091CC7A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DB93C-4392-4FE6-9F71-5ECB10CF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E917FF-2B07-4866-8A10-D39AE639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AC5EE4-2800-4FAD-8027-60793E5A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BB52EE-3398-492D-B47B-7DA0139E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1924556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A2F49-8824-420D-83BE-F03184E2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06D3C-BB03-4A17-8BA4-10E30DFF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56C04-D8B1-4BF5-9649-39D8C37C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01049-C625-4446-AEC7-DBAAEEA5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B8DC5-13EC-4420-8865-C040A292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53834-0735-435E-83C5-868EDAA0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Tariff method considered: two -part tariff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5F600-42EE-4E23-93A1-AC60EA3C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CC7895-7ABD-4B90-8D50-1C21AB37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2ACFE8-52C1-4B1D-ABAE-0852C6D0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D8704-2031-4574-B16C-8D244E2F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2A655-E4DD-461F-A298-F9462357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907710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301D6-B556-471E-AE2E-C5CDBB3D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1EC7D-981A-4F1C-8951-37C2002E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5ABAD-8C6E-4142-A98D-3EBA98A2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079EF-CDCB-497B-B5EF-35A47C2C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1C0D9-A53F-4140-A524-FDBB466E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F541E-DE4D-46F5-B489-53016BF6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5823594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576DE-2974-4A4B-83E2-1548133D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ADF06-B45C-496A-A2CF-9DCCDC1B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023087-65A1-489A-BC71-3DCAF9DA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05D05-554C-4FC9-AC43-8BA1936E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6F57C-A433-42BD-BE8F-45A9063E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Domestic: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Wiring: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Service: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mains: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overhead: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AC17F-A012-4027-BB51-F8A7B7F5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0610291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A65C8-2841-4C91-BD9C-1F95969A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AF452-AA8E-40C7-9947-0B2CFFCD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D6371-5321-4654-ACBD-56091606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9312D7-DEBE-4D0B-B22E-725FC771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27EF9-4DD8-4005-90EE-4AE879B4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Input/source: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Component role: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Circuit/system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Waveform/output: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23B41-213C-4195-BC07-7B2E124A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2809844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814807-9188-4FBD-8A37-1A2EAA1E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4F440C-8640-4890-B624-C1069A70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514E5-3941-4A0F-8418-2DCB135B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18BF9-93FB-4235-BDCD-C673A55A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88C0E-BD56-465E-852B-9894735A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Naming components without explaining their effect on voltage, current, signal, or power.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D0922-D5B0-49FD-BD4A-6D791752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0124263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C48B5-8704-4267-A9DA-CA4F946D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F9EDC-7951-4E06-B1AD-8F36043D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F12D4-03F2-484A-B161-8FF8DF87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C0B07-3E93-4288-9862-45F3028B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4B9287-76CD-4D9D-A94B-4B8BAD26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Wiring: Service mains - overhead and underground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Types of wiring: Exposed to open space - wooden batten wiring and casin...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Concealed wiring: conduit wiring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Wiring for two-way and three-way control of load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Bill: Power-rating of household connected loads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D2653-5EBF-4178-8214-7F53AB00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7F6D0-2B7C-453A-B7AD-D399285B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CD909-0010-4A8C-A24E-73DA3B56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389298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2026-08-24T16:02:23.1570000Z</dcterms:created>
  <dcterms:modified xsi:type="dcterms:W3CDTF">2026-08-24T16:02:23.1570000Z</dcterms:modified>
</coreProperties>
</file>