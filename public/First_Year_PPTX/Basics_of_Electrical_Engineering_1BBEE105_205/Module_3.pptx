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281fc45d9467a" /><Relationship Type="http://schemas.openxmlformats.org/officeDocument/2006/relationships/extended-properties" Target="/docProps/app.xml" Id="R6edab28cb04748e9" /><Relationship Type="http://schemas.openxmlformats.org/officeDocument/2006/relationships/officeDocument" Target="/ppt/presentation.xml" Id="Rd088f983ecd64d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6412198c548ab"/>
  </p:sldMasterIdLst>
  <p:notesMasterIdLst>
    <p:notesMasterId xmlns:r="http://schemas.openxmlformats.org/officeDocument/2006/relationships" r:id="R72a94a3dc0c54a84"/>
  </p:notesMasterIdLst>
  <p:sldIdLst>
    <p:sldId xmlns:r="http://schemas.openxmlformats.org/officeDocument/2006/relationships" id="256" r:id="Racf62e8d83734116"/>
    <p:sldId xmlns:r="http://schemas.openxmlformats.org/officeDocument/2006/relationships" id="257" r:id="R41d24fc0e7334d31"/>
    <p:sldId xmlns:r="http://schemas.openxmlformats.org/officeDocument/2006/relationships" id="258" r:id="R740fd0fa1f124a41"/>
    <p:sldId xmlns:r="http://schemas.openxmlformats.org/officeDocument/2006/relationships" id="259" r:id="Rd17d8a62901e43a8"/>
    <p:sldId xmlns:r="http://schemas.openxmlformats.org/officeDocument/2006/relationships" id="260" r:id="Rc10da2aa0ba6426b"/>
    <p:sldId xmlns:r="http://schemas.openxmlformats.org/officeDocument/2006/relationships" id="261" r:id="Ree4dfbe5a2b84047"/>
    <p:sldId xmlns:r="http://schemas.openxmlformats.org/officeDocument/2006/relationships" id="262" r:id="R97f05fe582a540e3"/>
    <p:sldId xmlns:r="http://schemas.openxmlformats.org/officeDocument/2006/relationships" id="263" r:id="Rc2bd9e5169394660"/>
    <p:sldId xmlns:r="http://schemas.openxmlformats.org/officeDocument/2006/relationships" id="264" r:id="Rfe59e11de3b346a2"/>
    <p:sldId xmlns:r="http://schemas.openxmlformats.org/officeDocument/2006/relationships" id="265" r:id="R1147ceb04f4540b0"/>
    <p:sldId xmlns:r="http://schemas.openxmlformats.org/officeDocument/2006/relationships" id="266" r:id="R90f47ea7dd614689"/>
    <p:sldId xmlns:r="http://schemas.openxmlformats.org/officeDocument/2006/relationships" id="267" r:id="R90e195b7da4a4af8"/>
    <p:sldId xmlns:r="http://schemas.openxmlformats.org/officeDocument/2006/relationships" id="268" r:id="R0512485dc0474055"/>
    <p:sldId xmlns:r="http://schemas.openxmlformats.org/officeDocument/2006/relationships" id="269" r:id="R6b31ee531fd743de"/>
    <p:sldId xmlns:r="http://schemas.openxmlformats.org/officeDocument/2006/relationships" id="270" r:id="Rf1ce9614c2674dc8"/>
    <p:sldId xmlns:r="http://schemas.openxmlformats.org/officeDocument/2006/relationships" id="271" r:id="Re976ed8822044595"/>
    <p:sldId xmlns:r="http://schemas.openxmlformats.org/officeDocument/2006/relationships" id="272" r:id="R3c927087b6854585"/>
    <p:sldId xmlns:r="http://schemas.openxmlformats.org/officeDocument/2006/relationships" id="273" r:id="R13e24b3516f3416b"/>
    <p:sldId xmlns:r="http://schemas.openxmlformats.org/officeDocument/2006/relationships" id="274" r:id="R6c6a1cd25dd14372"/>
    <p:sldId xmlns:r="http://schemas.openxmlformats.org/officeDocument/2006/relationships" id="275" r:id="R5f6b24fc8e32447d"/>
    <p:sldId xmlns:r="http://schemas.openxmlformats.org/officeDocument/2006/relationships" id="276" r:id="Ref3391f1a37345b6"/>
    <p:sldId xmlns:r="http://schemas.openxmlformats.org/officeDocument/2006/relationships" id="277" r:id="R6c7e0104419844e6"/>
    <p:sldId xmlns:r="http://schemas.openxmlformats.org/officeDocument/2006/relationships" id="278" r:id="R123af3f3a63b4d1a"/>
    <p:sldId xmlns:r="http://schemas.openxmlformats.org/officeDocument/2006/relationships" id="279" r:id="R2a83478febe74b61"/>
    <p:sldId xmlns:r="http://schemas.openxmlformats.org/officeDocument/2006/relationships" id="280" r:id="R8ade2c3a01aa4fdb"/>
    <p:sldId xmlns:r="http://schemas.openxmlformats.org/officeDocument/2006/relationships" id="281" r:id="R28a8bbbf55a94084"/>
    <p:sldId xmlns:r="http://schemas.openxmlformats.org/officeDocument/2006/relationships" id="282" r:id="Rc1ea6a9dd3ff42aa"/>
    <p:sldId xmlns:r="http://schemas.openxmlformats.org/officeDocument/2006/relationships" id="283" r:id="Rc74ba91ecdf04075"/>
    <p:sldId xmlns:r="http://schemas.openxmlformats.org/officeDocument/2006/relationships" id="284" r:id="R0e6c613bf2374c07"/>
    <p:sldId xmlns:r="http://schemas.openxmlformats.org/officeDocument/2006/relationships" id="285" r:id="R81eeccb02e254cff"/>
    <p:sldId xmlns:r="http://schemas.openxmlformats.org/officeDocument/2006/relationships" id="286" r:id="Rb359b2d97e4b48ce"/>
    <p:sldId xmlns:r="http://schemas.openxmlformats.org/officeDocument/2006/relationships" id="287" r:id="R51fce6a9dfbe478f"/>
    <p:sldId xmlns:r="http://schemas.openxmlformats.org/officeDocument/2006/relationships" id="288" r:id="R69c3a583c21b4ecd"/>
    <p:sldId xmlns:r="http://schemas.openxmlformats.org/officeDocument/2006/relationships" id="289" r:id="R9138d870868b4e1e"/>
    <p:sldId xmlns:r="http://schemas.openxmlformats.org/officeDocument/2006/relationships" id="290" r:id="R94e51c5660d14908"/>
    <p:sldId xmlns:r="http://schemas.openxmlformats.org/officeDocument/2006/relationships" id="291" r:id="R9e50d142f67844c5"/>
    <p:sldId xmlns:r="http://schemas.openxmlformats.org/officeDocument/2006/relationships" id="292" r:id="Rf577a9695c5c4296"/>
    <p:sldId xmlns:r="http://schemas.openxmlformats.org/officeDocument/2006/relationships" id="293" r:id="R18e1e91c93f04e3c"/>
    <p:sldId xmlns:r="http://schemas.openxmlformats.org/officeDocument/2006/relationships" id="294" r:id="R5e8e0323963a4c2c"/>
    <p:sldId xmlns:r="http://schemas.openxmlformats.org/officeDocument/2006/relationships" id="295" r:id="Rb21541234a9247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71167769cb497b" /><Relationship Type="http://schemas.openxmlformats.org/officeDocument/2006/relationships/slideMaster" Target="/ppt/slideMasters/slideMaster1.xml" Id="R9746412198c548ab" /><Relationship Type="http://schemas.openxmlformats.org/officeDocument/2006/relationships/notesMaster" Target="/ppt/notesMasters/notesMaster1.xml" Id="R72a94a3dc0c54a84" /><Relationship Type="http://schemas.openxmlformats.org/officeDocument/2006/relationships/presProps" Target="/ppt/presProps.xml" Id="R6fe9ebb1373f4dd3" /><Relationship Type="http://schemas.openxmlformats.org/officeDocument/2006/relationships/tableStyles" Target="/ppt/tableStyles.xml" Id="Reabc722b61574776" /><Relationship Type="http://schemas.openxmlformats.org/officeDocument/2006/relationships/slide" Target="/ppt/slides/slide1.xml" Id="Racf62e8d83734116" /><Relationship Type="http://schemas.openxmlformats.org/officeDocument/2006/relationships/slide" Target="/ppt/slides/slide2.xml" Id="R41d24fc0e7334d31" /><Relationship Type="http://schemas.openxmlformats.org/officeDocument/2006/relationships/slide" Target="/ppt/slides/slide3.xml" Id="R740fd0fa1f124a41" /><Relationship Type="http://schemas.openxmlformats.org/officeDocument/2006/relationships/slide" Target="/ppt/slides/slide4.xml" Id="Rd17d8a62901e43a8" /><Relationship Type="http://schemas.openxmlformats.org/officeDocument/2006/relationships/slide" Target="/ppt/slides/slide5.xml" Id="Rc10da2aa0ba6426b" /><Relationship Type="http://schemas.openxmlformats.org/officeDocument/2006/relationships/slide" Target="/ppt/slides/slide6.xml" Id="Ree4dfbe5a2b84047" /><Relationship Type="http://schemas.openxmlformats.org/officeDocument/2006/relationships/slide" Target="/ppt/slides/slide7.xml" Id="R97f05fe582a540e3" /><Relationship Type="http://schemas.openxmlformats.org/officeDocument/2006/relationships/slide" Target="/ppt/slides/slide8.xml" Id="Rc2bd9e5169394660" /><Relationship Type="http://schemas.openxmlformats.org/officeDocument/2006/relationships/slide" Target="/ppt/slides/slide9.xml" Id="Rfe59e11de3b346a2" /><Relationship Type="http://schemas.openxmlformats.org/officeDocument/2006/relationships/slide" Target="/ppt/slides/slide10.xml" Id="R1147ceb04f4540b0" /><Relationship Type="http://schemas.openxmlformats.org/officeDocument/2006/relationships/slide" Target="/ppt/slides/slide11.xml" Id="R90f47ea7dd614689" /><Relationship Type="http://schemas.openxmlformats.org/officeDocument/2006/relationships/slide" Target="/ppt/slides/slide12.xml" Id="R90e195b7da4a4af8" /><Relationship Type="http://schemas.openxmlformats.org/officeDocument/2006/relationships/slide" Target="/ppt/slides/slide13.xml" Id="R0512485dc0474055" /><Relationship Type="http://schemas.openxmlformats.org/officeDocument/2006/relationships/slide" Target="/ppt/slides/slide14.xml" Id="R6b31ee531fd743de" /><Relationship Type="http://schemas.openxmlformats.org/officeDocument/2006/relationships/slide" Target="/ppt/slides/slide15.xml" Id="Rf1ce9614c2674dc8" /><Relationship Type="http://schemas.openxmlformats.org/officeDocument/2006/relationships/slide" Target="/ppt/slides/slide16.xml" Id="Re976ed8822044595" /><Relationship Type="http://schemas.openxmlformats.org/officeDocument/2006/relationships/slide" Target="/ppt/slides/slide17.xml" Id="R3c927087b6854585" /><Relationship Type="http://schemas.openxmlformats.org/officeDocument/2006/relationships/slide" Target="/ppt/slides/slide18.xml" Id="R13e24b3516f3416b" /><Relationship Type="http://schemas.openxmlformats.org/officeDocument/2006/relationships/slide" Target="/ppt/slides/slide19.xml" Id="R6c6a1cd25dd14372" /><Relationship Type="http://schemas.openxmlformats.org/officeDocument/2006/relationships/slide" Target="/ppt/slides/slide20.xml" Id="R5f6b24fc8e32447d" /><Relationship Type="http://schemas.openxmlformats.org/officeDocument/2006/relationships/slide" Target="/ppt/slides/slide21.xml" Id="Ref3391f1a37345b6" /><Relationship Type="http://schemas.openxmlformats.org/officeDocument/2006/relationships/slide" Target="/ppt/slides/slide22.xml" Id="R6c7e0104419844e6" /><Relationship Type="http://schemas.openxmlformats.org/officeDocument/2006/relationships/slide" Target="/ppt/slides/slide23.xml" Id="R123af3f3a63b4d1a" /><Relationship Type="http://schemas.openxmlformats.org/officeDocument/2006/relationships/slide" Target="/ppt/slides/slide24.xml" Id="R2a83478febe74b61" /><Relationship Type="http://schemas.openxmlformats.org/officeDocument/2006/relationships/slide" Target="/ppt/slides/slide25.xml" Id="R8ade2c3a01aa4fdb" /><Relationship Type="http://schemas.openxmlformats.org/officeDocument/2006/relationships/slide" Target="/ppt/slides/slide26.xml" Id="R28a8bbbf55a94084" /><Relationship Type="http://schemas.openxmlformats.org/officeDocument/2006/relationships/slide" Target="/ppt/slides/slide27.xml" Id="Rc1ea6a9dd3ff42aa" /><Relationship Type="http://schemas.openxmlformats.org/officeDocument/2006/relationships/slide" Target="/ppt/slides/slide28.xml" Id="Rc74ba91ecdf04075" /><Relationship Type="http://schemas.openxmlformats.org/officeDocument/2006/relationships/slide" Target="/ppt/slides/slide29.xml" Id="R0e6c613bf2374c07" /><Relationship Type="http://schemas.openxmlformats.org/officeDocument/2006/relationships/slide" Target="/ppt/slides/slide30.xml" Id="R81eeccb02e254cff" /><Relationship Type="http://schemas.openxmlformats.org/officeDocument/2006/relationships/slide" Target="/ppt/slides/slide31.xml" Id="Rb359b2d97e4b48ce" /><Relationship Type="http://schemas.openxmlformats.org/officeDocument/2006/relationships/slide" Target="/ppt/slides/slide32.xml" Id="R51fce6a9dfbe478f" /><Relationship Type="http://schemas.openxmlformats.org/officeDocument/2006/relationships/slide" Target="/ppt/slides/slide33.xml" Id="R69c3a583c21b4ecd" /><Relationship Type="http://schemas.openxmlformats.org/officeDocument/2006/relationships/slide" Target="/ppt/slides/slide34.xml" Id="R9138d870868b4e1e" /><Relationship Type="http://schemas.openxmlformats.org/officeDocument/2006/relationships/slide" Target="/ppt/slides/slide35.xml" Id="R94e51c5660d14908" /><Relationship Type="http://schemas.openxmlformats.org/officeDocument/2006/relationships/slide" Target="/ppt/slides/slide36.xml" Id="R9e50d142f67844c5" /><Relationship Type="http://schemas.openxmlformats.org/officeDocument/2006/relationships/slide" Target="/ppt/slides/slide37.xml" Id="Rf577a9695c5c4296" /><Relationship Type="http://schemas.openxmlformats.org/officeDocument/2006/relationships/slide" Target="/ppt/slides/slide38.xml" Id="R18e1e91c93f04e3c" /><Relationship Type="http://schemas.openxmlformats.org/officeDocument/2006/relationships/slide" Target="/ppt/slides/slide39.xml" Id="R5e8e0323963a4c2c" /><Relationship Type="http://schemas.openxmlformats.org/officeDocument/2006/relationships/slide" Target="/ppt/slides/slide40.xml" Id="Rb21541234a9247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b17f342609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279fe2f928416a" /><Relationship Type="http://schemas.openxmlformats.org/officeDocument/2006/relationships/notesMaster" Target="/ppt/notesMasters/notesMaster1.xml" Id="R40bca0955ccf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cc04081d26455a" /><Relationship Type="http://schemas.openxmlformats.org/officeDocument/2006/relationships/notesMaster" Target="/ppt/notesMasters/notesMaster1.xml" Id="R4bf0cd11b71b4a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733e9c79134f86" /><Relationship Type="http://schemas.openxmlformats.org/officeDocument/2006/relationships/notesMaster" Target="/ppt/notesMasters/notesMaster1.xml" Id="Rd64906a4a22245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4ab544234d4ffb" /><Relationship Type="http://schemas.openxmlformats.org/officeDocument/2006/relationships/notesMaster" Target="/ppt/notesMasters/notesMaster1.xml" Id="R48543b3fa5834f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77c4b2a0454a6b" /><Relationship Type="http://schemas.openxmlformats.org/officeDocument/2006/relationships/notesMaster" Target="/ppt/notesMasters/notesMaster1.xml" Id="Rdf7055a1ee17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402bc17b47424f" /><Relationship Type="http://schemas.openxmlformats.org/officeDocument/2006/relationships/notesMaster" Target="/ppt/notesMasters/notesMaster1.xml" Id="R81508830350f4e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705b8d6c1042c3" /><Relationship Type="http://schemas.openxmlformats.org/officeDocument/2006/relationships/notesMaster" Target="/ppt/notesMasters/notesMaster1.xml" Id="Rb906879edc9642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513f71c14b41e2" /><Relationship Type="http://schemas.openxmlformats.org/officeDocument/2006/relationships/notesMaster" Target="/ppt/notesMasters/notesMaster1.xml" Id="R1817a31c12b246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223782b55f4902" /><Relationship Type="http://schemas.openxmlformats.org/officeDocument/2006/relationships/notesMaster" Target="/ppt/notesMasters/notesMaster1.xml" Id="Rca3075738fc249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619ba4c50c46cd" /><Relationship Type="http://schemas.openxmlformats.org/officeDocument/2006/relationships/notesMaster" Target="/ppt/notesMasters/notesMaster1.xml" Id="R0c8742d936d84b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c16b7ebe4e4355" /><Relationship Type="http://schemas.openxmlformats.org/officeDocument/2006/relationships/notesMaster" Target="/ppt/notesMasters/notesMaster1.xml" Id="Rfd0f37f89fd44d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33a56b8cf54fbc" /><Relationship Type="http://schemas.openxmlformats.org/officeDocument/2006/relationships/notesMaster" Target="/ppt/notesMasters/notesMaster1.xml" Id="R038043ff604f49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3a9d7bdd464780" /><Relationship Type="http://schemas.openxmlformats.org/officeDocument/2006/relationships/notesMaster" Target="/ppt/notesMasters/notesMaster1.xml" Id="Rf16898db5da34c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ed6e52844b43e5" /><Relationship Type="http://schemas.openxmlformats.org/officeDocument/2006/relationships/notesMaster" Target="/ppt/notesMasters/notesMaster1.xml" Id="R56f2f7ec96f14a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94211ebf454fcc" /><Relationship Type="http://schemas.openxmlformats.org/officeDocument/2006/relationships/notesMaster" Target="/ppt/notesMasters/notesMaster1.xml" Id="R8407bb82c4474a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4258bb6d874083" /><Relationship Type="http://schemas.openxmlformats.org/officeDocument/2006/relationships/notesMaster" Target="/ppt/notesMasters/notesMaster1.xml" Id="Ree74f59d76e74e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9f4150d5564d58" /><Relationship Type="http://schemas.openxmlformats.org/officeDocument/2006/relationships/notesMaster" Target="/ppt/notesMasters/notesMaster1.xml" Id="R4710699114c043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873f903e2b4876" /><Relationship Type="http://schemas.openxmlformats.org/officeDocument/2006/relationships/notesMaster" Target="/ppt/notesMasters/notesMaster1.xml" Id="Rd67c980ca7004b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7618c3a7d942c8" /><Relationship Type="http://schemas.openxmlformats.org/officeDocument/2006/relationships/notesMaster" Target="/ppt/notesMasters/notesMaster1.xml" Id="R52fc309a664e47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4582936f924de4" /><Relationship Type="http://schemas.openxmlformats.org/officeDocument/2006/relationships/notesMaster" Target="/ppt/notesMasters/notesMaster1.xml" Id="Rfa89fd0f907140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689267663e4070" /><Relationship Type="http://schemas.openxmlformats.org/officeDocument/2006/relationships/notesMaster" Target="/ppt/notesMasters/notesMaster1.xml" Id="R9f462c55d79c42d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013ac34c164c28" /><Relationship Type="http://schemas.openxmlformats.org/officeDocument/2006/relationships/notesMaster" Target="/ppt/notesMasters/notesMaster1.xml" Id="Rc654fb963a9d42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37fb4b2e01c45a8" /><Relationship Type="http://schemas.openxmlformats.org/officeDocument/2006/relationships/notesMaster" Target="/ppt/notesMasters/notesMaster1.xml" Id="R1904e46c513c4d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69affe7bbdb4623" /><Relationship Type="http://schemas.openxmlformats.org/officeDocument/2006/relationships/notesMaster" Target="/ppt/notesMasters/notesMaster1.xml" Id="Rcfc3fd2e72184cc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3e69b052b734f3a" /><Relationship Type="http://schemas.openxmlformats.org/officeDocument/2006/relationships/notesMaster" Target="/ppt/notesMasters/notesMaster1.xml" Id="Rb4177b12799749d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8c8739456c148e0" /><Relationship Type="http://schemas.openxmlformats.org/officeDocument/2006/relationships/notesMaster" Target="/ppt/notesMasters/notesMaster1.xml" Id="R7c906b16115b4d9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bcec2a477f4127" /><Relationship Type="http://schemas.openxmlformats.org/officeDocument/2006/relationships/notesMaster" Target="/ppt/notesMasters/notesMaster1.xml" Id="Re462858efaf048d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bf73cdb29ed45a8" /><Relationship Type="http://schemas.openxmlformats.org/officeDocument/2006/relationships/notesMaster" Target="/ppt/notesMasters/notesMaster1.xml" Id="R8f570ac4cd764c4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4ffc182ae9f4c05" /><Relationship Type="http://schemas.openxmlformats.org/officeDocument/2006/relationships/notesMaster" Target="/ppt/notesMasters/notesMaster1.xml" Id="R92486d911843452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a44e6d6e7534d64" /><Relationship Type="http://schemas.openxmlformats.org/officeDocument/2006/relationships/notesMaster" Target="/ppt/notesMasters/notesMaster1.xml" Id="Raacdfba497fb4e6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51609f9c66c4728" /><Relationship Type="http://schemas.openxmlformats.org/officeDocument/2006/relationships/notesMaster" Target="/ppt/notesMasters/notesMaster1.xml" Id="R777bb889769a42a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6069a214c724b9e" /><Relationship Type="http://schemas.openxmlformats.org/officeDocument/2006/relationships/notesMaster" Target="/ppt/notesMasters/notesMaster1.xml" Id="R3387ad1491e7445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6b13674928d4f2a" /><Relationship Type="http://schemas.openxmlformats.org/officeDocument/2006/relationships/notesMaster" Target="/ppt/notesMasters/notesMaster1.xml" Id="R77b089a2221e497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ceba6760ef84881" /><Relationship Type="http://schemas.openxmlformats.org/officeDocument/2006/relationships/notesMaster" Target="/ppt/notesMasters/notesMaster1.xml" Id="Rf9344d7d5dde480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684996302e34e33" /><Relationship Type="http://schemas.openxmlformats.org/officeDocument/2006/relationships/notesMaster" Target="/ppt/notesMasters/notesMaster1.xml" Id="R9e4f7f9dbf36468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d585c39d1254146" /><Relationship Type="http://schemas.openxmlformats.org/officeDocument/2006/relationships/notesMaster" Target="/ppt/notesMasters/notesMaster1.xml" Id="R130fee80b2be483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75e6f1df60040f2" /><Relationship Type="http://schemas.openxmlformats.org/officeDocument/2006/relationships/notesMaster" Target="/ppt/notesMasters/notesMaster1.xml" Id="Ra823a8c03f254d7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49d1dfb93dc4439" /><Relationship Type="http://schemas.openxmlformats.org/officeDocument/2006/relationships/notesMaster" Target="/ppt/notesMasters/notesMaster1.xml" Id="R3173a8655dee4bb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f8d25bc19874181" /><Relationship Type="http://schemas.openxmlformats.org/officeDocument/2006/relationships/notesMaster" Target="/ppt/notesMasters/notesMaster1.xml" Id="R354823106c3843b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26993379d294004" /><Relationship Type="http://schemas.openxmlformats.org/officeDocument/2006/relationships/notesMaster" Target="/ppt/notesMasters/notesMaster1.xml" Id="R4debf450322a48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2fde6e1e944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76152cd1474f9d" /><Relationship Type="http://schemas.openxmlformats.org/officeDocument/2006/relationships/slideLayout" Target="/ppt/slideLayouts/slideLayout1.xml" Id="R4a791954a24241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791954a24241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bb98b00cc4910" /><Relationship Type="http://schemas.openxmlformats.org/officeDocument/2006/relationships/notesSlide" Target="/ppt/notesSlides/notesSlide1.xml" Id="Rf9c799d7819c40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9a7a0a2494acb" /><Relationship Type="http://schemas.openxmlformats.org/officeDocument/2006/relationships/notesSlide" Target="/ppt/notesSlides/notesSlide2.xml" Id="R13c646eb0c964f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2dcc9a3804b3a" /><Relationship Type="http://schemas.openxmlformats.org/officeDocument/2006/relationships/notesSlide" Target="/ppt/notesSlides/notesSlide3.xml" Id="Rdc2da85b2b7343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9f01f72fc47af" /><Relationship Type="http://schemas.openxmlformats.org/officeDocument/2006/relationships/notesSlide" Target="/ppt/notesSlides/notesSlide4.xml" Id="R2fdb8a620c7643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b499cc5fa4808" /><Relationship Type="http://schemas.openxmlformats.org/officeDocument/2006/relationships/notesSlide" Target="/ppt/notesSlides/notesSlide5.xml" Id="R7811dcc5f44b4b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3dc081f474912" /><Relationship Type="http://schemas.openxmlformats.org/officeDocument/2006/relationships/notesSlide" Target="/ppt/notesSlides/notesSlide6.xml" Id="Rc1fb41f5998c41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2a026305c4a7a" /><Relationship Type="http://schemas.openxmlformats.org/officeDocument/2006/relationships/notesSlide" Target="/ppt/notesSlides/notesSlide7.xml" Id="R4bcf20bf438743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4262f3ff44ba4" /><Relationship Type="http://schemas.openxmlformats.org/officeDocument/2006/relationships/notesSlide" Target="/ppt/notesSlides/notesSlide8.xml" Id="Rb4d61877662542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324cb617a48b9" /><Relationship Type="http://schemas.openxmlformats.org/officeDocument/2006/relationships/notesSlide" Target="/ppt/notesSlides/notesSlide9.xml" Id="R27b8a119c6564a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1c973303943a1" /><Relationship Type="http://schemas.openxmlformats.org/officeDocument/2006/relationships/notesSlide" Target="/ppt/notesSlides/notesSlide10.xml" Id="R573cf4c34d2946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f2e2e9a6f4b4c" /><Relationship Type="http://schemas.openxmlformats.org/officeDocument/2006/relationships/notesSlide" Target="/ppt/notesSlides/notesSlide11.xml" Id="R80033b4a17094c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8a351e1af4336" /><Relationship Type="http://schemas.openxmlformats.org/officeDocument/2006/relationships/notesSlide" Target="/ppt/notesSlides/notesSlide12.xml" Id="R8aa5c7ae518b4d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61e07f8a143db" /><Relationship Type="http://schemas.openxmlformats.org/officeDocument/2006/relationships/notesSlide" Target="/ppt/notesSlides/notesSlide13.xml" Id="R8bbadf8591184b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5cdcfe9f04648" /><Relationship Type="http://schemas.openxmlformats.org/officeDocument/2006/relationships/notesSlide" Target="/ppt/notesSlides/notesSlide14.xml" Id="R6e948525df224a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b2d0144144e51" /><Relationship Type="http://schemas.openxmlformats.org/officeDocument/2006/relationships/notesSlide" Target="/ppt/notesSlides/notesSlide15.xml" Id="R1ed522b8a02647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f23bd8ce54038" /><Relationship Type="http://schemas.openxmlformats.org/officeDocument/2006/relationships/notesSlide" Target="/ppt/notesSlides/notesSlide16.xml" Id="R0e9aa9a98369445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9d59066214357" /><Relationship Type="http://schemas.openxmlformats.org/officeDocument/2006/relationships/notesSlide" Target="/ppt/notesSlides/notesSlide17.xml" Id="Rba645727af6a44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1cf1c788a4705" /><Relationship Type="http://schemas.openxmlformats.org/officeDocument/2006/relationships/notesSlide" Target="/ppt/notesSlides/notesSlide18.xml" Id="R3059c9d6e3b9452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ef0b28eab4e65" /><Relationship Type="http://schemas.openxmlformats.org/officeDocument/2006/relationships/notesSlide" Target="/ppt/notesSlides/notesSlide19.xml" Id="Re7d9c79ce0ed4f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9aee039fb4082" /><Relationship Type="http://schemas.openxmlformats.org/officeDocument/2006/relationships/notesSlide" Target="/ppt/notesSlides/notesSlide20.xml" Id="Rff5fef13ad4b4e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222358af846a9" /><Relationship Type="http://schemas.openxmlformats.org/officeDocument/2006/relationships/notesSlide" Target="/ppt/notesSlides/notesSlide21.xml" Id="R7b08faebde2c46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455d954714326" /><Relationship Type="http://schemas.openxmlformats.org/officeDocument/2006/relationships/notesSlide" Target="/ppt/notesSlides/notesSlide22.xml" Id="Re0f2e81b5fac414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e55ba9ae04451" /><Relationship Type="http://schemas.openxmlformats.org/officeDocument/2006/relationships/notesSlide" Target="/ppt/notesSlides/notesSlide23.xml" Id="R1676ee610645498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1cafab94e46b8" /><Relationship Type="http://schemas.openxmlformats.org/officeDocument/2006/relationships/notesSlide" Target="/ppt/notesSlides/notesSlide24.xml" Id="R8e7e2f52d2ab42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a1855489a45a6" /><Relationship Type="http://schemas.openxmlformats.org/officeDocument/2006/relationships/notesSlide" Target="/ppt/notesSlides/notesSlide25.xml" Id="R464d1fe610fe46b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55e19772e4ba8" /><Relationship Type="http://schemas.openxmlformats.org/officeDocument/2006/relationships/notesSlide" Target="/ppt/notesSlides/notesSlide26.xml" Id="Rda12c1d2e529407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c702ddd1a44b6" /><Relationship Type="http://schemas.openxmlformats.org/officeDocument/2006/relationships/notesSlide" Target="/ppt/notesSlides/notesSlide27.xml" Id="Rc40026a3a76e4d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ed0435eb841b4" /><Relationship Type="http://schemas.openxmlformats.org/officeDocument/2006/relationships/notesSlide" Target="/ppt/notesSlides/notesSlide28.xml" Id="Rafd2c622c88d412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d4992193f4146" /><Relationship Type="http://schemas.openxmlformats.org/officeDocument/2006/relationships/notesSlide" Target="/ppt/notesSlides/notesSlide29.xml" Id="Ra94231a6f9bd42c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dff35b4574426" /><Relationship Type="http://schemas.openxmlformats.org/officeDocument/2006/relationships/notesSlide" Target="/ppt/notesSlides/notesSlide30.xml" Id="R0e70bbfc5603408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d3b02bb164698" /><Relationship Type="http://schemas.openxmlformats.org/officeDocument/2006/relationships/notesSlide" Target="/ppt/notesSlides/notesSlide31.xml" Id="R6a52ecdb653747e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ff475d8d8499e" /><Relationship Type="http://schemas.openxmlformats.org/officeDocument/2006/relationships/notesSlide" Target="/ppt/notesSlides/notesSlide32.xml" Id="R75edb09f6e2d430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669f8c8104a78" /><Relationship Type="http://schemas.openxmlformats.org/officeDocument/2006/relationships/notesSlide" Target="/ppt/notesSlides/notesSlide33.xml" Id="Rc686340b67444df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e8813b51848e0" /><Relationship Type="http://schemas.openxmlformats.org/officeDocument/2006/relationships/notesSlide" Target="/ppt/notesSlides/notesSlide34.xml" Id="R2ee4d4c42076456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6f9c457ac4196" /><Relationship Type="http://schemas.openxmlformats.org/officeDocument/2006/relationships/notesSlide" Target="/ppt/notesSlides/notesSlide35.xml" Id="Rbfab89dc9f1a4b0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d9d154eb140e9" /><Relationship Type="http://schemas.openxmlformats.org/officeDocument/2006/relationships/notesSlide" Target="/ppt/notesSlides/notesSlide36.xml" Id="Raa5f699cee6c4fc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5bbcd6321474a" /><Relationship Type="http://schemas.openxmlformats.org/officeDocument/2006/relationships/notesSlide" Target="/ppt/notesSlides/notesSlide37.xml" Id="R2b622778742748a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d6bec025a4eec" /><Relationship Type="http://schemas.openxmlformats.org/officeDocument/2006/relationships/notesSlide" Target="/ppt/notesSlides/notesSlide38.xml" Id="Rb31cef0ea4a345d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e84111da64a9b" /><Relationship Type="http://schemas.openxmlformats.org/officeDocument/2006/relationships/notesSlide" Target="/ppt/notesSlides/notesSlide39.xml" Id="Rd7dbd3bb1b2e438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08a4c48344b4d" /><Relationship Type="http://schemas.openxmlformats.org/officeDocument/2006/relationships/notesSlide" Target="/ppt/notesSlides/notesSlide40.xml" Id="Rc9407c1119fc42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059EE-FA78-49BE-B153-E81223FC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1E2F9-A6FA-4C12-9236-5705BCAF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Single-phase Circuits: Generation of sinusoidal voltage, frequency of generated voltage, Expression of average value, 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57B3B-C8DF-4813-97E1-D0DD65B8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Basics of Electrical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1BBEE105/205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C5697-35BF-400D-82DD-F8DC9342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CC6E3-F5CD-4F19-B084-A2C93B4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2F51B-B394-417F-8603-4BB9AD82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24D4A-440D-4663-B3F1-88F6EBF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633CD-E709-4E61-B5FB-19AFC00B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EDBE7-E09A-4AF1-865F-AE0F68B0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3F700-0B1C-48CC-82BA-E709A4EA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5592F-95F5-485D-B42A-5112B80E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456DA-05F9-4D24-A99E-DBCEA569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4F8E9-385B-4810-BEEF-9EDDA0FC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25191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9C8EF-AECA-4FD1-978F-24D2018B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4A137-6E4B-4EE9-B0F2-0F82CF42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5D919-B625-4703-8585-9C3F823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C180B-A777-4234-A7C0-44300A5B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70E1A-5D32-401F-8164-3D5587B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D9E55-AAB7-4B63-B8F6-5CD37844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7A143-F894-44A2-9FA3-BBBA655B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2EDB4-D8E2-42F1-ADEF-7C1DE79B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41F73-DBE5-4AEC-89F0-C12EAB15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EB9CA-B223-4F4E-AC22-EBA82DAF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07771-FE0B-4CB8-923B-5176232B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8E815-3972-444E-9D2D-7717EDB9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37ACE-FB6C-4404-A08F-FE51480E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E62A0-C84C-4742-965A-8832546B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E56B6-F342-4503-8FC6-4F840651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55716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26C80-D047-45DD-AD92-975C915C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E2334-81DB-4BF0-A47C-4385BE6B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4873A-2BDA-4A74-8E9D-71879910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65133-EA4D-4B46-ADC5-061D76A0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01DB9-BB6B-41D9-A018-D6AAC43A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9F48E-918C-4C08-A93F-285D416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A7363-BDF6-4233-A182-AD004EB3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3BA97-4E65-42B9-96D4-2AD48DF6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04ACA-822B-4BDC-87FF-9B75939D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Circuits: Generation of sinusoidal voltage, frequency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1B14C-B33A-4889-A18C-6AE0531B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6BBEC-D437-49F8-99FE-0488D668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0630B-BF72-4FB1-A09F-2654E4C9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Phasor representation of alternating quantities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49B0D-2DAE-4C78-9BF1-02D4E80E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48152-C13F-4477-95B0-3807CC40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DF552-83B2-4663-99BE-1A66CF08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Analysis of R, L and C circuits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14946-6676-4D70-800D-3A7FAEAA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944F2-00DF-488E-823E-8B683EB3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452E0-34E3-4D75-83F7-C582A076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Series and parallel R-L, R-C and R-L-C circuits with phas...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F5BB0-AC72-4A9A-8E97-ACEFBA84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DCADF-9F76-4DF8-98A0-104B2DD3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19221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A54BE-636F-4349-A0A7-3E0E56D2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4D2AA-0C7B-4D7C-BDD3-F3BB4172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7C4F5-1803-41D2-8441-BF65A3CA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3654A-7841-49A6-A786-D6409E97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FEAD8-B6E1-4F42-907A-6E08C7EC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7A589-5015-4E70-94EF-1823E742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9BA27-AF80-4188-BF89-DCF12114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5D549-6C87-451D-B6A3-C22E1C69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Circuits: Generation of sinusoidal voltage, frequency of....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FFC25-FE7A-4E2F-BA39-C4B2F43F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4A5DB-FA04-48EA-921A-25642870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54800-1DA9-4E58-9518-0C0069DD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Phasor representation of alternating quantities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4AB60-719D-419E-9437-242456C6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6A04A-FC09-4287-97E6-0D990CFB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171D6-1B54-464F-B312-66D6A34D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Analysis of R, L and C circuits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9D9DD-9F76-4E6A-86DF-E003DECB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56950-5FF8-46AA-A4E0-6A665015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FBFDE-EB57-411C-97B7-A85CFBAD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Series and parallel R-L, R-C and R-L-C circuits with phas...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60A14-C32B-4C3E-9905-9AA4D9F4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87B02-7CE3-402F-AC26-647CB6D4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DFEBF-9C7D-4F07-8936-1AC81795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21626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FEDFB-B1C5-4287-AE0B-2E10573A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6E56B-A83C-431F-8CAC-ABB11FB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8DABF-CD3B-4831-911D-37F8853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5BC16-A958-4D4C-AA1B-60CBF89D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FE238-4E1A-4FB3-81DE-CCF30E64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Single-phase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88D9D-93C2-4F81-82A3-6F2D8A87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Circuits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CD7FA-4C54-46EA-BBA7-61EA728F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76D59-115C-4C5E-9D2D-788247C7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sinusoidal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904A7-CABE-4C6A-AD49-B34A7182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voltage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AE045-0301-45D4-A2DF-6AD1AB2C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frequency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6E947-77E3-49DC-A8E5-4FF8FF62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generated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0F3BE-F299-4D57-AB6B-A9846854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Expression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22E7A-7302-4356-B03B-7E3171FC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4CADB-E165-43BE-AED0-F261CA74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E7D5C-FD22-43D5-BC9F-24D122B5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BD530-8D56-41C1-A772-10DB1C48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23294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61247-21D2-431F-A3F6-5349419A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4DDA4-587D-488E-AAA5-1A7F9E20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55D7C-5674-4B0C-ADA1-62DEF3B3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A0A80-ACBA-4597-8814-51BF6A5B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10871-B5B6-4243-B39B-7C4535D1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Circuits: Generation of sinusoidal voltage, frequency of generated voltage, Expression of average value, RMS va...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05008-B917-4EB0-A2A7-44938B0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Circuits: Generation of sinusoidal voltag...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DF084-9739-471E-9710-5FF7A374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46F93-959F-4DD3-AEB8-36587344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BC0A4-FABA-437D-854B-349E1D68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F452D-E810-4ED4-B431-1FEEC5A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CF3FA-61F7-4ACB-8F62-219BFD7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73630-13A2-43BE-B6F7-99065D5C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C2FD1-9E34-415F-91D0-1AF03D2F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91A68-B727-4F6A-BDB4-1DAAE2E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C5F25-6B7E-4588-8A97-84098AB3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834F6-D48A-45C0-9A24-A538F34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1992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960721-288D-46C9-9759-E35CEF70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99E8C-958E-4BF2-8C14-53E4F84D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E5DF2-9A0F-494A-A522-B16589F8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0EE20-FC13-4F9A-B085-72DD758E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4775B-A91F-4D36-AEB4-1948B7FC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A1AD8-D4D8-4F93-903B-4ADF688E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C0438-114B-475D-81E0-CD7F148F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92883-25E8-4545-9493-BEBC361B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18120-D8B5-4896-897F-41FBB51D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Circuits: Gen...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666E6-7371-4A82-B901-023DC49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F44F7-4958-4D87-86A7-CAED6165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B8C42-76E1-4F69-A9C8-1EF10850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Circuits: 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DDD45-3B1E-4907-877F-96627D47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BCCEF-947A-414C-BF9B-D90DEB8F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A6116-6CF4-40DB-A740-E8B5C42B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Circuit...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60DF4-3FBB-4700-B9B8-FDAD3BA4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5BA12-3418-49A2-B206-E869DF8A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E0865-D95F-4529-8174-43952F87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Circuits:...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D46C5-1171-4C6B-BA1B-2269E2BD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44C82-6C2A-452E-9F5E-8657722C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89E55-8AF1-4D09-998F-B896CCE5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Circuits: Gene...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8AA0D-5D97-4473-ABFC-B05D21B2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89D4D1-E5A1-4B0A-9AFE-F8E950E2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51707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F7402-BE99-4D3C-B0DA-7CF69468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F2002-826A-4B11-9926-6CB0817B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2D792-AECD-4C07-9A14-BAB379B7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95AAB-1E94-4FB9-85D0-35511B4E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2C494-9B86-4CF2-A9F7-218D9111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FBBDD-3AF4-4480-8929-CC26A7D2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B2E0D-E50C-44C9-9812-4D215E4D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72E90-48C6-4783-9319-960707B9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7D6B9-3BF6-47CD-BA00-C1108641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B3ABD-8F79-496C-A2C2-CB55EB73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03BF8-827F-457F-87BC-24F8846F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8FCBC-A8F3-47E3-883C-9F205DDA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04780-134B-4040-9125-4A1629AC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554E4-4CE1-4606-B8CC-39FFDB13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7F963-AD4A-4BDB-9670-F271714F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99570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94063-7727-4184-A373-43BDE7AD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8E01D-C674-4E8E-A296-577251C3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68CCF-85AC-44B4-BE24-6D41C06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B81B1-C171-4B51-B69B-36A74DF2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C44EA-6CEC-480F-B2B7-1FAD30F1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6865D-F358-4E9E-B740-BF064ACB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Circuits: Generation of sinusoidal voltage, frequency of...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2F346-48CE-4270-A26E-00A6AA1A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27D05-4915-4384-B4A2-1A4CDE6A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BF29D-105E-44F5-9A0E-7FC9B73D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84821-DD2D-4121-B2BE-3F10BFC9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4EC71-1C8B-4445-99C0-912FBF48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48897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15671-E45A-448A-9479-7086FC3B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3C17A-DE0E-4CD7-8D7D-F839D7FC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CD5AD-61CF-462D-8633-3072BE08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9C0D5-814D-4594-8194-D91F0E76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EA5E8-E978-4346-A0A0-9C6470B4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Phasor representation of alternating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72CFD-C1D9-4F05-91A0-E94BAB25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Phasor representation of alternating quan...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7EB50-469B-4C84-ACD0-89F0A91E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7696B-F59E-4C45-896E-1C128D5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3CAA5-8516-47BD-BB65-67386D04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F3E70-F7EF-4CA5-94CA-33D6E583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18A8A-2698-4868-9D6D-BDE93A13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61F45-7592-4AA3-98A2-02508FE9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442D1-D6C5-405B-AED4-51862859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F3FE7-5B3E-4B86-9073-881B0BD8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29A05-160C-46E6-BD9F-4618608F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A299C-95E7-454D-BCA9-56E72272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123991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8DD7D-5664-4C06-AEFE-EB11E0AB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5D08B-5F78-4C0C-A99A-323B6FCE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5181F-C9F9-450C-8A9A-E5EC38D9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5F94A-93AC-486E-9B6B-B55FB32E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400B3-7E8E-423B-94F8-5F25C10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5542C-788B-4159-BBB1-8819F111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BCE91-4FE1-45D2-B9F7-00B7F8F5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4A7BE-0132-4B05-BA47-60FBD16A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68D7F-5F36-4F16-AC1C-490CEB06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Phasor repres...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B9F52-2338-45BF-B643-57B69B43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5D503-09FE-4D5F-8321-6B722549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74291-3761-4610-8C7A-23D439E5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Phasor repr...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FA4CD-8912-4BAA-BC4C-5B440075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D677C-0D52-4DF3-BBAD-80070F4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C5A7A-3BB9-418F-8824-F82AEE54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Phasor...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E9B96-85B5-4AAE-B9AF-A73C33BD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CF99A-52CA-4BFA-8A2A-035F28D1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FA436-80FD-46F3-A0CB-92FD1E90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Phasor rep...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0224F-323D-4162-90D1-9C3A891A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75196-2C41-4647-A7A5-2C097176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08B0E-5E8A-4C5D-BB86-F2E62BEA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Phasor represe...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56317-F59D-481B-A508-9EA12A7F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43A41-D886-4FD8-AD3E-94698354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43223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7AD0D-BBC7-4779-8854-6117585D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C8D56-3BD1-4EC3-8701-346508F8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C4762-F750-4C9B-920D-315656AB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3A381-9C4F-4A25-AE4D-02C8D644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D4A50-B292-4300-9716-6180A207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6CA77-B8C5-4C19-933C-2CB86D2F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C2208-8E1F-4D1C-B64B-19367389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D5EBF-8F2B-448B-9E55-CF719953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402A7-A39C-4612-B373-43C470A6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AF118-B64A-4C7C-B04D-338D0D15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0F2ED-149B-4367-92DD-4F46441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E240A-6054-4B23-9EE3-C6B5C17A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C5493-BA8C-4D32-8489-5B985434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101C9-1BD3-44F6-8A24-5918C93F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592B0-67A3-493B-BD53-806367A4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809294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951D0-BEB7-4CFC-94F5-B8A8EF0E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3FC65-8BB8-435D-A3C7-880391AD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C225A-182E-47CF-97EB-0CA41D25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C2CA3-4A31-4659-8443-662E6C4D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5BAC9-570F-42A5-A653-C93D37DD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45844-3666-4FAB-86FB-93A0F680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Phasor representation of alternating quantities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28838-C73A-4B79-B157-65309E0B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2A930-8A70-433A-93C5-A6D9E8F3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8E6CB-2B75-491C-8ACE-8E0D02B4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4FC58-3CE5-4AE4-86A8-7D7B8199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2F935-7304-4C74-B76B-99F28166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186410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F95AA-B180-4654-BAE2-C9D40C13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C37A3-5959-470D-A88F-8ACFF13F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0E28D-3B82-4724-BE58-7295204B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19424-133D-47AF-A040-1C7F1CBC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22385-5904-4471-8D06-66A1519C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Analysis of R, L and C 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4F6AF-6F73-4634-82F6-9C8FC60C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Analysis of R, L and C circuits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64A78-5B53-4D32-97F6-39D2DE99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B2499-BA1C-457D-8A3D-8D92637E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3A7C0-1AC7-41EC-A329-CAC0E1E3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45B01-FDF3-4F32-AD96-17ED0D80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5C64E-A491-4619-A18F-71B52041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A2FFF-E00F-4136-848F-E2DB6853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6529A-E75F-4275-B671-547197DF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03555-D007-44A4-919B-C27ABECC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5E688-214F-423E-B6BD-C9F234D2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D7BC5-AA9D-4197-911A-2BCC58F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477669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E7FA0E-A5CE-4DCC-BB5C-F2C2D3B5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F626B-1508-4B54-9BED-1C0E27F4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F0EAC-A398-412D-AEF1-189C700C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7FDF8-1E2C-4F52-8063-4406796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ACE6D-20F7-4FD0-B506-317CA47C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2155A-E92E-49CB-9F8C-B62AC2C6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CE1E9-8E92-4A8A-9015-87E71B81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D17A2-ACF0-411B-872C-97192C51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FD481-BD34-47AA-BA87-C459A9B1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Analysis of 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58F0C-CDFD-4E11-873B-61D95F20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74B2E-D839-41AD-8C53-30823541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BA9E8-62B3-42F9-8504-45122553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Analysis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31111-D1E0-4FBF-95C6-E9B28209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70B81-8F5C-46E6-BE9A-655CB434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38B30-394F-4E8E-9A54-22563351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Analysi...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19A3F-AEE6-400B-A51A-768E5693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494BC-32A2-4367-9A84-0672465E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C2339-7DED-4DDA-8682-DE21C041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Analysis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7522F-C75E-4AFA-A911-075A1A70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890C5-3636-42E5-81F8-25D4C221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833D0-6178-4E6F-8EA1-2046091B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Analysis of R,...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574C2-F036-4E75-A17C-D261871B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B217E-7349-4600-81CE-24CE986F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079310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2D64E-1D7B-485E-B3C9-358C1A82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6B3F3-5B9C-4FD2-96FD-A9213B28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2D5D9-6370-4BFC-838D-6CFC7330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1DAEA-8218-4FCD-89CF-E3C9FEB5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5E714-49AF-480C-B534-AB64FF7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E373D-1F5F-4487-BAC7-EA02F404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A4B3A-250D-4335-9120-474C7967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429B5-C61B-4259-BDAC-8A69AF92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9F7B6-2E7B-4E25-8C92-9F2305D4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F387A-82AD-40D5-9890-B2F28CD5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BC8B4-020B-48BA-97C4-D6AF6F16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A28A8-69F6-4E5F-9E83-FBC2F805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3554E-C4FA-4BA1-BCB3-E3127DE4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DACE-CBA7-465D-B872-6BB84F15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EE90E-4BAB-4430-ABF3-57DC875B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29665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124AC-784D-4D8C-B2E6-68A6FBC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F37A1-6965-4166-BB37-4FFB9A63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5D5BE-BD92-4B29-A2CE-124D13FC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9B2E9-1E83-400D-964A-4F3F89C5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32945-8709-49AA-92EA-C5A90ECB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38A1D-F58C-44BB-BBD6-1036DCC5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Analysis of R, L and C circuits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6F611-76FA-4822-B939-86A5C63A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93BDA-EA45-4070-A3AF-DE6E30A8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2D107-559D-4CC9-9853-E294C4EF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713FF-4377-4EDC-B878-6EAB0A03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F3B4C-F660-4C97-A276-A350EA5E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46219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7D0EC-F80A-4123-8926-9461EFBA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DA0A8-9566-4ABA-B5F3-3087B591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D42DA-C62C-43CE-8C05-A1FF55AD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3F848-545B-4876-B578-1336F7B0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EFD8B-A251-4787-B0C4-CAABEC2D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Series and parallel R-L, R-C and R-L-C circuits with phasor diagrams, c alculation of r eal power, reactive pow...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7B903-042F-4C06-8DC1-2EC42971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Series and parallel R-L, R-C and R-L-C ci...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1B7E7-3ED9-4995-98C3-0867558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4335E-966D-4839-909A-C3C4607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0117B-A155-491B-AA67-56191397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A047C-4D99-4C5C-B680-0BBD79CE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607F0-762F-4786-AC7F-532637E0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55449-BBCE-44CD-A628-B78B820E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C0457-6C8C-4DD3-BBC8-24EBB7A9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85B60-6492-425A-8F53-EC6F745B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FF4F8-15D8-4963-B015-690528C3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ED1C0-8B5A-4AB7-828B-2A998FD6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793433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9FF77C-0D76-4A66-9D1C-27CBEB79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C8163-BE6A-4F36-9211-DFAB8391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F4BC1-4BF9-4780-8E2D-61BDC14E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202AE-4A70-4B3C-9DD5-71EE094C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B01C4-8B96-49CB-97B0-01EE998D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EF852-F32B-4233-A5C1-C4FD64CF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F8A2C-CF7A-46A3-9B58-A1FCE710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22485-2EDA-47EA-959A-BD17DC75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0ADD4-2935-4CC2-925E-3E9DE1D0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Series and pa...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8607C-5B0E-4FBD-928A-17BF7525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9EAD1-00C0-4798-AE59-6F75C910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0C91E-11BE-48FE-8CD0-0C919899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Series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F1DF6-2F4F-484A-AA63-379BC36A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1DA85-7CE3-4D36-85B5-883342A7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C36BB-67F2-4609-B05B-34FACB7E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Series...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39E72-EFF8-4877-B73A-72184822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BC4B7-BB78-41AB-ADC1-CA47A322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57691-653A-44B4-991D-3FAFFA5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Series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1720D-72A3-4EA1-B641-CAE6471E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FBE5B-4B25-43B2-A7E5-9132EEF6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AE3FB-63DD-4004-B6E8-7620ADB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Series and par...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FD15E-565F-4BB7-840D-16C9131E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95ECB-BC45-4CA2-A431-67D6CBF0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50857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9B54A-CF27-47F5-AA66-B00155A4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3FFF0-B3D4-4A72-8247-451C86AE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0CCBA-425B-4C3F-9FB3-DDCB344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8B337-F746-4545-8CAC-0190956F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27117-A7DE-45E3-BD69-29BC60E3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71775-F44A-403C-B6E6-FA36E484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39E11-66EA-4793-8541-2B6714F4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81077-79CE-4FD5-BB31-A456AF81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284EF-5BF4-4602-A60B-AB0C1EDE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E3CDE-8141-4BB9-A93B-9EDA1F75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24066-9D06-4CA2-80A3-79BA2FD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B1636-61C3-48EF-A0D7-AC21D945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76608-0E09-43BD-8058-BFA3ACCF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63A08-DC32-4951-9976-6917DB58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63083-56AF-42C3-8885-866C4415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63702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E53CD-9BFD-4ADD-ADE9-A7EAA062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B2CAE-B07A-4B5A-AE78-A13E3FF6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FD439-F601-43B4-A00F-B922CD29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7247F-113E-4F9D-9E69-29F5BE2E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48F6F-73F9-40AC-9075-3068D043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E961B-42CD-4CF6-B50F-86C15EDD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Series and parallel R-L, R-C and R-L-C circuits with phas...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EFE8C-AE26-4F73-86EA-4F339C5A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5AE9F-015B-4470-BDE3-5BBC82F6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D3C96-2DCA-4726-8156-3AC4F09C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6761A-4383-4E07-BA84-C3D299E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BFA9C-776B-483A-A5A7-159767FB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01918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9C3A1-11BA-4982-B010-B7571075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4FC0E-31C8-43F1-BA7A-7F592E80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08971-6A7E-4C3E-8363-E8B21356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F9A91-7038-4B76-9EAE-CEBB5A5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0FED9-F329-4D41-A4CC-627077EA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79EF0-E1AD-44C2-8812-2F723F0F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839333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CB38B-ABFC-43E9-A297-01A245D5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92915-9D9D-4FDA-A93F-39CDCC18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0FC26-F315-4BD9-B9A6-F4B24F69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2A266-0083-472D-ACD1-D198E49E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77E9E-1540-40F2-B8D5-7F6F55FE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Single-phase: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Generation: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sinusoidal: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voltage: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86100-023A-440E-AED3-3E0D35F5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310727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B33B1-AF29-49F1-A2D8-5A0838A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E0414-F3AA-47FE-A11B-A37690D2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96954-D5CC-4DAD-82A3-BF96CADA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606F5-B08B-492A-B68D-3F267EDF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BEDCA-4205-4961-BEB8-09F800CB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1299C-4FC4-44BF-A1FE-0FA41B8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820051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14205-BE2A-48D2-8813-0B48299D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AF147-1F82-4525-8D19-B72DB1EC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3F448-F624-43E8-95E1-95E7A21A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9B4A2-C65F-4350-9F9F-1A634391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8C440-F0AA-4ACA-8E3F-5707B960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E588C-00C7-4FEA-A79A-8FC889F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23264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C34D7-1FDD-4172-A63B-0F543A09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088F6-104A-49D5-8C5D-1D758434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0E232-0FC9-4300-A3BA-F109F95C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A6024-7321-468E-8391-31B52FE1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8148F-4DEC-4E36-909D-0DB92660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Circuits: Generation of sinusoidal voltage, frequency of generated volt...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Phasor representation of alternating quantities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Analysis of R, L and C circuits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Series and parallel R-L, R-C and R-L-C circuits with phasor diagrams, c...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F31AF-1B4F-4667-9BAD-17A661AD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4FFE2-A02A-4123-A35D-204BB719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AA7E5-1A37-4231-AA95-B217EAB8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62336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27362E-8DEA-4F08-B216-6FFFB1E4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F50C9-09B1-49D6-9BB7-08A147FB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Phasor representation of alternating quanti...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54686-26DB-450E-B3B5-E956D82B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2B11D-EF07-4AF3-A077-AA9CD121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C9360-6D13-4E84-99BE-44F4D81C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1CE69-9210-42A5-BF75-F27EAC15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8C0A0-AA5E-4858-8D24-6CDFAB67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A1658-B5CD-40F4-8566-9C1B07B7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909ED-38EB-4D0C-91FB-628C13B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86270-3759-4C7B-84E2-22B6EDDB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206BC-C007-4F9A-8F31-315998B2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6E237-A4D8-4B3D-8A67-306292B3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F88A0-684A-412C-B785-8042936D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BC6D9-B85F-4211-9DF6-99C5B216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D16DA-43DA-491F-908F-AF388B18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A8A32-1B71-4A9A-B831-310D1D19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708BD-ED08-437A-B70C-098B29F5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E96DB-E538-4C22-AB90-3585620C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F2E35-4700-4DC2-B097-744C1FE3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A21A0-7DEA-44CF-A623-ADC5097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638C5-9FAE-402B-BDDC-EBA77DCE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A6A5F-9C5B-416A-B13B-E9543922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A4DD8-7755-4685-83B7-2769ED37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289096-1C5F-4CB7-BC1A-05AE8816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AB0F1E-65C8-4CC8-B662-5A4F6ED8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05A33-A9C4-449F-8A9A-315E5F7D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E41A6-885B-43B4-A2F6-4340198C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EE0727-3A80-4845-ADBC-FD86C92D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CCDDFA-C616-4065-9234-F26B3424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843906-FE65-4E7F-A17C-3EF4FD18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15796-D73E-49B5-82ED-B6BF6B24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C7EEE2-16F7-421B-B855-F1B58BE8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860239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4B1A46-C330-43C7-BA4C-78FBDFAA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1CAE4-360A-47B7-9770-972DFE74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Analysis of R, L and C circuits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606B1-33C9-4193-B008-16BF4ACF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2F6B0-50AD-4DCF-8299-6ED75A61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FE75A-3253-493A-AF07-EC93BC2B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596BF-FA37-49F3-85EF-0374FAFA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D73FF-AB22-44E4-B004-FAED51F2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1F231-9D67-4C22-8DAA-2ECB7640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DF034-F401-439A-97EB-185F00E1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DE827-1F08-448E-AAA5-77A5952E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9F762-6A5D-447A-A5A3-0CD089D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7B76A-39B6-49C3-8005-47135D21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32543-C670-4424-A0C9-7E8D5D9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A7AB7-45CE-481A-BFF5-3454445D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383E8-6926-476C-AAF2-A0FBBCC3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9F43C-20A0-4099-B0EE-F5EF03B5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C5FDA-1C05-43BA-B392-5370A42A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F25ED-3E99-4917-A5DA-4D584EB3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5AB44-9420-41EB-90CA-F52B388B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52ED9B-6E95-4E3D-AB84-2F14B32E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96F1D-7136-4916-8FAD-213215AA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03DB3-593C-4309-AFC7-3AB19980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D7106-9C99-47A5-B7B7-F96D40C2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5B5EF-D4B2-46E2-A093-3451CBC0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D2528-57DB-497F-B710-511C2711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986A7-8DED-4B23-B831-00EB9532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44DB3A-FBC4-461B-B766-47331A11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E14DEF-FA08-4F80-8E5E-39B6FDA6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191AC9-A051-4251-999B-37EF85BA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6D320A-D48D-4196-BF60-CB8A852C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1E2D85-2602-4023-ADD8-6876EF95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5DD111-D988-4094-B622-2EA38A66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17495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901A9-B1F3-49AA-AFD3-4599507A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63CB2-46DC-4E15-A910-F353F00D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Series and parallel R-L, R-C and R-L-C circ...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11143-4C21-40B9-A0BD-EEF6F6F0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2B4AB-C219-4B65-8B0B-309D34B7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19A90-41BB-4054-82CB-43B3FE56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C9DA1-ECD0-444D-8CDE-61784EFE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A2099-59BE-447D-B2AE-4B6C3AA5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AF463-DB08-4664-9917-0FCCAF40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C600A-1E05-4416-9A72-399AE424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E144C-5185-41AC-86F6-5030F03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F8AB4-E9B5-428B-80D3-0A81F6B8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B014A-027F-41CA-BDE6-286CA2BE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D89E4-0E15-450A-9450-B95BBC3B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1832D-C1BB-481D-B578-B85B197E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B5A91-35D7-4744-9A87-E4B62B49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E33F5-C94D-43C5-BE92-9781FD1F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3BB88-7F6E-46EA-93D9-D7BC92C3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89B70-0BE1-447A-9198-9B0981CB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74F84-F194-4F19-8A57-0FEB76E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B718F-32A9-4F3D-AA83-F1C97AD5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82BDD-E93C-4C6B-A79E-8BCA030F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DF5F7-52C8-4E59-A979-29EE5D0E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11CB1-B146-4D66-A67A-2D92132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5C1485-F6E2-4F6F-BAF2-1716B61D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5903F-10EB-4839-82EC-A703F681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6D6C3-13F4-48C6-8C37-B56E781B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22F30-2724-40A6-B078-9AD03D77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0D2496-BBF0-465B-B76E-A124B9E7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8F8E12-4024-4EAB-8E43-46D245A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47007D-D4FE-4CF2-AE22-A23B0F9F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DC6BED-B670-48BB-84FD-0461A449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0262C7-6229-4FE9-ADCF-48A22508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902385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03CCEA-DE29-4162-BFD3-09AA5697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9C9E3-BB7A-4648-9C6F-00E0D15E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Circuits: Generation of sinusoidal voltage,...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E9161-0AFF-4CC0-90E2-71FE164B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1D8BD-1DA3-49AE-AC44-7C8075D8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DA81A-B6FC-4736-95FD-0E664ED4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5598B-F9A5-4516-810D-B8438B8F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780A0-67F5-4816-B361-6B80D958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CB458-5F48-4193-8387-B911EA50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18E2A-7133-4A67-AD61-D1F48C13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E008B-2500-4E12-A41D-A6D7E658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19A10-E7C8-4A0C-B31F-080C1605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F4D56-3390-4240-950D-6A4C65BA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83FE9-9079-4D7F-B5F2-FA3E8E8A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95C3A-C1AE-4251-849E-6CEEE5EF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6901E-C2E4-45EC-AD75-9B488022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7D656-54B5-4B27-93EF-37908CF1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BD9BF-14B0-40FB-92D5-640068B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BEE43-7015-4A70-9CC2-21D4758F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8A7AB-EEFF-4AC2-A5CE-345FDD21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E62BA-AD3D-4112-8B58-004E7FCE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02689-79D4-4640-82BD-7BC8DDAD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C15DD-72A7-4A96-9672-EE5F74B8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E4127-F00D-4FAC-88EF-BFFDA52B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C0BBDB-5C9A-424B-A090-895B6265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5E791-C7C0-4563-B232-D36A8E6F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9DA6A-8040-4541-9E83-756D389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F274EE-FA8B-4934-99B9-60352C1E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DD52E-69AE-43F6-9F44-69B43B8C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9CF40-C48E-4120-83EA-2088B9C7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D4F329-63E7-4367-8C96-701CCEEB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6E803-16F2-4DB8-9BD7-F9F764D9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B8D81-58F0-45E6-A826-EAA98631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0700471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0AF2E9-A5CA-46D7-AA7D-A180575D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954E8-B31B-4204-941E-E57B159F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Phasor representation of alternating quanti...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CDCB6-D43A-4121-8429-FBA5F203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3C273-ED0B-41EB-B9DC-46EF85F7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A3C80-0548-4F49-85EC-6BDB9121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93127-C580-4C77-9D24-CDBFDD14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BC9DC-1135-4A43-B632-4F7C5676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9ED15-1C99-43D9-829A-1B27289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9439A-3B76-464F-A095-13B00CBB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74E26-C604-4319-9B16-33AE3D9F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03F4F-486E-4004-B3CC-BFB413D9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1B587-3329-46B0-9EEB-23FEE0C1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A6FE8-E5F8-46A7-A080-7E951FFE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9DF45-421D-43E7-A027-951B0DCE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05955-BF1C-4B06-9B1B-AABF3F5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0202D-BDA4-478D-9A50-79B894E8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75AA7-C7D9-490C-8A76-EA6FE4D0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C8FF8-832D-425F-BA5B-60CE37EF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8A060-D6C1-4816-8FE1-F8CA3DAE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4349B-9ADA-4D54-9E6D-C091FB0B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194FB-4D89-4508-A50B-B63A220C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65B10-8B28-4CDA-A482-FFBFA90F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37616-899C-4EF5-99F6-CA5E68D9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7D7D1-AD2A-4AA1-B0E1-B8095BA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C1ACC4-140C-40A1-8800-77950F5F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B2655-C9D7-4911-B2A8-01B3F81B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621952-81B6-493A-B998-EB389E95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6D623-471C-4321-AE0B-69CA5DCA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9720A-60FA-48FB-9A8D-33711205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E6D89-2B5B-4E3D-9A9A-DF9A1B95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9A809C-AEC0-4E4B-93C5-C9573C79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66C47-C830-447E-8A50-79A6236F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673362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BF7186-FFB7-4BAD-A0A6-CFCE05A2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FC8ED-111F-4F6F-A74B-CB34CF64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Analysis of R, L and C circuits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70676-CDAB-4AA2-94E2-B101614F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978AA-4A35-4499-ADBB-023EC6F7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4D34A-F744-4058-94A0-E935A969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29497-080A-427F-AE2F-16B89C17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E968A-D7A8-4665-9370-20DBE765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124A7-EF51-4EAC-9252-EB712D05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1F08B-B240-433D-BDA1-857CA60B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37342-9FEC-4559-87A3-4CC813E3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E6F7A-B599-4874-87E0-05438D5E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CD0EE-FEE6-45F6-9736-9C282A4F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E8AE1-CA58-4512-B66E-6CC8072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F0641-7F74-44E3-ACA6-B132FFB9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8FA1E-9C0B-49F0-9ADD-340EB494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8C81E-CB36-4499-BA38-97C94E66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31769-00E9-47E4-A59A-4E8CEF31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6757F-6DCD-4471-ADB7-18F6ABB5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AF3E3-2DF3-490B-A8AD-0C0507F2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55E96-5DDD-4A2A-B5A4-7B921A4A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BFA8F-BEF3-432F-BE10-57B29A00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297BD-9A27-49F3-97F8-0A9D718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4D209-C242-4974-BCF0-23F61963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F1A31-B797-4516-8EE5-3D3C3D91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9B83E-49B7-4D0A-AE2C-8BD2E11A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27EF9-A4CB-40CC-8A98-F57CCE02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87074-BFE7-45EE-BC4D-54790A17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B284E1-D7E9-46B7-BB95-519A5D6B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DADA6-E376-4EE1-B7AB-83BE26D1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1C98E1-2C3F-48BC-98C7-B605753A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7F4E74-7F23-4B9D-A022-6C2E62D2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6E467B-C285-4A9D-9B62-BEC813E0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87774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DBCD9D-06C3-494A-9C65-03FBF963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4491C-39EE-46F2-9F20-418C0CC5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Series and parallel R-L, R-C and R-L-C circ...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48034-8AB2-425B-8900-C90DE0E1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FA728-58D8-4E20-AEBA-EF65A21D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703D8-3699-4310-BFE3-81DF4522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E6774-FCDD-4D3F-A1D8-AB44A0DD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CFF5D-9B6B-429E-BC3B-2043D946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EDF21-DDEA-48FB-B082-06E90621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B8670-4B9F-40B9-9DCF-031EBC9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3500F-752A-4DD9-A664-A6337264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9DBA3-BACB-41B9-82AD-2C5C7BE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5D016-8CD7-41DF-ABCD-663C2888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8B094-8D29-4629-A950-A2AFC6CF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1275A-F282-40EB-BA9E-39425301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C12AE-CCE9-46D9-B876-FA28FC35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3FC90-1F46-47BD-9C82-5B0F3101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1F158-3C31-4AFF-A771-A7DD4FCC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E468E-F04F-4D98-86C6-FF4E36B9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6C1D7-E18D-4E0D-B06D-6422FE6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3E65F-A5C2-4C3A-9362-9C807546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69251-FF96-4A8C-AECC-FD15E928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F6AE2-3E89-48A8-BDCC-5B55F18E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6DD2D-BAD7-4C13-8179-A2A93260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DCD08-2AA2-4E62-BF93-884073F5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106F6-EA12-4015-A968-180EE656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B2365C-10D7-4CAE-900D-E26E5C07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C872B-760D-48B5-A3A8-F1B2D407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CCD83C-738B-42F1-A3C3-E15C5813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FB655B-1CBD-4B29-824F-CC0BA3E3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0485F-F81F-4841-A12C-1559F2BD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50B04C-4972-4BD0-8FCF-489A3BE6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596A71-4C13-43E5-B28E-32AA0140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8369043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5A2BC3-6E81-47D7-B073-3D89E163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AF0D5-A16A-45FF-9F78-168486A5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Circuits: Generation of sinusoidal voltage,...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5898F-CD1D-4502-A1B0-B9CCD734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D8C0F-CBC4-4A08-A340-53759F62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2E74A-5698-4D91-BBE8-C051275F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64833-34CA-4F19-86C5-FEF76D9D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1CD52-3E95-47BF-A5DB-7306103E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2129E-4DC0-4039-9A1B-92E4A1CF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27461-D502-413D-A03E-06F05DDD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92BA3-EC3B-4CF0-9840-1F0A8FE0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F1972-A5BB-4E96-BC3A-03A3388E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41731-F028-4511-B6E1-EB68DBEC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93EDE-ADF5-4D53-BE38-E7C96FAC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D1C77-A46A-45EB-8974-C70E7679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08A17-FC28-40EA-8B24-F542E7B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6DFCA-39D0-4AF0-8FF6-B79C8171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0F7BA-EB63-44A5-99E5-7DE5C3F1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D75C5-A369-47F2-B1CB-B439A652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54A88-F000-4534-8221-CF59418E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29F92-273A-4FD5-B064-905D2BBF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2582E-C8D1-4472-867D-1A7E90B7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42492-7DEC-40E2-B30B-E18DB0B5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BB0F38-7607-4F29-8CB9-689383A3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8B48C-7540-4026-A0D0-775F66B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3BC06-15E2-4E3F-B0F3-EBBE59EF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DB518-4C44-47F4-AFFB-E8612AEA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6F12F5-62FB-4AF3-9B1E-85C27BC9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CFFC2-F65E-49F9-A7E5-6E8D68A5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E6814A-F0EE-4F92-BDF8-3F6DB6F4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EF050-A0D9-42F6-8603-112AB2AB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825718-EDBA-46FC-8457-3C3FB297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97165-2391-4A2F-8EE3-0632DD47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6604736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DF3E80-A7C3-4168-962A-C1F1752B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815C4-F06F-46DA-9489-D796BD75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Phasor representation of alternating quanti...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A800C-8757-4CFB-8B52-3696817A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29622-DE39-4A35-87BC-D3B26777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1A1A3-4F68-411A-82A4-C12BA10E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78F8C-423C-4C14-838A-F10B2B6C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A725A-B38B-41B1-9510-3E7DCE51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459F5-DC4D-47E3-A324-95DD5463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701DF-8823-4D81-A9C5-8D80456A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E80F3-0F60-4283-8BD2-19010A79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E48DC-7DB6-4E5C-AD05-5A73529B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433FF-5773-496A-8065-399B3EE0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9E2AF-3A41-4EEF-BF80-83A1E2AB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E6314-2D21-4A85-AAFA-A0A641BA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A9A17-877D-42A8-A5F9-17628B62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432C3-AA47-4D8B-BBFD-9DE326F5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F5858-1E8D-4700-9BB3-12529B2B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3B288-AE5D-4D4A-97CF-A952F0E6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5C191-7120-495F-95A5-B6B17B6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ECB6A-176D-4D4D-85CC-476E35DB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1617C-84EF-46C5-855C-E451C20A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6FEFA-1CA1-4216-9999-2BDDF112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18584-20EB-419A-ACFB-7203B37F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87147-3D51-4DDE-8A5F-E7F583C3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0821C-1600-49C0-9425-DF765EB8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4068DB-9614-4C90-9501-74B4747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35880-667D-43ED-BD19-530B93C6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686F8-47EC-4DA8-BB8D-AA597DB6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F928E-CEA5-4239-A118-82F4BFA5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A06B7B-5CC0-4773-AA31-66E628C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8EB182-0A23-446C-8A29-7D1BA040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DC0D23-E3BE-46D1-B00C-FFCF437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715402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29A52F-4E8D-4D48-922A-27B2AB84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1A6F5-84C1-49A6-A1F3-DC5A18E3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Analysis of R, L and C circuits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76332-BF5A-43E2-BA64-1355B5F9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BBC61-90AF-4494-A2A6-53813A79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38321-ABAE-427D-A742-339B61C1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9DC6F-39B4-43F1-AE2B-BF7E07A1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CE134-FD5B-46C4-B325-EDACE70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6F5CA-0FB1-4448-B795-59BD7FD1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27680-E23E-4641-97E8-D23546E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3ABD9-81C7-4EFD-8051-E08458D7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B90F1-1C7C-4EEE-ABBC-38B0FAC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8898D-F521-4A1F-96FF-79A884E6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3674B-C69A-470C-8F0E-5B01A1A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F1A9A-B616-4168-A1A2-965C6F0C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DA260-C21F-4080-A977-04CFCE3B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E4FE8-C3D0-445A-A3D1-4F6F4F51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778DE-6BE9-4808-B008-87049B7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9C3A2-2A86-4D23-9523-9BF16904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33B94-FE5C-4B04-850A-17B9605E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1EAF5-E9C4-4899-AE57-1A9E1A68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05942-1F34-416F-AEFA-08BC153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EA39B-ACAB-44DC-927A-FEBA58AF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8FB99-AFEF-437F-8041-119ED135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4AB1F-8623-4644-8A49-D81A0D25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8CCF8-8EAD-48B9-9DF1-4319CDE0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293D5-A2F8-4F7B-8D6D-F6ADF2F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A0E79-C478-4DC3-9B58-B421F380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915DD2-B7F4-4694-B0E8-886FB0DD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AE007-EA1C-40BB-924A-3FA59AE7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AE79C-75FA-4890-9FAB-6796EFF4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7C4403-E581-40A5-A65B-CBE2E235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86E2D3-BD07-41A6-8CF3-C294C1F3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599331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44F598-3163-446C-99A2-2AE417FF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5B897-F0F2-4A4C-A52F-1206A1E6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Series and parallel R-L, R-C and R-L-C circ...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72B90-6DB5-43CE-B1B8-67B60E6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1CF8B-5B6F-412E-82E3-0CF7F20B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700FD-74F2-4273-A553-5B0B6B74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F3A04-58DD-436F-9318-3085B0A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2B719-D080-4FF9-B0E3-1385D4C2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6F4D4-E639-40C1-8374-BA52CF20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F1852-0366-4B10-8FF6-6732E135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F9DE8-E204-4774-A309-44A1BBF0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AE5F7-7966-44D3-B6CF-B14EDD5B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873D3-9FC8-4E3E-9E14-334B65C0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F17C2-D8EE-442A-BDE9-5EAA9C49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D35F2-DA42-48AC-9C4D-311BCC4F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00024-B820-4005-980D-2C9E5817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9D0D3-D8B4-41BA-B5CF-8762356E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6EB1A-CD02-45FB-980F-C0379704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70296-0311-425B-93AC-71B6ED4D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B34B7-15BE-4910-BFC1-5183F160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0594F-6898-4CEB-8696-BF973D0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F83B8-FE24-4A9D-9762-685C9490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803C0-91CB-447E-8AAA-948A510C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CEEA1-B2A4-42B0-8206-462E13F1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6BDA8-C7E8-42BB-A537-72C6A48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7D191E-4C64-40AE-8B72-1D6C1D6B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B18D1-BE40-4A57-9404-F01768B7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21B1A6-E2C2-45DF-A092-116D9D14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ACB07-949E-4D12-801B-C6D3B6FB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973B87-B37E-4ED0-8C80-1F5BAAE3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EEE6F4-4FF1-45B3-AC06-07404BEE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7955AB-EE05-4C8D-AD7D-20D00088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B93F96-F4A0-4638-A59E-F691166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2856589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C2A2E2-F5D5-481E-9E15-A2C3D876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0F877-D214-4772-BB78-FB378574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Circuits: Generation of sinusoidal voltage,...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7F219-16E2-4D04-9028-38B6E6B5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99FAD-095D-4DDA-AD1B-F1426DB9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E768C-EC37-4DB9-A211-D1956DB8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DCD62-B246-46BE-9919-171D28A1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54E27-D0FE-4360-8476-BD16ECF8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F91B6-0077-4E22-81C5-BEAF8FF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0961F-CB64-419D-8E4D-A1A6A70C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1D8C2-4857-416E-893B-AAB3E836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9C073-F7AF-4D86-8CAA-258BAAB2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CCD6E-A594-4599-8E86-44E5E31A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96A8D-E2D1-481A-A4FD-29D6C2D7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35399-5B50-4C5B-89A0-8CFFA5FD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1E425-B0F0-4DDD-8F4C-103B69C1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FC997-7EF3-404C-9D19-D492A9A9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B216A-69AC-448F-B309-D99573C4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A342A-E1F8-4E82-B2A2-98FEDD68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78F95-21DB-4B5F-BB64-020FCCD8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23D9F-E1C2-4A34-A798-A0F8C700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E55DE-56DA-4D07-85EB-E41C2CCE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C8BE7-4FE0-42A1-BBAC-0C73068C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FBA53-E499-4E42-AAD5-47B9C28A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3F25D-B56E-4DC9-8B1E-C138141E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5D88E-0A21-4B58-934F-E0BA9851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FC1BA-7E44-4DBF-9BC6-90386EE6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21DEC-865D-40C1-969F-E8E5AB8C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C17D36-DB9D-4967-8AD9-C1C6CAE9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41FF2F-BBDB-47EC-A891-5A1869EA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B17693-5B57-4506-BDF4-02F2F389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8100B6-FAF4-45C8-9AA5-56536B88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059028-3358-4627-A55A-BBA4C20D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266247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9D255C-9BF1-40F0-89B1-0324AAD1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50238-1EA4-4D61-A7B2-72A02208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Phasor representation of alternating quanti...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03D1A-5FE5-494F-9199-8F6FBA86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3348D-EA34-4520-BB27-CB182B24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56156-B0E1-4470-BA5F-E4F3329C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D7281-B1FA-42BB-A2CF-E467D57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5E01F-3249-4CB1-A677-BF4BF4CB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20D76-C970-44A5-932A-CA6EED9A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DE6D4-B8A2-41AB-9C4D-EF39B993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DD19B-FB8C-43DD-B551-31483CE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9F277-86AA-4964-B403-A998CD65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74B4C-1721-4EDE-AECE-A8B44232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982EF-D227-4C21-B62F-2856C90F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7B1EA-E8CF-4C1B-9E94-D02D0351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A4776-DB27-4FF0-964F-55F1FC41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933E1-1DB3-4142-B1D3-F0BF0E9B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C7AE6-144E-4D59-A104-B5429450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D544D-BBB7-4328-A523-0A6801CF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22F9B-92DA-4C2E-88AF-62D2F565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EBF11-5747-4F15-AA99-F67F4400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737E1-A0AF-44CD-A13A-96F1C097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0A47A-C237-43E5-BD96-08201AB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A2986-03C4-48E2-AF84-8FFD8A6D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6CF74-358E-4ADC-B16C-F95B01C0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60791-861B-4ECE-9D72-C6A45273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85396-8813-4B68-AEFF-4C662EB4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22426-A937-43B9-AAA3-7843E61A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69F236-5E3C-4BF0-BB8F-8DDD6DF1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71D571-7E3F-498C-B83E-DD7E8FD8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2163F-2BFD-4F57-9A3A-D5BD1699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F1F183-5F6E-4F80-8BEF-A65FCC3E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F584D6-0F19-453C-B1F7-E7CC5840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266136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AA256-B316-4E57-8C74-6447CFE5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D49DE-F7FD-42CB-8283-D80F11CF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Analysis of R, L and C circuits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9D69F-2E0A-4DE9-91B4-A3193E45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12F42-9809-4170-97CF-8C3FE210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906DD-637A-44AD-A7E6-B4EBF641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3A8E0-53AE-421E-9F0E-41EFD677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186AD-E97F-4D88-A6B1-26F746E7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0CF99-A382-487D-B5E1-6ACBD5CD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33E3A-1B0A-4CA7-8759-99001116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9BF2A-AFCF-4B22-8D55-ACBD6CDA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FB732-ED9A-46D5-91EB-A85372D0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D911-72A3-4E01-9FDA-4921DDB7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F096C-B7B7-4DDB-A735-ABAF5A4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AB3C9-9522-42AC-82CA-FA3F4A40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B5882-9C4C-4D3C-8804-33518056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DA593-0A7F-4418-ACC6-F9DAD96B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0C9AC-B237-40D7-9B13-07FFE011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1214C-DBF6-4566-AFF4-470B4A20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DEA00-0973-41EB-A995-8AB92150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EBF83-B39D-4057-8E18-0F949771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41E9F-E52D-4D48-9834-639ECE74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C6E2C-F782-4A79-B259-16431741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76600-E67D-4E44-9074-F325ACD5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A7DB0-0286-4EEE-AFED-CD923FFA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75874-1DD8-4D7E-9B65-9B04316C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4C53D-9ECE-4408-8874-66BF64F5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F4BEBE-6EA7-44C2-B01C-F9A2F4F8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756649-D1ED-4C08-BC81-43082585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C72C9C-A230-46FF-A653-874384B1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D86D81-A60F-4A4E-9BEA-70129C27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E759F6-C437-4EBC-82D6-D7B75AC1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12712-CDEC-499D-BA26-CEEA58D0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46565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2026-08-24T16:02:22.5920000Z</dcterms:created>
  <dcterms:modified xsi:type="dcterms:W3CDTF">2026-08-24T16:02:22.5920000Z</dcterms:modified>
</coreProperties>
</file>