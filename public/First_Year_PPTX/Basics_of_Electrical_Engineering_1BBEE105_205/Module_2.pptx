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3518d5ebf4e4a79" /><Relationship Type="http://schemas.openxmlformats.org/officeDocument/2006/relationships/extended-properties" Target="/docProps/app.xml" Id="R631d7b8f25a64f18" /><Relationship Type="http://schemas.openxmlformats.org/officeDocument/2006/relationships/officeDocument" Target="/ppt/presentation.xml" Id="R7dc1e8d921384eb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4380fef4ab64609"/>
  </p:sldMasterIdLst>
  <p:notesMasterIdLst>
    <p:notesMasterId xmlns:r="http://schemas.openxmlformats.org/officeDocument/2006/relationships" r:id="R787dea3c246e4da5"/>
  </p:notesMasterIdLst>
  <p:sldIdLst>
    <p:sldId xmlns:r="http://schemas.openxmlformats.org/officeDocument/2006/relationships" id="256" r:id="Rd4fec5b02bb7405b"/>
    <p:sldId xmlns:r="http://schemas.openxmlformats.org/officeDocument/2006/relationships" id="257" r:id="R71dd0ae2b5b044de"/>
    <p:sldId xmlns:r="http://schemas.openxmlformats.org/officeDocument/2006/relationships" id="258" r:id="R6c463361804644fb"/>
    <p:sldId xmlns:r="http://schemas.openxmlformats.org/officeDocument/2006/relationships" id="259" r:id="Ra085b73c615948d3"/>
    <p:sldId xmlns:r="http://schemas.openxmlformats.org/officeDocument/2006/relationships" id="260" r:id="Rfbf7f1728a9a402d"/>
    <p:sldId xmlns:r="http://schemas.openxmlformats.org/officeDocument/2006/relationships" id="261" r:id="R50bddc7aea264c28"/>
    <p:sldId xmlns:r="http://schemas.openxmlformats.org/officeDocument/2006/relationships" id="262" r:id="R16a5ade321544f8a"/>
    <p:sldId xmlns:r="http://schemas.openxmlformats.org/officeDocument/2006/relationships" id="263" r:id="R55adc25f861b4ea7"/>
    <p:sldId xmlns:r="http://schemas.openxmlformats.org/officeDocument/2006/relationships" id="264" r:id="Rf1f5b9dc3ab24abc"/>
    <p:sldId xmlns:r="http://schemas.openxmlformats.org/officeDocument/2006/relationships" id="265" r:id="R6d82e05111ef4dfb"/>
    <p:sldId xmlns:r="http://schemas.openxmlformats.org/officeDocument/2006/relationships" id="266" r:id="R1da270a0856b4c13"/>
    <p:sldId xmlns:r="http://schemas.openxmlformats.org/officeDocument/2006/relationships" id="267" r:id="R5f2668187a0e4698"/>
    <p:sldId xmlns:r="http://schemas.openxmlformats.org/officeDocument/2006/relationships" id="268" r:id="R1bf9dee1a4904ece"/>
    <p:sldId xmlns:r="http://schemas.openxmlformats.org/officeDocument/2006/relationships" id="269" r:id="R1f483583c59d478e"/>
    <p:sldId xmlns:r="http://schemas.openxmlformats.org/officeDocument/2006/relationships" id="270" r:id="Rce6a9612c1f44fe6"/>
    <p:sldId xmlns:r="http://schemas.openxmlformats.org/officeDocument/2006/relationships" id="271" r:id="Re0b84d187e964cbb"/>
    <p:sldId xmlns:r="http://schemas.openxmlformats.org/officeDocument/2006/relationships" id="272" r:id="R719479360f8e4a09"/>
    <p:sldId xmlns:r="http://schemas.openxmlformats.org/officeDocument/2006/relationships" id="273" r:id="R67254981c6fb4ac1"/>
    <p:sldId xmlns:r="http://schemas.openxmlformats.org/officeDocument/2006/relationships" id="274" r:id="Rf701bc08c8634633"/>
    <p:sldId xmlns:r="http://schemas.openxmlformats.org/officeDocument/2006/relationships" id="275" r:id="R7c2f768f0aff46a6"/>
    <p:sldId xmlns:r="http://schemas.openxmlformats.org/officeDocument/2006/relationships" id="276" r:id="R8584dd62aaa64b9a"/>
    <p:sldId xmlns:r="http://schemas.openxmlformats.org/officeDocument/2006/relationships" id="277" r:id="Re3038af2a7ee4881"/>
    <p:sldId xmlns:r="http://schemas.openxmlformats.org/officeDocument/2006/relationships" id="278" r:id="R53f12f11d8c14532"/>
    <p:sldId xmlns:r="http://schemas.openxmlformats.org/officeDocument/2006/relationships" id="279" r:id="R4d65c5080279479a"/>
    <p:sldId xmlns:r="http://schemas.openxmlformats.org/officeDocument/2006/relationships" id="280" r:id="R3490de6ddb634e8b"/>
    <p:sldId xmlns:r="http://schemas.openxmlformats.org/officeDocument/2006/relationships" id="281" r:id="Rff6eb7c77c714831"/>
    <p:sldId xmlns:r="http://schemas.openxmlformats.org/officeDocument/2006/relationships" id="282" r:id="R5d4557ced50c4516"/>
    <p:sldId xmlns:r="http://schemas.openxmlformats.org/officeDocument/2006/relationships" id="283" r:id="R977c2183f1564778"/>
    <p:sldId xmlns:r="http://schemas.openxmlformats.org/officeDocument/2006/relationships" id="284" r:id="Rc0a10e58a1614286"/>
    <p:sldId xmlns:r="http://schemas.openxmlformats.org/officeDocument/2006/relationships" id="285" r:id="R10d06cafc79b4d56"/>
    <p:sldId xmlns:r="http://schemas.openxmlformats.org/officeDocument/2006/relationships" id="286" r:id="R2321458f62994915"/>
    <p:sldId xmlns:r="http://schemas.openxmlformats.org/officeDocument/2006/relationships" id="287" r:id="R70bf8fe7e6ce4865"/>
    <p:sldId xmlns:r="http://schemas.openxmlformats.org/officeDocument/2006/relationships" id="288" r:id="R077ce24c9b6f44f1"/>
    <p:sldId xmlns:r="http://schemas.openxmlformats.org/officeDocument/2006/relationships" id="289" r:id="R3342a07f4162444e"/>
    <p:sldId xmlns:r="http://schemas.openxmlformats.org/officeDocument/2006/relationships" id="290" r:id="Refb3d4a68abf445c"/>
    <p:sldId xmlns:r="http://schemas.openxmlformats.org/officeDocument/2006/relationships" id="291" r:id="R6e921e44458b4548"/>
    <p:sldId xmlns:r="http://schemas.openxmlformats.org/officeDocument/2006/relationships" id="292" r:id="R442d347da12c473d"/>
    <p:sldId xmlns:r="http://schemas.openxmlformats.org/officeDocument/2006/relationships" id="293" r:id="R2e21afe033f84520"/>
    <p:sldId xmlns:r="http://schemas.openxmlformats.org/officeDocument/2006/relationships" id="294" r:id="Rfb9bbf1c0e2148a5"/>
    <p:sldId xmlns:r="http://schemas.openxmlformats.org/officeDocument/2006/relationships" id="295" r:id="R0839dd932d4b4b5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f425dd2b7cb47b4" /><Relationship Type="http://schemas.openxmlformats.org/officeDocument/2006/relationships/slideMaster" Target="/ppt/slideMasters/slideMaster1.xml" Id="Re4380fef4ab64609" /><Relationship Type="http://schemas.openxmlformats.org/officeDocument/2006/relationships/notesMaster" Target="/ppt/notesMasters/notesMaster1.xml" Id="R787dea3c246e4da5" /><Relationship Type="http://schemas.openxmlformats.org/officeDocument/2006/relationships/presProps" Target="/ppt/presProps.xml" Id="Rb955280b54414c7e" /><Relationship Type="http://schemas.openxmlformats.org/officeDocument/2006/relationships/tableStyles" Target="/ppt/tableStyles.xml" Id="Ra72092f42e6b4c2b" /><Relationship Type="http://schemas.openxmlformats.org/officeDocument/2006/relationships/slide" Target="/ppt/slides/slide1.xml" Id="Rd4fec5b02bb7405b" /><Relationship Type="http://schemas.openxmlformats.org/officeDocument/2006/relationships/slide" Target="/ppt/slides/slide2.xml" Id="R71dd0ae2b5b044de" /><Relationship Type="http://schemas.openxmlformats.org/officeDocument/2006/relationships/slide" Target="/ppt/slides/slide3.xml" Id="R6c463361804644fb" /><Relationship Type="http://schemas.openxmlformats.org/officeDocument/2006/relationships/slide" Target="/ppt/slides/slide4.xml" Id="Ra085b73c615948d3" /><Relationship Type="http://schemas.openxmlformats.org/officeDocument/2006/relationships/slide" Target="/ppt/slides/slide5.xml" Id="Rfbf7f1728a9a402d" /><Relationship Type="http://schemas.openxmlformats.org/officeDocument/2006/relationships/slide" Target="/ppt/slides/slide6.xml" Id="R50bddc7aea264c28" /><Relationship Type="http://schemas.openxmlformats.org/officeDocument/2006/relationships/slide" Target="/ppt/slides/slide7.xml" Id="R16a5ade321544f8a" /><Relationship Type="http://schemas.openxmlformats.org/officeDocument/2006/relationships/slide" Target="/ppt/slides/slide8.xml" Id="R55adc25f861b4ea7" /><Relationship Type="http://schemas.openxmlformats.org/officeDocument/2006/relationships/slide" Target="/ppt/slides/slide9.xml" Id="Rf1f5b9dc3ab24abc" /><Relationship Type="http://schemas.openxmlformats.org/officeDocument/2006/relationships/slide" Target="/ppt/slides/slide10.xml" Id="R6d82e05111ef4dfb" /><Relationship Type="http://schemas.openxmlformats.org/officeDocument/2006/relationships/slide" Target="/ppt/slides/slide11.xml" Id="R1da270a0856b4c13" /><Relationship Type="http://schemas.openxmlformats.org/officeDocument/2006/relationships/slide" Target="/ppt/slides/slide12.xml" Id="R5f2668187a0e4698" /><Relationship Type="http://schemas.openxmlformats.org/officeDocument/2006/relationships/slide" Target="/ppt/slides/slide13.xml" Id="R1bf9dee1a4904ece" /><Relationship Type="http://schemas.openxmlformats.org/officeDocument/2006/relationships/slide" Target="/ppt/slides/slide14.xml" Id="R1f483583c59d478e" /><Relationship Type="http://schemas.openxmlformats.org/officeDocument/2006/relationships/slide" Target="/ppt/slides/slide15.xml" Id="Rce6a9612c1f44fe6" /><Relationship Type="http://schemas.openxmlformats.org/officeDocument/2006/relationships/slide" Target="/ppt/slides/slide16.xml" Id="Re0b84d187e964cbb" /><Relationship Type="http://schemas.openxmlformats.org/officeDocument/2006/relationships/slide" Target="/ppt/slides/slide17.xml" Id="R719479360f8e4a09" /><Relationship Type="http://schemas.openxmlformats.org/officeDocument/2006/relationships/slide" Target="/ppt/slides/slide18.xml" Id="R67254981c6fb4ac1" /><Relationship Type="http://schemas.openxmlformats.org/officeDocument/2006/relationships/slide" Target="/ppt/slides/slide19.xml" Id="Rf701bc08c8634633" /><Relationship Type="http://schemas.openxmlformats.org/officeDocument/2006/relationships/slide" Target="/ppt/slides/slide20.xml" Id="R7c2f768f0aff46a6" /><Relationship Type="http://schemas.openxmlformats.org/officeDocument/2006/relationships/slide" Target="/ppt/slides/slide21.xml" Id="R8584dd62aaa64b9a" /><Relationship Type="http://schemas.openxmlformats.org/officeDocument/2006/relationships/slide" Target="/ppt/slides/slide22.xml" Id="Re3038af2a7ee4881" /><Relationship Type="http://schemas.openxmlformats.org/officeDocument/2006/relationships/slide" Target="/ppt/slides/slide23.xml" Id="R53f12f11d8c14532" /><Relationship Type="http://schemas.openxmlformats.org/officeDocument/2006/relationships/slide" Target="/ppt/slides/slide24.xml" Id="R4d65c5080279479a" /><Relationship Type="http://schemas.openxmlformats.org/officeDocument/2006/relationships/slide" Target="/ppt/slides/slide25.xml" Id="R3490de6ddb634e8b" /><Relationship Type="http://schemas.openxmlformats.org/officeDocument/2006/relationships/slide" Target="/ppt/slides/slide26.xml" Id="Rff6eb7c77c714831" /><Relationship Type="http://schemas.openxmlformats.org/officeDocument/2006/relationships/slide" Target="/ppt/slides/slide27.xml" Id="R5d4557ced50c4516" /><Relationship Type="http://schemas.openxmlformats.org/officeDocument/2006/relationships/slide" Target="/ppt/slides/slide28.xml" Id="R977c2183f1564778" /><Relationship Type="http://schemas.openxmlformats.org/officeDocument/2006/relationships/slide" Target="/ppt/slides/slide29.xml" Id="Rc0a10e58a1614286" /><Relationship Type="http://schemas.openxmlformats.org/officeDocument/2006/relationships/slide" Target="/ppt/slides/slide30.xml" Id="R10d06cafc79b4d56" /><Relationship Type="http://schemas.openxmlformats.org/officeDocument/2006/relationships/slide" Target="/ppt/slides/slide31.xml" Id="R2321458f62994915" /><Relationship Type="http://schemas.openxmlformats.org/officeDocument/2006/relationships/slide" Target="/ppt/slides/slide32.xml" Id="R70bf8fe7e6ce4865" /><Relationship Type="http://schemas.openxmlformats.org/officeDocument/2006/relationships/slide" Target="/ppt/slides/slide33.xml" Id="R077ce24c9b6f44f1" /><Relationship Type="http://schemas.openxmlformats.org/officeDocument/2006/relationships/slide" Target="/ppt/slides/slide34.xml" Id="R3342a07f4162444e" /><Relationship Type="http://schemas.openxmlformats.org/officeDocument/2006/relationships/slide" Target="/ppt/slides/slide35.xml" Id="Refb3d4a68abf445c" /><Relationship Type="http://schemas.openxmlformats.org/officeDocument/2006/relationships/slide" Target="/ppt/slides/slide36.xml" Id="R6e921e44458b4548" /><Relationship Type="http://schemas.openxmlformats.org/officeDocument/2006/relationships/slide" Target="/ppt/slides/slide37.xml" Id="R442d347da12c473d" /><Relationship Type="http://schemas.openxmlformats.org/officeDocument/2006/relationships/slide" Target="/ppt/slides/slide38.xml" Id="R2e21afe033f84520" /><Relationship Type="http://schemas.openxmlformats.org/officeDocument/2006/relationships/slide" Target="/ppt/slides/slide39.xml" Id="Rfb9bbf1c0e2148a5" /><Relationship Type="http://schemas.openxmlformats.org/officeDocument/2006/relationships/slide" Target="/ppt/slides/slide40.xml" Id="R0839dd932d4b4b5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51d2b4e15b94f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8e55fddf5a04ef5" /><Relationship Type="http://schemas.openxmlformats.org/officeDocument/2006/relationships/notesMaster" Target="/ppt/notesMasters/notesMaster1.xml" Id="R5d775b69440b4b3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10293de82ee46e6" /><Relationship Type="http://schemas.openxmlformats.org/officeDocument/2006/relationships/notesMaster" Target="/ppt/notesMasters/notesMaster1.xml" Id="R3965cc4ddee149d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5d30e2ae48a4498" /><Relationship Type="http://schemas.openxmlformats.org/officeDocument/2006/relationships/notesMaster" Target="/ppt/notesMasters/notesMaster1.xml" Id="R3f79dbaa95f0420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ad3b651bdc9499c" /><Relationship Type="http://schemas.openxmlformats.org/officeDocument/2006/relationships/notesMaster" Target="/ppt/notesMasters/notesMaster1.xml" Id="Ra14324ea4ca44f3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443c4cefa854d31" /><Relationship Type="http://schemas.openxmlformats.org/officeDocument/2006/relationships/notesMaster" Target="/ppt/notesMasters/notesMaster1.xml" Id="Rf792d64fbf8c421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b405daa667a4f7a" /><Relationship Type="http://schemas.openxmlformats.org/officeDocument/2006/relationships/notesMaster" Target="/ppt/notesMasters/notesMaster1.xml" Id="R43b9a8f546a24db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96cfb236a9a4d67" /><Relationship Type="http://schemas.openxmlformats.org/officeDocument/2006/relationships/notesMaster" Target="/ppt/notesMasters/notesMaster1.xml" Id="R7edb3fe57b794a9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de3bc12064d4475" /><Relationship Type="http://schemas.openxmlformats.org/officeDocument/2006/relationships/notesMaster" Target="/ppt/notesMasters/notesMaster1.xml" Id="Rfdebe298567b4d1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3e1725c3adf4eea" /><Relationship Type="http://schemas.openxmlformats.org/officeDocument/2006/relationships/notesMaster" Target="/ppt/notesMasters/notesMaster1.xml" Id="R0c11e6c3094045b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745f32579324e1d" /><Relationship Type="http://schemas.openxmlformats.org/officeDocument/2006/relationships/notesMaster" Target="/ppt/notesMasters/notesMaster1.xml" Id="Rd904d05456a04b2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45f5769c6414978" /><Relationship Type="http://schemas.openxmlformats.org/officeDocument/2006/relationships/notesMaster" Target="/ppt/notesMasters/notesMaster1.xml" Id="R791f4b571ee447e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80b3eeca3ea4218" /><Relationship Type="http://schemas.openxmlformats.org/officeDocument/2006/relationships/notesMaster" Target="/ppt/notesMasters/notesMaster1.xml" Id="R445b32bd76e8482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3af70cde79f4a2b" /><Relationship Type="http://schemas.openxmlformats.org/officeDocument/2006/relationships/notesMaster" Target="/ppt/notesMasters/notesMaster1.xml" Id="R02b1572f0918440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d83653b308e43ce" /><Relationship Type="http://schemas.openxmlformats.org/officeDocument/2006/relationships/notesMaster" Target="/ppt/notesMasters/notesMaster1.xml" Id="Rd6de0f8029654a3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97460b767c345f9" /><Relationship Type="http://schemas.openxmlformats.org/officeDocument/2006/relationships/notesMaster" Target="/ppt/notesMasters/notesMaster1.xml" Id="Re5515903b88446e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97b87809b6a4902" /><Relationship Type="http://schemas.openxmlformats.org/officeDocument/2006/relationships/notesMaster" Target="/ppt/notesMasters/notesMaster1.xml" Id="R4af3b3caede0470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12edbbf30974a61" /><Relationship Type="http://schemas.openxmlformats.org/officeDocument/2006/relationships/notesMaster" Target="/ppt/notesMasters/notesMaster1.xml" Id="R7e367996e3c64f0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572a51b579c4b12" /><Relationship Type="http://schemas.openxmlformats.org/officeDocument/2006/relationships/notesMaster" Target="/ppt/notesMasters/notesMaster1.xml" Id="R0f95506972034b2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c7a929302ba477c" /><Relationship Type="http://schemas.openxmlformats.org/officeDocument/2006/relationships/notesMaster" Target="/ppt/notesMasters/notesMaster1.xml" Id="R5fb161110ff3424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d0bdbc64a4f49e3" /><Relationship Type="http://schemas.openxmlformats.org/officeDocument/2006/relationships/notesMaster" Target="/ppt/notesMasters/notesMaster1.xml" Id="R0283025db655456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def43dfe4704685" /><Relationship Type="http://schemas.openxmlformats.org/officeDocument/2006/relationships/notesMaster" Target="/ppt/notesMasters/notesMaster1.xml" Id="Re2fc44a169f4455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be522fc8f74453b" /><Relationship Type="http://schemas.openxmlformats.org/officeDocument/2006/relationships/notesMaster" Target="/ppt/notesMasters/notesMaster1.xml" Id="R8aca660a33214d0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4e3640f8469468f" /><Relationship Type="http://schemas.openxmlformats.org/officeDocument/2006/relationships/notesMaster" Target="/ppt/notesMasters/notesMaster1.xml" Id="Ree04dfb6c5d246a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2d562d1c5974267" /><Relationship Type="http://schemas.openxmlformats.org/officeDocument/2006/relationships/notesMaster" Target="/ppt/notesMasters/notesMaster1.xml" Id="R698a83bad824452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304c1b8503f40e8" /><Relationship Type="http://schemas.openxmlformats.org/officeDocument/2006/relationships/notesMaster" Target="/ppt/notesMasters/notesMaster1.xml" Id="R8d67d6f0b1c84318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9f2492bf49c4500" /><Relationship Type="http://schemas.openxmlformats.org/officeDocument/2006/relationships/notesMaster" Target="/ppt/notesMasters/notesMaster1.xml" Id="R8bf24168016344d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b37829eab0e4ec4" /><Relationship Type="http://schemas.openxmlformats.org/officeDocument/2006/relationships/notesMaster" Target="/ppt/notesMasters/notesMaster1.xml" Id="R9ea784510c8747a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54e757e9cee3468e" /><Relationship Type="http://schemas.openxmlformats.org/officeDocument/2006/relationships/notesMaster" Target="/ppt/notesMasters/notesMaster1.xml" Id="R7da60853e408429f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6026726d23ae4568" /><Relationship Type="http://schemas.openxmlformats.org/officeDocument/2006/relationships/notesMaster" Target="/ppt/notesMasters/notesMaster1.xml" Id="Rac3713cc6d484f18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af9cecb537294ce7" /><Relationship Type="http://schemas.openxmlformats.org/officeDocument/2006/relationships/notesMaster" Target="/ppt/notesMasters/notesMaster1.xml" Id="Ra4706d0f8e1f4d8c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9a4075beb09f4d5d" /><Relationship Type="http://schemas.openxmlformats.org/officeDocument/2006/relationships/notesMaster" Target="/ppt/notesMasters/notesMaster1.xml" Id="R489201011e1545d8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eaa3c50cc7ff4241" /><Relationship Type="http://schemas.openxmlformats.org/officeDocument/2006/relationships/notesMaster" Target="/ppt/notesMasters/notesMaster1.xml" Id="R89d59ff017e0419f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70503c9145ba4f8e" /><Relationship Type="http://schemas.openxmlformats.org/officeDocument/2006/relationships/notesMaster" Target="/ppt/notesMasters/notesMaster1.xml" Id="Ra09bba57ccf54b3e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69807db64aae4016" /><Relationship Type="http://schemas.openxmlformats.org/officeDocument/2006/relationships/notesMaster" Target="/ppt/notesMasters/notesMaster1.xml" Id="R6b7b58d37e044345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de38323e41d3478e" /><Relationship Type="http://schemas.openxmlformats.org/officeDocument/2006/relationships/notesMaster" Target="/ppt/notesMasters/notesMaster1.xml" Id="R4febec1831f44a2b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f95fb4813f824421" /><Relationship Type="http://schemas.openxmlformats.org/officeDocument/2006/relationships/notesMaster" Target="/ppt/notesMasters/notesMaster1.xml" Id="R3da974f5be064796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7d1d74a7b2914e3f" /><Relationship Type="http://schemas.openxmlformats.org/officeDocument/2006/relationships/notesMaster" Target="/ppt/notesMasters/notesMaster1.xml" Id="Rd0fc4753ae764e73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bf5cd97d9ee74e56" /><Relationship Type="http://schemas.openxmlformats.org/officeDocument/2006/relationships/notesMaster" Target="/ppt/notesMasters/notesMaster1.xml" Id="R43297f7484704b44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ac4581b2349246c2" /><Relationship Type="http://schemas.openxmlformats.org/officeDocument/2006/relationships/notesMaster" Target="/ppt/notesMasters/notesMaster1.xml" Id="Rc26492f229fa4437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d0ae4e958a9c4e38" /><Relationship Type="http://schemas.openxmlformats.org/officeDocument/2006/relationships/notesMaster" Target="/ppt/notesMasters/notesMaster1.xml" Id="R5329c6e254a744d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3b04f7735c403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d0ea73421e14c3b" /><Relationship Type="http://schemas.openxmlformats.org/officeDocument/2006/relationships/slideLayout" Target="/ppt/slideLayouts/slideLayout1.xml" Id="Radded93b0ed14b9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dded93b0ed14b9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64fbbf652d4a89" /><Relationship Type="http://schemas.openxmlformats.org/officeDocument/2006/relationships/notesSlide" Target="/ppt/notesSlides/notesSlide1.xml" Id="R0598233600244d8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ef116f0a0a45bd" /><Relationship Type="http://schemas.openxmlformats.org/officeDocument/2006/relationships/notesSlide" Target="/ppt/notesSlides/notesSlide2.xml" Id="R3db3d3ec719a451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ad03b790224de4" /><Relationship Type="http://schemas.openxmlformats.org/officeDocument/2006/relationships/notesSlide" Target="/ppt/notesSlides/notesSlide3.xml" Id="Rf95cb17402a7492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97fbec7f0d4047" /><Relationship Type="http://schemas.openxmlformats.org/officeDocument/2006/relationships/notesSlide" Target="/ppt/notesSlides/notesSlide4.xml" Id="R0ff96573c43e4b3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bd06d971fc4220" /><Relationship Type="http://schemas.openxmlformats.org/officeDocument/2006/relationships/notesSlide" Target="/ppt/notesSlides/notesSlide5.xml" Id="R81c23fe54558444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8c182ca2a74e13" /><Relationship Type="http://schemas.openxmlformats.org/officeDocument/2006/relationships/notesSlide" Target="/ppt/notesSlides/notesSlide6.xml" Id="R9fa83a0ebc72404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1f7e74ef094ed3" /><Relationship Type="http://schemas.openxmlformats.org/officeDocument/2006/relationships/notesSlide" Target="/ppt/notesSlides/notesSlide7.xml" Id="R664f56cad7754a0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41504fde7243df" /><Relationship Type="http://schemas.openxmlformats.org/officeDocument/2006/relationships/notesSlide" Target="/ppt/notesSlides/notesSlide8.xml" Id="R1d549ac301254e5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570dd1b0bf4f03" /><Relationship Type="http://schemas.openxmlformats.org/officeDocument/2006/relationships/notesSlide" Target="/ppt/notesSlides/notesSlide9.xml" Id="R029d5267051e4fc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1742eb8de543f2" /><Relationship Type="http://schemas.openxmlformats.org/officeDocument/2006/relationships/notesSlide" Target="/ppt/notesSlides/notesSlide10.xml" Id="R8652f4e45283486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e2542d430345e9" /><Relationship Type="http://schemas.openxmlformats.org/officeDocument/2006/relationships/notesSlide" Target="/ppt/notesSlides/notesSlide11.xml" Id="R8f3d59996aa44b9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7d3bd4ae204b4f" /><Relationship Type="http://schemas.openxmlformats.org/officeDocument/2006/relationships/notesSlide" Target="/ppt/notesSlides/notesSlide12.xml" Id="R79b3576cf8d54ae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ae8ba3ffc247b4" /><Relationship Type="http://schemas.openxmlformats.org/officeDocument/2006/relationships/notesSlide" Target="/ppt/notesSlides/notesSlide13.xml" Id="Rd61c010406424f0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1092fdb2594662" /><Relationship Type="http://schemas.openxmlformats.org/officeDocument/2006/relationships/notesSlide" Target="/ppt/notesSlides/notesSlide14.xml" Id="R5e732fc51fdc4e5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b4e969f7074307" /><Relationship Type="http://schemas.openxmlformats.org/officeDocument/2006/relationships/notesSlide" Target="/ppt/notesSlides/notesSlide15.xml" Id="R40a2730a3e57494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e757c72be44737" /><Relationship Type="http://schemas.openxmlformats.org/officeDocument/2006/relationships/notesSlide" Target="/ppt/notesSlides/notesSlide16.xml" Id="Rd5e079750e67412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90612efb2f4538" /><Relationship Type="http://schemas.openxmlformats.org/officeDocument/2006/relationships/notesSlide" Target="/ppt/notesSlides/notesSlide17.xml" Id="R270846b7b14a482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5d6774885f4212" /><Relationship Type="http://schemas.openxmlformats.org/officeDocument/2006/relationships/notesSlide" Target="/ppt/notesSlides/notesSlide18.xml" Id="R819a4621c675430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09c4fe8b9f4d4f" /><Relationship Type="http://schemas.openxmlformats.org/officeDocument/2006/relationships/notesSlide" Target="/ppt/notesSlides/notesSlide19.xml" Id="Rfed96db89e184bb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2b5ade9f36491e" /><Relationship Type="http://schemas.openxmlformats.org/officeDocument/2006/relationships/notesSlide" Target="/ppt/notesSlides/notesSlide20.xml" Id="R749259aee3624a2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1efa456c634dbd" /><Relationship Type="http://schemas.openxmlformats.org/officeDocument/2006/relationships/notesSlide" Target="/ppt/notesSlides/notesSlide21.xml" Id="Re74e0969039541a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5313380cb544f0" /><Relationship Type="http://schemas.openxmlformats.org/officeDocument/2006/relationships/notesSlide" Target="/ppt/notesSlides/notesSlide22.xml" Id="R7c3a472fe0fe48a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9fbd084d474e92" /><Relationship Type="http://schemas.openxmlformats.org/officeDocument/2006/relationships/notesSlide" Target="/ppt/notesSlides/notesSlide23.xml" Id="R9adb32ec26974a7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290b3627ec4f7e" /><Relationship Type="http://schemas.openxmlformats.org/officeDocument/2006/relationships/notesSlide" Target="/ppt/notesSlides/notesSlide24.xml" Id="Rdb6fa67906a345d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320ffa3c014f47" /><Relationship Type="http://schemas.openxmlformats.org/officeDocument/2006/relationships/notesSlide" Target="/ppt/notesSlides/notesSlide25.xml" Id="R3c40e55a70174fd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d6f4a28d1044f7" /><Relationship Type="http://schemas.openxmlformats.org/officeDocument/2006/relationships/notesSlide" Target="/ppt/notesSlides/notesSlide26.xml" Id="Rabd7243dd4f94ca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8ec3122ad748b2" /><Relationship Type="http://schemas.openxmlformats.org/officeDocument/2006/relationships/notesSlide" Target="/ppt/notesSlides/notesSlide27.xml" Id="R987e79aa5c63493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45b2ac2793481b" /><Relationship Type="http://schemas.openxmlformats.org/officeDocument/2006/relationships/notesSlide" Target="/ppt/notesSlides/notesSlide28.xml" Id="R293bc34ee161411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61d29464c84cff" /><Relationship Type="http://schemas.openxmlformats.org/officeDocument/2006/relationships/notesSlide" Target="/ppt/notesSlides/notesSlide29.xml" Id="Rd17831ee75f34676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4fff9edc634ba3" /><Relationship Type="http://schemas.openxmlformats.org/officeDocument/2006/relationships/notesSlide" Target="/ppt/notesSlides/notesSlide30.xml" Id="R48b38ce9963d4ee2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b30506fd584c97" /><Relationship Type="http://schemas.openxmlformats.org/officeDocument/2006/relationships/notesSlide" Target="/ppt/notesSlides/notesSlide31.xml" Id="Rb98782b0079b4226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e59f80b726473a" /><Relationship Type="http://schemas.openxmlformats.org/officeDocument/2006/relationships/notesSlide" Target="/ppt/notesSlides/notesSlide32.xml" Id="Reba458490f52420e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68f25885c84510" /><Relationship Type="http://schemas.openxmlformats.org/officeDocument/2006/relationships/notesSlide" Target="/ppt/notesSlides/notesSlide33.xml" Id="R911c479619f940b0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aebb23d3764b9c" /><Relationship Type="http://schemas.openxmlformats.org/officeDocument/2006/relationships/notesSlide" Target="/ppt/notesSlides/notesSlide34.xml" Id="Raed425677097423b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8f100ea3fd4a41" /><Relationship Type="http://schemas.openxmlformats.org/officeDocument/2006/relationships/notesSlide" Target="/ppt/notesSlides/notesSlide35.xml" Id="R0eb4b0ce9dfd42c3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54a4db837f41ba" /><Relationship Type="http://schemas.openxmlformats.org/officeDocument/2006/relationships/notesSlide" Target="/ppt/notesSlides/notesSlide36.xml" Id="Rce390a1c72df4b4a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caaed7675d4e9e" /><Relationship Type="http://schemas.openxmlformats.org/officeDocument/2006/relationships/notesSlide" Target="/ppt/notesSlides/notesSlide37.xml" Id="R967056a42e624490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c415a0a31b453d" /><Relationship Type="http://schemas.openxmlformats.org/officeDocument/2006/relationships/notesSlide" Target="/ppt/notesSlides/notesSlide38.xml" Id="R97660e7b3a744e77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8df19dee854169" /><Relationship Type="http://schemas.openxmlformats.org/officeDocument/2006/relationships/notesSlide" Target="/ppt/notesSlides/notesSlide39.xml" Id="R0b3cf54150754f8b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190680e9af47b2" /><Relationship Type="http://schemas.openxmlformats.org/officeDocument/2006/relationships/notesSlide" Target="/ppt/notesSlides/notesSlide40.xml" Id="R899139f106fd49f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12CD6E-FC6A-4FFB-B8E0-337274EEA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0EEA48-DD83-4C47-B887-CF43DC3E6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Electromagnetic Induction: Faraday's law of electromagnetic induction, Lenz's law, dynamically and statically induced 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C26942-8D7F-46FE-A6E4-65FFBADB7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Basics of Electrical Engineering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1BBEE105/205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D0E760-3C35-427F-9354-14B88603A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E05B2D-CA58-4115-BCA0-222C9B52A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BDC3B2-D270-438C-BF16-50F2762A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15DFB0-FB0C-420F-9EF4-C65695C51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D91764-8A5D-4B43-B6E1-7CB2C58A8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20395A-0DED-4C9B-BCB6-AF6369852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C03611-9768-430E-93DD-D10FF3465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814E79-C66B-4D2C-A660-37C8C7745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C9FBB2-06AB-4550-86C2-CDBFC6129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183520-8DC6-4C82-A72F-571748934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1406136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4163AE-2523-420D-A2A8-F9E30720D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03B47B-6CBE-49BA-9D8E-71D8440D3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3AF07D-6BBF-41FC-AFCC-71B3E0DA0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EDF607-4C73-40E4-A67D-52D7E8F13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AB40FC-CF67-42BF-9B79-1418FB4E0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D3C969-2CAF-4C6D-9E31-9A7471D29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890C25-32C2-4DC6-86CB-A00AA1D2F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9841F1-8D25-45F6-9745-EB37169B4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80C261-3F33-49EB-8B3B-7B7DF678E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787494-2219-4C45-A6BB-41CA11453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41420A-630E-4D4E-8871-638D02F56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BDE35F-5D2A-4967-9E8D-9DB868F1D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B79B46-002D-46C2-8B82-C121F088D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E34C75-78FC-42DC-8AF5-53EE89436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390B62-4F21-4091-BECF-CFF767CD2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3137377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BC06E0-43FE-488C-9568-BAEEE5AF2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8EF5CF-4843-4D6B-8C23-0750F3F45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C130AD-901C-4C43-98F1-D0672DA4D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185373-7998-4F2F-8B3A-143369704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793E49-BC11-4712-84AA-E2BC2D568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CADCA6-2B10-4224-AB21-37B3A9ABA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15668A-76C0-4114-910F-25204159C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58711C-5CBD-4A40-91E0-595049BAE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A9D0B5-3C74-400C-991B-0A7066192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Induction: Faraday's law of electromagnetic induction, Le...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C7A942-F9E7-4F45-B796-CC8B347DD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57C746-BF80-4FE1-8213-25494EB4F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C345A9-EA3E-4010-A622-AF292B0AD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Inductance and mutual inductance, coefficient of coupling...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A47BFD-CFB3-45C7-BAA1-F9682168A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5BFCA1-6EA7-4278-8195-0B74E1295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543CC8-3833-4AF3-96B5-AC96E1C10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Force experienced by a current -carrying conductor placed...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D59476-E991-4AFF-9C6A-2F06379AC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308112-D5DA-4809-B2B8-2AE6C2110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04A411-A70D-45ED-BFED-FA1E2CDE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Fleming's left -hand rule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B56B13-E73B-4662-895C-F1D7493D8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FB4466-4B3B-4757-966D-E582607A4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B377E7-36CD-4ED5-8238-2FF154959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Force between conductors carrying current in the same and...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19B9A7-EB35-4C58-8EBD-2583055DD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7A7D7E-A91D-456D-B436-5EADEFBA1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2697814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6C55B6-87C0-4208-B968-A35915F21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E52AB0-DCA0-44A5-923E-D1349CEB6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FE3196-4570-46B4-B244-EF1437642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54D206-05C0-4CEA-81C3-E43183093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FB8B49-0051-4086-97E7-E50ABDDE6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F118C4-1C1F-4178-AAB3-3D0811435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E77D32-8FAA-403F-A7D8-AA0937C04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310C10-31AA-4F68-BBDB-9044DBBD7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Induction: Faraday's law of electromagnetic induction, Le...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3837FD-9CF1-4B2B-95C4-DC36CA01A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08CEBF-3013-4139-AB09-865206002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683BC6-24B6-4723-87C0-B9FA82E42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Inductance and mutual inductance, coefficient of coupling...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7393BA-D567-4A1E-81CA-645F66332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6E4655-4A2E-4B51-9647-A632095A7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2EAA26-AA04-4DF3-A081-E1C9DACD8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Force experienced by a current -carrying conductor placed...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1844C6-F93C-460F-BD5E-D791D5E5E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77A05C-B434-415B-81C1-736FC74B5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6B8CDD-736B-442B-9665-D703F39D6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Fleming's left -hand rule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F3A675-BF51-4345-AD60-B9EE5A2CB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FA3DE4-2175-4EC3-B7E6-61EDFEF58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5FBA13-F1C6-41C7-9BE7-71028285A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Force between conductors carrying current in the same and...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4E138C-6F43-485A-9C18-58C432639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27D7AF-4FEE-4C99-AA47-E91E55B63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496489-0644-43C0-A62F-8B1BEF928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7421713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F0B72B-D57D-4EE9-B132-29F1173A6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826AEF-B01D-48E5-B14F-EA25BA36F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403997-7997-44A0-A6A6-F1CFCAF27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413DED-462E-4220-BD61-3FABAEFED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2FF124-B5A1-49BD-8A18-7198E8ECD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Electromagnetic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E9817E-7706-4D63-B9DB-CE94B10EC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Induction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6C1D5F-FC46-40EA-A053-E5824E900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Faraday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B2669C-A9EE-4145-ADE1-CEE1C7624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Lenz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E75E0F-66C5-45B1-9F0B-108B796A2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dynamically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A5D0CF-169D-4469-B968-BCDA6C429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statically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4A66EB-8B96-4339-A072-65633B50D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induced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7222EF-7693-48D4-BAAB-8F9B29724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Fleming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50955F-BB52-4931-AEA6-C5A48077D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right-hand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F5CADC-B860-42D6-A2A4-1D0B09D50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rule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47066C-4551-43FF-905E-C7047DC50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AFC8F0-C503-4FBD-967A-01D9853AE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0101460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79AD71-F50B-4ABA-A6CC-0F66E05C9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4E28D1-333E-4BFE-877F-DDE5C0EBE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34592B-6D35-4C19-9CC3-A5FEDF716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788A40-9CCE-4E38-87D9-79E7380AC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43384A-A2EF-4634-ABE4-D1FE8E91E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Induction: Faraday's law of electromagnetic induction, Lenz's law, dynamically and statically induced emf, Flem...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68F9D2-F1F1-4189-BC69-498DCA44D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Induction: Faraday's law of electromagnet...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C10BAC-339A-4C11-8AC5-FC41D6394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289E02-CC99-4AEE-8A6D-D1D56DDCE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B31281-F7A9-4F7E-A2E1-09EA60ADA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CF4F57-33B6-4FDE-9137-A0E4DECE8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255635-4FFB-4FE6-81F1-9400AB3FD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AB5796-6884-4C9D-9DF6-76760CA4B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B7211C-2B05-4401-8D68-EE8E8C607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346E01-96FF-40CC-8C39-1EC232537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24A2A0-36EE-4B99-B9AE-262857605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E36353-0991-4E89-BEDC-A326B6BC7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4310308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341726-CD7B-4A2D-B92D-AA387AAFD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01FBC2-F73A-47DC-B71F-BE09EEF74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DDF1EF-C628-44F3-9DBB-FF428B3C4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0FB2BA-23A8-4D5C-9670-899B1131E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5B862A-3889-47A6-AEF4-B55498687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F18683-0998-4832-B82E-E59CF0BA1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5B49DC-C569-4E82-9C20-EE70BD73D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2BDE99-1794-4FDE-BDED-BE0C8D8DB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14D444-B337-4B56-BF13-B1F659C90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Induction: Fa...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5FB016-306F-46B4-9200-6A2A7E88D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D5A264-8CFA-4E19-B826-493AE744B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A4C3C9-7D87-4B8B-9798-3307A9A6C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Induction:...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60B9A3-BAB5-400E-881D-9B08354A6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637C9C-763C-40E7-BB41-55B7E0C7B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18CD42-F345-4C7C-BE09-84F3075AA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Inducti...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98CF7E-8442-4BD1-B277-89157E660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499697-FBCB-4757-83DE-DCB175CE8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64259E-A1BC-465B-94E2-30A104CB3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Induction:...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EBFA06-F85F-45DD-B817-AF86992B9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838EFF-B971-4FA2-8AD3-1A9B475C8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88E4EC-8438-4E7B-9041-BB9332A0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Induction: Far...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964FAB-1034-4FEE-9F38-F28BDF768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1B7036-4434-4678-8228-499BFA5C6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547783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4FD350-A68A-4F2D-84DF-A110FFEDD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DBB194-4105-46E9-A660-E6A1630AC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360179-0A66-4D39-9C06-00685A12A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558F41-CE06-4891-8923-9B41C968E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041841-F6DA-462D-B4EC-CB70FB786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BEB583-890B-4BA0-AE44-484A6C652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A1E3D7-5118-4A7F-B635-54DAB36E5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AE7C83-4C84-4F5B-B7D5-60F74731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FD5536-45D1-4683-BB21-7B3FDC832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BDDB44-7AB2-4CE5-BBF5-34C88FFBE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8A1BFA-BD71-489F-AE55-11ADDAE01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B6B8CD-A24B-4672-9C36-4E0FC8FE7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0D1FC7-43BB-4BEB-8F1A-813811E7C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17E4C2-F839-47C9-A0AC-ACEBAAE20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B263E3-B3C6-4889-AD20-FBE009693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94180960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5763BA-7C44-447F-B1B9-2128B1DA3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E8A1AD-BED6-4B07-81A0-EF24E1E80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38F0BF-85D0-4A7A-96B0-7E2F81C1C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17F683-6398-460D-9E3C-A2B6AD4A7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012E3D-C43B-4D23-B57F-9B0092253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23DEF1-2EB2-4B40-AADB-288740603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Induction: Faraday's law of electromagnetic induction, Le...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986560-5B49-455F-9C7B-A14B78475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87C7C3-5CEB-4FA0-96C8-43B010A5D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A9EA48-F457-43BB-84F7-E80153466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9D33B9-8200-49FC-A8EE-32152C6A8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4DE971-2001-4673-8044-8AE56BB2C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63708189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1008C9-7570-4D57-BC2A-9B9AAA745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B0A9F7-3238-4D92-9E66-2A5393AC9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2D65A0-D986-4A9E-B582-6E7261034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7C2003-A3CE-41F7-A81F-E2E8FDBC3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5490FA-EA6A-46FF-8560-53CE908C3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Inductance and mutual inductance, coefficient of coupling, energy stored and its applications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09C945-6553-4E55-B346-2FE0A6E23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Inductance and mutual inductance, coeffic...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034418-0C41-4408-AFCE-1AC13806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A2D6E0-AFCF-4EA8-9B19-0DE1FFD2E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20936C-2CC2-4594-BA12-D83FBB680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A88C61-7738-4DF5-B1BF-BFB9148E2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51EE47-8B9E-474E-BA55-5F01F1DC6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3A4158-2DB3-44F2-9F2A-4BA8361EF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9FD112-82CD-496E-8873-53CD213FD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81C894-65B8-4015-9340-420CEB6A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C6AE95-FF9B-4841-84A5-D8E2D72F2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1029A9-825B-4C28-BC08-89B8E2950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92094460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756364-6B75-4FFA-9433-BDB632E4E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1F6FB7-FD2C-4FC3-B0FA-611A21F8C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8D08AE-3667-4078-8E53-A6786FD9F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EAB65A-C7AF-4171-9CD3-EEB58DCA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92A765-67C6-4CE2-A0CB-37E621A11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02BF33-724A-4F07-BDBD-E44160938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1AD5ED-6E4F-4BF3-8DB2-FFBA41F8A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B81E08-C2DF-4BC2-B591-7B961DDDA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5C695C-BE83-4848-8229-0258616D8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Inductance an...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BB8B39-4EE7-4071-8C12-9B8FC2F05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F0F50D-582A-4D3C-B4DE-73D14D2F2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BA913A-00AC-4EE8-A6C5-8A661E5BF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Inductance...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82D7B1-04CD-45FD-8258-B61F4B33A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864214-42C5-4A3E-801C-08467144A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E76627-2335-45E5-A8D7-D2E7E100E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Inducta...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40EA41-E332-4AB3-AED0-D15599F2B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183E44-6235-4F32-A6CA-539894B61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172201-9582-45AD-B830-54F17C156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Inductance...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74C913-F734-4519-84C7-F8E69C6F9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F56E9F-F4CF-4456-A1E6-93E0BD4F0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337A13-6633-4D4B-B65A-5FB1DF3D0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Inductance and...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DE9ED2-7932-440D-90C6-978458FE9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FF4B19-2996-4485-8EB4-24D1DEF75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19755472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949500-2828-4EAC-AE69-0A963A6E3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44CFEE-7A9A-4549-A7D2-71ADB9728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CCF39D-5545-40D5-B951-E1515C8B7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C334C7-85A8-485F-9D95-7E4D58A83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4A6407-6428-4CBE-8FFA-C801188E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60C23C-8B0A-4EF6-919A-2B22AC31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4C41C5-ECAD-48DD-9F76-15D705D32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AEA775-BC4C-4459-BA9D-301237145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F08AD6-FD13-4381-A7E3-6E258FF3C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F2D5A8-6435-4384-B226-7D4D3C396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123B81-689C-4CE6-8F4B-D4007D186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C97407-9416-4F3C-8055-B217AC12F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AEF286-ECD5-469A-9B9A-1FCD8498A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B666C7-F20B-4DC9-B88F-50D49323D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BAC82F-C1F4-4BC4-817F-A7A2012D5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62109033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102D35-E24F-4B5A-B567-73889BF7C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E25F56-79E0-46E6-883F-BB8195F74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819896-4617-4EE2-9CB1-D9226FCC4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E74855-B941-4BAE-85BE-22FB74BCF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99C8FD-6C01-40B5-B00A-C383EC92F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2FAD85-9A67-43DB-8B97-3298EE91E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Inductance and mutual inductance, coefficient of coupling...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4C511D-49C6-4B3F-ACDC-B21775C09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9E436E-D01B-455A-AF30-1C614A67D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67A13C-83A0-4298-9961-1CD048BD7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23BB24-F419-4800-B2F6-DD9EEADD5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D7E165-58DC-4AEE-B27C-F5E1B4F30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77630645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69DB7B-C778-4A02-86EE-B5157C742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C2E668-C237-42BA-8128-76DD05208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04BFD9-156C-48AB-B6CD-8AFC068C8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FBC43B-2FE6-4DB4-B04C-CC70AFC04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7AC886-A057-4CCE-948C-118EEE4B0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Force experienced by a current -carrying conductor placed in the magnetic field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D77262-7C38-4992-A141-0956A8705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Force experienced by a current -carrying...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380CEF-73F5-4B78-9BC5-E77E3347A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DD789F-AFEE-4701-8AA4-0F3334C42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0A18CA-90B3-4C0C-ABBB-47E905E89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B03418-8733-444B-89E0-96DD03528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44DA4C-F990-4FF8-AA9D-1E51B781F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891E0D-6CB7-4FFB-9B29-7FB534725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1F55D4-1C88-483A-8F13-B70A13C57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677C9F-8953-4031-9FBA-D4BDDCBE2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1F47D6-CCED-432F-98B1-B7EBE87AF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AA73F7-B546-4718-AFF4-B6A26D45C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00274506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893356-97BB-49E4-B93E-959F3040E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FEA30D-033B-459B-B977-A77D704D7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93AB45-2FA7-4E4B-9764-F6B86B680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A4A529-572B-41A6-AC75-768F2199B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241B14-7B77-44EA-9C4B-ADC56232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FAE9F4-97A2-4365-810D-D7BDA9B6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9431E9-95A9-4295-B5EF-72BB7F9F9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5782AB-290F-4122-9942-4F8E65BA2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C382BC-31D4-4B8F-A3B2-BEEC5B025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Force experie...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2C9E2F-CF9E-480F-B58D-D1CB5C656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FC4148-AE82-47F4-B49D-0A3D6C829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4673D3-A37A-48A6-86FD-B2E6CF3FC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Force exper...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2A5EE6-D939-4B1F-BC0C-AA801A1A7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4D1B3A-C896-4B21-AF54-9AB741CCB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A5E4D1-759F-4F93-A1A6-3B9764290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Force e...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A1FA6D-CCFD-416C-8661-9D769DC11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E41FEE-23D2-4024-9B81-213F7B9BD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A587EB-5B2C-4E11-B7E8-C2C5B2D15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Force expe...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680E33-2F73-4C77-B2E2-0E62695D8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D09417-6C71-42C0-B397-20B65F7B1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E6E66E-7EA8-45B2-AF32-7308461FC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Force experien...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91C468-A318-4623-90A7-268D04B1B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BE1D4F-70CC-4AE1-8DE8-0E845D648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46390670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B9CE5D-66CD-4A95-A37B-135CCAB3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55241B-D9B7-425A-953B-5F70FB816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CEFB49-3AC1-48EF-B509-E749E19D6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136D26-8458-4628-B08B-3346D662C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D3C7CD-7681-434F-9667-A3183192A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4C50B8-29E3-48DC-B6CB-7F10DCC74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BCF4D5-2182-4B8E-B100-9CD3806E2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DEF8B2-BB10-46BC-8108-4A7AFE93F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503E0E-4C9B-41A7-9D33-A9AA0F028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06B751-DC63-468F-8948-FFB1469BC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9C4C96-5DC3-4E96-A712-43A3CA594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718A47-820E-4BA0-B3A0-8BBA71D34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29A7D8-0A3B-4EA8-8B1F-67800A7D8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97EFD6-33FC-4369-9088-7260B36E5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BBA97E-3327-4D78-A216-E4A9FAEBD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27278383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FCE213-291D-40DC-A12F-884DC1423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F01AD1-74F5-4533-802D-ACF3219E2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405504-EF2B-4ED9-BDB1-260FBCA9E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7186DB-B87F-4822-A957-0B71B31DA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69BA4B-6D0F-4EF0-980F-DE9C047A1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8B1DD4-E6FC-4AEC-9970-CB245039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Force experienced by a current -carrying conductor placed...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29BFB3-083B-452B-A166-1AE298785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F46428-FB9B-4C38-8CD3-A511E2CA2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2D5119-CDD4-4137-A693-CC1D1F55C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04D8DE-F736-4431-9547-3F8756939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CF8D6C-C002-4E4D-9C6B-0817F943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18018077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970CC0-B423-4BFC-AF90-49635F59B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1E8CAF-1735-4082-89CE-5A1448DAB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6180C6-79B1-4B0F-89FE-462DBB632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674BDE-8279-4279-9EC5-BD3F1915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EF6E02-B76F-458A-87C2-3BDFF3949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Fleming's left -hand rule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4920C6-4048-4CA8-8E97-B1FC61201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Fleming's left -hand rule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194C80-F09B-4A0D-9B64-CE34D968D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5B17F0-D098-433F-BAD6-A5DFA9C6D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4F5C52-9203-4A7C-8E18-EF5C11B54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DBC267-1D92-4BFC-B2EB-77A270341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0079D2-2CD2-4180-A7E8-9922E81B3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DB1128-010C-43A8-8309-A58BF1C8F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C369B2-BCC9-4C95-90E0-64112A702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E9E5CC-8CBB-4B84-B296-975C62FFF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74C18F-98A6-4CA0-B77F-28993F94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84D257-A602-4E5B-AF6A-9F6DE89D2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67102869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9F2860-1DD7-439A-A03F-74089FDCA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5AD379-145D-49FA-86B2-8420C6FD8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E9BF86-52AF-4885-A8DB-C994EF825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646C44-42A4-4EEF-AD13-9EE70DC00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56D065-BCEF-4392-893E-5F53B87D2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D15AFE-B681-42BF-986A-880AD0D87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6E7497-EFB7-4B39-ADD5-968601A97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753C07-CCE0-452F-AAAD-4A994F4A6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AA0068-7EBC-45B0-B088-018568426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Fleming's lef...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570ED2-2BB9-4B27-A497-32BC9AD60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627F33-7F8A-41E6-9E53-B94A3D12E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FEE2FA-6501-4725-9FF4-2491B05DA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Fleming's l...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5A3289-15D5-4F32-8B02-7E1A19F7A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17E47E-E2AB-40C3-9609-62A977A67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16AAC4-FFAE-47AB-95AB-B31959C5B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Fleming...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C812AE-865B-4834-A4FE-B8CFE8F92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D66890-4B6D-41F3-B931-89F87524F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5C83FD-C3F5-4303-998C-958DC8030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Fleming's...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223AEE-2BC0-47F2-B20C-0BC4A1806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6995B3-00E7-49DE-BE12-BD5D066D6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DA0B52-57CD-4B76-B0D0-98A8AFF14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Fleming's left...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CBA5A5-8406-4A3B-80A1-E0D2E29EA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A99176-0D84-4FA0-A89A-4197C51EB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4121455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ADC94C-E6F6-41CA-B7E6-03AC133D8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64FB29-D190-4ADE-B48D-2D98A916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31EB01-9780-4786-9616-699566B26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9FFB9F-5E07-40EE-A92A-0C2B57FDF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671865-637A-4DA0-B31D-D47C126AC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AEA435-A002-4384-AF76-CA35C6B7D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13B15C-03BB-4BF7-AE7A-81BFFB688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872D40-C520-4C6A-82E7-F33DBAFF1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3D3557-A330-4FE3-9E2E-FB12CBCE9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89C877-3CDA-4C94-B1CB-2162448A8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285F6B-E14C-406E-B01A-84E69F2D1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7DF3BF-2AB1-4DA2-90AE-448FCFC9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7A9582-05CF-4E65-81B6-E6CFB9F17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6C219F-DC88-4B76-BED6-2D65A5594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5E988C-091D-42D1-BDBF-F3FACD93B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79878413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5544E1-23F9-4672-8A8B-9075C2BC2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D19979-77BB-4979-855B-BBDB38A9A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2CF1B8-B1F1-4865-A382-E5214DF10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CC1DB9-58E0-4EF4-A90E-6E505FF89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CBEF6D-7EB1-44A6-93A6-4A175E92D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C8E76D-F2A8-432D-B087-E1E0EE81B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Fleming's left -hand rule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7D2E25-DDDC-41B7-B6CE-31418830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4E3248-5BBE-4D76-81AD-30676C3C6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C5DA2E-175A-4F8A-B882-6F3237AF7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7A6411-AC66-4ED8-9474-1BCB055E6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B563B6-889D-4452-873E-FC55B70E6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70851407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810C63-6255-44D0-8473-7675C39FA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E7115F-8F70-4D23-80FD-F170C89BB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FCE901-25AF-4AC4-A564-84BA6BC04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125459-21E5-4248-9868-08E94394A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91AC6C-157E-40B8-B19C-3CC5AFC4B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Force between conductors carrying current in the same and in the opposite directions.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F60F28-5D56-4845-8EE6-C63113A61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Force between conductors carrying current...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1E1033-DA06-4B3B-8DFC-03A0D24ED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DBB1C4-3AF8-4CF8-98F2-B7CD2DF17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DE45F6-9057-4019-BC69-67475E14F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EE5AFB-2894-432C-965A-DD2E7DE3A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353E69-6809-4747-8D5B-4EF0F9713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9820BA-B655-4978-B314-120748322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0A33B2-8448-4FC1-8367-E3AEF2856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C2174C-AE95-440B-87E1-007592410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A63348-BB9D-40DC-8351-E7ECECC9B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2A1307-D46F-4948-8BAD-FD08E6889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41264364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1AE717-89BB-4F55-A8FD-DC83C1955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996507-01DD-4A40-91FB-96BA08055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FA4EC7-7AD0-4052-BB30-7064FC7CD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F13C91-B7E2-46BC-AC3D-6DC7AB8A1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493224-ED8B-47B3-B71F-E223802B4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24ED28-566C-4B9E-A1DD-F133CD553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7A49BE-DC37-4048-A614-2E5625817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C615CE-7C86-4D75-B1AD-D10378004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3E2278-F768-4BF0-91C9-C1E7790DC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Force between...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23BB1D-D646-40F2-A7B9-24F18F1C3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6100C2-D4D1-4D89-BFFC-D0D4C0D13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D0C989-C3E2-4913-96CA-A1E0D5E71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Force betwe...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952FA3-701E-4BBD-BABF-8D330D045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A8A4A0-0BB4-4E21-932C-B10293EE8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50C912-EC91-4971-8FF5-A81A61D9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Force b...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D51977-5A30-4BD6-8175-A34704020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3843BB-86B5-4026-971F-6F043CBD8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F70C04-BD8F-4C24-A7C8-6D563BA9A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Force betw...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E65843-3D2D-48E3-AB39-3754AFA95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D30115-1C3C-4417-A1C7-55DA66562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D4C2A5-46CE-408B-9370-2813C03AA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Force between...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C28610-73EC-41F1-A14D-4A4149DCF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EDD645-68A7-4A0B-ABCF-1478BB2B8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90574016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CDB06F-0B88-4091-8F6E-02ACC3809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520315-9FFE-42AA-AC54-AEDE14B92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CB15FF-CB29-404A-979D-321F2C2D5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525581-9327-4555-8248-E135CE084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3E2531-F654-41FF-A736-D6863E740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A94D3C-D5DD-43F9-93E5-1F6ADCFF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ED7AFA-FA99-4929-B9B2-0E63F5E83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F8DDBD-73C9-47D8-9367-D715F97EB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8E25A1-0B21-4B11-91A9-F4BF27711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36A1E3-B917-4B2F-8851-3E1B290D9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912515-BB09-44AE-BD79-7D10466A3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209DF8-73F1-4338-BB47-DE71C4F00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4A7226-63E9-4B17-8F32-3BC5CC923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0C2798-43D6-4207-B196-91628F5E6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AA52AF-8F01-41B7-BDDC-B31D0E1C8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54627389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54F119-F282-4C34-B966-E642273F1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2BA171-A7CE-4A5D-8022-BB18F4164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9004BF-8C2C-4204-B599-9ECA96903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038E2D-ACD5-41A4-9E97-C84187907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E701F4-2576-4CFD-99B4-024297D7F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A2507D-5DC2-432E-BDA5-2FEA19CE4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Force between conductors carrying current in the same and...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3A78FE-5E4B-4B26-AEC0-74CFA274D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DBC162-8DAC-4E03-B2B6-3636285A1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EA2151-D28B-4264-B4A5-4462E697D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4A2D9B-FC44-47B0-B097-6EB125FCB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6CF3C3-30EC-45B7-990E-D3F0E4306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32933542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9F9CA9-0220-4793-BB07-F3780A2AF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C794F0-2F7C-4B4F-9DB0-E5AE4BDB5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CD3B45-534A-4DA6-9500-71B59B4BF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92A7AC-7F24-4B8D-9409-44197B002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1076C3-CB50-4AF1-823A-9EA0F5DE2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883ACF-B6A8-4C78-BF86-162C84307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75426286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645A94-C323-4B97-B754-A9D9316F9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CCC2D9-E4D7-42D8-936C-DA52A0468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2E087F-EEA4-4662-9F04-4150D1DAC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40FFAA-0FA1-4FE4-9FF7-D3FA96ED3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13637D-E46D-4B80-A380-73821D7F7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Electromagnetic: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Induction: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Faraday: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Lenz: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dynamically: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041AE4-8F41-4080-B645-2CE58E32D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06969779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0C0333-C758-403B-BAEE-EE6DD42DD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D31A90-22A1-4729-8E73-1CFC0FD3B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4F4EA5-E1ED-43D0-B2F1-29A880CB6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73757D-EDB2-4979-8C0C-49B08A03D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17CC1B-002E-4BA3-89EE-D698D0F4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Input/source: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Component role: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Circuit/system law: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Waveform/output: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727AB1-706C-4AB2-9946-0E6D85455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74699362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9A96ED-B3CD-4173-AE3C-6DE011FF9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6D37E0-D6DD-4C17-A193-D64B20CC9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346FBB-E854-49F7-A758-541AF05E3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FCB420-32FC-48CE-ADD6-01CBD1E14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C33696-EF40-4CBD-866F-DCD00270E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Naming components without explaining their effect on voltage, current, signal, or power.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DE43CD-8331-46C6-94C8-A85216AF5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6919652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3095AC-AD01-451F-8B81-D98AFC732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D5C9AA-126F-4EB6-9FEF-A70DB0601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A57E05-1712-40B0-870E-96AAF415C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8126B3-5FBB-45C7-A983-F4BC09F9F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08597F-037C-4A7D-A4AF-374BD0432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Induction: Faraday's law of electromagnetic induction, Lenz's law, dyna...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Inductance and mutual inductance, coefficient of coupling, energy store...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Force experienced by a current -carrying conductor placed in the magnet...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Fleming's left -hand rule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Force between conductors carrying current in the same and in the opposi...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A55A58-B191-4D2E-9C2C-4BD78AD7F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A100A9-A3BC-4EC5-8110-4120DAE0B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CBF3DC-581B-4177-9269-BE54B91FB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297621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620917D-44F7-4BA4-B895-9475BB2D4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C466E2-0180-424D-9EA1-2140CEB96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Induction: Faraday's law of electromagnetic...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18845D-2BF2-4FDF-A7D5-099F4B76F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9BC8A2-88A9-4BA9-8C88-754057D4B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2DFAB8-D796-4E61-802C-0413D8665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E3E8E3-003B-4D05-A0BB-27141D92D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3C9075-E65C-40CC-9282-686395B4E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42D558-9163-4274-8DDC-B4C70F90E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C50021-CC1D-4ABF-9D33-8308D3797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91135F-7342-4062-8D52-8CEA6ADC3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977A39-EA89-45D0-AC9E-3351F4EC0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D24CEF-2192-44F0-A8AE-CCD89A96F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11301D-3D9B-49A9-8830-68068F09A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53AA83-BDAB-4257-BD86-DD3585337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0284A3-2D18-4AAA-9C35-B4718083A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7DCA13-B8D0-4B7B-BD73-A647C7554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0149AE-3BCC-4994-9243-CC2537DDA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0DC1E7-C9CD-4399-8D98-269813B15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32C468-5461-4D8C-A1E9-05E9CBB4E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5135FA-AB51-43E5-8063-E642316DC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96C5A4-79D3-4FCA-83A8-AFD11DBE7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9D05BF-2C2C-4E8D-92A1-D2D37F1C5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54746D-B7C4-4AD1-8261-5B1D8D6D4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6E0891-82FE-4FE8-BE12-65D2723A3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5D0DCA-C2C9-4811-8634-51B99EFED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4B966B-7CCF-48AB-B610-BCE2BA302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7F475E-F326-4266-BC61-2C31846EE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E0AB6D-D44E-4561-B348-762C31D80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8D621E0-0B4D-4DA3-B721-84CF3B9D7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AEAAE1-6003-4A9C-A55E-21A6F38EF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A3EC3B-21FB-441C-97D4-1DDE1BBC0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B6AE74-7F4C-4829-BADF-92BADA868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450695999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7717786-CB9E-41BE-A27F-174080AB5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056787-9088-4F36-BEE5-7C97F59BF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Inductance and mutual inductance, coefficie...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4E9274-6832-401A-9667-2340B638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174BCA-5419-41CB-92FC-F8F617880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29A9DA-817A-4996-A3AE-2BF2167F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670729-05F1-46A3-8260-ECC888B68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C2EEBE-BF74-4289-85DA-2FA59C685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F2ECB0-B004-43E7-8405-F40E86CA5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27290E-E03D-4F18-BF9B-314876620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211E27-CA76-48E4-9A48-B01299072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C32FFD-249A-4A79-9FDE-88313D3BE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F1375A-915A-46E8-8F04-C727A6F18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DD3DA0-7576-4A65-9295-4E4323EF6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9C3BB2-7B95-49A7-A46C-B1CE7F090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B67B0D-F24B-4CAA-A14B-B36C2459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88A437-696F-434F-BDBF-2B96DD08F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C17D1A-99EE-4596-AD1B-3A544C241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8F83B0-504D-4780-B7F7-F2D290BC1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FC8BFA-6566-4913-8848-2C6E1C471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C04971-6EDE-4F62-B2F8-14C145335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0C6171-BDBE-4900-89AE-72C41B325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3EE81F-5492-461F-8F93-1CA4333B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15CFBD-3FCE-4B0C-AFF1-38409E3C9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5097A0-0FC0-4C12-8D6F-631623D72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059D86-E20A-46FC-A8F0-EE12F30A0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5C3F85-A623-4F36-B832-674DA28A5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5AF667-00F1-4833-B9FE-F774213D7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B9F21A-8A18-468E-A0B9-C02D8515A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402490-4862-4334-8ED7-E3F608267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BBBD12-26B1-4DE9-BB70-57543B08A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8B35395-CCCA-4D7E-BD69-B1FAD8B3F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254D40-BEB2-4604-B047-C5A0663D1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17063801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2BE071E-56BB-4AE2-B4E3-899DB4B09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4725E3-7DB1-4929-8F5B-0F3C2EB73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Force experienced by a current -carrying co...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ECC626-B610-4264-ABC5-E5B3A43D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D16627-0003-4C12-BD5B-39B6FFB42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D5ED5A-6E32-49F2-90A1-65491BBB4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560720-610B-49EE-B606-25A6EBA93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4842F8-1F0E-45B0-BF56-0CA9A67F5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FF4E0C-09D1-4228-A4C0-FC95B7023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B766E9-19B6-4B2A-B2A1-5C941A0D6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A96B17-9D5D-43A7-8870-4DE4223DC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08D595-7A15-44AF-A220-9C51A91FC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D9DE89-AEDA-480A-B09B-D1FD8C128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95BB97-E68E-4AA0-BBA4-2852FCB65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13908E-65BD-459F-B205-C804631A1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5C9B20-AF8F-4C31-9D70-02DA05CF3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401684-71DA-40EC-90B3-B93D70A59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16620D-048C-45D4-80A2-FCF631489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920620-F55E-4514-B74A-D3486EBD3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D8C2A8-960A-45F9-B27B-BCE36A34A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F00B15-D3EE-441F-8369-252E59B23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4412EE-19C3-422A-A3D0-0C3565E2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3BE662-F1B4-4B62-AA11-2ABAFEE78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0F139E-2BE5-4F36-A323-CC56851F3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C8BFB5-03B9-41AC-9DD5-73520BD49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3ECE3B-1481-457B-A4EF-4CF1C5EEA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9D9DC6-A8A6-41F4-AF5E-476BD9F50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71BF72-6197-4023-96FE-6037205CE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81A664-7FA8-4571-99AE-6017370AB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2F2180-5A83-4198-90CD-51D28E0BC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F0DC62-C9A9-49A3-9F88-588ABEB80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A1EF97-FBD5-4E18-970C-977CE9E7E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476E55-B5DE-4FCC-8B26-9CC1A9B58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617976958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7D492BD-49BD-4D66-9DE5-29E782ED3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EEFA6C-4417-4A38-AF81-728C1E3A6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Fleming's left -hand rule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ECB6BF-0097-47C9-BE76-5B4D3EEA1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5290F3-7E5B-4E0D-BE70-A07D63965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4BA1D9-1858-47AF-82C5-E592853EC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D1C966-D0A1-4651-8015-D34404F16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AD6465-5BEE-499B-9B41-61BEFE9F2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B53826-4F63-4717-9E2F-F119E5D01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5C3BBA-65F5-46D4-98FF-67E6C1792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3DB34D-FE32-4B8C-9457-1A86F7D09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13214F-438B-4429-8E74-C2D30AE3B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D62EFC-C859-4E28-BE9C-49A1D9636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892251-81D0-4625-9CD5-E550AF249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BA86B3-4AD6-4914-9B3C-5C62AC6D1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E4F35A-01DF-4619-85F3-4B34B9896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A5B6AD-7C6B-4070-A325-C83950551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8586CB-1E76-4043-8A23-83216B2AF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06E5BC-8996-4145-8430-02AAA5FBC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B0C447-0446-49D7-8E2C-76BD77B4F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699C63-5D4C-449F-87F0-F3D62AAC1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D104FF-AD16-4716-8BC2-026C29C1B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692D9F-01D4-4790-870F-A0CC6886B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9BB877-9DF9-4347-A87D-A076772DD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134D8A-4F15-479E-AE7D-5A00154DE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6868ED-78D9-43AD-839F-4CE50E91A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FE2A6D-679B-4706-9959-F4581B27F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AC5CC2-E0FF-43F6-B178-D48C51BF5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5B6342-17AB-40D7-8CD8-475BAC1A8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9FE90F-EEC3-4F0F-A2C7-B8AF385D1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431FFB-6926-410D-BF28-F710E75C6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5429891-356D-45DA-8CA3-5011EA0C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9BA061B-D00C-43CE-AD99-199B75CC5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429255032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72F08A9-3D70-4262-91C7-07F32D7CD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C8E9D1-1E31-4197-988E-B04D50594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Force between conductors carrying current i...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B5DEB6-C358-455B-A436-405B2E306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691838-DA34-481B-AACD-34AE4A7B7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B33DA4-A85E-47A8-A171-F24C7AA9B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AA5C51-4DA3-4038-8C6D-D3DB25F14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9739D3-280B-4D47-B162-085CF58C4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F1565C-3253-4406-98E0-B3935C315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BCF3F3-D780-4C59-AE39-0F9B09694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A01CA7-9E99-495A-A0BE-42A5CC9CA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55E715-1456-43BB-A559-4AF8AA22C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D1B3AB-A806-4471-82FB-02754582F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077458-8F21-4523-8D5D-728DD9FAA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D9CE0B-328F-4F98-B1A8-2803F4EF3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71C7B5-28E2-4F10-80AD-7508C2478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DB752F-47F9-4D3F-8999-B6CD33922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E1D0D6-175A-486B-94F3-8A0ABE28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E685FA-3073-4364-BFE9-803C71F89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6EE113-B616-403C-8B92-361B3E240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EB799A-C848-455D-8CAB-6F658F70D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4BB192-8140-4FED-9521-04396F473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B4D069-448F-49DC-B19A-561F9E444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C111C5-0D8D-434D-820F-A11F11CB5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86B91E-A523-44B2-9534-52BFB203C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0A0B80-503A-4E3D-9420-156E395EE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4F20D8-C33A-4DE7-A3F4-C66144979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49D7ED-4DD7-4A95-B6CC-9BCD4E6DA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EBD77C-8FD8-40BB-B167-9AD670D7F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CFBB30-15F5-44E6-8346-5D4D35005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C5DD71-9B39-4C6A-A930-0DC76E3A2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38CC67-D301-45C1-AEC6-0826F2A90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8D95B5-DBFE-41B4-B8EA-F16A3FFDB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56116103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1295769-12B0-4B3B-A14A-06930CA33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B69052-7304-404C-99E5-DE706C55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Induction: Faraday's law of electromagnetic...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2873CA-393D-441F-89D0-054100011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5B80EE-5FCE-4324-B446-17642E68E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A54902-D24F-48BF-B664-BA870E314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FC5E02-2207-414C-87DF-6EBC4A5B8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2C88BC-F852-4424-AAE7-D80804914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A0829F-E53D-4611-AD07-3C26DA697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CE7AE5-D4B0-432A-9671-64C401E23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D810EC-BF2B-4A3A-9301-5701BD00C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7D02FE-300D-4F9A-AEA9-A4A064CE6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50754E-7BEF-4DFA-88CF-76CF4E3B4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EE216E-0FA5-47FE-852A-DB8E5A2E5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2126EA-FB02-4ECF-A7F5-7B5DA9BB3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202A7D-C7BB-48C4-A1F9-A8F3E2D36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13148A-BC2B-43A6-8A41-21EDCAC24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DF7DDC-7093-4CDD-96FC-A2A76739F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6EE6C9-45B7-4815-8FC6-09A521D7F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E4C551-3CBB-4571-A1A3-575F340D7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7069D9-498C-4796-BD4D-4A3C64E56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0B0012-4BD2-4463-8233-781467CF9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5073CE-6DF4-4DBD-A917-C946CCFC7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E231F6-8959-41D2-B15C-A55A0543C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EB5E37-3039-4755-B3DB-3DCE73335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F44C36-56D3-48A0-8C29-020F5DC53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85BB65-CCB4-4AE7-ADF4-C039C6983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C138B8-151B-4B04-8CD3-2BAFCB029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6FFC29-B88E-466B-B1F7-53825171C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6FEF6D-0D48-40B1-B000-B387A8757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6ED732-C82E-4E8F-9915-F3615DBCC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6B4C69F-9FBB-46B5-AB4C-6F69EB986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94A3DB3-5C24-4373-BF72-64F8A7697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35204880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ABD64F9-D085-4350-B1EC-142456808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AEE8F8-428D-409D-BCFE-64D8F9D5E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Inductance and mutual inductance, coefficie...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D1D583-D99F-4EB5-B0E5-7CBBB8741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3331BA-0CF4-4A37-BE44-8ED786FC8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2B89D0-72A8-44E1-8068-3B78A2FEF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8EBF1B-6BC9-4E2E-BAB2-6EDBD0A72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AE6BC6-C07A-497E-9473-6F200D8DE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E0A091-41BB-440A-B23E-BFA0F1927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815C95-A260-47CD-8AB1-371AC8B83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EF64DE-E124-4DB0-9D37-1020CFD94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3C4D6F-E78F-4925-AA2B-762686E5B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B0BE47-38E7-426C-8AF4-6312E4EDD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9D73C3-2EFD-41F7-A9A0-0274C1376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456F8B-7FD3-48B5-BEA9-404F0B65F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E149A0-2C47-4873-A874-5BBA726B1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027CF2-3EB7-47F6-8626-211C431DC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3A0B71-2C07-4342-A9F3-8AACE4632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983696-4721-4EA6-B252-BB1A711B7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3DD3E9-4AA0-4736-B343-01A1A5A51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24CB68-83AD-4A67-906E-AD5ACFB4B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2EF7F0-2DA1-423F-A016-2C23752C1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923CDA-5B6B-4E96-A910-EA9E98F25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709FC1-CA83-430E-873E-82AAEB50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5A01E1-052A-427C-80AE-575786A68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4F8FEC-F994-4B5C-94A4-78A2E8746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798320-77F7-485B-A8C4-E4AE086EA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0705FD-EC98-467C-9443-89A50C3E8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457C42-FB1E-48A8-8C33-2660BB42C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663D2D-7E6D-4537-99D3-8BA6FA152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7AC369-906C-4353-AF0E-9E876AD1A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CB254C-ADCD-4121-B8C5-9C9C57E87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982034-4B50-4864-9AB0-EB9B332EE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085844586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C1CFBCF-EDE9-4E00-ACBC-BAD1FAC39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57D51C-1AC8-4CFC-8BF0-BF908C5D2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Force experienced by a current -carrying co...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0B5F87-FE7D-4D27-B686-2FA0CD391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D53732-7F2A-4909-B3A6-29517BFAF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82E954-98BD-4604-89FF-8B2A7E253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0B16B1-3E7B-4D1E-833C-23BBB6464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43C0D9-0B8E-4539-BFD7-212EC0CD7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0A8264-514C-483D-BEF4-9C1D43C68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A66A76-1650-49E6-8FC1-0AB031446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52ECC8-63D0-4521-B9E7-25E343B1C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67CAF3-76EA-412F-B54F-EAD6526E8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B4B3A8-D3A4-4F1B-8961-07F300375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180993-6043-4D2A-9BC3-9CD75FE60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EA638C-2FA3-4414-BB02-109097827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D0C7F8-A0A9-42C8-8044-9AC32C045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A584A0-565E-4E43-BCDB-485A71E0B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1EE7FE-ADDD-4C1D-A8A9-D814B8827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F710A6-655B-494E-BA14-80DFF705B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8FDCE0-3BDB-43F5-A52F-C62BD67F2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336AEA-C35E-4E2B-8674-1B871627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1008CA-9C44-4FEF-9A43-D2CF029D2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D01EBA-E88C-4153-9EAE-6E852EFBF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7B4A42-D4AB-42C9-8F6F-57B77B1FE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D55F54-A48F-4437-8D1C-F8767984E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207AAD-5C1D-446F-9D9B-C31BB55BC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E63913-C48D-4E68-9D8E-54DB21B8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2077BA-0198-46AE-A27A-E620B77A3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135D7B-AD9B-4AEB-A031-F06AF0160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A99C3B-014B-42A9-9983-24A3D6670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A1BF3E-3FC1-4BAF-A755-E35B5616C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C46390-8C35-445E-BC6B-9DC39495C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51D5371-B1CE-4475-8567-DF5603713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55222735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E428EA4-06C3-4D3B-94D1-5AC402683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EE79D1-3F38-446C-AB99-754FA0FC3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Fleming's left -hand rule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9830A9-3444-462C-AC5A-444301A5F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2F18A4-26C8-49EA-9FFA-1102DA36C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E497FA-C52D-4637-9278-E10502C9A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1EAD0F-5835-4CF1-82F2-9587BEDFC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3D2633-05FB-4700-B31C-408435BF4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6C513C-2B53-42D4-90F6-8B6AE9520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188D50-3D3B-446E-B185-696505064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19F6AA-0B01-408B-8B17-F03A5264C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24022E-5F39-44E8-803A-1B2C10EE7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AB33DF-B8E4-455E-8302-16202D136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D19567-94D7-4DCC-A461-DDAC3C35D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9A360C-111D-4202-94FB-0BAA5CC3E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0AAC11-D9CB-4D09-A130-A90D82CDC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22DB60-C928-4080-920F-BEBE6D8DC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AD9F0D-D6B5-4014-9181-F008B95E6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FB8F22-C40F-4FAE-9549-0AF3069DF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C598D9-E49B-445A-A7FD-2A5EE845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14BAC7-EDEE-41E9-92E6-9EBFAA8B3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B91DC9-7A60-4C3F-BE43-8D7D45BE8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117F60-DEAD-4B7F-8260-CD8E92CF3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FD69DD-8023-4C06-904D-C4A262B5D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1BE5A8-5887-4CB2-A36D-F9AD23F17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CDC540-A25E-4FA7-AF7D-FE28CE6ED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6CE2F2-E696-4CBB-845C-E6BABD645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CFCBB0-3E7D-4544-96E2-A12659043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25360E-15FB-4990-9D98-B1CE4D790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0C2A98-75CC-47BB-BDA1-A384CC142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B8D694-915D-4F40-8547-F93ED274F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4792513-7A94-4775-909F-46467C795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092F42D-E541-4499-A94B-570A031BF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035555091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6C4AA07-0F48-449C-BAE2-B7D6CB93C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FA856F-6E13-45AB-8E4D-53207E71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Force between conductors carrying current i...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946EAF-B87F-4DFC-81F6-5F2E7AC96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76610D-0F9C-4441-AF5E-B5CD06FD6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7385BA-1755-432B-8344-EE4E71F42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206B3D-BA82-4757-AC5A-301DB1F3E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F8E5DE-3CB9-4359-95E8-E25C37827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92FFFD-195E-45CC-9857-FB5999583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691DAC-7A01-4B40-8A08-6E3E3288B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4F6ED8-F5DF-4570-8C79-F466E2E4D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5599C4-20D3-49B1-A87B-9B596A32F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F09B2E-7C45-46E4-8C61-B853F645E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EBC039-7031-4C97-8AF4-10B3DAF0D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B18A14-E5BF-4328-B45D-7E034DB6B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7BCAD6-6B06-47EC-94C4-60F098B33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307A86-8566-433C-A00A-013584C1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08C6AE-F76D-4701-9D4A-70F1309C4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585BF3-4353-4565-ACD7-3E40E6CD9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C941AB-1537-44E8-B1DF-8626A5A5A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DDAA22-7D59-42E5-9961-38D92E8B1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FC2B44-379F-4E0E-952E-CCA16A092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2C1983-C18F-4D44-944D-F6B6445E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8DEE27-745F-42AC-8D84-1618539B2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15C151-D01C-449F-918C-FCD6386F1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E6D287-7332-4FC0-84EC-F82F9C421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99C1BB-F157-47DC-931E-1666DFFBC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80AC0B-7339-4C51-BDA4-6B80BBE92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41AE46-3F8F-49F6-89D8-E11023877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603270-ED92-4AB0-BE62-89226DF9D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F1D1EF-B8D8-482A-877A-B792C40DA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4AC3BD-857A-46A6-824F-C81370DD9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68D1F31-14DB-4EC6-BB86-F4E8399B0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5210516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2026-08-24T16:02:22.3120000Z</dcterms:created>
  <dcterms:modified xsi:type="dcterms:W3CDTF">2026-08-24T16:02:22.3120000Z</dcterms:modified>
</coreProperties>
</file>