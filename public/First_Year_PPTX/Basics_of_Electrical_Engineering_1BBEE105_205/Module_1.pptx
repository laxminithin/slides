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da9e9a993543fb" /><Relationship Type="http://schemas.openxmlformats.org/officeDocument/2006/relationships/extended-properties" Target="/docProps/app.xml" Id="R18a206f17f514abd" /><Relationship Type="http://schemas.openxmlformats.org/officeDocument/2006/relationships/officeDocument" Target="/ppt/presentation.xml" Id="Rbc996fc7233240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e525fa1bf4a15"/>
  </p:sldMasterIdLst>
  <p:notesMasterIdLst>
    <p:notesMasterId xmlns:r="http://schemas.openxmlformats.org/officeDocument/2006/relationships" r:id="R1cdd6ef2b4cd47a9"/>
  </p:notesMasterIdLst>
  <p:sldIdLst>
    <p:sldId xmlns:r="http://schemas.openxmlformats.org/officeDocument/2006/relationships" id="256" r:id="R7310a8ec44db40d9"/>
    <p:sldId xmlns:r="http://schemas.openxmlformats.org/officeDocument/2006/relationships" id="257" r:id="R8269c366463a4d2f"/>
    <p:sldId xmlns:r="http://schemas.openxmlformats.org/officeDocument/2006/relationships" id="258" r:id="Rd1b7ba036fa14a5d"/>
    <p:sldId xmlns:r="http://schemas.openxmlformats.org/officeDocument/2006/relationships" id="259" r:id="R8858283b085e431b"/>
    <p:sldId xmlns:r="http://schemas.openxmlformats.org/officeDocument/2006/relationships" id="260" r:id="R750838cfe1f449f3"/>
    <p:sldId xmlns:r="http://schemas.openxmlformats.org/officeDocument/2006/relationships" id="261" r:id="R5cac2c611db548e7"/>
    <p:sldId xmlns:r="http://schemas.openxmlformats.org/officeDocument/2006/relationships" id="262" r:id="R2ded5846fb6f4e19"/>
    <p:sldId xmlns:r="http://schemas.openxmlformats.org/officeDocument/2006/relationships" id="263" r:id="R187c3275413f4b21"/>
    <p:sldId xmlns:r="http://schemas.openxmlformats.org/officeDocument/2006/relationships" id="264" r:id="Rad2a62ec3e9f4b86"/>
    <p:sldId xmlns:r="http://schemas.openxmlformats.org/officeDocument/2006/relationships" id="265" r:id="R91e151af2d674a9b"/>
    <p:sldId xmlns:r="http://schemas.openxmlformats.org/officeDocument/2006/relationships" id="266" r:id="Rd07110f2b0b646bd"/>
    <p:sldId xmlns:r="http://schemas.openxmlformats.org/officeDocument/2006/relationships" id="267" r:id="R171384f95c574be4"/>
    <p:sldId xmlns:r="http://schemas.openxmlformats.org/officeDocument/2006/relationships" id="268" r:id="R04ce43ed737645b4"/>
    <p:sldId xmlns:r="http://schemas.openxmlformats.org/officeDocument/2006/relationships" id="269" r:id="R445e100057e447ff"/>
    <p:sldId xmlns:r="http://schemas.openxmlformats.org/officeDocument/2006/relationships" id="270" r:id="Rb356989c610640e4"/>
    <p:sldId xmlns:r="http://schemas.openxmlformats.org/officeDocument/2006/relationships" id="271" r:id="Racd17047ac514947"/>
    <p:sldId xmlns:r="http://schemas.openxmlformats.org/officeDocument/2006/relationships" id="272" r:id="R6b58623f8f5e4cf4"/>
    <p:sldId xmlns:r="http://schemas.openxmlformats.org/officeDocument/2006/relationships" id="273" r:id="R1da61305ae024147"/>
    <p:sldId xmlns:r="http://schemas.openxmlformats.org/officeDocument/2006/relationships" id="274" r:id="Rbac8826006654c4d"/>
    <p:sldId xmlns:r="http://schemas.openxmlformats.org/officeDocument/2006/relationships" id="275" r:id="Rc1bb894d57a74b79"/>
    <p:sldId xmlns:r="http://schemas.openxmlformats.org/officeDocument/2006/relationships" id="276" r:id="R283935c13b304d44"/>
    <p:sldId xmlns:r="http://schemas.openxmlformats.org/officeDocument/2006/relationships" id="277" r:id="R4d9d09e4580f4832"/>
    <p:sldId xmlns:r="http://schemas.openxmlformats.org/officeDocument/2006/relationships" id="278" r:id="R2a389041e6904e08"/>
    <p:sldId xmlns:r="http://schemas.openxmlformats.org/officeDocument/2006/relationships" id="279" r:id="Rab9460a1c61e4e3b"/>
    <p:sldId xmlns:r="http://schemas.openxmlformats.org/officeDocument/2006/relationships" id="280" r:id="Re466a6a792804d02"/>
    <p:sldId xmlns:r="http://schemas.openxmlformats.org/officeDocument/2006/relationships" id="281" r:id="R1fe9768f6b2a45d1"/>
    <p:sldId xmlns:r="http://schemas.openxmlformats.org/officeDocument/2006/relationships" id="282" r:id="Re698216cab1f40ad"/>
    <p:sldId xmlns:r="http://schemas.openxmlformats.org/officeDocument/2006/relationships" id="283" r:id="R50e169fcc16a4c1f"/>
    <p:sldId xmlns:r="http://schemas.openxmlformats.org/officeDocument/2006/relationships" id="284" r:id="Rec73eeee23a84c60"/>
    <p:sldId xmlns:r="http://schemas.openxmlformats.org/officeDocument/2006/relationships" id="285" r:id="R31a29fe016994e85"/>
    <p:sldId xmlns:r="http://schemas.openxmlformats.org/officeDocument/2006/relationships" id="286" r:id="R1550fbefc60f40f7"/>
    <p:sldId xmlns:r="http://schemas.openxmlformats.org/officeDocument/2006/relationships" id="287" r:id="Re1d9b541007f46d1"/>
    <p:sldId xmlns:r="http://schemas.openxmlformats.org/officeDocument/2006/relationships" id="288" r:id="R5952a53cf90344d6"/>
    <p:sldId xmlns:r="http://schemas.openxmlformats.org/officeDocument/2006/relationships" id="289" r:id="R99b1abef770e4103"/>
    <p:sldId xmlns:r="http://schemas.openxmlformats.org/officeDocument/2006/relationships" id="290" r:id="R53b99ed73ad346f1"/>
    <p:sldId xmlns:r="http://schemas.openxmlformats.org/officeDocument/2006/relationships" id="291" r:id="Rb465a6970db54fc4"/>
    <p:sldId xmlns:r="http://schemas.openxmlformats.org/officeDocument/2006/relationships" id="292" r:id="R5d0ec830f54f458d"/>
    <p:sldId xmlns:r="http://schemas.openxmlformats.org/officeDocument/2006/relationships" id="293" r:id="Re322556562d546bf"/>
    <p:sldId xmlns:r="http://schemas.openxmlformats.org/officeDocument/2006/relationships" id="294" r:id="R083f518bbf07497c"/>
    <p:sldId xmlns:r="http://schemas.openxmlformats.org/officeDocument/2006/relationships" id="295" r:id="R2f53de2aa35543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976038e2f448c6" /><Relationship Type="http://schemas.openxmlformats.org/officeDocument/2006/relationships/slideMaster" Target="/ppt/slideMasters/slideMaster1.xml" Id="Rbc6e525fa1bf4a15" /><Relationship Type="http://schemas.openxmlformats.org/officeDocument/2006/relationships/notesMaster" Target="/ppt/notesMasters/notesMaster1.xml" Id="R1cdd6ef2b4cd47a9" /><Relationship Type="http://schemas.openxmlformats.org/officeDocument/2006/relationships/presProps" Target="/ppt/presProps.xml" Id="R00236efca25247f5" /><Relationship Type="http://schemas.openxmlformats.org/officeDocument/2006/relationships/tableStyles" Target="/ppt/tableStyles.xml" Id="R73de280f4f014df8" /><Relationship Type="http://schemas.openxmlformats.org/officeDocument/2006/relationships/slide" Target="/ppt/slides/slide1.xml" Id="R7310a8ec44db40d9" /><Relationship Type="http://schemas.openxmlformats.org/officeDocument/2006/relationships/slide" Target="/ppt/slides/slide2.xml" Id="R8269c366463a4d2f" /><Relationship Type="http://schemas.openxmlformats.org/officeDocument/2006/relationships/slide" Target="/ppt/slides/slide3.xml" Id="Rd1b7ba036fa14a5d" /><Relationship Type="http://schemas.openxmlformats.org/officeDocument/2006/relationships/slide" Target="/ppt/slides/slide4.xml" Id="R8858283b085e431b" /><Relationship Type="http://schemas.openxmlformats.org/officeDocument/2006/relationships/slide" Target="/ppt/slides/slide5.xml" Id="R750838cfe1f449f3" /><Relationship Type="http://schemas.openxmlformats.org/officeDocument/2006/relationships/slide" Target="/ppt/slides/slide6.xml" Id="R5cac2c611db548e7" /><Relationship Type="http://schemas.openxmlformats.org/officeDocument/2006/relationships/slide" Target="/ppt/slides/slide7.xml" Id="R2ded5846fb6f4e19" /><Relationship Type="http://schemas.openxmlformats.org/officeDocument/2006/relationships/slide" Target="/ppt/slides/slide8.xml" Id="R187c3275413f4b21" /><Relationship Type="http://schemas.openxmlformats.org/officeDocument/2006/relationships/slide" Target="/ppt/slides/slide9.xml" Id="Rad2a62ec3e9f4b86" /><Relationship Type="http://schemas.openxmlformats.org/officeDocument/2006/relationships/slide" Target="/ppt/slides/slide10.xml" Id="R91e151af2d674a9b" /><Relationship Type="http://schemas.openxmlformats.org/officeDocument/2006/relationships/slide" Target="/ppt/slides/slide11.xml" Id="Rd07110f2b0b646bd" /><Relationship Type="http://schemas.openxmlformats.org/officeDocument/2006/relationships/slide" Target="/ppt/slides/slide12.xml" Id="R171384f95c574be4" /><Relationship Type="http://schemas.openxmlformats.org/officeDocument/2006/relationships/slide" Target="/ppt/slides/slide13.xml" Id="R04ce43ed737645b4" /><Relationship Type="http://schemas.openxmlformats.org/officeDocument/2006/relationships/slide" Target="/ppt/slides/slide14.xml" Id="R445e100057e447ff" /><Relationship Type="http://schemas.openxmlformats.org/officeDocument/2006/relationships/slide" Target="/ppt/slides/slide15.xml" Id="Rb356989c610640e4" /><Relationship Type="http://schemas.openxmlformats.org/officeDocument/2006/relationships/slide" Target="/ppt/slides/slide16.xml" Id="Racd17047ac514947" /><Relationship Type="http://schemas.openxmlformats.org/officeDocument/2006/relationships/slide" Target="/ppt/slides/slide17.xml" Id="R6b58623f8f5e4cf4" /><Relationship Type="http://schemas.openxmlformats.org/officeDocument/2006/relationships/slide" Target="/ppt/slides/slide18.xml" Id="R1da61305ae024147" /><Relationship Type="http://schemas.openxmlformats.org/officeDocument/2006/relationships/slide" Target="/ppt/slides/slide19.xml" Id="Rbac8826006654c4d" /><Relationship Type="http://schemas.openxmlformats.org/officeDocument/2006/relationships/slide" Target="/ppt/slides/slide20.xml" Id="Rc1bb894d57a74b79" /><Relationship Type="http://schemas.openxmlformats.org/officeDocument/2006/relationships/slide" Target="/ppt/slides/slide21.xml" Id="R283935c13b304d44" /><Relationship Type="http://schemas.openxmlformats.org/officeDocument/2006/relationships/slide" Target="/ppt/slides/slide22.xml" Id="R4d9d09e4580f4832" /><Relationship Type="http://schemas.openxmlformats.org/officeDocument/2006/relationships/slide" Target="/ppt/slides/slide23.xml" Id="R2a389041e6904e08" /><Relationship Type="http://schemas.openxmlformats.org/officeDocument/2006/relationships/slide" Target="/ppt/slides/slide24.xml" Id="Rab9460a1c61e4e3b" /><Relationship Type="http://schemas.openxmlformats.org/officeDocument/2006/relationships/slide" Target="/ppt/slides/slide25.xml" Id="Re466a6a792804d02" /><Relationship Type="http://schemas.openxmlformats.org/officeDocument/2006/relationships/slide" Target="/ppt/slides/slide26.xml" Id="R1fe9768f6b2a45d1" /><Relationship Type="http://schemas.openxmlformats.org/officeDocument/2006/relationships/slide" Target="/ppt/slides/slide27.xml" Id="Re698216cab1f40ad" /><Relationship Type="http://schemas.openxmlformats.org/officeDocument/2006/relationships/slide" Target="/ppt/slides/slide28.xml" Id="R50e169fcc16a4c1f" /><Relationship Type="http://schemas.openxmlformats.org/officeDocument/2006/relationships/slide" Target="/ppt/slides/slide29.xml" Id="Rec73eeee23a84c60" /><Relationship Type="http://schemas.openxmlformats.org/officeDocument/2006/relationships/slide" Target="/ppt/slides/slide30.xml" Id="R31a29fe016994e85" /><Relationship Type="http://schemas.openxmlformats.org/officeDocument/2006/relationships/slide" Target="/ppt/slides/slide31.xml" Id="R1550fbefc60f40f7" /><Relationship Type="http://schemas.openxmlformats.org/officeDocument/2006/relationships/slide" Target="/ppt/slides/slide32.xml" Id="Re1d9b541007f46d1" /><Relationship Type="http://schemas.openxmlformats.org/officeDocument/2006/relationships/slide" Target="/ppt/slides/slide33.xml" Id="R5952a53cf90344d6" /><Relationship Type="http://schemas.openxmlformats.org/officeDocument/2006/relationships/slide" Target="/ppt/slides/slide34.xml" Id="R99b1abef770e4103" /><Relationship Type="http://schemas.openxmlformats.org/officeDocument/2006/relationships/slide" Target="/ppt/slides/slide35.xml" Id="R53b99ed73ad346f1" /><Relationship Type="http://schemas.openxmlformats.org/officeDocument/2006/relationships/slide" Target="/ppt/slides/slide36.xml" Id="Rb465a6970db54fc4" /><Relationship Type="http://schemas.openxmlformats.org/officeDocument/2006/relationships/slide" Target="/ppt/slides/slide37.xml" Id="R5d0ec830f54f458d" /><Relationship Type="http://schemas.openxmlformats.org/officeDocument/2006/relationships/slide" Target="/ppt/slides/slide38.xml" Id="Re322556562d546bf" /><Relationship Type="http://schemas.openxmlformats.org/officeDocument/2006/relationships/slide" Target="/ppt/slides/slide39.xml" Id="R083f518bbf07497c" /><Relationship Type="http://schemas.openxmlformats.org/officeDocument/2006/relationships/slide" Target="/ppt/slides/slide40.xml" Id="R2f53de2aa35543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3402b735c94c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4f95bf2ed04bdf" /><Relationship Type="http://schemas.openxmlformats.org/officeDocument/2006/relationships/notesMaster" Target="/ppt/notesMasters/notesMaster1.xml" Id="R813edc04bbb947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588b9ac1f41fb" /><Relationship Type="http://schemas.openxmlformats.org/officeDocument/2006/relationships/notesMaster" Target="/ppt/notesMasters/notesMaster1.xml" Id="R19c7cf4d44c04d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a60e4837f846f1" /><Relationship Type="http://schemas.openxmlformats.org/officeDocument/2006/relationships/notesMaster" Target="/ppt/notesMasters/notesMaster1.xml" Id="R2a457a5a2f2448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f93cc0482741ad" /><Relationship Type="http://schemas.openxmlformats.org/officeDocument/2006/relationships/notesMaster" Target="/ppt/notesMasters/notesMaster1.xml" Id="R52f02c14354c48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a6864fa5f4e63" /><Relationship Type="http://schemas.openxmlformats.org/officeDocument/2006/relationships/notesMaster" Target="/ppt/notesMasters/notesMaster1.xml" Id="Rdcbddf3e497049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4ec0f6d7514997" /><Relationship Type="http://schemas.openxmlformats.org/officeDocument/2006/relationships/notesMaster" Target="/ppt/notesMasters/notesMaster1.xml" Id="R2574fc18f2d54a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55e2aef07e4991" /><Relationship Type="http://schemas.openxmlformats.org/officeDocument/2006/relationships/notesMaster" Target="/ppt/notesMasters/notesMaster1.xml" Id="R91d2e56c017944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3445ed1a794777" /><Relationship Type="http://schemas.openxmlformats.org/officeDocument/2006/relationships/notesMaster" Target="/ppt/notesMasters/notesMaster1.xml" Id="Rcdaee769e13042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611414fead472e" /><Relationship Type="http://schemas.openxmlformats.org/officeDocument/2006/relationships/notesMaster" Target="/ppt/notesMasters/notesMaster1.xml" Id="Ra4dbcac70e3c47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f3266464fe4cd5" /><Relationship Type="http://schemas.openxmlformats.org/officeDocument/2006/relationships/notesMaster" Target="/ppt/notesMasters/notesMaster1.xml" Id="R4d628c85d7ea47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a238c935824412" /><Relationship Type="http://schemas.openxmlformats.org/officeDocument/2006/relationships/notesMaster" Target="/ppt/notesMasters/notesMaster1.xml" Id="R05f8347106b54f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fa682dc0f24f9c" /><Relationship Type="http://schemas.openxmlformats.org/officeDocument/2006/relationships/notesMaster" Target="/ppt/notesMasters/notesMaster1.xml" Id="Rf8f1f9ed089241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a1a99befc14a08" /><Relationship Type="http://schemas.openxmlformats.org/officeDocument/2006/relationships/notesMaster" Target="/ppt/notesMasters/notesMaster1.xml" Id="Rbcfc048b6f4c44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741957f8ea405d" /><Relationship Type="http://schemas.openxmlformats.org/officeDocument/2006/relationships/notesMaster" Target="/ppt/notesMasters/notesMaster1.xml" Id="R42ad727ca36443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fd2cadcc334e62" /><Relationship Type="http://schemas.openxmlformats.org/officeDocument/2006/relationships/notesMaster" Target="/ppt/notesMasters/notesMaster1.xml" Id="R85f3d6f48aac4c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1b59ff3d624ad6" /><Relationship Type="http://schemas.openxmlformats.org/officeDocument/2006/relationships/notesMaster" Target="/ppt/notesMasters/notesMaster1.xml" Id="R30ae1822add947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3c9ab1453f4f52" /><Relationship Type="http://schemas.openxmlformats.org/officeDocument/2006/relationships/notesMaster" Target="/ppt/notesMasters/notesMaster1.xml" Id="R8918ebef9ec74e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bad7e247bc4731" /><Relationship Type="http://schemas.openxmlformats.org/officeDocument/2006/relationships/notesMaster" Target="/ppt/notesMasters/notesMaster1.xml" Id="R0e6d7fd092cc4a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91d964ddd04068" /><Relationship Type="http://schemas.openxmlformats.org/officeDocument/2006/relationships/notesMaster" Target="/ppt/notesMasters/notesMaster1.xml" Id="Ra3b95fda2c5c44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bfc53ea04645d6" /><Relationship Type="http://schemas.openxmlformats.org/officeDocument/2006/relationships/notesMaster" Target="/ppt/notesMasters/notesMaster1.xml" Id="R4904817272004dc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124a6576eb4ec0" /><Relationship Type="http://schemas.openxmlformats.org/officeDocument/2006/relationships/notesMaster" Target="/ppt/notesMasters/notesMaster1.xml" Id="Ra1e69330638e44b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5597e695fe4c4a" /><Relationship Type="http://schemas.openxmlformats.org/officeDocument/2006/relationships/notesMaster" Target="/ppt/notesMasters/notesMaster1.xml" Id="R242de1830e37473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57c2a4a9bb4dbf" /><Relationship Type="http://schemas.openxmlformats.org/officeDocument/2006/relationships/notesMaster" Target="/ppt/notesMasters/notesMaster1.xml" Id="R3a7f9ef47c8543a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7443b15d354a32" /><Relationship Type="http://schemas.openxmlformats.org/officeDocument/2006/relationships/notesMaster" Target="/ppt/notesMasters/notesMaster1.xml" Id="Re68443974a4e4c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cbe3765a1804070" /><Relationship Type="http://schemas.openxmlformats.org/officeDocument/2006/relationships/notesMaster" Target="/ppt/notesMasters/notesMaster1.xml" Id="Race3e4b496d4489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4d7bcd668ae4a3d" /><Relationship Type="http://schemas.openxmlformats.org/officeDocument/2006/relationships/notesMaster" Target="/ppt/notesMasters/notesMaster1.xml" Id="Rfd15092aaf6448a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db192578282465f" /><Relationship Type="http://schemas.openxmlformats.org/officeDocument/2006/relationships/notesMaster" Target="/ppt/notesMasters/notesMaster1.xml" Id="R19f49abcc91e408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ad09c28330346fc" /><Relationship Type="http://schemas.openxmlformats.org/officeDocument/2006/relationships/notesMaster" Target="/ppt/notesMasters/notesMaster1.xml" Id="Rfdc3cfb2da944e1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34e4fcdaf74724" /><Relationship Type="http://schemas.openxmlformats.org/officeDocument/2006/relationships/notesMaster" Target="/ppt/notesMasters/notesMaster1.xml" Id="Rd04514347da6451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6f001e0b76f4dcc" /><Relationship Type="http://schemas.openxmlformats.org/officeDocument/2006/relationships/notesMaster" Target="/ppt/notesMasters/notesMaster1.xml" Id="R15c4ef047f62428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a4db19470734e72" /><Relationship Type="http://schemas.openxmlformats.org/officeDocument/2006/relationships/notesMaster" Target="/ppt/notesMasters/notesMaster1.xml" Id="R90ba9eb02f984cb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6ea5e05b3d480b" /><Relationship Type="http://schemas.openxmlformats.org/officeDocument/2006/relationships/notesMaster" Target="/ppt/notesMasters/notesMaster1.xml" Id="R182138aa763848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dc2a76d30ae4999" /><Relationship Type="http://schemas.openxmlformats.org/officeDocument/2006/relationships/notesMaster" Target="/ppt/notesMasters/notesMaster1.xml" Id="R285cd906fe514bc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4ad2cbc7e34406a" /><Relationship Type="http://schemas.openxmlformats.org/officeDocument/2006/relationships/notesMaster" Target="/ppt/notesMasters/notesMaster1.xml" Id="Rea408eb3f3a443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c548e6109e14ce9" /><Relationship Type="http://schemas.openxmlformats.org/officeDocument/2006/relationships/notesMaster" Target="/ppt/notesMasters/notesMaster1.xml" Id="Rcf72bb3a4659416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18c0010d55a4d70" /><Relationship Type="http://schemas.openxmlformats.org/officeDocument/2006/relationships/notesMaster" Target="/ppt/notesMasters/notesMaster1.xml" Id="R5024cc6c167d468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2c1d1f2affd4fa1" /><Relationship Type="http://schemas.openxmlformats.org/officeDocument/2006/relationships/notesMaster" Target="/ppt/notesMasters/notesMaster1.xml" Id="R67583978d1bc447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790da242dcf4d10" /><Relationship Type="http://schemas.openxmlformats.org/officeDocument/2006/relationships/notesMaster" Target="/ppt/notesMasters/notesMaster1.xml" Id="Rdf775fc7dfbd4fa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6aaee991854458e" /><Relationship Type="http://schemas.openxmlformats.org/officeDocument/2006/relationships/notesMaster" Target="/ppt/notesMasters/notesMaster1.xml" Id="Rb84f52cfd05a449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3c0fa57a59c4db8" /><Relationship Type="http://schemas.openxmlformats.org/officeDocument/2006/relationships/notesMaster" Target="/ppt/notesMasters/notesMaster1.xml" Id="R586cc5d976cd40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6a188b2b246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8022137bfd4890" /><Relationship Type="http://schemas.openxmlformats.org/officeDocument/2006/relationships/slideLayout" Target="/ppt/slideLayouts/slideLayout1.xml" Id="R4a4d3ac373d547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4d3ac373d547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95a947dbc480a" /><Relationship Type="http://schemas.openxmlformats.org/officeDocument/2006/relationships/notesSlide" Target="/ppt/notesSlides/notesSlide1.xml" Id="R17213279c4e44f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adc0316f74d6e" /><Relationship Type="http://schemas.openxmlformats.org/officeDocument/2006/relationships/notesSlide" Target="/ppt/notesSlides/notesSlide2.xml" Id="R38f48d0551b645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fc06f57c74c82" /><Relationship Type="http://schemas.openxmlformats.org/officeDocument/2006/relationships/notesSlide" Target="/ppt/notesSlides/notesSlide3.xml" Id="R8c4d0a02a25a47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94234e78b4e1d" /><Relationship Type="http://schemas.openxmlformats.org/officeDocument/2006/relationships/notesSlide" Target="/ppt/notesSlides/notesSlide4.xml" Id="Rb1978000881341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d57c686074b45" /><Relationship Type="http://schemas.openxmlformats.org/officeDocument/2006/relationships/notesSlide" Target="/ppt/notesSlides/notesSlide5.xml" Id="Rb5eab8caec7745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566b3f2054297" /><Relationship Type="http://schemas.openxmlformats.org/officeDocument/2006/relationships/notesSlide" Target="/ppt/notesSlides/notesSlide6.xml" Id="Rd67e3d739e6b48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174e4e7d0404f" /><Relationship Type="http://schemas.openxmlformats.org/officeDocument/2006/relationships/notesSlide" Target="/ppt/notesSlides/notesSlide7.xml" Id="Rf4d780315f4844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966db073b4f31" /><Relationship Type="http://schemas.openxmlformats.org/officeDocument/2006/relationships/notesSlide" Target="/ppt/notesSlides/notesSlide8.xml" Id="R8ad0446e32454c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a6f88f3b74438" /><Relationship Type="http://schemas.openxmlformats.org/officeDocument/2006/relationships/notesSlide" Target="/ppt/notesSlides/notesSlide9.xml" Id="Rc22a2ef016e74e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9534881b94f06" /><Relationship Type="http://schemas.openxmlformats.org/officeDocument/2006/relationships/notesSlide" Target="/ppt/notesSlides/notesSlide10.xml" Id="R21da64abb94d4b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cb2fa8b8841e3" /><Relationship Type="http://schemas.openxmlformats.org/officeDocument/2006/relationships/notesSlide" Target="/ppt/notesSlides/notesSlide11.xml" Id="R1dbfbb238a8a4b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5c70f1c3c40a1" /><Relationship Type="http://schemas.openxmlformats.org/officeDocument/2006/relationships/notesSlide" Target="/ppt/notesSlides/notesSlide12.xml" Id="Rc2280bac75464b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b2c0e0b884a9f" /><Relationship Type="http://schemas.openxmlformats.org/officeDocument/2006/relationships/notesSlide" Target="/ppt/notesSlides/notesSlide13.xml" Id="R522bd7cdebf345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e4ddb02d44aab" /><Relationship Type="http://schemas.openxmlformats.org/officeDocument/2006/relationships/notesSlide" Target="/ppt/notesSlides/notesSlide14.xml" Id="Ra3155e6eed5f43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8ad7278b141a3" /><Relationship Type="http://schemas.openxmlformats.org/officeDocument/2006/relationships/notesSlide" Target="/ppt/notesSlides/notesSlide15.xml" Id="Rda238777cf414e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0ecdee333490c" /><Relationship Type="http://schemas.openxmlformats.org/officeDocument/2006/relationships/notesSlide" Target="/ppt/notesSlides/notesSlide16.xml" Id="R26da82390d3a4a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b950309904ddc" /><Relationship Type="http://schemas.openxmlformats.org/officeDocument/2006/relationships/notesSlide" Target="/ppt/notesSlides/notesSlide17.xml" Id="Rf211fd7baec648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38ebd89ef42e5" /><Relationship Type="http://schemas.openxmlformats.org/officeDocument/2006/relationships/notesSlide" Target="/ppt/notesSlides/notesSlide18.xml" Id="Re8403a9b087b437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40873648246ea" /><Relationship Type="http://schemas.openxmlformats.org/officeDocument/2006/relationships/notesSlide" Target="/ppt/notesSlides/notesSlide19.xml" Id="R3bc40cec8fdb4b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5ffa489b44609" /><Relationship Type="http://schemas.openxmlformats.org/officeDocument/2006/relationships/notesSlide" Target="/ppt/notesSlides/notesSlide20.xml" Id="R993e459ea85e4c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6c78866cf4c72" /><Relationship Type="http://schemas.openxmlformats.org/officeDocument/2006/relationships/notesSlide" Target="/ppt/notesSlides/notesSlide21.xml" Id="R9e109076aef54e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8529d5c48486d" /><Relationship Type="http://schemas.openxmlformats.org/officeDocument/2006/relationships/notesSlide" Target="/ppt/notesSlides/notesSlide22.xml" Id="Ref5e1195e1fb45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e8daf54054fe4" /><Relationship Type="http://schemas.openxmlformats.org/officeDocument/2006/relationships/notesSlide" Target="/ppt/notesSlides/notesSlide23.xml" Id="Raf4554ebefdb4a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72266cc0140a2" /><Relationship Type="http://schemas.openxmlformats.org/officeDocument/2006/relationships/notesSlide" Target="/ppt/notesSlides/notesSlide24.xml" Id="R6db2ef8dd037456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a59bd6b7445a0" /><Relationship Type="http://schemas.openxmlformats.org/officeDocument/2006/relationships/notesSlide" Target="/ppt/notesSlides/notesSlide25.xml" Id="Rb571ff48441c48f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b073e8c254ba4" /><Relationship Type="http://schemas.openxmlformats.org/officeDocument/2006/relationships/notesSlide" Target="/ppt/notesSlides/notesSlide26.xml" Id="Rb75790ab344b4af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955918d3b4f99" /><Relationship Type="http://schemas.openxmlformats.org/officeDocument/2006/relationships/notesSlide" Target="/ppt/notesSlides/notesSlide27.xml" Id="R7b0c63aea2d7400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147bb32ab40c3" /><Relationship Type="http://schemas.openxmlformats.org/officeDocument/2006/relationships/notesSlide" Target="/ppt/notesSlides/notesSlide28.xml" Id="R8f6f24c7724f4ad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3db0aa3a8499c" /><Relationship Type="http://schemas.openxmlformats.org/officeDocument/2006/relationships/notesSlide" Target="/ppt/notesSlides/notesSlide29.xml" Id="Rbe103f59389d4a8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df722a89147ec" /><Relationship Type="http://schemas.openxmlformats.org/officeDocument/2006/relationships/notesSlide" Target="/ppt/notesSlides/notesSlide30.xml" Id="R641ce686f5ba474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7a77fe1314ec4" /><Relationship Type="http://schemas.openxmlformats.org/officeDocument/2006/relationships/notesSlide" Target="/ppt/notesSlides/notesSlide31.xml" Id="R93b0b710515741f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68f3ee2b64f8e" /><Relationship Type="http://schemas.openxmlformats.org/officeDocument/2006/relationships/notesSlide" Target="/ppt/notesSlides/notesSlide32.xml" Id="R0b8d5700a01145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c057ba5b4dca" /><Relationship Type="http://schemas.openxmlformats.org/officeDocument/2006/relationships/notesSlide" Target="/ppt/notesSlides/notesSlide33.xml" Id="R51eb3e2621e645f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4eec728a349cc" /><Relationship Type="http://schemas.openxmlformats.org/officeDocument/2006/relationships/notesSlide" Target="/ppt/notesSlides/notesSlide34.xml" Id="Raf6097088af04f9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08e738db94e8f" /><Relationship Type="http://schemas.openxmlformats.org/officeDocument/2006/relationships/notesSlide" Target="/ppt/notesSlides/notesSlide35.xml" Id="R20861f5e76034e3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f6357afe149d6" /><Relationship Type="http://schemas.openxmlformats.org/officeDocument/2006/relationships/notesSlide" Target="/ppt/notesSlides/notesSlide36.xml" Id="R364918781f17489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724128e9a4e2c" /><Relationship Type="http://schemas.openxmlformats.org/officeDocument/2006/relationships/notesSlide" Target="/ppt/notesSlides/notesSlide37.xml" Id="Rb2b32a97a4f044b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72bf7950b4b92" /><Relationship Type="http://schemas.openxmlformats.org/officeDocument/2006/relationships/notesSlide" Target="/ppt/notesSlides/notesSlide38.xml" Id="Rcc952dc9a2b54d3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c3353ad6744f6" /><Relationship Type="http://schemas.openxmlformats.org/officeDocument/2006/relationships/notesSlide" Target="/ppt/notesSlides/notesSlide39.xml" Id="R293d19a969474fd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6828671274c18" /><Relationship Type="http://schemas.openxmlformats.org/officeDocument/2006/relationships/notesSlide" Target="/ppt/notesSlides/notesSlide40.xml" Id="Rbb9375c07dc6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936E5-4A56-4702-8815-FAE81C97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AACD1-73BB-44C2-8091-6C54060F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DC circuits: Ohm's law and Kirchhoff's laws, analysis of series, parallel and series-parallel circuits. Power and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C9BAA-D98A-4B09-B5D0-BFF71342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Basics of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1BBEE105/205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AE5B4-A4D1-4B0F-8A8E-FD56094E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48D28-B5CB-45AB-832D-CCF6554A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0AFC8-5848-4F30-AF27-336D9D76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DD5C5-1735-46FD-8946-51C89254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551CC-41E8-4E83-BCEC-0DF28E3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E17A0-984D-483B-9B99-CB47F3E5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407FC-2F84-47F7-9C19-1D019765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6ED8-617A-4450-A11B-4247DEA2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4BB2B-1682-4C83-B5C5-545E793A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ABC0A-021E-427C-AE64-6F42ADE1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8426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5DF2C-EA39-4247-A70C-90396E8E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3F206-B0A6-4C6C-96AE-CD7AA352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AFEE0-3F8B-4E8D-B5D2-F11010CA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D759D-5D25-493B-AB2B-39CE2E45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D6B3B-D76B-4046-A7A4-AD448071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82F06-B3EE-4644-9A22-DB6B1CD9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E1B24-04FE-46DB-84CC-CDD6D1E5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3843C-EDCF-4AA5-AC2A-7BD8BDE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14BBC-B810-4C8C-952F-486CD282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ECB55-B168-438F-9484-B35A16B3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40952-C5A4-49D0-A69F-6ED04B0F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7E8A7-D1E2-44C0-BDF1-0DF3EC1D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C8F5E-8030-4E1B-A3B8-1E27C7BC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85B71-1B02-44D2-9761-7112B969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F6040-A904-4438-AF05-BE78CA7C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09253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5A11A0-BE02-4AC5-9485-E3640D1C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83EB3-73FD-47F3-9D57-AE5D2334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1B82C-8413-4679-B5EA-F26C4E74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92B3E-7D68-42E8-8831-227598EB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7225B-AAA9-49FB-9FFE-7A67A899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0E305-4633-426D-8EA8-1860D9CE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EFBB2-3F74-4FA3-9912-B43D2F6C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55A06-3281-4026-92B1-2526E473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E9817-322C-4A09-8DA6-E670B47A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 circuits: Ohm's law and Kirchhoff's laws, analysis of 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C8FB7-99BB-49C0-B76E-F66ABD0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B0591-3D6D-400C-AA10-0E8BC971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CBE2A-91CB-4E36-82F7-BCD9798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Electrostatics: Coulombs law, definitions of absolute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F40FF-94D5-429B-9690-B0A0801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26CA9-9ACE-4166-B2D9-5143D4C7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B8CDC-83D3-4980-BEB7-E590CFF2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Capacitor: Expression of parallel plate capacitor, factor...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81821-EB1F-420D-AE85-42A9F7CD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F7725-8B0F-48FB-86CD-76FF005E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D59D5-0957-4155-8450-80DD2AF8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Electromagnetism: Electromagnets-direction of flux produc...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1E268-49C5-476A-96D3-B454C25D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AE492-E5CD-4F89-9505-FD58734F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45890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B9FBA-82D8-4D30-A3D4-B7BA9554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7B815-3FAA-4647-90B7-3CE77E15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E188F-26AA-4172-AA0C-4C458174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5B875-36E2-45E8-8C84-0EB096F9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427CF-88A1-4639-BD94-08605C8D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EF0CB-7692-4B62-88CC-90C327AD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F75F8-455B-4CEA-B86B-8D28D3B4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D7E5E-F0BF-4B90-B2C5-58FC337D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 circuits: Ohm's law and Kirchhoff's laws, analysis of s...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70067-AAA8-438E-B699-E819997F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EF835-214D-49E0-B536-13E5C1F5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B06EB-FB9E-4C8F-BF3D-5C9AF638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Electrostatics: Coulombs law, definitions of absolute and...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BFE1C-1BEF-4632-AC4D-21F9253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14FB8-B6DE-4D81-8256-CF810D7D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5F826-F37E-48FF-9B36-FC7C662E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Capacitor: Expression of parallel plate capacitor, factor...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F54FE-D684-47B6-BB03-FE6016FC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6ECC6-8E16-48D8-89EC-26F37953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62406-9C27-4C8A-8B15-90B554D1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Electromagnetism: Electromagnets-direction of flux produc...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22650-CABE-4832-9F93-632E76A9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E3734-7931-4263-9CA6-BB09522D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A09C6-A584-4A3A-A49E-CDCB7AAE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18676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C88BE-D8EE-4B1F-BBE2-C1BDB5F7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411AD-C0F0-4EA0-A8BF-103E5524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79416-63E8-4940-8888-21DF0D14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6CE29-0818-4E6B-AAF4-3B90FC49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38F99-E072-4E22-9B67-A0BEB5A6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8A836-062C-48F8-BBB9-52441A3A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Kirchhoff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D94F1-4329-4652-85E3-8EACDA13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laws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FB736-3A93-48EB-A26C-E5D328C5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7E2BE-7477-479E-81A5-31E8BB8F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parallel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71451-442D-4F2E-8F5C-D22D9535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series-parallel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AA278-B389-42C3-B30D-EA5B470A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9EE8F-5E30-4C1F-8A32-24226A63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energy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7D34B-12AC-44CC-A70A-414BEC09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Problems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3EC2F-E982-41D2-8685-2D15648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Electrostatics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F3AAC-BEE3-45DB-A706-CB6E1FBB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73C24-303B-42AF-9F07-FDC4666C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9359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FFADD-E51B-4E89-B7FE-D8D634B6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97B9E-6041-4B00-83FF-E96E89AF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3C4F3-9C27-41F9-8B33-951D8A16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D37D0-3054-441D-9DE3-95D0BF6D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B349E-8541-4D91-B519-0EF2C2DF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 circuits: Ohm's law and Kirchhoff's laws, analysis of series, parallel and series-parallel 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8FA3F-D504-4075-AB09-0C69EB29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 circuits: Ohm's law and Kirchhoff's law...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868CC-2C0B-447D-B29F-333CD5F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7ACEA-2E86-4128-B972-5A1823F2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D9C2C-D55F-417F-A780-D0798F79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849AD-EE5B-4429-80A5-F56AE63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96DB7-593F-4BE9-89E9-D733D8CB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7128C-591F-44FE-AC9A-ADD21C3B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2B086-CE44-463E-91BE-C274B3A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82300-42E1-4FAE-B3E5-F8CCA9A6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6E73B-D765-4640-AE62-4B926040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6E968-7EB9-4A82-87C2-63159FDD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643344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26EF54-8772-4DFD-90EE-F5DC8F0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47B50-2799-4206-B504-559F40CD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0BDAF-2D19-4412-A8A4-292FF606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63E40-CAD4-4308-A9FD-CC1BB959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38ED9-B0EC-4C05-AA3E-81851837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F0CD5-F593-4DA6-9A79-3A6AADFB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4935F-D391-4B2C-8C1B-1D36A3BA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4D2A7-F500-41EE-8EB9-FD6A4DD9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9D734-0B94-4157-924A-9C13D056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 circuits: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DAF3-0669-4E8D-8519-4022B484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E833A-77B0-40B6-8039-35B27728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98AE1-E449-444C-805B-5A5AD0F0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 circuits:...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7B10C-3167-4528-AB00-EB2F73D6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80CC9-F125-4731-896C-9F9325A7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6200F-1507-462B-B376-814764DA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 circu...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80F4B6-6161-47F0-97F5-7EB8908C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62F0A-3282-456B-AA0C-D27DC50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FED65-CEBE-427F-BB3B-E6885522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 circuits...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300B6-5106-465C-A28B-5DAF284E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90614-8D43-4D5F-8BAE-A487651F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E64E3-280B-4DCD-953B-99B7D31B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 circuits: Oh...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280C0-1BD1-4BE8-A5CF-2EA6E34A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B36F2-ED18-46D6-820A-DCA98825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0654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F212A-AC1A-49D7-BE83-D97349C3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8B860-09E8-4BAB-A707-9340C9E5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7B05-6D18-463A-AAF4-225190AC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A62E6-69FA-4A4B-A4E6-F70D8AF6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A1307-6495-4145-A852-E6672D75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53038-30EF-45D4-B951-B782F423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924E4-552B-4C42-AC23-84BE0A47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6DA91-5E1F-41BA-A631-3E921620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A3131-B7A1-447B-9648-6FBB5A4E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92E6C-C831-4E7A-A3BE-F61D91CF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663E7-B12D-47FE-8595-ECD445D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E830A-C788-43DB-AD5A-4D7052CF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B90DC-C60A-494A-B7E3-D31FA8ED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50D42-4D98-4B1C-9D40-8996BC3F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64FBD-4F7F-4463-9C46-0AA14A23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21504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DC6BE-8E0B-41A7-81C3-3AB615F4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3E3C3-B36E-4F1A-96AC-F2BFEB1A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F4DB4-B492-4692-867C-733797C3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0DC8C-7558-4DED-8953-CE4DAA59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14829-D790-405C-8F70-09511798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4F7C8-CDB1-44D7-8B44-72A18A57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 circuits: Ohm's law and Kirchhoff's laws, analysis of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B8FCF-6B5F-46D7-A1FE-26E12D0C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98B4D-08CD-44BA-B736-A86C614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C77AB-0C28-45F7-B1C4-1DDC12E2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08C39-DBB0-4CB5-A625-C0833753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13C39-7629-4120-A068-AA5AEC6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01924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1599A-D85D-43A0-952E-2477A5F5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6D4B6-E866-423A-9CBD-CD322BCF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9A5CA-2729-4248-8D8F-FE96C2F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7A6F2-54BC-4437-988D-7764F183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9AD9C-53C0-4EC3-92F2-2C293ACC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Electrostatics: Coulombs law, definitions of absolute and relative permittivity, electric field, electric flux,...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7661B-D676-48EB-AA96-16A4782D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Electrostatics: Coulombs law, definitions...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35396-D22D-403B-9438-8F74656F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07E7B-8535-410E-9EBB-B053428B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970BE-B767-4B64-A36A-D771A781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F388E-00FB-4522-A9CC-65995720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70DCF-CE8E-4313-8CA7-0D61B86C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0D3A4-D68E-4EE1-A581-1C1D6AA8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AD6E3-262C-4456-BC8E-A5634A23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B4C-A345-46A4-B137-4822E074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4E764-8F62-46FE-811D-0F5EBE91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F5E40-189C-4FB7-AB28-AD656395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20795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29A30-C325-43F5-AAFD-FD48A584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DFF7E-27D5-49DE-996B-5BE4441C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7A39E-7D4E-4265-8FD2-B72F39C3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A356C-A74B-4777-B208-F3700A13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17688-A14C-4641-9BE2-D1421A4E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D5305-51F6-45AC-B30A-A2958C0E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FBF00-0DC2-4A84-BD3D-38776944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5D5D0-A932-4B51-BE3E-08FF06D1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DB38C-9D0C-462E-9C96-D2C00D27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Electrostatic...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EB5CB-BF07-4514-8D64-C18C758F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CC42C-8048-4104-862D-C45A3D73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292BE-16B8-470C-9FFB-51C2F8C1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Electrostat...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2C82F-ED1D-4213-8891-49955869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6DABC-DA4B-4B49-A2CB-9524E4A1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2D732C-02EF-47A9-997F-0EBCCBD1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Electro...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66D53-0376-4486-A64C-020EF59C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C89B7-8566-4457-B032-FF1462FF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0BE22-0D1A-4781-88A3-21B675F7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Electrosta...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4B3CB-22BC-46F9-B126-C7747594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1B751-4613-4650-A9B5-AA9B9211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991B7-B016-4244-BEE2-EEA5E8F5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Electrostatics...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153DA-E10C-4ED8-AA54-DBFCFA58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2F6F1-C7AC-46A5-8A27-31F1B4CE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853459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34817-D69A-473E-9BC8-B95F34A4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750EF-801A-4B65-AE80-8C7DDAAC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0EA76-1075-4D0C-8607-A8000CB2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02292-E804-4B83-AF02-8A0E5F02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22C96-3C9E-4D6D-8725-2CA7063D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1B115-C35B-49D1-81BD-530675AA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59B78-F5E0-4273-B227-CE141357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DC069-D1C1-4494-89FA-20A01EFE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42CB2-EFC5-4D71-BF2A-1488EA30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6A49C-087D-449F-BB6E-2C11BA60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8B96A-1F34-4FD5-ADEC-7CD951E3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AC990-93A4-4526-B8BF-62B1ACC8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E511D-ED73-4A96-BAC8-65E801F7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E1872-73D7-45C3-9316-1644525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62B16-4B80-462C-B2D5-FA3BA9AF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30855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5A63C-4795-4B1B-90D5-4811924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54350-47AE-48B0-B005-9195EB26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6D0B6-207D-4BF8-8903-EDA2D173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93ECF-8791-4E79-8A48-32C69D37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57E17-AD1E-40E2-9631-AB9B4351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D8BDD-0B4F-400F-8280-49DA7F96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Electrostatics: Coulombs law, definitions of absolute and...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FA936-7913-42F1-B98C-DCE24067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D3B91-59B9-43DC-B5AE-418D813C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636E8-403D-40DB-9690-44249605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43D31-8351-4DA0-B666-0167E23F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A9996-5611-4787-A764-1FCC1527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55018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3609E-72D8-402A-81F1-F2BE0FFD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7E0BB-CFCE-4855-AACA-6D58269A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962B6-B2D6-486E-AA58-2EA8A60C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7AB0A-2EBF-4ECE-9B46-EAA5BDC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C802B-5F31-4106-8313-B541F44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Capacitor: Expression of parallel plate capacitor, factors affecting capacitance, capacitors in series and capa...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65355-22AD-4C9E-B1F3-BED55246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Capacitor: Expression of parallel plate c...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2B397-BB2F-4FC0-BB2C-AFA92D07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A3FFF-F61C-4F64-8AE9-C504CA20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5C814-DAB2-4EFD-A6E5-01B964C5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ACD71-3035-4278-B4DC-20F74ACD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B409B-A814-43BF-968E-ADDDC613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49E79-5D0B-42F1-AC69-331E98D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6A2CC-BAB6-4D5C-9F04-A305354E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1DBDE-B9DA-4585-BF91-07B5AE4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5F418-E658-4D1E-AD24-02175FEA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B9C9B-39A8-4D7E-84F6-F91C67CC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86321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705CF-F157-4B8C-8504-5EE1FFD2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C57C7-C24A-4687-9AD8-0CE370BB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D32AC-F9CF-4F07-84F6-4D50042A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00B0D-9C95-48D5-A61E-2D2A005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7C257-5E22-4F93-81CD-374C8E0E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3852B-8B87-4E15-BCE8-E6E39E42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7184E-0D00-40EC-B636-E654CC55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FC01E-0BBD-4525-AE94-B3C6DE44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7CDB2-5A1D-4482-A7EE-BC97A7CC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Capacitor: Ex...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B27BC-0C2D-4F87-BDE0-68E28611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C4D2B-C3AF-46DC-835E-081EA19E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06F0D-CC8F-4FBB-93ED-1CA03D82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Capacitor:...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EC4A8-F5F4-4537-958D-DB397966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36F07-CDBB-4CA5-856E-789E9B82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DF174-F580-4BBB-A197-51003B9C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Capacit...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564E9-2294-4F19-AE5B-7C5E3399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92765-ACC7-4A6C-B359-165CD27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D86E2-2650-406D-B37C-CC11D030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Capacitor:...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0357C-5776-44C7-90F8-2679C2F3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8107C9-5C7A-4076-BA5F-A651D3CF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5A351-A377-4473-9C5C-56B153B7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Capacitor: Exp...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DFDEF-AFCA-4459-8840-9C92A5BB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C4A7F0-7944-4B5B-B761-F76D832F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77033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4329D-53F2-4631-93EE-D3BD7D41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81C6D-0C07-4CC1-8A25-8D9E977A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B1DA2-73F6-4CE6-87C8-90D16EA3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93803-6DC6-4004-8D3F-E606A2BF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4A6B1-4500-4942-A85E-8E58343C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311A2-BAE9-42E0-B256-9B05A0A1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0741E-26AC-4F5A-9E5A-E9C30DE6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4B273-0A7E-423F-94E2-F6B8B373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DDC9B-43A8-4AE4-8A35-72F081B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B8AE2-E7DB-4556-8E2E-41B9C356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5E532-75AF-4BAB-BA36-F35DB19C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80591-32E0-490D-B5A0-1C80DC3D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E94C8-C863-47DD-A0AC-5AAF66BA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DB0D6-02B3-419F-B0CC-87B20588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70B93-63A5-4CF4-856B-6A62522B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951988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39407-7C4E-484B-8A04-089D331D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ADBFA-56B9-416C-B78E-00039952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F3F5A-44E7-40B8-A7E9-9A2C6701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D6BA1-5008-45B1-80A8-6C725194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274BE-9D08-425F-BE6F-66A4255A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EBD32-3921-40BF-8C45-54DECF3B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Capacitor: Expression of parallel plate capacitor, factor...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512D1-9902-4699-9460-39D26553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6DC11-7353-46F5-90D9-52E6417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90B4E-1747-4373-B06B-2FF6DCCD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9CB18-103D-4961-A664-380656FB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B6C27-500C-44C0-903F-A1C886AE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761941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9AF6E-2DDB-4802-A5D9-F3FAA4BD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EB5C1-A9E1-4DE7-B937-E68637F3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C30AD-2C29-43A6-84D8-A23186F7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72464-0CCB-4310-9560-9E584855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39334-895E-4871-9214-E0478F79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Electromagnetism: Electromagnets-direction of flux produced, right -hand rule, definition -magnetic circuit, mm...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B9215-3008-41CB-91F3-A5BC0A33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Electromagnetism: Electromagnets-directio...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E212D-0CD5-43E3-8E9C-475541CD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B7A42-D6AC-453C-8481-A8B5BFBC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223CA-4E2E-41AF-B761-6A7F8C5F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38088-A004-44AB-8611-DAEC94DA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37299-D7DA-4535-81D7-EBB40507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996DE-9583-46F0-B319-45A79A80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7F0DC-DF82-42DD-9783-8DCE5B7F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74408-F515-49B9-8237-2EC68AB0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BE100-D5BA-4173-BC0B-77415D8E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38957-0DE7-4D87-AFA1-3ABCAA4A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171300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D2D53-F0D3-4A0F-9BDB-885DC8E5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6E74A-8EF1-41E3-8704-A7F885FC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16EE5-E760-41C7-B24F-787FE852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75E3D-1BFF-4EE2-95E3-025AA4F8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918E7-F29D-4E0A-B4A9-6E914008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7C803-2706-4959-8D77-A0F903D0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14244-2001-4DFF-BA2B-DB45D96C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1E9CD-0C45-4343-A458-79683AE9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C45C6-B0CE-4E1A-9602-B9A9AC2D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Electromagnet...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BC58B-3463-4982-B23E-F7BDA9D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5F4C9-415D-46BA-8D29-D429A0FD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847CD-86EF-43B6-871C-07F5E613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Electromagn...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F8D4A-720E-4257-AFEA-D5060470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FBB4A-92EE-4403-891A-5DBE89F0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8012B-ADF2-4DE6-87DE-AB2B0A10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Electro...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1F52D-A0D3-46A7-B10F-F4E7BB50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64244-9C77-433F-A565-07A735FD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61FF1-3EC5-4036-A37F-73FBB270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Electromag...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53697-63B1-493A-91EE-90B2B57C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50490-5809-4CBB-9CA9-D08FB4AF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5A02D1-3B64-42DA-A24A-E26210E8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Electromagneti...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259D3-9D98-4DF7-8021-4A2F19CF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B1770-2E5F-47DB-B77E-E57C6E7F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347030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842C49-F686-4011-A862-E9516E45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65A0B-0D2F-4E78-BF66-AA961A8D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4CE76-49FF-43E5-9D90-91313787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5347B-5AB9-4540-8CCA-A89A1F65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702E5-AA57-4094-8DEE-5982EEC2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E2109-C608-44C9-8483-81D8D87B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85AD6-02FD-4270-9D8D-80167AEF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B8747-40B8-4207-A3DF-A2D850D3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B3B22-383F-4B3F-BB3A-5445C6A9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917BB-BC8C-4C7A-99CA-E4038F0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E5EAF-84B5-464B-B456-3EB9B9AE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EEB76-F5F3-4D38-B00F-0DA280B9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BF1F3-760A-40FF-B8E2-F1CBB869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5B04B-4EBC-410D-9619-C8B7C531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1D89F-19CD-4D13-8B94-BBA374F8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748083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1AAA5-7621-4993-9D82-55BABDD6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ECA2C-65B1-47FC-BD74-68B65CB3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D65A6-0A05-44CB-8037-550ED5A4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3A1FA-3919-4172-9DCA-42E7BFF3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5EE4D-78DB-47E1-AB89-239179A8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6510D-58B9-4F94-90C6-38FA2033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Electromagnetism: Electromagnets-direction of flux produc...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9FACE-E35E-4405-ACFF-15380E9B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DB09D-898F-4038-983E-3A1B7D28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57BE1-2950-4FF3-8804-11E859CF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1A5BA-12C3-409A-A574-D555F6A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9F42A-0386-4572-9643-1226B7A3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06831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934AB-09AA-4117-9F15-CAC2DC43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30F5E-F26B-403F-BD8F-66B886C7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B631-2FD5-4272-ACF8-001447A0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BCD43-C354-4FB6-8632-8F62A603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42E65-9D95-420B-B2BB-C0CA2722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837E6-C0F7-46DE-A0D4-FDBE65C3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056094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61EC2-4EEC-4440-BF83-3A50C2B0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A4DAA-8DF4-49DA-A30B-1ABAAE49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05720-EC7C-46BD-B398-DB8FD0DF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5CC65-BAE4-4748-9ACC-8D91AD1E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49521-10F7-4857-BB80-7B753E64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Kirchhoff: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laws: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series: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parallel: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2388A-EFAB-4D4E-AA5C-4928520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51456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D1862-48F0-4B04-86AC-E69F85D0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5197D-F27D-4E0D-B6FC-79D3167F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D2BD2-54EC-4FB1-B515-0B5CB9D5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13EFE-FBA3-4970-841E-F9FC572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48ADC-DD03-458E-B611-6069C0B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FCC63-B0EA-4E84-A868-77C30A33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645925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AFD04-33E1-4098-9122-3A7A98FB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CB329-031E-4FF1-87B8-2F0155BE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39E38-6687-43E4-B9E0-4E199E0C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4DE8C-7A0B-48FC-AE24-8273D7EF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060CC-955C-4E6E-BC00-92ED5D3F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D33E8-B040-4900-ACBC-000CB7C0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516513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C4ED6-8499-45FC-B44D-AEB7D2F3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E79AE-383C-454B-895A-AE2630DB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9B599-7DFD-4051-9BF3-4BE4A10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BBF36-56B0-4A31-A65C-9A3A4DD1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E8F07-0843-4372-984A-6470CDCB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 circuits: Ohm's law and Kirchhoff's laws, analysis of series, paralle...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Electrostatics: Coulombs law, definitions of absolute and relative perm...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Capacitor: Expression of parallel plate capacitor, factors affecting ca...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Electromagnetism: Electromagnets-direction of flux produced, right -han...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14A49-2490-44C4-8435-A58060B8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C3687-CB02-41C3-BFD1-29B63C1A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0C96D-C2B8-478C-842C-D3377666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034161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C9BE42-7271-4FAD-9EDA-33A17C44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57F8C-C85F-4632-82E4-95486A16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Electrostatics: Coulombs law, definitions 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88787-22C1-4F61-B507-22EDB0F9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E5B66-5421-4A78-A7B8-9A98B7D7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D1659-39C9-4F0F-A318-C8376E3F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F175C-9057-4535-9583-AD168F09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0CFAB-5E9D-4E94-B577-686286F4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F5DCD-931A-44CE-A047-D491448C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6688D-0870-4E0B-AEA2-80A4B8ED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D1902-D6E9-4C03-9EE3-9BC2A8A7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25DCF-6CBB-4DC7-A222-96C95820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7F01C-443E-4FAB-ABB8-F249F7B6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CAF20-1384-4731-A4CD-F3EF22F2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7BBDF-1837-4593-82F1-F2F4C6D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C6655-F0A6-4A88-8473-27FAB79C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05A07-7F04-4BDA-BEC7-65FC2F7F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C3BDA-5C5B-43BB-BEFF-8FBD742F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A5EA9-99B3-4C67-810B-E23E84A9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A45F4-A244-4B81-9788-4947F5EB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E549A-6D33-4E10-85B3-1636F7A5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4B40D-2578-49B5-AA80-78B5D003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07038-9475-4E2C-9E01-0208662F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04800-93BD-4D82-BE00-53C8FAB8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0F65F-DA66-427F-B800-43663725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7EF2D-7139-4B3E-8C49-CD823195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41B85-D767-4F48-8014-E21C05A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9AFD6-377E-4BED-8DCA-288CE7AD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0B5BDB-2113-4C69-BFAA-7EE31840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8827D-1280-4FA3-97A2-7651C0C9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4AED63-D058-4A14-BF28-6A09B864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53B29-E802-4EB2-B2BC-082FD36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BFD1F-654C-4FF6-A319-DB400C65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1236422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C01CF-7B6B-4346-BD57-FE392565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751B7-FAFE-4E9F-87AE-516C9148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Capacitor: Expression of parallel plate cap...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9200E-F978-49F4-A914-E24F1BF9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D74C0-5682-4341-B328-95549FB3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58D91-AD32-49EC-AF86-35BA3890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2C159-E515-4AD2-8C2E-6699D99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79E7B-A954-48D3-9B93-D8F4369D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2E2F5-98F3-4662-9602-2A987671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039B9-A941-4F39-A51A-FE8CE6F9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E00C0-3C7B-456C-89AB-C2F8A0D7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4CACB-8B36-404D-986F-727AD50B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1A75F-B6C8-4EFE-89B6-C1F586FD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87428-BBDD-417F-B2B9-FB1715B5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EF773-8A80-4DF6-BEBE-1B32741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B822B-1D37-473F-A9BA-888153C4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3AD3C-8476-4BAC-AD4B-07DE930F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BB4A1-DDAD-4E16-BC83-0C6EF37E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73C47-07E0-40D1-A0D9-CE1F6FA0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F7F37-2787-4C12-BBBD-5E5D1824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5668D-B3B5-47D6-9CC7-F9E71EE5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1A45D-7C96-4A9E-926F-C06D3DDC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5973A-312F-490B-8AE0-95F81391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D095E-89B4-495D-9F84-3811396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00829-84DA-4EDB-9890-B180E72F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D9657-37D3-480A-8EA3-D5B93368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34AE5-7CCC-4D22-9847-9B57E226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12D36-ECE6-4BFE-85E2-C6F7B688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AFF442-0CB6-46DE-BCCA-5DAD11BA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B055D0-B12B-44B5-A633-3740BCEE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A40BDD-E8A8-491F-B9AD-0FB03D04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39E964-04AA-4289-93C2-E7A96095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694B7-0F04-4347-BD13-9E451CE5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871373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D35DD0-1030-4EA6-BCBD-C7B0862B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5C24B-C075-4237-B8C4-657D4C31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Electromagnetism: Electromagnets-direction...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7358D-E43F-4532-BF2B-D6A759FB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42D30-3524-4D31-A3F5-FC6EBE8E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0496F-D584-4CB8-9C1E-9B90408A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B9CB5-64CE-4DE7-9536-62A4DBB8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6497D-7978-4967-A7C4-D1E25291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DD018-C8FD-4AD1-8438-E405CA23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58EF1-5DC4-4412-86CE-24B7C625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D83D3-4BF7-4F6E-95E6-FAB88890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9C794-4FC9-461B-9D2B-D91CFCF1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12CD5-4C05-4609-8D7D-AD4FCBFF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484F8-E14B-4F6B-9D71-2FBFE2B2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7F335-4E95-4CE3-936E-BEC17191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E8DC9-ECAC-43FD-8DC4-0EF8306C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3E83B-AE28-424B-A4A5-5F980BF6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C794D-A53A-4E9C-8B84-2A1272E2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C3974-ADDD-4434-BE7C-3992913E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553DB-F1D1-458B-BBF0-41C1BCE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F4825-C628-4E5E-B4BB-5F2FF32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38D02-804F-4556-8CF0-7F82972F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B58AC-E4D8-4576-97AD-393C8C9F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22CA7-6C48-4762-8B93-F6112B18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A0063-E5FC-46C0-AC3D-3DD3BE33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2F28B-2EC1-4806-90D9-5EC55185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993012-9F0E-4428-BA07-837D32F2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DAE89-DD0A-4E34-BC32-45789F1F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39697-55E3-4792-A9B4-1B5FC2EC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54A14E-B5AF-4DED-9C8C-37813488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770453-963F-4309-A319-752CFF89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94459-7F1A-4387-A948-7013C11C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52F339-BDFF-4813-881F-DC3C2B80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463026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17E01-17BF-4225-9793-7D025A3B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47F1C-C4E1-4A9C-9847-1814B746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 circuits: Ohm's law and Kirchhoff's laws,...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7DD92-1411-424C-A6B7-F39CE71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2BDB2-A852-462D-AAD2-44E8FFB9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84068-559D-49BF-820C-BA9633A0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E41A4-570C-4115-8139-516442D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E88A6-CBDF-4E95-B58E-DC80248F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14882-0234-4DC4-8CD2-19706997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AE2B3-6DA0-470F-B241-C184BBA6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AF0E2-D8E5-4091-A782-AEA39F51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9CD04-5781-46AF-9914-E47191C1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8530E-0084-4C7A-8664-5142265D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FDDF7-27A9-436A-AE71-EE12F2A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842F0-63E5-4BF3-A03F-FF694540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F0E7B-A39B-4301-A69C-87FD5A4B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EF953-D1DA-43DC-A677-C32D21A7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0FD9D-42B5-434E-B399-E7C7395E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27770-B6CD-4BA1-9F61-F8DBD299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01289-B18C-4123-8098-1924A812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30253-67CB-4B08-A47E-91C70970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9C43B-162E-46E7-8AFA-79BEDF03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86441-4C27-4547-AC9E-3B14283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12390-10C1-4642-8A4B-7AB4E7B9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43A55-3646-4351-B90B-81726261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C9AC4B-0B5C-4B8C-AB21-4B785C6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1063E6-208E-4457-94F1-5E17201C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FCA89-BDFF-4BA3-A2A2-0D8DA4DA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7CC1B-B960-43D3-8C62-DDB3EAA7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0937E-88AC-49AF-A195-4117C86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960060-7988-43CB-91A0-CB271CF7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08A55-E709-4834-BBD3-43875B22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8E07D-A59F-4413-860A-99FD1F9E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02721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5FDA6-DC70-4C44-8962-F0525F58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9B836-7E35-4510-BB69-0B536F10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Electrostatics: Coulombs law, definitions 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9C8F3-F1C3-4A1A-B9A0-5F4FFA9C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F533A-D145-4AF2-ACA7-BF838BB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4D3DE-EDB0-44B3-8BD0-FBF45F3B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3C384-AB9E-428A-9FC5-3B19D404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E86F2-DF67-466E-9E32-5F51AA75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2C6A7-A998-4FED-8992-62D0C34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F939C-E136-427A-B2A5-0E96F64F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52EAB-2502-4683-B81A-4BE8DA7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A6214-5354-476F-A48B-85F3741B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21D28-BCBA-4E3C-B0C5-4178FCF8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CFDE3-6D2B-4845-ADFA-0F1428B1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4ABB1-EE36-4391-93A0-B2F5CA6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F97CF-75DA-495C-85EB-D59BC6DB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E252F-ED1A-421B-9AEC-0EF88E29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3EC4E-6683-481A-B3AA-72F7BFF6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95179-4C71-4D7A-B899-869DEBD3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DA09A-8C87-4822-BCB1-F001BA4F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F749E-E49E-4D12-8FE0-BFD1FB6D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B83DF-9AFB-4061-99DC-CB463C67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9D2C5-2CB6-49AD-831A-D0CB379F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43EC2-467B-432B-9D5A-72D8EF51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E326BD-23F8-42DB-8052-A5330585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78D7B-2849-4EF4-8969-DA8A3DC6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71124-4F7B-4255-AAD4-67564483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B29882-184E-480B-8E1D-A6A427EA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81473-AFAD-49BF-A83C-E6F14D87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F3C685-DB56-4ACA-BE2B-90AAC1B8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244E5-3F70-4F12-9A86-612C08D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A968DA-120C-4CC7-B885-A41EA8EC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E29AB-915C-48E9-AA3A-91769E6A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329842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F4F3B6-506E-4CD8-B209-4BBDB29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958BB-15BB-4229-94D4-460CD28F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Capacitor: Expression of parallel plate cap...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29056-7C6F-4EE4-AFB3-8B87CFD5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25B1C-15F9-4F75-B6C5-75DA2C31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BDEE0-0E76-479C-AF36-319ADAB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CE812-62AD-4037-85B2-684B55A4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04A70-6FDB-4F09-ABCC-FD750E78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1F68B-C824-455F-871F-69A7D6A4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A0D7C-1F7D-49EE-8003-FD86B8B3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601DA-26A4-404B-82E3-014352B5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CC911-9124-4058-89D8-5A9D5909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1EADC-9FAE-43F5-AC4D-28E7F316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9BD57-5A31-4055-AEC0-317564D4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3B3C0-20A9-4BEF-B58A-6010BA82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03F61-B633-4EAA-8044-FF3C2A78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3D97B-5192-4934-A48D-1933AF3A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92F59-E1C3-4872-B3A7-C4DC3C07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D5D2F-CBB4-4AC0-BA8D-FD9803F8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CE947-63EA-42BD-A844-114BBB86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8D58F3-219E-4983-A34D-2C8580BA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2DE76-CF1F-43EE-8C4C-C8B9216E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336BD-0934-47C6-8FA1-CB576BED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E402C-8AA3-4165-A507-324DF91F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3A640-B55E-4621-B969-3251B0A7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6C9631-8701-48F5-94C2-99C6B1DD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63693-3DBD-4BA5-A592-34DEBE21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D8578-8299-46A6-B0DA-ED0CA7EF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8D573D-F96A-46F2-B5EF-7856A234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043BA-259B-4DAD-A1B9-98E149AA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2ECCC-9662-4535-B184-947DE1CC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84B02D-AB17-4748-A93E-F76E40F7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D84E63-6609-415F-9DA3-DD1ED56B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26774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A114C4-1653-4FEF-9BC9-F498E0DC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6BA2F-65B8-4927-9C8F-917AAC5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Electromagnetism: Electromagnets-direction...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958B2-9567-4DCA-8985-61C935E3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75151-5C81-4CAC-BF3F-F5EAD486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144CD-7F0F-4A33-BAB6-8CE39FF3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94E1B-77EC-4F84-B398-F2D5014C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AD662-4042-4180-B0E1-181C28FA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DC40C-04F3-47C3-9C85-C844FF63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353E1-E911-4272-BC5B-AA67B51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941C9-6665-4C85-9740-D3E402DB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D803D-91F4-462C-B71F-E81AF150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85187-A880-4921-851D-CCBEB259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CE84A-5A25-4639-A179-1555BEE4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037FC-1F68-43C5-A4C2-660BEAA1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85C6E-8CC3-4C32-A940-EA901586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79451-CDE1-4436-832D-8C989ABD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F27BC-1033-4113-97DD-D0439A6E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CCCF6-A9C6-4B42-8B67-1722494E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019BCC-96F3-4C50-A957-CF9C7440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9D0A4-91DA-44D5-A446-428B8B5D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401A9-1602-478E-AF57-F57B519E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41924-2BFA-423E-A879-650D011A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A3F9C-38C4-4014-961C-D66CC066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FBB7D-2342-4C31-B4BC-13CB61C3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C51CB-7562-4946-96C6-9E7C263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15CFE8-555E-4456-8345-2A6FA7FF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CB3E0-9C18-4EA0-8B10-7637A0EA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23861F-2CFF-445F-89DB-09E32B13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D4EBEF-1475-4C02-8CBD-DCCA4283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C246D-48EA-4EB1-9D91-14663D54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C42A16-47CF-46A7-8701-796960A8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F63048-ADAC-481B-8933-A45416F4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408213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11CA82-AA6B-42D2-A1DC-FE3FEF64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25AAE-1AFF-4CAB-A3B5-0C8F7473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 circuits: Ohm's law and Kirchhoff's laws,...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F14DF-AD20-4FD8-841D-AE97CDB9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E0E40-309C-4F6F-BE81-A8A80B4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D3D84-502F-4BA2-8AA6-AF90F210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4A2EE-0DA6-49D4-8B01-3F728102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9957F-30FF-493F-91F3-3D4CF1D9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5AF4B-8FE8-4108-A749-755BD78F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41025-F912-4DC8-AD20-BAA272E2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3B48B-E3EF-4916-A3FA-2B8E2554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A9185-FDE0-460B-94B0-A7597875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5B0141-6EA3-4A43-A934-DB971A70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F0163-663C-4291-8D67-176D4449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00F47-8F83-4863-8A64-E07CAC67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8E63C-04F0-448A-B29D-77192244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228D5-ADDE-4404-90DC-0302BD64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0BFDD-D0B0-4446-B377-3F3B68D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B4C14-86A1-4E94-B1B5-16AA2390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F1ECF-77C5-45C1-982C-D33B96D7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53727-4CB4-41A4-9893-9411E278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84610-80F5-4290-8471-60F31026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E32F89-1FC5-4BCF-9639-C33F32C4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E2FF1-7C4D-4FEB-876A-D38C7F83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EF418-DF20-4E86-B6C1-59FB7C15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BC4F3-FC1A-478F-A9D7-856BE3D1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A52D2-1756-49FF-9174-C0B1A7F4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A7F67-5FF5-4951-A46E-EF95DB86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6B1F2-F576-4B89-9278-43A4B60E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A105A-5CFE-40B5-8DC8-DEDC7978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7FF1D5-5F23-4C75-A43C-280B3503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8CE8D2-B25C-464A-962E-253A5844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5F9BD-3D68-4E93-92FD-2E3100EF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941324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415D6F-E7F4-41BE-92F5-5005C09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78163-5C3A-4276-A8F3-392D998E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Electrostatics: Coulombs law, definitions 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1B6CE-7BC0-400D-9ECD-ECFD4BBD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4C031-BBA3-4919-A9AE-6EF56C02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8A6F7-0786-475E-9EB4-8A8CA596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1150B-A582-4C49-BE22-59F6C0A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DA152-EF21-4322-8110-4A85A94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569C8-FC7B-479C-A52E-CF0E2F0E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A87FE-7783-4965-9297-55295424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5AA94-6E8B-457F-9DA3-47369AFB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25F89-D4E6-4159-87C4-652E6144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C4099-1B1A-4CE4-AB77-35303288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A3725-A986-4B24-94A9-AC7CB433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F4E93-95DE-4A70-8996-76C1B36C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EEA97-39BE-4496-8FE3-33D6E443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9F06C4-79AE-48E5-B02F-C259E3B2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F7777-69E6-41EC-A1D5-C4B96E89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A169B-3113-4D63-ACCE-302E4CE4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7F6A1-E3F2-466A-9B1F-0725044D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C8FB7-C37B-4D36-8F77-A4B51B1A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C758E-F657-4AA4-8312-13AB1435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A70AB-9E8A-4552-8874-89B32A26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70743-A2D5-4F11-A9BC-B1CD8871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118AF-98CB-44E6-B927-84407E75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1DF3E-DFA6-46C5-B8F9-8D08ACF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CBD9E-98A3-48B4-8AEC-EC333EC2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E4D76-BF46-4B2E-A1B3-6B7C3357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37C84-E674-4259-88AC-3ECC4881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D8398-835C-4E1A-85D8-25B9F439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0CE9C2-DFA9-4C15-AF4A-5AD02375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59547F-E7A7-4E2D-90D1-743771E1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D04D27-A613-4796-8132-8465C108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343569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637AAE-2CA3-4838-B6EA-252234C5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9BDB3-87A2-490B-8AC3-7DE5E4FA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Capacitor: Expression of parallel plate cap...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1E24E-D5F5-43A3-8B38-1686FE2C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35726-01E0-4353-81BF-3ACC6D30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63822-95E0-4CB8-AA7D-60C8FC35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8F183-5543-4D0A-900C-1D777357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6B96D-EE87-4E99-B576-75FB2FE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E70CC-0F59-405B-9817-FBCB2E1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D0C63-7312-417F-A557-FEAFE79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4614F-92D1-4ACE-B4DE-84E2D8F7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DA3C8-F69B-4A81-917A-1EB72F42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C581D-8249-4F30-B8AF-62011E58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A1BB5-172F-4FC6-98F2-F06B360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005C8-D55B-4B73-B78D-ADFB00E6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A2AC3-061A-44AF-B22D-519E53D0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77520-E4B0-4A12-B3DC-169B613B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DEDB1-7A95-4F76-B4D1-8BCE451F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544E8-1BC6-44B8-B8F9-0F2867F2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36BF8-79D1-4ABF-9FBB-C1B66950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4B188-012A-490E-8B40-8C8B8650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1AF37-1DCA-4C0F-8B0C-ADE511F6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62FB2-9016-4C50-BBF6-F639ECEB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E861F-1895-4F2D-B9BA-13B456C7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086C6-73EB-45ED-87D1-743969E2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24166-B06E-4AD4-B27F-BE02C1D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A45F2-9A83-4FEE-94BA-A6E9D6C2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B52399-C257-4BF2-8C73-38B201AB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FA670-9D81-43C9-8194-98624EBA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BA2F0-095F-4CE0-8EBB-2108CE14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863BEA-8720-4628-942C-0F40B947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26A1F-49EB-4D87-9686-E178EA73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EC2034-4A09-45F7-AFDF-76E61AC4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4854677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0C186F-DE19-48C5-81BB-C2EACDF2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79314-463B-4269-9BFA-A43CA64D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Electromagnetism: Electromagnets-direction...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5A7C8-487B-43CF-AFA1-4BD24563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FFA42-53A8-411A-8C4A-93C6734C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09491-1B92-4C2E-8828-A4B49598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D75CD-F2B5-4D1F-8F31-25876FD8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89FBE-D4CB-4D55-8819-BE21B42C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186BF-C041-4634-B1B4-84790816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4A2BE-512A-4CFA-B44D-4601DB8A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BBDFF-5C88-4EAA-8FBC-56A0787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3BE09-433C-4F06-84A2-7619CC04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25DAF-A5E6-4458-8118-37058808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B0EA5-E1CC-4F35-ABDB-CB4698BB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9CA34-076D-4240-80D4-5EFC5FDD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F47A9-5919-41ED-A3DE-0E877C08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7E299-9FA1-4BEA-BCBE-E41D0DA4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0FA91-5FFB-4D22-8643-1BBB749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AD6A6-E635-492C-BBCE-DBED4BA4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77CA9-F7F9-4703-8E34-277A8F0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B8C3C-E391-4214-9DD6-842950F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DED12-F43C-4A02-96A5-5348D67A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901B8-0B45-40AF-B1D9-CA902A59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19042-3CC5-4049-9E26-F10DBFF3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CB546-84F1-45B2-A34E-05F31CC6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B1E3D4-562B-43AB-B248-6EEB6BCA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0E6B17-E263-485E-B700-8B6F8178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CCE6D0-4760-432A-8D81-243C852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9A0D81-8BB5-4F66-A930-F5D6F8C6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9D3892-05A6-4B58-9A2E-886688C2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021BC-45C1-4512-97A6-D3AEFAAE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BDD51-DE2D-42D4-882C-B1B1D1EE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4A035-8AB5-499D-98C3-05EF0856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2576602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40BDD-B43F-44A8-9A8D-0D942202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43947-F749-4FF0-964D-FEEE8090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 circuits: Ohm's law and Kirchhoff's laws,...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147AA-D782-48C5-ABCC-68C98D32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B2F6F-03F7-4A38-BC20-98B67689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256BC-067C-417B-848F-EF822DB3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AF2A3-20E0-4F01-ABEF-6CF10E51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2CE07-0810-42A6-91EE-34D8E4BA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51386-9083-4CBE-A345-33A6364B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62C8D-87AB-4CF4-807A-138855C9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EF9E3-EBF0-4428-8806-104A9C62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BCEBC-CD03-4235-A1D4-6AA1DB0D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44380-8C55-442C-B5F5-1EDD4B79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46D88-9378-41A4-8A9F-4318C8EB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CF80C-1ECB-4A8F-88E7-AE65A0F2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444B4-2B58-451E-A390-F1320423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06229-D5B3-46DD-8BD6-C157560A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A6426-E298-495D-ACCC-0CF643C9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4DCDC-9576-48CC-9ED1-D05DC67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25325-DB3B-4E56-BCFE-096259A1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89F4E-C424-4918-8F24-37DA809D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13D90F-0960-4D80-B6D7-A320A57C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A0CAB-0833-4021-9E10-ABCFBBD9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188F3-543E-4A05-91B1-1A1D16E5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ACD81-FF8B-48BE-BADC-6027F55D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08666-22A2-4FBD-92AE-B29D8DB8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13217-EF21-439F-85F1-ABF71140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A6E2F-25F9-4E58-84BA-41B375A3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BA4870-D305-416A-8275-88C0EA88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2151D-19D5-49DB-BD84-772E1543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51FA40-794E-4233-A2BF-C75AC033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219E02-37A7-4B4F-BFAE-7D60A41F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3F062E-8046-414E-935E-C2D0E73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6967056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1A5F1-9C1B-4047-B68C-22712F2F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F4527-3807-4ED2-A814-14EE2537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Electrostatics: Coulombs law, definitions 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3C4F3-2F07-4769-B0F5-1FAD4060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30DF7-8DA9-498C-935F-C6C466E3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5AFBA-C507-45A4-AA76-3854F212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A4B5E-85CE-4625-9A47-9E41F42A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14BA6-35F7-436B-B3E7-759EA1D5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B2C32-E808-4AB5-8663-741935AF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CD73F-7D4C-47FE-82CD-CEF3EAB2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72872-D1CA-4268-931F-8BD67D40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D3536-4CD3-4332-81B4-CCE4BF67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2A390-3C20-4FAA-83D1-FBA07070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7FBBB-CAC5-4FB9-9695-F5BC9A9C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F9BD7-0D40-4B26-9673-5AD11B73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3551A-4C55-47EF-B2EA-F459A5D9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1CED1-B1CE-4951-8BD2-7A85E4A3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F783F-6D46-4221-BF95-F19E9222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DC6E2-CEEA-4518-B7C8-E820804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BB62F-FB5F-4AFB-88B6-E7D353CD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32F1E-8794-4456-A240-74838F9F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D712A-CDFE-4CD4-BCF2-B9CD6779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10F01-068E-44A9-A20E-6FF41AA7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287E6-01E6-4AE6-A83B-C667855C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8DF18-BC25-4388-B78E-8BB98675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FE936-41A1-4AAC-8197-5FFA0147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4C518-337D-49D1-9D6C-4073C5D9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E70BE6-63FC-477A-B160-0C781523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B01088-556E-4D3F-B999-97CD85C6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313D6D-D3CD-4097-B0D2-6D74E201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DA0C2-8CB8-4BBB-B8FF-18C70AE3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4C1CD-5178-40E8-AA8A-08222C5F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B71BD0-B749-4A81-92F4-3E7E87F1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07558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86C9DB-342B-4A3D-9283-692130F3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7D4E9-459D-44BD-8E82-91217426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Capacitor: Expression of parallel plate cap...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780F2-515E-4E57-B059-32A3F310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84999-751F-49A6-979F-094AD499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78A84-F5DE-45AD-872B-97BFCA28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FAC22-C68F-4F84-BFCB-E7C80933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F4E09-6E46-476F-B5D2-E2FD7DA6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97677-FFD2-4E0E-A62F-D8326A35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0B27B-F1CD-4AAB-AD80-CA9A886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AA1D7-42D0-4A47-AB3D-46606F6A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6CA2C-7009-4F32-BF97-4BE8D497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36F50-56BA-4701-8DBE-54FDA0A4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446CA-DD42-41D9-842B-EC316500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8DA21-7DE2-4B42-82A8-F1215D5D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0F619-7952-4D1B-BE87-434C53AC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82D92-BBA4-45C4-AA96-0C46054C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C5DCF-6338-4DAA-A604-EAB04D8F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EF945-470B-4872-8ABB-5D1022A7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C5F02-3A3C-4D9F-B801-40556866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CBAF94-2FA7-4F15-838B-64538DA7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85581-F1A7-45A3-B227-AA21C25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BEB21-716C-430D-8099-E59BC0E2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BD5BD-F073-41DB-B7D7-9D082DBF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9B3BB-F5D2-4D05-8F14-BA6E06A4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41FE4-E5B7-4EC4-95F0-032826E0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3FDFD-CA32-4A04-9F22-076527B7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52EDDA-3BA8-4E64-9C3D-0D306E0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4A1C4C-C20E-4AF5-ABD6-4013A0E8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DF8367-FECB-43B1-B997-CB880E0F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2C9C5-7D71-42DC-A710-F8CCB96A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7EC1C8-9734-4EC6-A009-8E68D932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B36088-4EF3-43FE-B050-48375E68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Basics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57855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2026-08-24T16:02:22.0030000Z</dcterms:created>
  <dcterms:modified xsi:type="dcterms:W3CDTF">2026-08-24T16:02:22.0030000Z</dcterms:modified>
</coreProperties>
</file>