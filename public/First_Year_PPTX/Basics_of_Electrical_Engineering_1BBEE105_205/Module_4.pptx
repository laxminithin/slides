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a6ffad42b74b7c" /><Relationship Type="http://schemas.openxmlformats.org/officeDocument/2006/relationships/extended-properties" Target="/docProps/app.xml" Id="R6492d5da10a34e37" /><Relationship Type="http://schemas.openxmlformats.org/officeDocument/2006/relationships/officeDocument" Target="/ppt/presentation.xml" Id="Rd040a81e73c746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1acef6002a46f9"/>
  </p:sldMasterIdLst>
  <p:notesMasterIdLst>
    <p:notesMasterId xmlns:r="http://schemas.openxmlformats.org/officeDocument/2006/relationships" r:id="R3cbda6687b0e434d"/>
  </p:notesMasterIdLst>
  <p:sldIdLst>
    <p:sldId xmlns:r="http://schemas.openxmlformats.org/officeDocument/2006/relationships" id="256" r:id="Rf14f06c0d2564fac"/>
    <p:sldId xmlns:r="http://schemas.openxmlformats.org/officeDocument/2006/relationships" id="257" r:id="Rc882387901124a57"/>
    <p:sldId xmlns:r="http://schemas.openxmlformats.org/officeDocument/2006/relationships" id="258" r:id="R17a17ce49f414621"/>
    <p:sldId xmlns:r="http://schemas.openxmlformats.org/officeDocument/2006/relationships" id="259" r:id="Rd182ddbb8f8e4c35"/>
    <p:sldId xmlns:r="http://schemas.openxmlformats.org/officeDocument/2006/relationships" id="260" r:id="R58eeb0c05bc54812"/>
    <p:sldId xmlns:r="http://schemas.openxmlformats.org/officeDocument/2006/relationships" id="261" r:id="R7ac2686b866c4149"/>
    <p:sldId xmlns:r="http://schemas.openxmlformats.org/officeDocument/2006/relationships" id="262" r:id="R2fc774ac035c4c0f"/>
    <p:sldId xmlns:r="http://schemas.openxmlformats.org/officeDocument/2006/relationships" id="263" r:id="Re32ae10419ea4ca0"/>
    <p:sldId xmlns:r="http://schemas.openxmlformats.org/officeDocument/2006/relationships" id="264" r:id="Rc6c3b835d4f24e50"/>
    <p:sldId xmlns:r="http://schemas.openxmlformats.org/officeDocument/2006/relationships" id="265" r:id="R28c5c7371ed84b2d"/>
    <p:sldId xmlns:r="http://schemas.openxmlformats.org/officeDocument/2006/relationships" id="266" r:id="R970b8b8b6dd14e52"/>
    <p:sldId xmlns:r="http://schemas.openxmlformats.org/officeDocument/2006/relationships" id="267" r:id="R101bffc2e8294285"/>
    <p:sldId xmlns:r="http://schemas.openxmlformats.org/officeDocument/2006/relationships" id="268" r:id="R6213546707c04a81"/>
    <p:sldId xmlns:r="http://schemas.openxmlformats.org/officeDocument/2006/relationships" id="269" r:id="R3a7bafc55cf04f64"/>
    <p:sldId xmlns:r="http://schemas.openxmlformats.org/officeDocument/2006/relationships" id="270" r:id="R62e0ca05f93e44fc"/>
    <p:sldId xmlns:r="http://schemas.openxmlformats.org/officeDocument/2006/relationships" id="271" r:id="R9c62fce37a094d72"/>
    <p:sldId xmlns:r="http://schemas.openxmlformats.org/officeDocument/2006/relationships" id="272" r:id="Re5f07cf603d344ac"/>
    <p:sldId xmlns:r="http://schemas.openxmlformats.org/officeDocument/2006/relationships" id="273" r:id="R7924c6b350ad4578"/>
    <p:sldId xmlns:r="http://schemas.openxmlformats.org/officeDocument/2006/relationships" id="274" r:id="R21c68d8a1b764f6f"/>
    <p:sldId xmlns:r="http://schemas.openxmlformats.org/officeDocument/2006/relationships" id="275" r:id="R2d3138a654984b56"/>
    <p:sldId xmlns:r="http://schemas.openxmlformats.org/officeDocument/2006/relationships" id="276" r:id="R7dfc4c6baf314dec"/>
    <p:sldId xmlns:r="http://schemas.openxmlformats.org/officeDocument/2006/relationships" id="277" r:id="R09b287e73f914e9e"/>
    <p:sldId xmlns:r="http://schemas.openxmlformats.org/officeDocument/2006/relationships" id="278" r:id="R6a1c3206bc074d54"/>
    <p:sldId xmlns:r="http://schemas.openxmlformats.org/officeDocument/2006/relationships" id="279" r:id="Rbf1f68d2ee1440b7"/>
    <p:sldId xmlns:r="http://schemas.openxmlformats.org/officeDocument/2006/relationships" id="280" r:id="Rcd325f997c0e4f9d"/>
    <p:sldId xmlns:r="http://schemas.openxmlformats.org/officeDocument/2006/relationships" id="281" r:id="Rbe2355aacaae4def"/>
    <p:sldId xmlns:r="http://schemas.openxmlformats.org/officeDocument/2006/relationships" id="282" r:id="R2dc7b9fe884d4f76"/>
    <p:sldId xmlns:r="http://schemas.openxmlformats.org/officeDocument/2006/relationships" id="283" r:id="Rea03087726b348bb"/>
    <p:sldId xmlns:r="http://schemas.openxmlformats.org/officeDocument/2006/relationships" id="284" r:id="R1eb36328a5fb4ff0"/>
    <p:sldId xmlns:r="http://schemas.openxmlformats.org/officeDocument/2006/relationships" id="285" r:id="Racc040aba96c41db"/>
    <p:sldId xmlns:r="http://schemas.openxmlformats.org/officeDocument/2006/relationships" id="286" r:id="Re22e10f3618e4ad2"/>
    <p:sldId xmlns:r="http://schemas.openxmlformats.org/officeDocument/2006/relationships" id="287" r:id="R27b26dcd61b347c1"/>
    <p:sldId xmlns:r="http://schemas.openxmlformats.org/officeDocument/2006/relationships" id="288" r:id="Rc6e5e7a31cd6499b"/>
    <p:sldId xmlns:r="http://schemas.openxmlformats.org/officeDocument/2006/relationships" id="289" r:id="Ree3b2616b8d040a3"/>
    <p:sldId xmlns:r="http://schemas.openxmlformats.org/officeDocument/2006/relationships" id="290" r:id="Rf97ff6ea45a44c43"/>
    <p:sldId xmlns:r="http://schemas.openxmlformats.org/officeDocument/2006/relationships" id="291" r:id="R98c66cce45d74404"/>
    <p:sldId xmlns:r="http://schemas.openxmlformats.org/officeDocument/2006/relationships" id="292" r:id="Redbc5cb5b95842e4"/>
    <p:sldId xmlns:r="http://schemas.openxmlformats.org/officeDocument/2006/relationships" id="293" r:id="Rb4aee782c7dd4556"/>
    <p:sldId xmlns:r="http://schemas.openxmlformats.org/officeDocument/2006/relationships" id="294" r:id="R7e6655f05784443d"/>
    <p:sldId xmlns:r="http://schemas.openxmlformats.org/officeDocument/2006/relationships" id="295" r:id="Rf138136d6dba439b"/>
    <p:sldId xmlns:r="http://schemas.openxmlformats.org/officeDocument/2006/relationships" id="296" r:id="Ra63ce5d157104475"/>
    <p:sldId xmlns:r="http://schemas.openxmlformats.org/officeDocument/2006/relationships" id="297" r:id="R053b3499a6d442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10d79f3cb849c6" /><Relationship Type="http://schemas.openxmlformats.org/officeDocument/2006/relationships/slideMaster" Target="/ppt/slideMasters/slideMaster1.xml" Id="R6d1acef6002a46f9" /><Relationship Type="http://schemas.openxmlformats.org/officeDocument/2006/relationships/notesMaster" Target="/ppt/notesMasters/notesMaster1.xml" Id="R3cbda6687b0e434d" /><Relationship Type="http://schemas.openxmlformats.org/officeDocument/2006/relationships/presProps" Target="/ppt/presProps.xml" Id="R86a34b666d67473b" /><Relationship Type="http://schemas.openxmlformats.org/officeDocument/2006/relationships/tableStyles" Target="/ppt/tableStyles.xml" Id="Rdd89839479e54158" /><Relationship Type="http://schemas.openxmlformats.org/officeDocument/2006/relationships/slide" Target="/ppt/slides/slide1.xml" Id="Rf14f06c0d2564fac" /><Relationship Type="http://schemas.openxmlformats.org/officeDocument/2006/relationships/slide" Target="/ppt/slides/slide2.xml" Id="Rc882387901124a57" /><Relationship Type="http://schemas.openxmlformats.org/officeDocument/2006/relationships/slide" Target="/ppt/slides/slide3.xml" Id="R17a17ce49f414621" /><Relationship Type="http://schemas.openxmlformats.org/officeDocument/2006/relationships/slide" Target="/ppt/slides/slide4.xml" Id="Rd182ddbb8f8e4c35" /><Relationship Type="http://schemas.openxmlformats.org/officeDocument/2006/relationships/slide" Target="/ppt/slides/slide5.xml" Id="R58eeb0c05bc54812" /><Relationship Type="http://schemas.openxmlformats.org/officeDocument/2006/relationships/slide" Target="/ppt/slides/slide6.xml" Id="R7ac2686b866c4149" /><Relationship Type="http://schemas.openxmlformats.org/officeDocument/2006/relationships/slide" Target="/ppt/slides/slide7.xml" Id="R2fc774ac035c4c0f" /><Relationship Type="http://schemas.openxmlformats.org/officeDocument/2006/relationships/slide" Target="/ppt/slides/slide8.xml" Id="Re32ae10419ea4ca0" /><Relationship Type="http://schemas.openxmlformats.org/officeDocument/2006/relationships/slide" Target="/ppt/slides/slide9.xml" Id="Rc6c3b835d4f24e50" /><Relationship Type="http://schemas.openxmlformats.org/officeDocument/2006/relationships/slide" Target="/ppt/slides/slide10.xml" Id="R28c5c7371ed84b2d" /><Relationship Type="http://schemas.openxmlformats.org/officeDocument/2006/relationships/slide" Target="/ppt/slides/slide11.xml" Id="R970b8b8b6dd14e52" /><Relationship Type="http://schemas.openxmlformats.org/officeDocument/2006/relationships/slide" Target="/ppt/slides/slide12.xml" Id="R101bffc2e8294285" /><Relationship Type="http://schemas.openxmlformats.org/officeDocument/2006/relationships/slide" Target="/ppt/slides/slide13.xml" Id="R6213546707c04a81" /><Relationship Type="http://schemas.openxmlformats.org/officeDocument/2006/relationships/slide" Target="/ppt/slides/slide14.xml" Id="R3a7bafc55cf04f64" /><Relationship Type="http://schemas.openxmlformats.org/officeDocument/2006/relationships/slide" Target="/ppt/slides/slide15.xml" Id="R62e0ca05f93e44fc" /><Relationship Type="http://schemas.openxmlformats.org/officeDocument/2006/relationships/slide" Target="/ppt/slides/slide16.xml" Id="R9c62fce37a094d72" /><Relationship Type="http://schemas.openxmlformats.org/officeDocument/2006/relationships/slide" Target="/ppt/slides/slide17.xml" Id="Re5f07cf603d344ac" /><Relationship Type="http://schemas.openxmlformats.org/officeDocument/2006/relationships/slide" Target="/ppt/slides/slide18.xml" Id="R7924c6b350ad4578" /><Relationship Type="http://schemas.openxmlformats.org/officeDocument/2006/relationships/slide" Target="/ppt/slides/slide19.xml" Id="R21c68d8a1b764f6f" /><Relationship Type="http://schemas.openxmlformats.org/officeDocument/2006/relationships/slide" Target="/ppt/slides/slide20.xml" Id="R2d3138a654984b56" /><Relationship Type="http://schemas.openxmlformats.org/officeDocument/2006/relationships/slide" Target="/ppt/slides/slide21.xml" Id="R7dfc4c6baf314dec" /><Relationship Type="http://schemas.openxmlformats.org/officeDocument/2006/relationships/slide" Target="/ppt/slides/slide22.xml" Id="R09b287e73f914e9e" /><Relationship Type="http://schemas.openxmlformats.org/officeDocument/2006/relationships/slide" Target="/ppt/slides/slide23.xml" Id="R6a1c3206bc074d54" /><Relationship Type="http://schemas.openxmlformats.org/officeDocument/2006/relationships/slide" Target="/ppt/slides/slide24.xml" Id="Rbf1f68d2ee1440b7" /><Relationship Type="http://schemas.openxmlformats.org/officeDocument/2006/relationships/slide" Target="/ppt/slides/slide25.xml" Id="Rcd325f997c0e4f9d" /><Relationship Type="http://schemas.openxmlformats.org/officeDocument/2006/relationships/slide" Target="/ppt/slides/slide26.xml" Id="Rbe2355aacaae4def" /><Relationship Type="http://schemas.openxmlformats.org/officeDocument/2006/relationships/slide" Target="/ppt/slides/slide27.xml" Id="R2dc7b9fe884d4f76" /><Relationship Type="http://schemas.openxmlformats.org/officeDocument/2006/relationships/slide" Target="/ppt/slides/slide28.xml" Id="Rea03087726b348bb" /><Relationship Type="http://schemas.openxmlformats.org/officeDocument/2006/relationships/slide" Target="/ppt/slides/slide29.xml" Id="R1eb36328a5fb4ff0" /><Relationship Type="http://schemas.openxmlformats.org/officeDocument/2006/relationships/slide" Target="/ppt/slides/slide30.xml" Id="Racc040aba96c41db" /><Relationship Type="http://schemas.openxmlformats.org/officeDocument/2006/relationships/slide" Target="/ppt/slides/slide31.xml" Id="Re22e10f3618e4ad2" /><Relationship Type="http://schemas.openxmlformats.org/officeDocument/2006/relationships/slide" Target="/ppt/slides/slide32.xml" Id="R27b26dcd61b347c1" /><Relationship Type="http://schemas.openxmlformats.org/officeDocument/2006/relationships/slide" Target="/ppt/slides/slide33.xml" Id="Rc6e5e7a31cd6499b" /><Relationship Type="http://schemas.openxmlformats.org/officeDocument/2006/relationships/slide" Target="/ppt/slides/slide34.xml" Id="Ree3b2616b8d040a3" /><Relationship Type="http://schemas.openxmlformats.org/officeDocument/2006/relationships/slide" Target="/ppt/slides/slide35.xml" Id="Rf97ff6ea45a44c43" /><Relationship Type="http://schemas.openxmlformats.org/officeDocument/2006/relationships/slide" Target="/ppt/slides/slide36.xml" Id="R98c66cce45d74404" /><Relationship Type="http://schemas.openxmlformats.org/officeDocument/2006/relationships/slide" Target="/ppt/slides/slide37.xml" Id="Redbc5cb5b95842e4" /><Relationship Type="http://schemas.openxmlformats.org/officeDocument/2006/relationships/slide" Target="/ppt/slides/slide38.xml" Id="Rb4aee782c7dd4556" /><Relationship Type="http://schemas.openxmlformats.org/officeDocument/2006/relationships/slide" Target="/ppt/slides/slide39.xml" Id="R7e6655f05784443d" /><Relationship Type="http://schemas.openxmlformats.org/officeDocument/2006/relationships/slide" Target="/ppt/slides/slide40.xml" Id="Rf138136d6dba439b" /><Relationship Type="http://schemas.openxmlformats.org/officeDocument/2006/relationships/slide" Target="/ppt/slides/slide41.xml" Id="Ra63ce5d157104475" /><Relationship Type="http://schemas.openxmlformats.org/officeDocument/2006/relationships/slide" Target="/ppt/slides/slide42.xml" Id="R053b3499a6d442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274536808640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05d8a7e83b49ec" /><Relationship Type="http://schemas.openxmlformats.org/officeDocument/2006/relationships/notesMaster" Target="/ppt/notesMasters/notesMaster1.xml" Id="R80d3b7adf51047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4dead824b94fd3" /><Relationship Type="http://schemas.openxmlformats.org/officeDocument/2006/relationships/notesMaster" Target="/ppt/notesMasters/notesMaster1.xml" Id="R4a688b3ad54948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e18e6f7c2943f3" /><Relationship Type="http://schemas.openxmlformats.org/officeDocument/2006/relationships/notesMaster" Target="/ppt/notesMasters/notesMaster1.xml" Id="Rc27201ebdb08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4ae70f67a746da" /><Relationship Type="http://schemas.openxmlformats.org/officeDocument/2006/relationships/notesMaster" Target="/ppt/notesMasters/notesMaster1.xml" Id="Rfb9e3a89f38142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0353e320b646a3" /><Relationship Type="http://schemas.openxmlformats.org/officeDocument/2006/relationships/notesMaster" Target="/ppt/notesMasters/notesMaster1.xml" Id="Ree924c23c9874b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b63dd9f604485b" /><Relationship Type="http://schemas.openxmlformats.org/officeDocument/2006/relationships/notesMaster" Target="/ppt/notesMasters/notesMaster1.xml" Id="R68037986ab8744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3cd084484144f9" /><Relationship Type="http://schemas.openxmlformats.org/officeDocument/2006/relationships/notesMaster" Target="/ppt/notesMasters/notesMaster1.xml" Id="R0602e42d08f440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0db187cc8e456d" /><Relationship Type="http://schemas.openxmlformats.org/officeDocument/2006/relationships/notesMaster" Target="/ppt/notesMasters/notesMaster1.xml" Id="Rb3fda96ab03048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e440e89b894868" /><Relationship Type="http://schemas.openxmlformats.org/officeDocument/2006/relationships/notesMaster" Target="/ppt/notesMasters/notesMaster1.xml" Id="Rcc9f2fcd352c47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b71f3b7e454d14" /><Relationship Type="http://schemas.openxmlformats.org/officeDocument/2006/relationships/notesMaster" Target="/ppt/notesMasters/notesMaster1.xml" Id="R4378b3ce15a742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e069fbf7194c54" /><Relationship Type="http://schemas.openxmlformats.org/officeDocument/2006/relationships/notesMaster" Target="/ppt/notesMasters/notesMaster1.xml" Id="R155a498682334c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dc516790d3437a" /><Relationship Type="http://schemas.openxmlformats.org/officeDocument/2006/relationships/notesMaster" Target="/ppt/notesMasters/notesMaster1.xml" Id="Rea85168f4eda4f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b6a9a7cdaf472e" /><Relationship Type="http://schemas.openxmlformats.org/officeDocument/2006/relationships/notesMaster" Target="/ppt/notesMasters/notesMaster1.xml" Id="R0fdb02827f804f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440fe8c6a44f94" /><Relationship Type="http://schemas.openxmlformats.org/officeDocument/2006/relationships/notesMaster" Target="/ppt/notesMasters/notesMaster1.xml" Id="R438b0cd4ebcf41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cf9e0252ff4067" /><Relationship Type="http://schemas.openxmlformats.org/officeDocument/2006/relationships/notesMaster" Target="/ppt/notesMasters/notesMaster1.xml" Id="Rc2302624672846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3d692ff6d64c3c" /><Relationship Type="http://schemas.openxmlformats.org/officeDocument/2006/relationships/notesMaster" Target="/ppt/notesMasters/notesMaster1.xml" Id="R547afa087fb74b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4dba2b4805491c" /><Relationship Type="http://schemas.openxmlformats.org/officeDocument/2006/relationships/notesMaster" Target="/ppt/notesMasters/notesMaster1.xml" Id="Rbe8722aa27a14e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b615cb4d2c4a35" /><Relationship Type="http://schemas.openxmlformats.org/officeDocument/2006/relationships/notesMaster" Target="/ppt/notesMasters/notesMaster1.xml" Id="Rb63300a78fee4d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93f647fb1a4cbc" /><Relationship Type="http://schemas.openxmlformats.org/officeDocument/2006/relationships/notesMaster" Target="/ppt/notesMasters/notesMaster1.xml" Id="R61b8a3a98d9b48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db97195e27475f" /><Relationship Type="http://schemas.openxmlformats.org/officeDocument/2006/relationships/notesMaster" Target="/ppt/notesMasters/notesMaster1.xml" Id="Rcf91fd6060984d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f8c2b49b3864489" /><Relationship Type="http://schemas.openxmlformats.org/officeDocument/2006/relationships/notesMaster" Target="/ppt/notesMasters/notesMaster1.xml" Id="R2b2c88d312524b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95c8d5a39c84eac" /><Relationship Type="http://schemas.openxmlformats.org/officeDocument/2006/relationships/notesMaster" Target="/ppt/notesMasters/notesMaster1.xml" Id="R59266ec2692d4a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18a6c96993f4431" /><Relationship Type="http://schemas.openxmlformats.org/officeDocument/2006/relationships/notesMaster" Target="/ppt/notesMasters/notesMaster1.xml" Id="R21790ea783c4434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79ac4b40a8427e" /><Relationship Type="http://schemas.openxmlformats.org/officeDocument/2006/relationships/notesMaster" Target="/ppt/notesMasters/notesMaster1.xml" Id="R6d178d3ff5164f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a7244da53234873" /><Relationship Type="http://schemas.openxmlformats.org/officeDocument/2006/relationships/notesMaster" Target="/ppt/notesMasters/notesMaster1.xml" Id="R152a81234bfc4f7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b8e9dd0e9b84c2a" /><Relationship Type="http://schemas.openxmlformats.org/officeDocument/2006/relationships/notesMaster" Target="/ppt/notesMasters/notesMaster1.xml" Id="R3778c13a2676433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d6417bb81d54a71" /><Relationship Type="http://schemas.openxmlformats.org/officeDocument/2006/relationships/notesMaster" Target="/ppt/notesMasters/notesMaster1.xml" Id="Rb214171d9df146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8b245effa1f44c8" /><Relationship Type="http://schemas.openxmlformats.org/officeDocument/2006/relationships/notesMaster" Target="/ppt/notesMasters/notesMaster1.xml" Id="R53fe6c74f899407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1b77215d504175" /><Relationship Type="http://schemas.openxmlformats.org/officeDocument/2006/relationships/notesMaster" Target="/ppt/notesMasters/notesMaster1.xml" Id="R9c44228b731d464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4e7ec169481446f" /><Relationship Type="http://schemas.openxmlformats.org/officeDocument/2006/relationships/notesMaster" Target="/ppt/notesMasters/notesMaster1.xml" Id="Rf00e1fc9cd284b2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dda18832cad4675" /><Relationship Type="http://schemas.openxmlformats.org/officeDocument/2006/relationships/notesMaster" Target="/ppt/notesMasters/notesMaster1.xml" Id="R29fc458949e040f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ac6602daf0a41cb" /><Relationship Type="http://schemas.openxmlformats.org/officeDocument/2006/relationships/notesMaster" Target="/ppt/notesMasters/notesMaster1.xml" Id="R7307a5a8ce3041c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49467f58cc9483e" /><Relationship Type="http://schemas.openxmlformats.org/officeDocument/2006/relationships/notesMaster" Target="/ppt/notesMasters/notesMaster1.xml" Id="R52ce738cf25a414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5aa4e8ae6e744c8" /><Relationship Type="http://schemas.openxmlformats.org/officeDocument/2006/relationships/notesMaster" Target="/ppt/notesMasters/notesMaster1.xml" Id="R9a02b6158fae489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720fc5c5ecd4c45" /><Relationship Type="http://schemas.openxmlformats.org/officeDocument/2006/relationships/notesMaster" Target="/ppt/notesMasters/notesMaster1.xml" Id="R227006cc3210405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b71780adff146fc" /><Relationship Type="http://schemas.openxmlformats.org/officeDocument/2006/relationships/notesMaster" Target="/ppt/notesMasters/notesMaster1.xml" Id="Re7a513f07087419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0e973eb09584fba" /><Relationship Type="http://schemas.openxmlformats.org/officeDocument/2006/relationships/notesMaster" Target="/ppt/notesMasters/notesMaster1.xml" Id="R5f0cdd60383a40f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88ff8d110d47bc" /><Relationship Type="http://schemas.openxmlformats.org/officeDocument/2006/relationships/notesMaster" Target="/ppt/notesMasters/notesMaster1.xml" Id="R07a0f37f3c6c4d1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0d4d9b17ed8479e" /><Relationship Type="http://schemas.openxmlformats.org/officeDocument/2006/relationships/notesMaster" Target="/ppt/notesMasters/notesMaster1.xml" Id="Re398edbd3005458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144e845fc364345" /><Relationship Type="http://schemas.openxmlformats.org/officeDocument/2006/relationships/notesMaster" Target="/ppt/notesMasters/notesMaster1.xml" Id="R4b71da834995419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9213b309ccc4038" /><Relationship Type="http://schemas.openxmlformats.org/officeDocument/2006/relationships/notesMaster" Target="/ppt/notesMasters/notesMaster1.xml" Id="R9e7a91576e82424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5e206bba21f405a" /><Relationship Type="http://schemas.openxmlformats.org/officeDocument/2006/relationships/notesMaster" Target="/ppt/notesMasters/notesMaster1.xml" Id="Ra5ea9964cfb547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2ee3379a849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eab8859b8a4953" /><Relationship Type="http://schemas.openxmlformats.org/officeDocument/2006/relationships/slideLayout" Target="/ppt/slideLayouts/slideLayout1.xml" Id="R49b829e237a444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b829e237a444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9aa8057104092" /><Relationship Type="http://schemas.openxmlformats.org/officeDocument/2006/relationships/notesSlide" Target="/ppt/notesSlides/notesSlide1.xml" Id="R0f13a5b4768d49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0252a79b34f45" /><Relationship Type="http://schemas.openxmlformats.org/officeDocument/2006/relationships/notesSlide" Target="/ppt/notesSlides/notesSlide2.xml" Id="Red91d028f4c849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66bef9bdc456f" /><Relationship Type="http://schemas.openxmlformats.org/officeDocument/2006/relationships/notesSlide" Target="/ppt/notesSlides/notesSlide3.xml" Id="R9d1fdaaa53474c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941f3a4cc422d" /><Relationship Type="http://schemas.openxmlformats.org/officeDocument/2006/relationships/notesSlide" Target="/ppt/notesSlides/notesSlide4.xml" Id="R590874fc566941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e7a6c53a34a83" /><Relationship Type="http://schemas.openxmlformats.org/officeDocument/2006/relationships/notesSlide" Target="/ppt/notesSlides/notesSlide5.xml" Id="R5bf037bb995240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b5de0dd9a4f2c" /><Relationship Type="http://schemas.openxmlformats.org/officeDocument/2006/relationships/notesSlide" Target="/ppt/notesSlides/notesSlide6.xml" Id="Rf15a8f49bace4c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b37cf78f543bd" /><Relationship Type="http://schemas.openxmlformats.org/officeDocument/2006/relationships/notesSlide" Target="/ppt/notesSlides/notesSlide7.xml" Id="R24cae295ea3740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8ef6613fb4fdb" /><Relationship Type="http://schemas.openxmlformats.org/officeDocument/2006/relationships/notesSlide" Target="/ppt/notesSlides/notesSlide8.xml" Id="R5cf706580af741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04b6c858042f2" /><Relationship Type="http://schemas.openxmlformats.org/officeDocument/2006/relationships/notesSlide" Target="/ppt/notesSlides/notesSlide9.xml" Id="Rb149e4728dab45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8342e87d94f89" /><Relationship Type="http://schemas.openxmlformats.org/officeDocument/2006/relationships/notesSlide" Target="/ppt/notesSlides/notesSlide10.xml" Id="R5e79d374c8af4b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e5fd3e53548d5" /><Relationship Type="http://schemas.openxmlformats.org/officeDocument/2006/relationships/notesSlide" Target="/ppt/notesSlides/notesSlide11.xml" Id="R06b146b9844541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1bee4fb8546d4" /><Relationship Type="http://schemas.openxmlformats.org/officeDocument/2006/relationships/notesSlide" Target="/ppt/notesSlides/notesSlide12.xml" Id="Rb26425a82eef4f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9f7daea394447" /><Relationship Type="http://schemas.openxmlformats.org/officeDocument/2006/relationships/notesSlide" Target="/ppt/notesSlides/notesSlide13.xml" Id="Rd9c1ef8634754b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99e535b91450c" /><Relationship Type="http://schemas.openxmlformats.org/officeDocument/2006/relationships/notesSlide" Target="/ppt/notesSlides/notesSlide14.xml" Id="Rb2200f2cfa6249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40146284e4828" /><Relationship Type="http://schemas.openxmlformats.org/officeDocument/2006/relationships/notesSlide" Target="/ppt/notesSlides/notesSlide15.xml" Id="Rf47554a47f884a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8e8800bfe47ba" /><Relationship Type="http://schemas.openxmlformats.org/officeDocument/2006/relationships/notesSlide" Target="/ppt/notesSlides/notesSlide16.xml" Id="Rd9737bb53d1142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f0431f56046b0" /><Relationship Type="http://schemas.openxmlformats.org/officeDocument/2006/relationships/notesSlide" Target="/ppt/notesSlides/notesSlide17.xml" Id="R8ba580fe3bfa4d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e69e5bb934e27" /><Relationship Type="http://schemas.openxmlformats.org/officeDocument/2006/relationships/notesSlide" Target="/ppt/notesSlides/notesSlide18.xml" Id="R8ee2ed7c78414a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55254297d4117" /><Relationship Type="http://schemas.openxmlformats.org/officeDocument/2006/relationships/notesSlide" Target="/ppt/notesSlides/notesSlide19.xml" Id="R6c733bfee3924b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077c6b42a4195" /><Relationship Type="http://schemas.openxmlformats.org/officeDocument/2006/relationships/notesSlide" Target="/ppt/notesSlides/notesSlide20.xml" Id="R75dbaa67894e46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9f56eda4648f0" /><Relationship Type="http://schemas.openxmlformats.org/officeDocument/2006/relationships/notesSlide" Target="/ppt/notesSlides/notesSlide21.xml" Id="Rc7303b9d9958425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188e3a8da44bf" /><Relationship Type="http://schemas.openxmlformats.org/officeDocument/2006/relationships/notesSlide" Target="/ppt/notesSlides/notesSlide22.xml" Id="R2b1102f84a0f41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942c9fd9b4f9a" /><Relationship Type="http://schemas.openxmlformats.org/officeDocument/2006/relationships/notesSlide" Target="/ppt/notesSlides/notesSlide23.xml" Id="Rb6790f8b645a4c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1e313ae9a4a5d" /><Relationship Type="http://schemas.openxmlformats.org/officeDocument/2006/relationships/notesSlide" Target="/ppt/notesSlides/notesSlide24.xml" Id="Rfe370447ad9641d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c4124f3844ffe" /><Relationship Type="http://schemas.openxmlformats.org/officeDocument/2006/relationships/notesSlide" Target="/ppt/notesSlides/notesSlide25.xml" Id="R88668a76b6b845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91b70f06b402c" /><Relationship Type="http://schemas.openxmlformats.org/officeDocument/2006/relationships/notesSlide" Target="/ppt/notesSlides/notesSlide26.xml" Id="R76398e4ff95349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9f02f8289451e" /><Relationship Type="http://schemas.openxmlformats.org/officeDocument/2006/relationships/notesSlide" Target="/ppt/notesSlides/notesSlide27.xml" Id="Rb3bd679d8f4042f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ed8c087c54449" /><Relationship Type="http://schemas.openxmlformats.org/officeDocument/2006/relationships/notesSlide" Target="/ppt/notesSlides/notesSlide28.xml" Id="R9e664f680867430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d5712b41c4639" /><Relationship Type="http://schemas.openxmlformats.org/officeDocument/2006/relationships/notesSlide" Target="/ppt/notesSlides/notesSlide29.xml" Id="R746c9120f27a493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af8ac9cb04e81" /><Relationship Type="http://schemas.openxmlformats.org/officeDocument/2006/relationships/notesSlide" Target="/ppt/notesSlides/notesSlide30.xml" Id="R64688d2952dd443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4b17eb9fe4bb8" /><Relationship Type="http://schemas.openxmlformats.org/officeDocument/2006/relationships/notesSlide" Target="/ppt/notesSlides/notesSlide31.xml" Id="Re3b44e0402c24d4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bfe28d97d4438" /><Relationship Type="http://schemas.openxmlformats.org/officeDocument/2006/relationships/notesSlide" Target="/ppt/notesSlides/notesSlide32.xml" Id="R22a1aa6bc34848c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a397c0cae4ece" /><Relationship Type="http://schemas.openxmlformats.org/officeDocument/2006/relationships/notesSlide" Target="/ppt/notesSlides/notesSlide33.xml" Id="Rec35f61da5294bb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f235f565a4c40" /><Relationship Type="http://schemas.openxmlformats.org/officeDocument/2006/relationships/notesSlide" Target="/ppt/notesSlides/notesSlide34.xml" Id="R32a6f420d32b466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5b1f19b1545c6" /><Relationship Type="http://schemas.openxmlformats.org/officeDocument/2006/relationships/notesSlide" Target="/ppt/notesSlides/notesSlide35.xml" Id="Ra719f593e7184bd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a21ba62034ba1" /><Relationship Type="http://schemas.openxmlformats.org/officeDocument/2006/relationships/notesSlide" Target="/ppt/notesSlides/notesSlide36.xml" Id="R40493888155a457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3a3ddb04c481d" /><Relationship Type="http://schemas.openxmlformats.org/officeDocument/2006/relationships/notesSlide" Target="/ppt/notesSlides/notesSlide37.xml" Id="R9bdca56a14b740c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5b01cb918482c" /><Relationship Type="http://schemas.openxmlformats.org/officeDocument/2006/relationships/notesSlide" Target="/ppt/notesSlides/notesSlide38.xml" Id="R7c3b9df4a6ba4af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ce6100dd947c6" /><Relationship Type="http://schemas.openxmlformats.org/officeDocument/2006/relationships/notesSlide" Target="/ppt/notesSlides/notesSlide39.xml" Id="R439a7fa6192144b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2f60f2d044a34" /><Relationship Type="http://schemas.openxmlformats.org/officeDocument/2006/relationships/notesSlide" Target="/ppt/notesSlides/notesSlide40.xml" Id="R8de11ace4faa478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8ee9f8e6d4367" /><Relationship Type="http://schemas.openxmlformats.org/officeDocument/2006/relationships/notesSlide" Target="/ppt/notesSlides/notesSlide41.xml" Id="R5428aa97c8a6406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3169e7d1c4158" /><Relationship Type="http://schemas.openxmlformats.org/officeDocument/2006/relationships/notesSlide" Target="/ppt/notesSlides/notesSlide42.xml" Id="R8f641603134046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89AF3-C591-45C7-9036-8883DF6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AEB22-A2BA-484E-8C4B-5B83973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Three- phase Circuits: Generation of three -phase system, definition of phase sequence, star and delta (mesh)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5630A-3083-4BE6-B256-E9741CBF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Basics of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1BBEE105/205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A0E53-4338-4E58-9DD0-41862274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D7EDA-61F1-4BC9-B6DA-971EF999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E09E9-665E-47B3-A9D7-1973C6E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61CE9-EDBD-4B1E-8856-6B7E7E0E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D36E5-7350-433E-9B00-F59ABBE8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03A15-CF1D-43D5-A005-55DC980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084B5-ADB6-401D-9203-DEB27B60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0851E-48A5-407A-8FDF-848298BC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7BC09-4C5F-48E9-B15A-716EFEFC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8FCB6-7892-4B5A-84EB-E8B8D65A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24875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C01B2-C1CC-456D-98B9-CAB85692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3CCF9-D6D4-48A1-8DB5-3D6C082C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5A5C5-D837-47D9-AABC-B667749F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7C263-B97C-441A-9F17-75D4C775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A53C4-C81D-4E38-8F02-426D9C0D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6A8C5-09BE-4AAC-ABE4-53704DA7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E03D6-D914-4FBB-8D83-D5ECCFAF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87036-EF97-4A89-BCFB-42A40B1A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34A3C-0DA8-4782-9625-E189DD57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F676D-B37A-4620-9AF1-3DC7FE8B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082E5-6441-40DD-BC60-B7DC1D61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0579F-01CF-4CB4-94A0-BA2F8EC9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709CE-DA93-48CA-A591-82EF43DB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EC7BE-C001-4592-B384-05039CD1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3B52A-56CD-4B42-B2D1-9300E04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23884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AF0EC-C92B-451D-926A-133B477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90488-2A2E-4246-A292-56C02DB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5072D-0F26-4080-AD4D-510FDA66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BDFE9-316D-411D-A4BE-D016DBCE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490DA-5AAB-4BC9-8C4A-E0543D1E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D4664-102D-4294-BE32-38D0D4D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F374A-11C1-4202-A960-58296787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6F878-54DC-4EFC-BA05-AF946D39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B39A4-CEEC-4732-93F7-FEBF1F55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Circuits: Generation of three -phase system, definition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6BB42-7E1E-48D9-9FA5-7A1B37E1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7CC57-9744-4562-86D0-7D98D4B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CA1AD-02BC-45AB-BFEB-38F2BA58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Definition of balanced and unbalanced source an d 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65049-1D50-4C24-9FD5-890D5693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8EECA-6D0D-4EAE-B889-0458A62D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9B5BE-B946-4B6C-B7EC-22587C85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Power, reactive power and power factor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477CC-CAE9-4817-9E69-F347D8F1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A690C-660B-4727-B4B0-700DF83A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66980-FFC9-4383-BA1B-67377B9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Problems on balanced loads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B764-3635-4377-9FD6-BFD33E15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07431-4FBF-4153-9221-93AE9C1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9D284-ABCE-449E-B210-5F29C711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Measurement of 3 -phase power by 2-wattmeter method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8A688-0D10-438E-9137-6C5DF6D6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E1E70-F69F-4E8E-97F7-6A7F0C8E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566916-A846-41AF-9EC7-DD611171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Expression of power factor in terms wattmeter readings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95A78-A869-400A-97CA-716BFE3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12467-D339-4304-9714-3224E92A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B3EF3-AD92-4B3E-A416-7FAF5E07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Effect of power factor on wattmeter readings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E3E155-60D2-4D4B-A405-1A446346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1CBB12-27E5-4AD9-A710-6DB3DFEF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68F30-5E7A-47CB-8C6C-79EC7D0B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Comparison between single phase and three-phase systems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1F001A-9D9D-4C52-BE16-411DD65B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7B123B-2A9F-4D67-8D1D-3D28D9F8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87033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73E0F7-33FE-44C9-9763-52745409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56257-1218-4670-9009-2208DB17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DA255-0A1C-4620-A231-0D3707EB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45DC4-A82E-4C0E-86F7-B5CDF283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90645-30D5-4BA3-9540-11F3C2E2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4C6FF-30A8-43AD-AEC5-B9C6CDB5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E8603-1295-4843-AC2A-BDAAE2E4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330DA-6F6D-4509-B00F-5226BED5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Circuits: Generation of three -phase system, definition 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41D5A-1C03-4BA4-8175-3F3CAEB7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16E8C-4C4D-45A0-B130-6CA72988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CCF55-A652-40ED-98DE-4BA45958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Definition of balanced and unbalanced source an d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6F97B-81F8-41D8-968B-65214965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DD617-3597-4D34-807B-6759259D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57D44-14E0-4603-A678-84B4CD09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Power, reactive power and power factor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A9E1B-C8DF-4C6C-9B3A-FBDE4EC1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0AE9A-2140-42DE-9AC8-2482FF69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E64E6-B308-49B8-B001-7889E41E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Problems on balanced loads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217AF-DFAA-4578-ADDC-A87F4F27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ACF04-3E99-453D-AD8E-1A3F46D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E2A25-CC4D-4D5E-8597-E881E640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Measurement of 3 -phase power by 2-wattmeter method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507DC-75D3-4C52-A35C-10C5DEE8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6AEA1-B0BD-4C7A-B1F6-92C9E30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79543-F0E3-45BB-9A07-32CA015A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Expression of power factor in terms wattmeter readings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2B694-5056-4A71-9839-221D804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413DC-C253-47FA-BE35-55421ADE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FEAF5-BCD8-4619-8911-58413294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Effect of power factor on wattmeter readings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FA4AF-ADE0-49BB-AF7B-FE38896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10E2D-2D7B-4A52-A608-A043319C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6DBFA-AA0D-44E0-8BFE-6ECF3430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3620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02E7E-70BC-40B5-949A-36921B82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EBE03-2E9B-401A-ACD8-59F08B5E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DFF84-AB0D-4F01-9BAE-F3FF1260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6ACD1-5F88-448C-9979-8E7E8E8F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E318C-D622-462A-88E1-AB0AFE84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Three-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4330D-2DAD-436A-9C0B-71863EE6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5F254-8881-459A-BB58-DA4E3844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Circuits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5A432-65E7-48AA-A65E-5760E517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9D39F-E8EB-49DC-B39F-B4D4203E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532AC-5AFD-450C-A981-505AFE9A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AE5E8-41AA-49E4-BF50-05DAE3F0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2CC73-C0A7-404A-94AE-74DC50F5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E8084-C9EE-4E93-A55D-F4289F09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3C42B-0CFF-4AC9-AB42-265B3CAD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B8647-E401-466A-95E8-5E630520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083E3-4B00-4605-A8D0-B6A12C47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205259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DE503-41F1-4FD3-BE5F-9B11506E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97EB9-9430-45BF-AE75-0BA48362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C21CA-BF4E-451F-9C5E-6024C40F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43C47-58F7-4488-B2DD-3F2E5F5B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6D555-F02A-4058-A9A1-74962F65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Circuits: Generation of three -phase system, definition of phase sequence, star and delta (mesh) connections, 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C3248-2295-417F-B8FF-E020DF91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Circuits: Generation of three -phase syst...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0F76E-EE09-45B0-A8B8-863913F5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3714F-845E-46F8-96C6-7E2A2DEC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E674E-57B7-469B-88F0-B0E96655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E2D42-B7D8-4C9E-A602-2C25C94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825C2-F1BC-46FA-A5F9-556E78B2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A7BFF-5B6D-42D1-8C40-A1A6F9FC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ED3EA-9362-4427-98F6-CF83E6D3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39096-4A54-49B8-8923-F0A6EB03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4973F-BFBB-4C73-82EF-73FDB55E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EE996-CD4B-48AA-A03D-D20582FB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501793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356595-D0B0-4594-B5DB-68F69B86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E0A0C-69FF-463B-A6CF-8AE1E946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D816E-EA8D-458D-8011-37956260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9B270-E077-41D6-B5C0-9A173F71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FB2A7-70EF-4F67-B807-81AF1F1C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9B6F0-CD50-41F5-AA00-C2EC2B48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647C9-61A3-4C1D-AE6D-4B71C79A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F6FE4-CD01-4252-AC49-2D2D3AF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C1FFB-9237-4EF5-AD5D-FA042163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Circuits: Gen...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22D6C-67BC-4E8A-B6B7-54704469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AFB01-D9CF-47A6-B009-F6BA0491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DB0E2-5D3A-4E0E-98FC-7F53AF13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Circuits: 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0DB6C-958C-4D82-820B-6A06F500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37B35-9D4E-490E-8196-0FCEB6B3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7F64D-F437-4B94-9D8F-A8B445C3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Circuit...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DCCA7-7A73-4FF8-AF2D-F9E8E5E5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66345-B393-4D3C-A135-5DC4936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611C0-4793-4316-8447-3DEECE6C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Circuits:...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EC613-C019-4990-9DBE-9F4BFE63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6B918-2EF4-4C3F-A61C-0519AEDB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2FD1A-5BE3-4331-B904-BC7D0A51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Circuits: Gene...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F12ED-1C3F-4F57-A5D5-4D9C3FDC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7B1E5-8A80-4B5A-8555-6A65F7D3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17535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63CBD-D3EE-4ABB-B92A-017DE305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96BBC-A07B-4ACB-BEAA-48A22B88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152D0-2D94-415E-986E-45A6CC92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6CC55-274B-451F-8CF5-208468B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29AE8-EED3-4972-9EE0-B019B27D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9D237-9C23-41EC-9478-DE794BAA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47B5B-25C1-4612-948A-26038993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EABDF-6CF7-45FF-A2DC-61029A5D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1DA8A-D84B-495C-9487-58D5C852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8BA0F-5BA1-4286-9F37-46CE66F2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0F5A3-FB85-43F8-84DA-AE322136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BDCD4-F1D9-46C7-AC36-74BC1F2F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6143B-31D1-471F-A662-11C6B1AB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29F29-C144-48D0-87F6-050550A5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9709D-DCA1-4FD4-8DAB-A1B82420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95832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79C34-75D0-48B5-866E-A9F8D5D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B3825-9DE8-4633-BA22-1FD6D18E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E2C08-0389-495F-AF12-0A274155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6979F-F398-4FFB-9B31-CC3DF5BF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86042-4172-4BB5-A232-C5B848A0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AA05A-6371-44CC-804F-8E29C134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Circuits: Generation of three -phase system, definition 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68E37-7CC2-4AFF-8FA4-3868A142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EB0C1-0BC0-4D9F-8261-FDA9F535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AC13B-44A7-4D14-A8C9-F420CA1D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36A73-DF89-4AAF-A457-2E0ECEC1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AE7D0-F998-4148-897B-C551F415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20339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3B567-1C26-4040-B80C-5CA9BA38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07A99-04C3-4426-A4F9-8A1B57B0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6339D-C0D9-4C2C-88FD-214BDFDA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4ED27-3387-4968-9F5A-A629C9B1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9942D-4305-4FC7-AA25-6F18A03C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Definition of balanced and unbalanced source an d 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787E2-BEC2-4BBA-BF34-668F0539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 of balanced and unbalanced sou...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84904-A9DF-40CA-9D2D-3116398E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8B863-BC25-4383-86A4-77956A1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BAD31-E3F2-4681-8D33-C340FB1B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68852-CB6E-448D-91DC-3798DE2E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B8A7A-6D56-4BEA-91A4-4EA652BA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E818B-E7F4-4E17-92BF-7A9A4C0F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915C6-1CE9-4B4B-B905-DB7200D9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EA4C7-C76F-4269-8AFE-8F6E2710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D01BC-3966-47A2-B1A1-D88CEB71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0EA8C-DA9E-4B10-933B-4E55BB5A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645893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3883A-95DB-4826-9E3B-C47C101C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D1C13-B83F-448E-ACA2-13E0B588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C25ED-239B-435E-89C9-EB73AF7F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AB78F-3B8C-4908-AF48-D8C15F9F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7EA4E-9588-44B5-9076-8EAEC17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CFBA0-875B-4A1B-843F-C38B4CC6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5958C-2856-406C-9C9E-B74325CB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0D2A3-7D5A-4F86-9A64-44967E44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F5C2E-A6C4-48A1-A989-2075EC6F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Definition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459AD-1720-4958-A1E5-DDAE1FAC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A9DC2-26D6-4CDD-BE56-87D8528D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FAC0C-B807-4661-8BD8-EF77BCEC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Definition...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65DB6-2271-41A6-87AD-E6A1EF1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41D79-3B9A-4CD7-B01A-F740AD72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6F169-F920-4EB3-AAD0-AB76E52C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Definit...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1961A-56EF-41A3-9CC5-9B180580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F062F-260F-470E-ACA1-CD7A8E56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96CE0-F525-4648-959F-441CED67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Definition...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19A09-9247-4D2F-8B15-A60AE686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AC18D-EC2F-4AAF-B92B-FEE6DD73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8027A-0EE8-462C-BFB2-2B88F51D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Definition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767F2-701B-4163-A423-B6C4489D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C5DAC-0CBF-4136-9F35-C268F7C2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28559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4FD8A-67FD-46BE-8665-82B990FF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0EA9A-50D5-432B-A7E0-7F9134EE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40B43-1B89-4220-8649-F4A6146D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2510E-5180-47F9-9F84-368C10F2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78F60-A0F6-405D-8C1A-51039C12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7DEFC-DE80-4251-A180-7DF65E96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E6BD-5FEF-4A53-B928-8387C510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EF284-D63E-4CDF-9D05-836089D4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CBDF6-9857-4C12-A916-984F42FD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987B2-8E15-4311-AB07-E39EA361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32382-141C-4676-9290-DD8B92EE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4D2D8-E126-40AF-9675-84884443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23A18-FE98-4719-A607-F4DAFFE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96745-79A1-443E-A29C-8E2611B1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87221-26B3-4072-81B4-4A7CC6A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05730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16ACC-0CBE-4F8B-85D4-23A0DFDC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2A77A-2FC9-4A6A-8D2A-1F122D41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D4647-44E2-4869-85E1-3B1AD6C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43531-06C2-4297-A627-857C5EAD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D029A-CF10-46F5-A929-76829436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82748-FB7F-4ECE-A5AE-FB98AE74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Definition of balanced and unbalanced source an d load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775EC-8020-447C-9B76-CDDB6E87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86D1B-6251-4C51-8947-EFA83350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A33A9-A405-444B-899E-069957CF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F29AA-6305-40BB-8F93-0FD735A7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BF702-25AB-42B1-B2C0-4C7209AF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22035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17E5E-AB15-473F-8DF5-9B5A445C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4FC96-D202-404C-9210-2FB6C0A6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D6BD6-5B1A-4707-A3CA-F2D0C6BB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25EEA-45DE-41FD-B680-646DB224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0E03E-BD40-4AF0-936F-60DD2C26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Power, reactive power and power factor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3A7D5-EF4A-4F1A-B9BF-577FF601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Power, reactive power and power factor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2BD57-D2B7-4CDA-88B3-A8BB5B75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7CEF3-8880-4CFB-839F-41DAC762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2832E-CA69-492A-89CE-E0158102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327C4-0E92-486E-8372-08BC398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66173-64F9-423B-999B-681C653A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C28FE-CC3C-43B6-8132-82644F3A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08D9D-A88F-4DCC-985D-6767C5F7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3B530-D5AE-45BD-BD3F-D32018D0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C35F1-6F5D-4BCD-9794-182EAF18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F47F2-2394-4377-9FEA-04103BBD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293620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1A7C6-B35F-47D8-BBF3-66E38C8E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DA166-0740-4247-83AE-5A72FEEB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BAFEC-BBF1-4654-A6ED-BB72E2A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5EE40-14BA-4DFD-9573-1015A4CE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9A294-8024-479E-AA9A-C69EE52B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8C4C2-5B2D-47AF-B5C4-43D09FB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82582-DF44-4EA3-8ACD-F911BAFF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38A96-73DB-45BA-A705-56156F29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051E4-EE73-47B6-AB92-177A2AB8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Power, reacti...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840D8-5CCE-4809-8E29-BD147798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98B68-860C-4809-B286-059D49D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994A6-5399-47F3-840D-3F8F9401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Power, reac...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ACD71-DBDE-44B2-82DF-C14ED921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51D6A-41A1-4C9A-9E98-7804534A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BC82D-5F3D-4D9D-92B4-BD46C88D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Power,...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B27F4-2FA2-4F1B-BB2D-E87698B1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97DC1-C167-412D-85D0-7575ED36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33BCA-8FEF-4BCF-9AE1-24846ABA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Power, rea...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81B7D-77AA-48F2-99D3-47E6A11F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6238-2D8C-4851-AC04-F62EE61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F8B00-DCBB-4622-9FAB-6BD5DC1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Power, reactiv...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1FE55-4D02-425F-A4B9-2DFFF363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FB40C-7102-4345-95BA-284AE6CC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716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86ADA-A77F-482A-97C2-24307232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0C3B-48AA-4AAB-9BA7-A83C6877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5ADEC-9588-4E7D-82C9-AF896CFF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DBE86-13DE-49CF-8A83-7AF0540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C69E5-1D26-4254-A7CA-761FA214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C13F5-64F7-4AA1-8CD8-ACE3D771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E1794-F848-4E42-92B9-72AEEDF3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01C83-48E0-4219-8273-BCED2CD9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AED3C-E4BC-4B25-82E7-4FCFE74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78559-45EC-4023-A660-4451046C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3A037-BA8E-4D57-AA51-73FC2EB5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DFCC1-9FF4-4656-9252-4C44F4D9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715E3-E56F-47F6-9C62-019B532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4AC8F-30DC-40DE-B368-B459C01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E0AE4-F07E-4FFE-8AB6-C28425CD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84581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478D2-392E-43DA-A62B-605AFA0A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18EBA-D8D9-4E97-83C8-36ABF09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58CCD-F210-4883-B9D8-2F25FBB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80E31-AAFE-4D13-B8F6-88102B5F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50814-4A18-49AE-81D0-972E4DA9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E5F90-E2F4-4F0B-AB2C-67790ACA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Power, reactive power and power factor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A9C4A-5117-46AA-BA86-2C674068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6067F-A5D9-437A-927D-F752C663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42EA4-6E8D-45B3-904D-D2289875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E89B5-8ACE-4D28-B3B7-7BB13A22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2DA41-6F05-4145-93C6-81394B73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161672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A4307-F36C-4CDF-BF7C-8CB9D952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2C4E3-4B69-4274-B533-D1DA1F1D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DB4F5-77DE-4E05-B321-A779D437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134F4-EC4C-4A85-AEA3-4114CF33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9E3B2-47A9-4112-B8E7-89FFEB72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Problems on balanced 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23381-B3A0-4E4B-B7A3-825F74F8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Problems on balanced loads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4C9D8-39E1-4692-B1C0-26FB613D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C550C-C809-42EE-8353-0969FD6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D3437-C5A7-4A81-AF15-FE959745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F90D3-C6BB-48AB-BBBD-733CE26A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B8CA9-AE9D-4638-B2B4-16679988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B3E10-3D94-423F-A03E-D859602C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2F996-63A2-4936-8B91-9E604A0D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36926-6E2F-4831-9949-23E5F2B9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C317E-988D-464D-8E92-ADB2789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E51A7-7053-48BD-A86E-84FBF435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075407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65994-FDC9-40DD-8D8B-A84BD65B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3E91B-44EF-459C-9BE6-E70A200F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AE470-FA16-493C-A9A1-A1FACBEE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0793C-1F37-4F2B-8CE5-4FB12FF4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1F0B0-FAB2-4E3B-A660-C09CCB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A7A4A-1D08-4B9A-B58C-AC88CADE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8C59A-CC8E-4C8C-8F57-E0D3287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AD954-F98F-43D0-8C12-AE08E96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2FC77-E631-440F-B3A5-BC3C0861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Problems on b...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31E8D-BAE3-429D-ACB7-957FE5A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E9382-CE7B-4FC0-A43D-1748D367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15530-AE83-46D6-A828-6FAC9939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Problems 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215C8-1944-486C-A7A1-A602E759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87868-2A9F-4B4A-A050-7C400924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236B9-4B2E-4275-8F8A-0A9AA6EA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Problem...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62E6F-F1F5-4924-978E-1EC63FA1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EFD8C-96E6-45A8-9729-D941E8E1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87F6C-6433-47E8-A4A9-21FF94FF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Problems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96918-B29C-4A6F-867A-F779DD78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AB8A7-50D5-4E5F-8439-5B7B698E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F9572-EC8B-4B46-A439-9DC2DEA7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Problems on ba...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0C698-94E3-4C61-8AC1-C5FDC2F0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5FF97-36DC-4546-9C69-BC537E6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060861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BE003-AA36-4F3F-AB7B-80BB478D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0AB86-FB35-46CF-AE82-DEA06EA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449F6-CC7E-46DE-B68B-F2BDE17F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BCFC3-9C20-49C1-AD9B-62B69CFE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926FF-94AD-4069-A81C-511C66A7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02641-65B1-40B4-83D4-350191E4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57733-AB7D-47A0-AF03-4B21DACA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70267-1A6D-4ADC-9213-7BE335E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140AC-A288-43A9-81AF-56EB46C4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7ACDD-9276-476E-8424-0D57DCCA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E7F63-DE08-46A2-908D-E13AAEB9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B0D2C-6D69-4551-A3A9-F36AE666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63A7B-7426-422B-8D54-F624FEB9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4F445-AE1E-4879-97DA-85BAC4A1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27484-F308-4D13-8250-C75D38B1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22105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3CC7E-D159-4578-89E0-1BBB1FEB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EDC32-C835-43B8-B90C-F1879DFF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DBA77-A04A-4E4B-89BE-BF4180A6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57021-ADB1-4FD8-AC05-AFDCD506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6BB03-FD54-4016-90D3-41CB64AF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80087-2208-4D6F-B24C-F81C7440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Problems on balanced loads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0540F-1741-4A21-B0B6-98CD9A6C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18804-8A86-41AB-ABB6-49305B5C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00328-8D77-47CB-91F9-E5D9A572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9DFF1-DA49-4B25-BB59-F788CF99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F84FF-CA02-4C93-B47E-6062628E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12829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F0294-F695-41F8-B203-6099B536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B786A-DD59-415B-8B03-4D9AA243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9432B-D393-494F-AFA5-D0C1BE7B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0BDAC-DA06-4672-ADEF-07D6624C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30DB3-507A-4A15-8B90-308EE753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Measurement of 3 -phase power by 2-wattmeter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9BB1A-5CA5-49CA-A4A5-38A385FB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 of 3 -phase power by 2-wattme...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1D552-4CE6-4FBC-9774-387DEFCF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D0840-A7CC-4DAF-BC44-F8231FC5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C9CC8-16B1-4079-B760-67A588A2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5F1D3-2F5E-4ED8-A516-C0EBEE7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C7523-3826-4011-8291-6B294F35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5281D-3730-4C8D-9B93-3B023E08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F5231-D335-4974-9143-6F301AF9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3DCD0-2E1D-449F-943D-E4F76BB4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1EE45-B3CB-44BD-A344-BEA79F68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3CF07-44C6-48EC-9CC3-3628EF79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369793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B6F76-E04E-430C-9660-0A9C927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114F4-32AC-4956-86B7-29A001D9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C86B4-522E-4AC3-96FB-C4DFFC5D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5C811-429E-4D13-8701-D38AD456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353BF-6F4D-43B4-A7DB-0EC4E794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6D7B0-A49F-4BD8-BBA2-1816AFB3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8420B-FA5E-4F0E-9DBF-CCD633B8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2B9B5-3A17-4DA4-BABF-082277B4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7D76D-26F4-4BE7-BFA9-27F74089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Measurement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CB56D-F74F-48A9-A241-40D5A81F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14D6A-6251-41EB-B19F-51066448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BE724-606F-413F-8D12-B28B6720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Measurement...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9E683-40FE-4EFD-9828-50DBE3B0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7F4B2-25E1-4B16-8AC4-3B48D6A2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0600D-D816-4DE4-A816-214BF9EB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Measure...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1CA6F-AFC1-44B9-8091-A8EAE06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448B2-E763-4BFA-9907-5C1A6846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EFB9B-0F93-4EE0-B005-952AE107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Measuremen...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F0F5F-21E8-4C9F-853D-F22E5335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735DA-6F71-483F-926E-62FC9762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9B2A1-8058-4FE3-BF98-7DC93F7D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Measurement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C6F0C-EC17-454B-BB53-179E1B47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75CE5-DEA8-4899-B4C1-422C1A88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438966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D725E-B41F-410D-BCC2-6018EC1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4C4F5-F3A9-493D-98FA-82B6F6B5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20B71-6FC2-4396-8C6B-EB73AF6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6B02E-ED8C-4C02-AEEF-B94AACDE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E317C-AC95-42C1-A555-D3E71431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DA3DD-011B-40DF-A433-06CD22D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D8804-7C43-4564-A72E-B845E47A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95C37-FE9A-4691-B11C-5DC591F0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76E9B-9F5C-4652-8F9B-D68B4213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DA9CF-A2F2-4027-989C-73F4D69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6F795-EDF3-4407-A960-08AFE1F9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E3AA3-3321-406B-A085-B4F9F91C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7B35B-A6D7-454C-8362-A3228180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2EC5B-2BEB-4A4B-9DF6-33A43070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C231F-5F03-46F6-B843-A458636D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551994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715AF-E247-4CA3-B84B-6783CE4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DDB36-DBB3-4B82-9AB1-2FC73ABC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16AD1-677A-4FC4-9E60-CCC55D5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71900-8E6B-4E9C-87F4-D2699426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D2854-A0F9-4663-A0D7-12C3AD99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A3B10-F154-469E-B711-86A1069E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Measurement of 3 -phase power by 2-wattmeter method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4D490-F47C-4998-A02A-FBA07354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C1BD7-D7B6-4601-814A-520C13E4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E7809-A16E-4063-B6E1-AFDA6DD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5A766-0F4B-45C3-BC41-501C5ABC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85C90-E5C0-479A-A126-969AC193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7314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A9BAE-B69B-471C-9B58-1DBA4CB6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37FC8-98BA-44D8-B0F2-03AE9FA6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F1A1B-C85B-4381-B63B-495C8547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8BD5A-5360-4849-A7EE-43B07E12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A5F5-A1D4-4030-A18E-E068C8B7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Expression of power factor in terms wattmeter readings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3F3F7-AD2C-4B2E-8538-994DA686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Expression of power factor in terms wattm...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B7575-9C1F-4CCE-813C-E1D6BD37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F8C82-EC78-4993-93CC-09084BC1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0A150-5FF1-4436-B43A-380FE338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0E1B1-C968-4F00-A74A-DF63525A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4FD6D-F069-4F51-8317-59EE0149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E110F-F82A-4576-B294-A602604C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1C518-4538-4683-ACD8-B79AB3A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A2EFD-B68B-478B-8195-F0C1567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34219-6F2D-451D-A628-CBCC51CD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53B2F-4EB8-441E-9B4A-2B04808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23227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098B9B-2C9C-4EE1-8A91-05411D58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B0151-F3A6-4FF2-ABE8-6B4AAF94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F814F-9779-4BB6-8C39-7E1C6612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708DD-D686-47ED-8E6C-D3CDBA6B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205E7-BB85-4523-A0A4-21521920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14E12-530B-4FF4-9F37-A3E7DA9C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ED899-2FBF-4FD9-BE72-023D5AEF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E3C37-4346-4160-B803-775876B1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7F4DC-8787-45C4-9E73-03D9551B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Expression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17D49-D0F9-4C21-AEDC-CA3CBFE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85214-3FFB-4E99-8056-DF450A18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59FFF-2944-4D47-BBE2-C09E225A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Expression...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32F73-2055-4418-BAE5-62BBE598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CA91E-AE8E-46F7-BE6B-83575D93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F7BA4-82EA-48C4-A38D-A471EBB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Express...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EFF68-AF92-4DEC-97DB-7EE8EC97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4F51B-7B82-4027-B029-FB826126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3C41A-E0A5-412D-B5E9-88DE54CD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Expression...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C9BB4-4D40-4EFC-A726-99D2F796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F172E-3B80-4B3D-84B5-7B9C3B95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CDF85-71E3-4658-9088-F201BCD7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Expression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26343-E5BA-4F06-A2FA-B083A16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A8577-6CDC-4263-9969-F96729DE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8376855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3FE70-42B6-4D62-A741-DF7533F5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B57D2-05CC-472F-8996-CFE54210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3E55E-19C4-4558-8551-6449F236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6EC7C-0279-4675-930D-8FC45A72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0FCE9-AB72-46D8-9880-F997F5BD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A5552-51C9-4783-9A14-4E81746F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C66A3-922B-479D-B793-B90C39D1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5B220-E0F2-46A5-BA24-4C8FD2C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44885-8BA4-4A8A-BD68-13D2DF3D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BB83D-3737-4278-9825-D84E170E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B9EFF-BF69-40E8-8D93-E6BE0784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C523A-F9FE-477E-983E-BF99D92D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6B349-39BA-4C80-A910-9ED62FB1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F3522-3E2D-4A0C-A4A0-9406FC2D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123FB-0C4E-4FCC-9064-0AFBBF4A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341792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F3C8A-EBD8-4672-9518-58412C92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4CD4E-CBB4-439C-95A6-97C4F9CE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753B1-6B46-4253-85F3-91412424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4E929-F497-4693-A4DC-5A34D64B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7D91F-8A7D-473F-87D3-E90C7C7C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32FCD-B8D7-4BA3-998A-49779505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Expression of power factor in terms wattmeter readings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5A160-63E5-43BD-843B-FEBB8632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D8BA8-7BBE-4A08-A37D-02E0A2CC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8DEDE-0EDF-4CB7-AFA1-20DAB3F8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CF8C5-036F-48E6-AC68-72641616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0285C-6DD1-4D84-B53F-7579DC8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01711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13C63-1E6B-4933-A485-F21A963C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19CDD-EEF3-4254-AA2E-2B46B47D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C9E03-83C4-4664-9FDF-AA593258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C8A39-2780-4223-AC3D-8D98E3C0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9C3D5-26B4-4E41-859E-910F51D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Effect of power factor on wattmeter readings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2CC07-CCEC-485B-A27E-039C2284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Effect of power factor on wattmeter readi...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81D61-404F-4F72-9BF8-B697FB44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858C5-18E7-49C3-A4F8-24A79A6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61276-9444-40EF-8E6D-A88EE595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8ADA2-D7DA-4AB3-8651-11F5904F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2924C-D976-45FE-87AD-41DCB0AE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A67C5-5E6D-4F7A-8084-01675A56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F1EBA-6FE8-4B2A-93BE-C08FEAEF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5BA02-CE11-4F92-A490-D4EB9CC4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8EDD8-0C20-4B17-9626-337D3545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93569-0430-4886-9746-C2F268EA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13530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DE8AE-8F08-402D-814A-54A70782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BE799-CBCB-4593-B49A-E1B547B9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393B9-2B5C-462E-B45D-3E8C9D48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C5829-9A62-413A-96B9-A4F5D971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45DD2-E7AF-48E3-8680-D94D5198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D2F61-BB52-4805-9903-FA00B751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C47BC-7634-4222-B245-3BCF8DF4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0AFB2-77B0-467B-AA00-24EBAC96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11937-FFB9-45E8-B826-DE03C7E6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Effect of pow...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F0657-6866-44D9-8D0F-75BBB8B4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68F6E-505E-464A-A66E-FA4CC78B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EB707-F551-414B-8E4C-9A2FF6E1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Effect of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6DE90-3CFE-4CDF-8922-D410CC10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EA872-6D42-4589-ADC7-068F3720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734F2-C620-47E6-AD58-F369F9E6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Effect...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C5B01-2219-4A14-8B28-0F26AE00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973BF-33BB-41CE-8B50-A81AF6CC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FC89F-761C-447E-808E-124F1BA4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Effect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5F8F0-FBB9-4612-ADC8-6F36B040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B085A-2D11-4DF4-8A08-6070F4BF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A5666-702A-4603-BB7C-22244482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Effect of powe...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F43AF-8794-44B2-A40C-B828889E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28478-41A4-431F-AEED-8C4C8480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878431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42559-1F59-4515-BF84-C2A3C1D0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19DBF-3A47-4CC9-A8A1-9CB5713C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051F0-EDB7-4E67-A0BE-EA4EAA72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977FB-1594-4956-96D3-B85AD0F4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63190-0760-406A-A0AA-B17EDA93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566F-C08F-4041-B0CB-93259FC4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3F8D0-C49F-4B32-B836-19026B86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F3712-A647-4BAC-8A2F-C9A5C9ED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C0110-201E-4165-8650-9BD28A9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31FE5-1F45-4400-9E93-AB652D9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E4F12-5EE2-4F0F-A668-74DD896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50670-D141-4B4E-A897-4032AAC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E2E2B-5D0D-4568-A06A-D0066267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3DAAA-BA62-463B-B93B-2E527035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A5DBE-DDBC-4FD0-9A22-80BB1B57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438544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793D7-F2A6-430F-BFD6-8BA6161D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506B5-F897-44BA-9E06-FE5B8084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CB1C9-3C85-4AB0-8802-28280074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FAC2E-9915-4B6B-96AC-BF40650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199CC-9D95-4876-8193-5424DCD9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4851B-462B-47E3-B537-2856A511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Effect of power factor on wattmeter readings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E8B7F-138E-4C47-9B6C-073E1CD0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3E742-AAD3-43CA-A013-DE9B287D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83D65-A1E6-4001-80C5-D81B9318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4477A-0FC7-4940-A8DA-3B725E1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7528C-2911-4D49-AF99-ED067CF4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376945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D0B09-7864-46BF-85D9-DFD9F886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91FFB-DCC8-495D-B6AF-DE93BD7C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5D04C-3EDD-4D89-8769-0C359529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C5520-D056-40BF-9056-A5939534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A94D7-7719-4345-BCE7-662C399D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Comparison between single phase and three-phase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209F6-64FF-4957-85BA-79B9990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Comparison between single phase and three...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4E626-D31A-4FAD-86B6-7E110BDD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CC981-23A9-42B4-A56E-FA3C277F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ADF7D-8FE9-42E9-ACCD-59D80E3E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8102D-44A3-49BD-940C-5FC4E453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8A44C-23B3-4BFB-9468-6E448317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F16A7-9773-4CCF-8178-2AEC7443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4E7AE-54BC-4C13-9697-A2C82DA1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46B99-5E30-4C1A-BC2D-5A6F4919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C2010-8F73-44E2-827F-FAB322F7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56552-6816-4742-A80C-A89466C0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909241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6E6FF-6523-4105-9F1F-BD0BE4B1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C552E-7AD4-4537-A626-8FA2610D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E3D53-859D-4E43-97CA-64546464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606A6-93EA-4897-8744-0A4EBCC9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DBD50-7D19-48DC-B944-8C9F8D52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9A3DA-F5E1-4BE3-9388-25F947B8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6D177-9802-4B42-AE41-9EC49868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CC51D-5DD1-4BBD-8D70-6E77A3A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3FBFA-7499-48CB-8654-CBF7952D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Comparison be...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71457-AC8A-4767-BA27-974F5C1F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F6402-EADC-4B93-A2D4-47EE4164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355B7-13AB-4C11-AED1-5190B6D9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Comparison...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8ABD7-BD18-4D8D-886C-1161257A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FF75F-F381-40B3-8319-DD73EC1C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C643F-C669-466A-8D4C-5CCF3185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Compari...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C0845-5B7C-41EA-B13C-F197A1EC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AE921-48F0-4DD9-9037-43294F8F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ED0F2-CD6E-4295-95B9-CF13BF40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Comparison...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D5509-60DF-4B2B-B529-9C6586D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AFAF5-9A98-4471-8C12-5A2E92A6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5AB67-E7FE-4C05-BEF8-AAE2988B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Comparison bet...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B51A8-B228-48C0-B16E-A08B5C7D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A21A9-BADC-4F2E-B7FF-FC7E72BF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00474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0EAA0-0AB8-4D6B-A6CE-8B46188C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4BC99-5DB6-4581-A389-4CB3F68A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A03D0-03E5-46B3-9B96-D97DD4E0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CDDE6-68BF-415D-9E57-E5662AEA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D7DAA-8483-480A-8DCA-BCABF21F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A40F0-480F-4488-B524-3BE0907F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44B61-5FB5-4B5F-B965-86E1253B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7EDAA-1D8E-4D50-B606-C1527238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AD5E1-D5FF-4B38-83D0-D61AE800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34DC-0A77-40A5-A9C2-8D4E6D9C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DC2FB-D447-4A1F-8D24-320FBD5D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9D2E1-6A22-4A3F-8434-16F4186E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1E4C3-20A1-41F6-B48B-83ADEFED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3122C-07D3-4DF1-8659-A96F2E1D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AD1D8-9085-4B70-8064-12F06E68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71690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D49F8-C974-4B51-BDF8-E987B3D8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765C3-3676-44E9-A547-6A5F7162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678B1-6368-4BA6-ABC4-DCBACD5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CB8AE-FAC8-43BE-B7EB-BF85B04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91D58-2327-4C41-B227-3F27004A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EF55-74E2-4D04-831A-61230C28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Comparison between single phase and three-phase systems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2218B-1FA7-49C5-9ECB-34043860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84CA6-F815-4A8A-8608-2D9AA95B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CE3B1-8857-415D-83E6-5D15EEBC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9A4E9-CA53-47B0-B142-9311FA03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C82EB-9CA2-4999-B7D3-CF93E336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3858241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D6770-C6AE-486B-A362-9A961056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AD5BC-6126-42C4-B54F-55399A74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15D2A-ACA3-4D07-977A-227A5B12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F9F2E-528F-460D-941C-3BAFE05F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71963-26E4-47DC-8DA4-48DCB77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3CC44-5D96-4A28-BA3E-45AC4284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65888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ED8AB-02A7-4EDB-9C7F-79DD6495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5B0B5-5967-4001-8C4C-4278A3A4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5D90B-D069-4BAF-87FD-079931B7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3CD6A-128C-4D47-8C04-1F2D193F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7CA02-BA89-473C-9F21-906F372B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Three-: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phase: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Generation: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three: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60021-D3EE-4701-B050-49D9C60B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763734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8E4F3-5A92-4B39-A0A0-29056E74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52EC8-5413-48EC-B26F-CE4F43F6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12345-919C-4DA0-9FAC-5956D582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C8E2B-1280-4DF3-A1D8-BB95A563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BF70E-E5CC-4633-B891-CEA2BA1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40B97-5304-4C49-8E5B-CE4183A5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056231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10343-B16A-463E-B6D6-E3F14FF3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C32BA-9597-4D1C-A26E-CA311F8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68745-DE24-41D2-B1A6-1354DA3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9C800-216B-4A28-A3E7-F6547033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565C4-6214-4CF0-8DCB-9E034682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ED571-5A96-474E-994E-1487B137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078717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C20A3-CE73-4D3E-B3DE-F70FE75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3427C-BE6E-4E77-A7F0-870A0344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40D1B-DF0F-412F-A12E-A2D5EDC4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959FB-F4BF-440D-9B43-200891A8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B7E1B-1CD8-4154-B766-F2F05EC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Circuits: Generation of three -phase system, definition of phase sequen...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Definition of balanced and unbalanced source an d load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Power, reactive power and power factor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Problems on balanced loads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Measurement of 3 -phase power by 2-wattmeter method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13204-D313-4DBF-974C-106202B4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EF4DC-02AC-40D6-8F43-66D27750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B9619-E3EC-4F2B-B380-7CF8FA9B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79344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2026-08-24T16:02:22.9070000Z</dcterms:created>
  <dcterms:modified xsi:type="dcterms:W3CDTF">2026-08-24T16:02:22.9070000Z</dcterms:modified>
</coreProperties>
</file>