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7c4b2c0fd84306" /><Relationship Type="http://schemas.openxmlformats.org/officeDocument/2006/relationships/extended-properties" Target="/docProps/app.xml" Id="R8034db4330ad47e9" /><Relationship Type="http://schemas.openxmlformats.org/officeDocument/2006/relationships/officeDocument" Target="/ppt/presentation.xml" Id="R182f6067bbde49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4898157f1641e4"/>
  </p:sldMasterIdLst>
  <p:notesMasterIdLst>
    <p:notesMasterId xmlns:r="http://schemas.openxmlformats.org/officeDocument/2006/relationships" r:id="R0f939d2cf5d34679"/>
  </p:notesMasterIdLst>
  <p:sldIdLst>
    <p:sldId xmlns:r="http://schemas.openxmlformats.org/officeDocument/2006/relationships" id="256" r:id="R71f6584feac34ac4"/>
    <p:sldId xmlns:r="http://schemas.openxmlformats.org/officeDocument/2006/relationships" id="257" r:id="R25fd02d05dfd41e4"/>
    <p:sldId xmlns:r="http://schemas.openxmlformats.org/officeDocument/2006/relationships" id="258" r:id="R1e71ebf565074a41"/>
    <p:sldId xmlns:r="http://schemas.openxmlformats.org/officeDocument/2006/relationships" id="259" r:id="Rfdabcfe86c354935"/>
    <p:sldId xmlns:r="http://schemas.openxmlformats.org/officeDocument/2006/relationships" id="260" r:id="R3f847b79498c4c3b"/>
    <p:sldId xmlns:r="http://schemas.openxmlformats.org/officeDocument/2006/relationships" id="261" r:id="Rb63ca87cd8ca4f4f"/>
    <p:sldId xmlns:r="http://schemas.openxmlformats.org/officeDocument/2006/relationships" id="262" r:id="Rfad01d3b765147d5"/>
    <p:sldId xmlns:r="http://schemas.openxmlformats.org/officeDocument/2006/relationships" id="263" r:id="Rf98ef54dfd8c48cb"/>
    <p:sldId xmlns:r="http://schemas.openxmlformats.org/officeDocument/2006/relationships" id="264" r:id="Rcdc2831fefd94c43"/>
    <p:sldId xmlns:r="http://schemas.openxmlformats.org/officeDocument/2006/relationships" id="265" r:id="R39574248218947e9"/>
    <p:sldId xmlns:r="http://schemas.openxmlformats.org/officeDocument/2006/relationships" id="266" r:id="R68b85b33a18f4bad"/>
    <p:sldId xmlns:r="http://schemas.openxmlformats.org/officeDocument/2006/relationships" id="267" r:id="R5d1978b44ff0450d"/>
    <p:sldId xmlns:r="http://schemas.openxmlformats.org/officeDocument/2006/relationships" id="268" r:id="R96bd585450bf47c0"/>
    <p:sldId xmlns:r="http://schemas.openxmlformats.org/officeDocument/2006/relationships" id="269" r:id="R479b0c7849834dc5"/>
    <p:sldId xmlns:r="http://schemas.openxmlformats.org/officeDocument/2006/relationships" id="270" r:id="R60b82cf1cf1d418e"/>
    <p:sldId xmlns:r="http://schemas.openxmlformats.org/officeDocument/2006/relationships" id="271" r:id="Rf8793b32b74f450d"/>
    <p:sldId xmlns:r="http://schemas.openxmlformats.org/officeDocument/2006/relationships" id="272" r:id="R2e1c8fb7dc9f4c46"/>
    <p:sldId xmlns:r="http://schemas.openxmlformats.org/officeDocument/2006/relationships" id="273" r:id="Ra8b8b340f8bc46a6"/>
    <p:sldId xmlns:r="http://schemas.openxmlformats.org/officeDocument/2006/relationships" id="274" r:id="Re98259a718bd4b59"/>
    <p:sldId xmlns:r="http://schemas.openxmlformats.org/officeDocument/2006/relationships" id="275" r:id="Ra587fd5debde4aa0"/>
    <p:sldId xmlns:r="http://schemas.openxmlformats.org/officeDocument/2006/relationships" id="276" r:id="Rb2400abf147a48df"/>
    <p:sldId xmlns:r="http://schemas.openxmlformats.org/officeDocument/2006/relationships" id="277" r:id="R4edff592922b4dd3"/>
    <p:sldId xmlns:r="http://schemas.openxmlformats.org/officeDocument/2006/relationships" id="278" r:id="Rba0ce88b686646ce"/>
    <p:sldId xmlns:r="http://schemas.openxmlformats.org/officeDocument/2006/relationships" id="279" r:id="Re8f6e6fcec044374"/>
    <p:sldId xmlns:r="http://schemas.openxmlformats.org/officeDocument/2006/relationships" id="280" r:id="R0fef6d770b1144f1"/>
    <p:sldId xmlns:r="http://schemas.openxmlformats.org/officeDocument/2006/relationships" id="281" r:id="R604391e0391b4822"/>
    <p:sldId xmlns:r="http://schemas.openxmlformats.org/officeDocument/2006/relationships" id="282" r:id="R7d52b7601f314270"/>
    <p:sldId xmlns:r="http://schemas.openxmlformats.org/officeDocument/2006/relationships" id="283" r:id="R402db8923a87433f"/>
    <p:sldId xmlns:r="http://schemas.openxmlformats.org/officeDocument/2006/relationships" id="284" r:id="R5a3bbc695b5247f4"/>
    <p:sldId xmlns:r="http://schemas.openxmlformats.org/officeDocument/2006/relationships" id="285" r:id="R06e07d40d08a4d7a"/>
    <p:sldId xmlns:r="http://schemas.openxmlformats.org/officeDocument/2006/relationships" id="286" r:id="Rec312cf8d8c84818"/>
    <p:sldId xmlns:r="http://schemas.openxmlformats.org/officeDocument/2006/relationships" id="287" r:id="R1ab1471320fb4066"/>
    <p:sldId xmlns:r="http://schemas.openxmlformats.org/officeDocument/2006/relationships" id="288" r:id="R9e17bd9ba61b4a92"/>
    <p:sldId xmlns:r="http://schemas.openxmlformats.org/officeDocument/2006/relationships" id="289" r:id="Re60acf9332424ccc"/>
    <p:sldId xmlns:r="http://schemas.openxmlformats.org/officeDocument/2006/relationships" id="290" r:id="R4b4e6561ab5a4fba"/>
    <p:sldId xmlns:r="http://schemas.openxmlformats.org/officeDocument/2006/relationships" id="291" r:id="Ra60bb6fb6b8840ef"/>
    <p:sldId xmlns:r="http://schemas.openxmlformats.org/officeDocument/2006/relationships" id="292" r:id="Rc23ed3b746944ab7"/>
    <p:sldId xmlns:r="http://schemas.openxmlformats.org/officeDocument/2006/relationships" id="293" r:id="R7c6dceefd3cc4bc9"/>
    <p:sldId xmlns:r="http://schemas.openxmlformats.org/officeDocument/2006/relationships" id="294" r:id="R9e8365cccb9d4948"/>
    <p:sldId xmlns:r="http://schemas.openxmlformats.org/officeDocument/2006/relationships" id="295" r:id="Rce655f172252461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1d95ec39634eee" /><Relationship Type="http://schemas.openxmlformats.org/officeDocument/2006/relationships/slideMaster" Target="/ppt/slideMasters/slideMaster1.xml" Id="Rb84898157f1641e4" /><Relationship Type="http://schemas.openxmlformats.org/officeDocument/2006/relationships/notesMaster" Target="/ppt/notesMasters/notesMaster1.xml" Id="R0f939d2cf5d34679" /><Relationship Type="http://schemas.openxmlformats.org/officeDocument/2006/relationships/presProps" Target="/ppt/presProps.xml" Id="Rc7582f2dfce0454b" /><Relationship Type="http://schemas.openxmlformats.org/officeDocument/2006/relationships/tableStyles" Target="/ppt/tableStyles.xml" Id="Re3068dbec4b844d0" /><Relationship Type="http://schemas.openxmlformats.org/officeDocument/2006/relationships/slide" Target="/ppt/slides/slide1.xml" Id="R71f6584feac34ac4" /><Relationship Type="http://schemas.openxmlformats.org/officeDocument/2006/relationships/slide" Target="/ppt/slides/slide2.xml" Id="R25fd02d05dfd41e4" /><Relationship Type="http://schemas.openxmlformats.org/officeDocument/2006/relationships/slide" Target="/ppt/slides/slide3.xml" Id="R1e71ebf565074a41" /><Relationship Type="http://schemas.openxmlformats.org/officeDocument/2006/relationships/slide" Target="/ppt/slides/slide4.xml" Id="Rfdabcfe86c354935" /><Relationship Type="http://schemas.openxmlformats.org/officeDocument/2006/relationships/slide" Target="/ppt/slides/slide5.xml" Id="R3f847b79498c4c3b" /><Relationship Type="http://schemas.openxmlformats.org/officeDocument/2006/relationships/slide" Target="/ppt/slides/slide6.xml" Id="Rb63ca87cd8ca4f4f" /><Relationship Type="http://schemas.openxmlformats.org/officeDocument/2006/relationships/slide" Target="/ppt/slides/slide7.xml" Id="Rfad01d3b765147d5" /><Relationship Type="http://schemas.openxmlformats.org/officeDocument/2006/relationships/slide" Target="/ppt/slides/slide8.xml" Id="Rf98ef54dfd8c48cb" /><Relationship Type="http://schemas.openxmlformats.org/officeDocument/2006/relationships/slide" Target="/ppt/slides/slide9.xml" Id="Rcdc2831fefd94c43" /><Relationship Type="http://schemas.openxmlformats.org/officeDocument/2006/relationships/slide" Target="/ppt/slides/slide10.xml" Id="R39574248218947e9" /><Relationship Type="http://schemas.openxmlformats.org/officeDocument/2006/relationships/slide" Target="/ppt/slides/slide11.xml" Id="R68b85b33a18f4bad" /><Relationship Type="http://schemas.openxmlformats.org/officeDocument/2006/relationships/slide" Target="/ppt/slides/slide12.xml" Id="R5d1978b44ff0450d" /><Relationship Type="http://schemas.openxmlformats.org/officeDocument/2006/relationships/slide" Target="/ppt/slides/slide13.xml" Id="R96bd585450bf47c0" /><Relationship Type="http://schemas.openxmlformats.org/officeDocument/2006/relationships/slide" Target="/ppt/slides/slide14.xml" Id="R479b0c7849834dc5" /><Relationship Type="http://schemas.openxmlformats.org/officeDocument/2006/relationships/slide" Target="/ppt/slides/slide15.xml" Id="R60b82cf1cf1d418e" /><Relationship Type="http://schemas.openxmlformats.org/officeDocument/2006/relationships/slide" Target="/ppt/slides/slide16.xml" Id="Rf8793b32b74f450d" /><Relationship Type="http://schemas.openxmlformats.org/officeDocument/2006/relationships/slide" Target="/ppt/slides/slide17.xml" Id="R2e1c8fb7dc9f4c46" /><Relationship Type="http://schemas.openxmlformats.org/officeDocument/2006/relationships/slide" Target="/ppt/slides/slide18.xml" Id="Ra8b8b340f8bc46a6" /><Relationship Type="http://schemas.openxmlformats.org/officeDocument/2006/relationships/slide" Target="/ppt/slides/slide19.xml" Id="Re98259a718bd4b59" /><Relationship Type="http://schemas.openxmlformats.org/officeDocument/2006/relationships/slide" Target="/ppt/slides/slide20.xml" Id="Ra587fd5debde4aa0" /><Relationship Type="http://schemas.openxmlformats.org/officeDocument/2006/relationships/slide" Target="/ppt/slides/slide21.xml" Id="Rb2400abf147a48df" /><Relationship Type="http://schemas.openxmlformats.org/officeDocument/2006/relationships/slide" Target="/ppt/slides/slide22.xml" Id="R4edff592922b4dd3" /><Relationship Type="http://schemas.openxmlformats.org/officeDocument/2006/relationships/slide" Target="/ppt/slides/slide23.xml" Id="Rba0ce88b686646ce" /><Relationship Type="http://schemas.openxmlformats.org/officeDocument/2006/relationships/slide" Target="/ppt/slides/slide24.xml" Id="Re8f6e6fcec044374" /><Relationship Type="http://schemas.openxmlformats.org/officeDocument/2006/relationships/slide" Target="/ppt/slides/slide25.xml" Id="R0fef6d770b1144f1" /><Relationship Type="http://schemas.openxmlformats.org/officeDocument/2006/relationships/slide" Target="/ppt/slides/slide26.xml" Id="R604391e0391b4822" /><Relationship Type="http://schemas.openxmlformats.org/officeDocument/2006/relationships/slide" Target="/ppt/slides/slide27.xml" Id="R7d52b7601f314270" /><Relationship Type="http://schemas.openxmlformats.org/officeDocument/2006/relationships/slide" Target="/ppt/slides/slide28.xml" Id="R402db8923a87433f" /><Relationship Type="http://schemas.openxmlformats.org/officeDocument/2006/relationships/slide" Target="/ppt/slides/slide29.xml" Id="R5a3bbc695b5247f4" /><Relationship Type="http://schemas.openxmlformats.org/officeDocument/2006/relationships/slide" Target="/ppt/slides/slide30.xml" Id="R06e07d40d08a4d7a" /><Relationship Type="http://schemas.openxmlformats.org/officeDocument/2006/relationships/slide" Target="/ppt/slides/slide31.xml" Id="Rec312cf8d8c84818" /><Relationship Type="http://schemas.openxmlformats.org/officeDocument/2006/relationships/slide" Target="/ppt/slides/slide32.xml" Id="R1ab1471320fb4066" /><Relationship Type="http://schemas.openxmlformats.org/officeDocument/2006/relationships/slide" Target="/ppt/slides/slide33.xml" Id="R9e17bd9ba61b4a92" /><Relationship Type="http://schemas.openxmlformats.org/officeDocument/2006/relationships/slide" Target="/ppt/slides/slide34.xml" Id="Re60acf9332424ccc" /><Relationship Type="http://schemas.openxmlformats.org/officeDocument/2006/relationships/slide" Target="/ppt/slides/slide35.xml" Id="R4b4e6561ab5a4fba" /><Relationship Type="http://schemas.openxmlformats.org/officeDocument/2006/relationships/slide" Target="/ppt/slides/slide36.xml" Id="Ra60bb6fb6b8840ef" /><Relationship Type="http://schemas.openxmlformats.org/officeDocument/2006/relationships/slide" Target="/ppt/slides/slide37.xml" Id="Rc23ed3b746944ab7" /><Relationship Type="http://schemas.openxmlformats.org/officeDocument/2006/relationships/slide" Target="/ppt/slides/slide38.xml" Id="R7c6dceefd3cc4bc9" /><Relationship Type="http://schemas.openxmlformats.org/officeDocument/2006/relationships/slide" Target="/ppt/slides/slide39.xml" Id="R9e8365cccb9d4948" /><Relationship Type="http://schemas.openxmlformats.org/officeDocument/2006/relationships/slide" Target="/ppt/slides/slide40.xml" Id="Rce655f17225246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bbb0c6b684c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86f04e99044689" /><Relationship Type="http://schemas.openxmlformats.org/officeDocument/2006/relationships/notesMaster" Target="/ppt/notesMasters/notesMaster1.xml" Id="R880e3176ded54b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84eddab49b4325" /><Relationship Type="http://schemas.openxmlformats.org/officeDocument/2006/relationships/notesMaster" Target="/ppt/notesMasters/notesMaster1.xml" Id="R754ece75b47541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484a2fee2b4380" /><Relationship Type="http://schemas.openxmlformats.org/officeDocument/2006/relationships/notesMaster" Target="/ppt/notesMasters/notesMaster1.xml" Id="R6d5526d466024b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9618a32da644e6" /><Relationship Type="http://schemas.openxmlformats.org/officeDocument/2006/relationships/notesMaster" Target="/ppt/notesMasters/notesMaster1.xml" Id="Rd5d17b25c2fb48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cb0de093724d52" /><Relationship Type="http://schemas.openxmlformats.org/officeDocument/2006/relationships/notesMaster" Target="/ppt/notesMasters/notesMaster1.xml" Id="Re9a90ca847e94d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067aa65bc04902" /><Relationship Type="http://schemas.openxmlformats.org/officeDocument/2006/relationships/notesMaster" Target="/ppt/notesMasters/notesMaster1.xml" Id="R90386e7164cb4f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0a98ea8c1f4ce6" /><Relationship Type="http://schemas.openxmlformats.org/officeDocument/2006/relationships/notesMaster" Target="/ppt/notesMasters/notesMaster1.xml" Id="Rb8e30af9e9d148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e99a1dfa89c4335" /><Relationship Type="http://schemas.openxmlformats.org/officeDocument/2006/relationships/notesMaster" Target="/ppt/notesMasters/notesMaster1.xml" Id="Rda8c1f8312ae42f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4d563a4f0b4ea5" /><Relationship Type="http://schemas.openxmlformats.org/officeDocument/2006/relationships/notesMaster" Target="/ppt/notesMasters/notesMaster1.xml" Id="R941a57c1a43745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b1f1e43da48e7" /><Relationship Type="http://schemas.openxmlformats.org/officeDocument/2006/relationships/notesMaster" Target="/ppt/notesMasters/notesMaster1.xml" Id="Rc35a71da494940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fbb575fdbd41d5" /><Relationship Type="http://schemas.openxmlformats.org/officeDocument/2006/relationships/notesMaster" Target="/ppt/notesMasters/notesMaster1.xml" Id="R17c67ab254394f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e346d1f42e43a3" /><Relationship Type="http://schemas.openxmlformats.org/officeDocument/2006/relationships/notesMaster" Target="/ppt/notesMasters/notesMaster1.xml" Id="R919b6e4afc5243f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8f79357e8d43b0" /><Relationship Type="http://schemas.openxmlformats.org/officeDocument/2006/relationships/notesMaster" Target="/ppt/notesMasters/notesMaster1.xml" Id="Rab75139434744a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49dcd9c77474b88" /><Relationship Type="http://schemas.openxmlformats.org/officeDocument/2006/relationships/notesMaster" Target="/ppt/notesMasters/notesMaster1.xml" Id="R73b56942c8a54ac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9af323f8594671" /><Relationship Type="http://schemas.openxmlformats.org/officeDocument/2006/relationships/notesMaster" Target="/ppt/notesMasters/notesMaster1.xml" Id="R509e38bda4aa41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a626d0df5c443ff" /><Relationship Type="http://schemas.openxmlformats.org/officeDocument/2006/relationships/notesMaster" Target="/ppt/notesMasters/notesMaster1.xml" Id="Re709f55e182749c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c994298709f4379" /><Relationship Type="http://schemas.openxmlformats.org/officeDocument/2006/relationships/notesMaster" Target="/ppt/notesMasters/notesMaster1.xml" Id="Ra6f519f0449e423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012f07e2c914304" /><Relationship Type="http://schemas.openxmlformats.org/officeDocument/2006/relationships/notesMaster" Target="/ppt/notesMasters/notesMaster1.xml" Id="Rc553f01d44d14f9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9f1be2cac2742e6" /><Relationship Type="http://schemas.openxmlformats.org/officeDocument/2006/relationships/notesMaster" Target="/ppt/notesMasters/notesMaster1.xml" Id="R70aa58eaf19a474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829466dc6e94df5" /><Relationship Type="http://schemas.openxmlformats.org/officeDocument/2006/relationships/notesMaster" Target="/ppt/notesMasters/notesMaster1.xml" Id="R30806c2723e0475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2a04622e2a4c2c" /><Relationship Type="http://schemas.openxmlformats.org/officeDocument/2006/relationships/notesMaster" Target="/ppt/notesMasters/notesMaster1.xml" Id="R707a2a1dc52b4b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b399f6711f54fee" /><Relationship Type="http://schemas.openxmlformats.org/officeDocument/2006/relationships/notesMaster" Target="/ppt/notesMasters/notesMaster1.xml" Id="Rf1aeb22c440c440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a8bd76d2cc54509" /><Relationship Type="http://schemas.openxmlformats.org/officeDocument/2006/relationships/notesMaster" Target="/ppt/notesMasters/notesMaster1.xml" Id="R94329ecbae474b0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93edcc193f4892" /><Relationship Type="http://schemas.openxmlformats.org/officeDocument/2006/relationships/notesMaster" Target="/ppt/notesMasters/notesMaster1.xml" Id="R20ed49929e85479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7bfa84dd1764ad2" /><Relationship Type="http://schemas.openxmlformats.org/officeDocument/2006/relationships/notesMaster" Target="/ppt/notesMasters/notesMaster1.xml" Id="Ra8a243bac2fb456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d5569554eb54031" /><Relationship Type="http://schemas.openxmlformats.org/officeDocument/2006/relationships/notesMaster" Target="/ppt/notesMasters/notesMaster1.xml" Id="R02b3a04419164b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5376b9685304a97" /><Relationship Type="http://schemas.openxmlformats.org/officeDocument/2006/relationships/notesMaster" Target="/ppt/notesMasters/notesMaster1.xml" Id="R350d823f13b14b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bcbda0d8bde4b3f" /><Relationship Type="http://schemas.openxmlformats.org/officeDocument/2006/relationships/notesMaster" Target="/ppt/notesMasters/notesMaster1.xml" Id="Rb9ee0a545e2c4df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07e05ecee443bd" /><Relationship Type="http://schemas.openxmlformats.org/officeDocument/2006/relationships/notesMaster" Target="/ppt/notesMasters/notesMaster1.xml" Id="Rbf1417251e96433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9814bd93610409a" /><Relationship Type="http://schemas.openxmlformats.org/officeDocument/2006/relationships/notesMaster" Target="/ppt/notesMasters/notesMaster1.xml" Id="R209561168d924b5d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970547bb0304165" /><Relationship Type="http://schemas.openxmlformats.org/officeDocument/2006/relationships/notesMaster" Target="/ppt/notesMasters/notesMaster1.xml" Id="R5ce6714864d7490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5b834145733415e" /><Relationship Type="http://schemas.openxmlformats.org/officeDocument/2006/relationships/notesMaster" Target="/ppt/notesMasters/notesMaster1.xml" Id="R30a701dc9d7245d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044d44b2b5154043" /><Relationship Type="http://schemas.openxmlformats.org/officeDocument/2006/relationships/notesMaster" Target="/ppt/notesMasters/notesMaster1.xml" Id="R5383517d47ef408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b3a85fb8cdbe4916" /><Relationship Type="http://schemas.openxmlformats.org/officeDocument/2006/relationships/notesMaster" Target="/ppt/notesMasters/notesMaster1.xml" Id="R2d3caab3d96146b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8cab50b9de446ad" /><Relationship Type="http://schemas.openxmlformats.org/officeDocument/2006/relationships/notesMaster" Target="/ppt/notesMasters/notesMaster1.xml" Id="Rd129e1f5cac9481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ef3e347910d44ce" /><Relationship Type="http://schemas.openxmlformats.org/officeDocument/2006/relationships/notesMaster" Target="/ppt/notesMasters/notesMaster1.xml" Id="R661edc92ad9e40e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79153fe48da4910" /><Relationship Type="http://schemas.openxmlformats.org/officeDocument/2006/relationships/notesMaster" Target="/ppt/notesMasters/notesMaster1.xml" Id="Rf6d74b31579847f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60255f34a6a49a2" /><Relationship Type="http://schemas.openxmlformats.org/officeDocument/2006/relationships/notesMaster" Target="/ppt/notesMasters/notesMaster1.xml" Id="R9a1c1104763a42d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909e56529be40a3" /><Relationship Type="http://schemas.openxmlformats.org/officeDocument/2006/relationships/notesMaster" Target="/ppt/notesMasters/notesMaster1.xml" Id="Rd07771f6327b4ce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2cf60d5b80e4891" /><Relationship Type="http://schemas.openxmlformats.org/officeDocument/2006/relationships/notesMaster" Target="/ppt/notesMasters/notesMaster1.xml" Id="Rb118c723a6ad45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919f73005d40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27a65cd233466b" /><Relationship Type="http://schemas.openxmlformats.org/officeDocument/2006/relationships/slideLayout" Target="/ppt/slideLayouts/slideLayout1.xml" Id="R7a227ce78a5a43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227ce78a5a43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e54c115fd4aba" /><Relationship Type="http://schemas.openxmlformats.org/officeDocument/2006/relationships/notesSlide" Target="/ppt/notesSlides/notesSlide1.xml" Id="R7cff4ab899b94b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bf2563b184d61" /><Relationship Type="http://schemas.openxmlformats.org/officeDocument/2006/relationships/notesSlide" Target="/ppt/notesSlides/notesSlide2.xml" Id="Rbe2ccf4f1262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53170bc784fbe" /><Relationship Type="http://schemas.openxmlformats.org/officeDocument/2006/relationships/notesSlide" Target="/ppt/notesSlides/notesSlide3.xml" Id="R1b783035d90346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0a20b63184000" /><Relationship Type="http://schemas.openxmlformats.org/officeDocument/2006/relationships/notesSlide" Target="/ppt/notesSlides/notesSlide4.xml" Id="Rad8edf7855904d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91a9dbe7f46e4" /><Relationship Type="http://schemas.openxmlformats.org/officeDocument/2006/relationships/notesSlide" Target="/ppt/notesSlides/notesSlide5.xml" Id="Rd167637ed114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db9b6b9594af2" /><Relationship Type="http://schemas.openxmlformats.org/officeDocument/2006/relationships/notesSlide" Target="/ppt/notesSlides/notesSlide6.xml" Id="R431241858ab440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63973d7fd4d9c" /><Relationship Type="http://schemas.openxmlformats.org/officeDocument/2006/relationships/notesSlide" Target="/ppt/notesSlides/notesSlide7.xml" Id="Rbd030cf6b3bc43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9a4b6496a4f09" /><Relationship Type="http://schemas.openxmlformats.org/officeDocument/2006/relationships/notesSlide" Target="/ppt/notesSlides/notesSlide8.xml" Id="R24bd3e2604c4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b2265affa4581" /><Relationship Type="http://schemas.openxmlformats.org/officeDocument/2006/relationships/notesSlide" Target="/ppt/notesSlides/notesSlide9.xml" Id="Rd008131547ef4a3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836a8b2c0414c" /><Relationship Type="http://schemas.openxmlformats.org/officeDocument/2006/relationships/notesSlide" Target="/ppt/notesSlides/notesSlide10.xml" Id="R7524fc24aa2a44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34e318be441db" /><Relationship Type="http://schemas.openxmlformats.org/officeDocument/2006/relationships/notesSlide" Target="/ppt/notesSlides/notesSlide11.xml" Id="R0f3889af3aeb4d1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c82b3180d49b1" /><Relationship Type="http://schemas.openxmlformats.org/officeDocument/2006/relationships/notesSlide" Target="/ppt/notesSlides/notesSlide12.xml" Id="Re11bfb2ebd9f423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080083f144bfb" /><Relationship Type="http://schemas.openxmlformats.org/officeDocument/2006/relationships/notesSlide" Target="/ppt/notesSlides/notesSlide13.xml" Id="Rc65cba834f84477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39061cec7640e8" /><Relationship Type="http://schemas.openxmlformats.org/officeDocument/2006/relationships/notesSlide" Target="/ppt/notesSlides/notesSlide14.xml" Id="Rd0be0a39deac42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1ba4caa74190" /><Relationship Type="http://schemas.openxmlformats.org/officeDocument/2006/relationships/notesSlide" Target="/ppt/notesSlides/notesSlide15.xml" Id="Rd4bdb92900d148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c53d1aeceb4279" /><Relationship Type="http://schemas.openxmlformats.org/officeDocument/2006/relationships/notesSlide" Target="/ppt/notesSlides/notesSlide16.xml" Id="Rc99b05e54512425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79b1093a14ebd" /><Relationship Type="http://schemas.openxmlformats.org/officeDocument/2006/relationships/notesSlide" Target="/ppt/notesSlides/notesSlide17.xml" Id="R70f37c1f9444416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2085091c5414c" /><Relationship Type="http://schemas.openxmlformats.org/officeDocument/2006/relationships/notesSlide" Target="/ppt/notesSlides/notesSlide18.xml" Id="R7210b4f5c3554ca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918518289547dd" /><Relationship Type="http://schemas.openxmlformats.org/officeDocument/2006/relationships/notesSlide" Target="/ppt/notesSlides/notesSlide19.xml" Id="R57ae33c2f09243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21b545f164029" /><Relationship Type="http://schemas.openxmlformats.org/officeDocument/2006/relationships/notesSlide" Target="/ppt/notesSlides/notesSlide20.xml" Id="R73de70b1dc3c47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ecf3a23a4a4de8" /><Relationship Type="http://schemas.openxmlformats.org/officeDocument/2006/relationships/notesSlide" Target="/ppt/notesSlides/notesSlide21.xml" Id="R69f365c2ffc34a4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4287292a44cbd" /><Relationship Type="http://schemas.openxmlformats.org/officeDocument/2006/relationships/notesSlide" Target="/ppt/notesSlides/notesSlide22.xml" Id="R57f7ea3f30f74f7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50e70af1948e3" /><Relationship Type="http://schemas.openxmlformats.org/officeDocument/2006/relationships/notesSlide" Target="/ppt/notesSlides/notesSlide23.xml" Id="R4ec513e831e94ac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54f3e97074e5d" /><Relationship Type="http://schemas.openxmlformats.org/officeDocument/2006/relationships/notesSlide" Target="/ppt/notesSlides/notesSlide24.xml" Id="R74189e94500645c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3eecace0274088" /><Relationship Type="http://schemas.openxmlformats.org/officeDocument/2006/relationships/notesSlide" Target="/ppt/notesSlides/notesSlide25.xml" Id="R132fa7bd2ed24f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b602e2aeb49d5" /><Relationship Type="http://schemas.openxmlformats.org/officeDocument/2006/relationships/notesSlide" Target="/ppt/notesSlides/notesSlide26.xml" Id="Rac25f0945e434af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de831ffcf4100" /><Relationship Type="http://schemas.openxmlformats.org/officeDocument/2006/relationships/notesSlide" Target="/ppt/notesSlides/notesSlide27.xml" Id="Rbee8d5ee0b414f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cfea762614be1" /><Relationship Type="http://schemas.openxmlformats.org/officeDocument/2006/relationships/notesSlide" Target="/ppt/notesSlides/notesSlide28.xml" Id="R2197afbffa6541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98855c1ab04592" /><Relationship Type="http://schemas.openxmlformats.org/officeDocument/2006/relationships/notesSlide" Target="/ppt/notesSlides/notesSlide29.xml" Id="Rec17c92755714fe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4b1a5a2cb4aad" /><Relationship Type="http://schemas.openxmlformats.org/officeDocument/2006/relationships/notesSlide" Target="/ppt/notesSlides/notesSlide30.xml" Id="R8074dfb00801437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e53104d7b45fc" /><Relationship Type="http://schemas.openxmlformats.org/officeDocument/2006/relationships/notesSlide" Target="/ppt/notesSlides/notesSlide31.xml" Id="R026cfce868d943d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11403d0404c66" /><Relationship Type="http://schemas.openxmlformats.org/officeDocument/2006/relationships/notesSlide" Target="/ppt/notesSlides/notesSlide32.xml" Id="Rf6c41d72f0cf415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50870f12064896" /><Relationship Type="http://schemas.openxmlformats.org/officeDocument/2006/relationships/notesSlide" Target="/ppt/notesSlides/notesSlide33.xml" Id="R5640ae34a52d4ff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f22d1b30794f50" /><Relationship Type="http://schemas.openxmlformats.org/officeDocument/2006/relationships/notesSlide" Target="/ppt/notesSlides/notesSlide34.xml" Id="R03cc8446721d44a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6d89634648e5" /><Relationship Type="http://schemas.openxmlformats.org/officeDocument/2006/relationships/notesSlide" Target="/ppt/notesSlides/notesSlide35.xml" Id="R75cab36b13fc432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81b26cb07e4a06" /><Relationship Type="http://schemas.openxmlformats.org/officeDocument/2006/relationships/notesSlide" Target="/ppt/notesSlides/notesSlide36.xml" Id="Rebaaf308ade6490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fcc7484e74f44" /><Relationship Type="http://schemas.openxmlformats.org/officeDocument/2006/relationships/notesSlide" Target="/ppt/notesSlides/notesSlide37.xml" Id="R37661dc242a3453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5437e12144fad" /><Relationship Type="http://schemas.openxmlformats.org/officeDocument/2006/relationships/notesSlide" Target="/ppt/notesSlides/notesSlide38.xml" Id="R92fff3cb000846b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368a5b587d4bca" /><Relationship Type="http://schemas.openxmlformats.org/officeDocument/2006/relationships/notesSlide" Target="/ppt/notesSlides/notesSlide39.xml" Id="R96383cceb6c042b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46fe81f3054eb2" /><Relationship Type="http://schemas.openxmlformats.org/officeDocument/2006/relationships/notesSlide" Target="/ppt/notesSlides/notesSlide40.xml" Id="R8e4f286523db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A95AF1-C870-4F22-A01C-82DE9B5E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0F500-EEDC-4B82-BAD3-296E39B5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Ordinary Differential Equations of First Order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F5504-8640-4942-973B-F068C6E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11:11; Textbook 2: Chapter 8: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E7F3A4-4AF4-4569-8F86-BA405760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286E1-152A-4538-ABE2-3F7A97BE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2E819-34D1-4266-B1AE-45F8013B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F58C4-39E4-49CF-B76A-5B78636C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35DC9B-872E-449F-84E6-7CF64A8B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1C7A6-FDF5-4E48-9CC7-02D0DDCD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7A4FC-7FA9-43EA-927A-07EB41A2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ADB3EB-7A75-472F-88D6-06F858E1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696BA-4A26-4E46-A6E5-08309D63B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31112-FC5E-4D40-9F8C-7C1C615A6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58603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616A6-F408-4607-A1B0-4C5D655D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62955-3AB2-4D3F-8322-A9F2770B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3D459-F43C-400F-857D-182283FA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6DA0CC-D05E-41BA-AE2B-47844E20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2CEC6-B5D2-4142-BF37-E676FC9D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ECFB8-641D-4657-BA42-70582FD7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9E303-AF6D-41CE-AC97-04F2703B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789FC-386C-45E9-9174-A419BDE9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32C05E-1266-4DAC-AEB5-6EF9576D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3BB51-A13E-412D-AE2A-351F59D9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6FB23-7C96-4F36-BF7A-BB77F4FC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074F65-BE8C-4F37-B15D-35610284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DBD7C-0ED9-4C4A-A921-0C020215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5D4218-3FD0-444E-91C9-BCA93406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DE174-ED79-48AD-AF78-95B1FCE7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77414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FAF16-FFBF-42E7-8F22-CE0901D2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9A7C7-B688-4981-9649-AF57A0E1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3EBE1-ACA3-4857-9A5E-24DA7BBCB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35667-CFB5-4EF7-9355-1014BAD0E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149DA-47BB-4993-A681-48120E46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E9D6F-D35D-42EE-813A-EF48C9C3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CC1C23-7CE5-4D4C-986A-DCD5FD15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D0AFF-F4A0-4D9A-A670-4CD9323D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125AE-5457-4F19-BA4E-2A1BADAD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Ordinary Differential Equations of First Order (8Hours Th...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787017-8457-4974-A99B-583E2256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28813-55F5-497D-B5C8-95055A6D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9C7FA-DE3F-45B7-A0CA-9A744E1F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Exact and reducible to exact differential equations with...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100560-2523-4F56-B448-8B654F7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9FE6A-22F8-417C-B985-88F56C48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4F0E52-6FDD-48F6-A647-6F005D7F2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Orthogonal trajectories, Law of natural 𝑵 𝝏𝒚 𝝏𝒙 𝑴 �...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9F361-E821-47F5-8759-E004C845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775782-0875-4ECB-8C9C-14EA0B9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84D714-5374-4590-91F9-7074439C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9-,11.12(4), Chapter 12:12.3-12.8, 17, 8.18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EF65C1-E5B4-4D58-8997-16BC7AE0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6CF222-4A12-4C21-8CB1-84770E0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78325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7FCC5-AAE7-49C6-949C-BEBC82D7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C5151-EBAD-4D73-9C80-07BCA615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879D1A-B580-4290-BAEB-520411D6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11F9FE-3BBA-45C4-8CA1-DB60CE5E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0A705-A665-4038-BA3E-3A8B9D3C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8EBC1-A7E4-476F-9605-6B12457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1723B-1C33-48A7-8AE6-78762C8A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C9D7B-30C8-4769-A21C-0AD75407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Ordinary Differential Equations of First Order (8Hours Th...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FB1DB4-C731-4FA8-BB6A-5FB057FA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11:11; Textbook 2: Chapter 8: 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AE6C8C-7B04-4EEF-BEC6-5FC18C18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CEF27E-70C9-4F93-91FA-5FE002E6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Exact and reducible to exact differential equations with....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A8A95-69B7-44AC-BC1B-C6F1E717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11:11; Textbook 2: Chapter 8: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9E8E22-DBBD-45E6-A683-57811B1C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D7023-D837-4CFD-9CD0-A465F8E3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Orthogonal trajectories, Law of natural 𝑵 𝝏𝒚 𝝏𝒙 𝑴 �...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444F0-A892-4430-8DD6-28C7782B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11:11; Textbook 2: Chapter 8: 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6382F3-C8C8-43A9-A05D-E331D9710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1F4F9-843D-497F-832E-6F5F120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9-,11.12(4), Chapter 12:12.3-12.8, 17, 8.18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98AA81-A8CA-45A1-8F36-1E01DB4A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11:11; Textbook 2: Chapter 8: 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D6B5A9-63E0-4A12-9F87-E12D3517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0C02F1-098A-4ABC-8528-59BADEB2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683043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E12D69-3534-4F1C-ACC3-5BD2CA5B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9E31C-4898-4399-A0B0-B18C8A22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949FCC-3706-4964-8BAC-72FC94E2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28C88-7310-4593-B511-C384C92C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9564C-A347-42B7-AAFD-8E18F615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Ordinary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560D2-0434-4526-AE2B-2A50351D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Differential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4241B-0549-4322-B563-3873C7937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563FBA-20DD-449A-9F17-CBB96C16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8A2D9-83DD-4CD8-A2D6-906A14A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Order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1E34-FE5C-46B4-BDA7-09287742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4B379D-3371-4C6D-B872-5EACFC9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Linear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1AED5-2B2F-4574-8FDB-CC5605AB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Bernoulli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2AD589-02E9-49C7-8917-36C4A221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614BD-5202-4805-8844-A70F69B6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Exact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461386-8750-407D-B928-F033F5AF1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820456-2CCC-45AC-B905-078B7FA6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24937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6F87F-76C7-498C-8A2C-8663E7F2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C4812-7D70-4428-9DE6-AD255C21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D2DBCB-437C-4AD8-A144-541A936C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90A7F-8C2D-4C2B-892D-5FF6FF7D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639BD-6428-497F-B7BB-865A9112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Ordinary Differential Equations of First Order (8Hours Theory) + (4Hours Tutorial) 2 15092025 Linear and Bernou...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78B30-6E1E-48CC-B01B-5E5A5B77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Ordinary Differential Equations of First...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56BF2-82D5-4C72-8BC1-7A3AE9CA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CD3F23-4048-41C8-B523-6DF81F52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E8A3C-DCA4-4C3D-9DFA-E9957654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4FE667-68DA-4FED-81B3-1743CE0C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59A14-93CE-4D85-B447-09A08FDA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CE7A0-A8F0-4B57-9F84-BB22BEB1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7FEAC-B259-4A77-A396-AA7F22A4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2A4089-3968-4BCA-9680-F83E0E0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F2811-BAED-45B0-A054-7EA9EBC9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5B980-61A6-4FDF-B088-29CCAFAD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45471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0D331-E9A6-4BCC-B6CD-E257FF04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810774-7C0E-43ED-9C9E-54CD8920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72450-7775-4A3E-89C5-FB1F6CC9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F049E-F58C-46ED-8C9D-0B5D0643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9715-727C-4D3C-BECE-39F83AE7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18A991-220F-4543-AC42-8BBB0CE9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BFB76-056D-4299-A5C6-65EFA1E4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41F4C6-89BE-4EB4-83C5-096D8FA9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73F053-C968-4C9B-A784-EA5960C0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Ordinary Differ...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420E9-9E9D-48E2-96CA-0EE41B7C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59827-110B-4A3D-943B-DF86AE51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72A8F-DF3E-4564-A7C5-F11E3E21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Ordinary 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1EA46C-31E6-4C18-9D13-5A458C2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7D324-E263-409D-AD94-9E16D0D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6953F-5469-4F9D-BCF5-D4F740F9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Ordinar...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1D7A1-BDDB-431F-9337-3C96666E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C36ED1-2D21-4F90-B62B-AD6144BA5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B84566-B18E-44C2-BD19-4DFA8688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Ordinary Diff...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62231-D3B7-4ED6-AD66-55D4CD04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57B766-4E57-4758-8641-BD4D3875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D62F69-38A2-47B6-8105-20BDBD9F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Ordinary Di...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4AF20D-3D60-49C3-B2A4-373B3F9E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158BBD-986E-42B7-BB97-20EB6B43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29226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6CDD7A-0130-4320-8957-BBCE444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43CCC-29FF-4260-9FAA-AF4E8AE7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EF22B-8C0A-4DF3-A284-33D15DD0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90712-C243-4790-B12C-2496FC72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00F6C-1D7C-4530-B7BC-D04AC4C5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5B7B8-C9EE-42E1-86A2-6C08120B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DE144-E163-4E10-9D4F-F1582851B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B24A0-5723-40D1-B361-F8A526F3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0245-9E64-423B-8B8C-168D91252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7368-DBB0-46EF-86BB-2BA5CB01F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3AEA76-428F-4837-806A-E6B6C2B7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E0304-5C6F-414C-8EF9-E27012EF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837E5-9354-4494-AF52-3149FE80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E5141-1D06-4C8D-AAF7-0243291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D2347-A1D8-41A0-9202-8D6000D43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6957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51A69-A116-4A48-A406-F59110285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BC275-6365-4C1D-A388-A09843C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85AC1-B999-4E41-A283-16FC40FE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6B095-C80E-4F62-8331-143A3D34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4AAEC-14D2-4BBA-A4EA-D885B093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74DC-7E46-4EB3-A02E-A51D896D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Ordinary Differential Equations of First Order (8Hours 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8168C6-729D-4F2F-8180-436DB09C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AF22A-13CF-46D6-9061-2051E254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B2075-DCBB-4020-83FC-2D47D6AC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A0EEA5-64D1-417C-90E0-A14AE968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635A32-2C5A-449C-A2B8-BCA033A3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44760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1E16EE-DBB4-426E-98B8-88E47606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73BF3-9F2D-4228-9DD7-06D5AE5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B00727-D521-46F8-B162-2811C188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527D0-FA0A-435A-96C0-7BA69127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DCC63-55CD-43F4-89F2-DB9A6C09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Exact and reducible to exact differential equations with integrating factor: 𝟏 (𝝏𝑴 − 𝝏𝑵) and 𝟏 (𝝏𝑵 − 𝝏...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403B5-EB31-4DF2-A83C-ADE6ACBE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Exact and reducible to exact differential...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8AD59-036B-4C2E-A398-64418486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41EC02-54E7-4CED-8FBA-8D5FB5FB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68737-7E80-4B7B-9453-F9F8B691B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FC493-E279-4E08-B94F-1EC8FDC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5C63F9-8DB8-4861-BCDB-3D947C2D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5BEE41-F783-4658-AD60-7B0696E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1B1C7A-F3CE-428E-A123-4C77754A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8F785-4D7A-42F8-89E3-0C159BFA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4AB63-E20A-40B7-B95A-3CEC7F34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AACFB0-6B84-4944-B7E7-CE250FC4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890171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4D88CC-E062-4E49-9692-7196E3EA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05D223-CE51-4B2B-B3E9-2CD6AA80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EAEB3-2BB2-42AC-99BD-CC5C3586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B97D9-6B4A-4C33-B272-85138040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F28DF-0B36-4DCC-8FBB-192276FD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A4080-277C-4C64-9C35-610200AC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77E70-AACD-4FBA-BA9A-5B007B35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4202B-DB13-4CF5-B176-34A5A213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E3249-590D-4D2D-BCDA-06FAFB1A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Exact and reduc...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4EAD9A-E493-4C6E-BBF3-ACBD7299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448DC-CD2F-448B-BD27-DBDC7850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4F59D7-C65A-4ACF-9BAC-D937E4D6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Exact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1C5AC-7C1C-460C-9804-9A4AE34E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1A92FB-DB30-4821-A0BA-96CD3ADC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DAA0E-CC69-4F20-BAF0-1238B602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Exact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6C29A-E7A1-478B-BD33-47E8F8D5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9A93C-5F4B-4F13-8F18-DD4F974D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F633F-2B0B-4D57-BEDE-FD59E790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Exact and red...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B7EEFB-C6A6-410F-AD05-ED0F0FA8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7A46B-3D6B-4F71-BE4C-E302AB21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84702D-32AC-4250-9F8E-2E43C800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Exact and 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E07EA-A0B1-4859-854A-93AAC8B9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33B423-6C6D-43D7-9CB4-2DE14A2B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074920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C7818B-3F63-4153-A64E-25C08C8E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62A94B-AC24-4797-A122-6D1C72BD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6FB32-4674-46FA-B5B7-24E1DADA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79B45-1E30-4BC0-9077-AE40CC4B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D745E-AA7E-483F-AE10-E7725402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EA74B5-FC62-489D-8175-88E9B695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1B9EC-2419-409D-A068-43001442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3A64D-0681-45DD-B0BE-A9C3D591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91EE2-D787-4403-9972-E07469EA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42102-83F4-4256-AB8B-BE9664DB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90BC0-6E31-48E8-A7C3-4D72EC93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899D5-5542-4C85-8D2D-7374E6FA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60A8D1-55B0-4F06-BE97-6B0166AD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54C9CC-4703-4C72-B52B-2FDF0BF9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2DCF8-077C-4532-8E53-AD50B07F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53792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E7E5C-3329-448B-B69E-FABDE875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14364D-A5F3-4A90-862E-5E47463A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C9497-C0E0-478E-AC75-328B88BE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17569-59F4-4F04-B409-A16701A0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F05859-FDD0-4358-A1A1-28219C65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0DA64C-6ABF-4EB3-8F6D-306A305B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Exact and reducible to exact differential equations with...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1BCD6-B55F-46E6-A0B5-9B7F9A8B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04FA96-28DA-4F6A-9D6E-E7E45820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D3571-3197-4300-A235-38DBFA44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5EC57-79A6-4E31-A1BE-F9534AA9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C2B8F0-C516-4A2A-987E-966AA0E0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21162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2454F-E984-4187-9843-0B226331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9BD7C-246C-4E2B-8869-28AC3618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B97D8-5FFC-4101-A4D0-B9489CAB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37FA5F-95DB-4A22-AF62-B4477155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43532-125C-4EB9-B7C5-5077B94C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Orthogonal trajectories, Law of natural 𝑵 𝝏𝒚 𝝏𝒙 𝑴 𝝏𝒙 𝝏𝒚 growth and decay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3E12D-BF26-4EF3-A3F6-3F300B93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Orthogonal trajectories, Law of natural �...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78A57C-FADF-44F2-AEB0-338CDF3B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B7D2A-8158-4863-8C77-F898B6ED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A2742-0D74-461F-BD52-8F27E0C3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F059D9-00E7-4E5A-89F9-3B3985D0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A849DF-C1A6-4680-84F2-96E2D01D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D62C4C-68A4-420A-89E3-515AC3CA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9AECF0-80BF-4B70-AB94-8C2A096D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766096-E9DD-4ECE-BD77-B4F1DB98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689198-FD59-4FC3-A93D-0D5D41F9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A1A3E-672E-4790-B483-824B0802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825365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059AC-4987-49D1-B15F-9BEF5F61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47052-9C8A-477D-B277-281AA90B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F588D-2ACC-4F13-9AF1-28904112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A7C4-D2D8-423F-8F97-6CC948F2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A7E9F-5502-45EC-9F47-D9A3C347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5CE10-6C15-46B1-AA78-DB10D38A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AEC03-F243-4A50-BCFB-D15FAFB4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774A1B-3D32-4E90-8F6F-13BA00AC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3EAFA-CFDE-49AF-849C-E071A98D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Orthogonal traj...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03B32-14C1-46F7-B243-87B27083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452EE-C9C5-4ED5-B381-8797F669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A201B-8CAD-43FB-AA7A-27E75D24A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Orthogonal...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1BF5CD-9E88-4599-AFF5-85D48833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CD3D8-0A88-4DBE-8148-FBBE58BA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63311B-1915-459F-89AE-753C1BE7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Orthogo...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893848-DF31-49E0-A369-9F4BE78B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4476AC-0F1E-4334-90B8-FDF03496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C23A3-B4EA-4845-B393-DA749C5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Orthogonal tr...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E93716-E877-4E6D-98E1-CD7CFBBF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2E674-19A1-40CA-BB15-513D23AA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483E7-0889-4A74-A61B-EB28643B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Orthogonal...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80ED8-BA55-4298-B667-B37573A1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C5B9C9-B3DB-4A16-AD1D-80195FD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1296745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BE1011-93E3-45CF-AA2E-4905C946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66634A-3CAC-40A4-874D-D1221897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5C7431-0C57-4A23-9681-A02172EA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57F89-1F55-41F2-99D3-AC9569CE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CB8F2-16FE-4B41-94C2-C4B9529D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DCE61-A988-4AA8-BCE2-B69A174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16615-CE97-43C1-AD20-E9A4F937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77B8B-6F99-4A0A-A89A-EFA458B6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699E3A-1529-4E91-9607-F5D84F85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42ABF6-E7B0-402E-B6B3-11B1E7F3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149AA-E333-42E5-A6C6-709389C5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0BDCE-7B50-4865-A50D-3CC04627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37826-B7CB-44F6-9B93-3499435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1A32CB-6A04-46B6-A120-28E52E08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1357C-F6C2-4ED8-87C9-103895AD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765503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227A5-9682-4221-B5D8-1DAE1E50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6C614-4A90-4446-BEB1-BA966387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A03503-DF21-4637-BB2B-848C19F6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4DFB2-58E6-4443-8C81-D42DCE7ED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C54FF-439D-4756-94C4-B04EB6AB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55BD44-DEEB-40C7-B221-6C01420A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Orthogonal trajectories, Law of natural 𝑵 𝝏𝒚 𝝏𝒙 𝑴 �...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4EA06-C000-4BF8-A2E7-FB1384EE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793CD-2F0E-4B9E-A746-32D474AF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19925D-DD3F-4FE9-A396-07FF8586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907A81-3288-4826-9B36-D66A83B0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D877A-813F-4554-AEA1-34A25657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626281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BFB41-B7A3-4B94-B81D-C9EE82DB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3FA1FB-1118-4BC4-A7AF-C59C35DE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1A3320-0BF4-4BA2-83DF-1CFA914B2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A4C61F-93A7-4AF1-8742-C61502C5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AC429-114B-4910-A283-16210730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9-,11.12(4), Chapter 12:12.3-12.8, 17, 8.18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DF580-2423-44C0-AF98-A20ED324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9-,11.12(4), Chapter 12:12.3-12.8, 17, 8....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7E3FB-D06D-4D4D-801C-0739F3F3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1BC1B-741E-4C0F-8BE0-44D0A85A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DCA03-3390-48DC-A67F-A919FD3D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F7185A-3AB6-48BA-ACE0-7B51E147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81027-3AA8-44E9-BCEA-4260CABE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F782D-E198-49D0-88A2-4CD1233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74FE9-38F2-46A8-A9FD-95A87343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540AE-F572-4FED-8A3A-C35CCF03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D3DA58-DF49-44EB-A4A3-20BD9977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8182A-401E-4EBA-B2CF-D44F37A0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051369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7322BC-FA9C-4B76-BA94-024D0F0D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5C7D2-398B-4214-8FE9-8BAA93B6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78D7C-818D-499A-AF5E-F105A3DB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3059D-2537-4CC4-A5D4-1F7F247B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7D0E9-4C60-43E4-8810-0439845F1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2A0281-0DAA-42F0-B5B7-8E54E219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B31B7-9249-40CE-B7C3-F94BBBD2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1A889-2A60-46E3-B7CC-2D055474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F20EC-469A-4A02-A2F6-97C7FE25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9-,11.12(4), 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0C621B-C2F1-4690-A6BB-206419B9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A81FD-D7AD-417A-B8FF-00766BDC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CFB1B0-2621-433C-AEEE-E832F8EF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9-,11.12(4...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8AD94-9117-4D78-A28A-92F6F6D8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D16EF-9D07-4C48-88C7-DF07BF4D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3E35F-503E-4B92-A46F-6A8F4B7F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9-,11.1...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B5854-F037-420A-83C2-2DB3B4F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48DB2C-EE67-4284-BA4F-11A414EC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F99F9-FAFC-4525-9B9E-0A1FF6F2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9-,11.12(4),...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5BB8DC-0A4D-4344-9805-D4E5ADA4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19548-EA94-4F64-AEE6-FA743151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8C302-111D-48B2-BBCB-00B4A547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9-,11.12(4)...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CAA9CB-939F-46FA-96C5-2DD123F1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F1B2B0-2756-405E-99F2-718DD514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712764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9C017-8A0A-4E76-A8D4-15CEC558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906FD6-171F-44D7-8909-B6E471D4A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D8649-14C6-4810-9F06-49CA84DD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5D2D79-CCB4-4250-B6E1-AC4073C4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59EA9-8E1E-4A1E-9879-4DBCFF6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2AEFB9-854F-4C92-BA3F-2FA35354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96ED1-B99E-4130-B862-C492806A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D406C-33C3-4746-AE2E-518E6C62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9E837-D432-4541-BC31-C0668DC6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890CFA-BCA2-48F2-8CEC-06C3F2C3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AB129B-F716-40A0-B413-9B429B63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A86E9-DF17-4AC8-A888-2B0E2B3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9BA00F-A200-4FA0-A171-2C4A55DB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E3587-0886-4C0F-ACCD-2B37F7DB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7B045-96C3-4576-B92C-27F5A207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3458427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AE7F00-888F-43BB-BB9F-65004359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9D210-6562-449E-B43D-5614C662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980257-80F4-41E7-84EA-7810288B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2B76F-232E-4F5D-8622-C893C47B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07F0B-D7AD-457E-AC80-85198539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31472-699C-441D-BCC3-5C4761B1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9-,11.12(4), Chapter 12:12.3-12.8, 17, 8.18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582DE7-382E-4EBE-BCE6-879F5B49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2580E-0A5C-4942-ADDD-2F7EEA1F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5FB6F-E1D6-4820-9135-EBC3F6FA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23EBA-756C-4DCC-95AE-139869B3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5A6B9-0B7D-46FA-BF94-25226A2E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1757820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81F66-CCE1-489D-84F2-CE7C5C6F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EB9DB5-41D1-433E-833C-538593D9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75EB70-9C3F-49BB-936D-B49ACD73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D2FEDF-CEC2-4239-8BC6-32B9B2D9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0CC06-4DC0-420A-A15A-52B33BC4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EF1BA-E0CF-4FDF-8C9B-4402CC40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33355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C514CC-397A-4D40-9AB2-EEFA17C9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14DF6-AA99-4352-82A0-18EF2075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87372-1E04-4966-9262-E65E6D56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704A8-B226-443C-B2D6-C27C4B50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2DB23-AB36-45BD-97E9-5C850861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Ordinary: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Differential: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Equations: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First: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Order: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00ADD-1329-414C-A234-347440CD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04610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7DC60B-7CB9-4DFC-81DB-08284D0F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FD1895-4384-4228-9818-2625A4E5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665CE-4E8E-4900-B966-F4F2557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53DFD-D7E6-47A2-A564-895015AA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928DC5-F2BE-44E1-B01E-8529C4BC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02B95-E91E-44EE-AB9F-B104A798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75769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F7F90-435E-49FE-8432-7C08788F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35204-86DC-43F5-9793-0D635E36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01F4D-F920-4F25-80EA-C7FEDFB1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87B52-B66A-4014-BE62-45472F51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BE890-C09B-4D40-90DE-AFDA7298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DC8E0-67DD-41D5-9E07-D126E96F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7932763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786118-4922-42D8-ADB2-1D17511C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F3EF-12E9-458E-BDD0-0DE8DF34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402C1A-4945-42E2-87CA-E48CF007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F04C6-D879-4F80-9F20-18B355A1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EE0C8D-5828-4A7D-AF9F-4671C392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Ordinary Differential Equations of First Order (8Hours Theory) + (4Hour...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Exact and reducible to exact differential equations with integrating fa...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Orthogonal trajectories, Law of natural 𝑵 𝝏𝒚 𝝏𝒙 𝑴 𝝏𝒙 𝝏𝒚 growt...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9-,11.12(4), Chapter 12:12.3-12.8, 17, 8.18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48C5E-FD18-4EC3-A4CB-147F85E5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5AF70-AD86-42E1-BDC4-29B30B8D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C3892B-6427-46A3-B87D-16F6E77B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637366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032931-8530-4F4D-AC68-07D43682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05CE1-6C59-4D7F-A5EB-D3A2C933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4471C-C808-4A40-A78F-1AAF2B87D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80739-E03F-4107-BB9D-62A60934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C9E0E-029F-4BE3-BA42-339945CB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5A56E-1210-4638-A8F6-81DDB053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62D1B-4360-40EF-9B90-AB31C47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3D9D07-C2A0-419F-BC45-96A3B054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8D0498-60AD-4CD6-8210-CD311101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4C7C7-FB06-456F-BBC1-13CF89C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3F051-4128-4FB9-B61E-257EE170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3D1C3D-852E-4CF5-98D4-00EB104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58EDD7-2404-49A2-8104-2F77B3AC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4F81F-6158-4310-910F-95C137DA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365C40-1D2E-42AE-96DF-6916344C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E1B76-37D7-4EA4-971E-E6692227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CC1AA-D994-42D9-B396-54C71991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E692A-BA03-4967-91F1-07AD659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76CC0A-B05B-43AF-A142-3EAD7689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68015-3BFE-4657-A7E1-D0407832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DA32C-C92E-4F15-97C2-933F3744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A8377E-45E3-4C77-8401-EE5D11C1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2125F0-5FDA-41DC-96A2-9340B492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421CF-DDE5-4B0C-A982-D282DDE8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D41DF4-71EA-42B6-8711-65E86685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13B6F5-0ACC-482B-BFFE-A0C940A6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D21ABB-D755-49C6-A59E-E7BD3F96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AE0D52-0FE7-41B5-A76B-FBE8E0EB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18FBA1-989D-41A1-B1F2-CA9B605B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2DD5F1-916D-44E4-9251-D823EA2A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B73B9A-B3FD-498B-8DA4-BC94F750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ACC143-7E35-4369-A32C-B6477A28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3658888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B84F54-032E-447B-8811-ED6B95B9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4F222-32FA-46C8-966B-7A553E9F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𝑵...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48ECB-BA42-47BC-8F09-ABEAAA2E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9C82FC-8528-41FB-B754-FDF5843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8618A-0B24-4337-BDBE-73E4B6F1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1D480-9D01-4F65-A8B7-7BCB078E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EF29F-F4D3-4200-A1D8-F1527B8C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1E97C-94E3-4F5C-BAC8-81260B1B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DA46B-8627-40ED-92C3-13A74F66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034DC-3642-4B5B-8675-0C13C43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4FE35-92CB-43A4-A890-8CD4D0CB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BAB6B-8247-4F86-B623-2290AD1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F6870-FB9B-4B9F-B19D-3FE6A40D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2EB33-5632-4D05-9C7F-180DD9F3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89FA8C-D205-40DB-9AF5-70012108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9E5B24-5A51-4812-8229-C030036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BB0049-B5C3-4E3D-9DA5-52D32A4D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1A8FB-ACF5-414B-917C-F3EB34B6F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181553-B818-47E0-8648-273A5BF2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5DA80-0CE2-436E-9010-DF6A98A3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3F0ED-D16B-45DE-8F33-BA405F1F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A6CA1-7EFD-49A2-98BD-19B99DBF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2F72F5-8423-455C-86A5-92287BA4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7F978D-C189-41AA-9FC8-6A4CCC3A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629BE0-C150-4CAA-BEBC-601C151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3C508-2110-44B5-BB75-8FCC85A72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98CD4-234A-4293-A648-9EC48F09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5E040-0099-4309-9DF3-A650051E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3BCE96-0CC6-43E6-8CEC-DD8BD2B5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0870EE-2C07-453D-8808-61A3ABE0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608D79-DFF6-4873-9DA8-2AB4B739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905DE7-0001-45A7-AF0A-22FF4489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6725109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E2E440-1507-4985-9A7D-B79D0FFA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CCCA7A-D095-4E1A-BBE5-C09A6D18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9-,11.12(4), Chapter 12:12.3-12.8, 17, 8.18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1DD2EB-EED7-480E-AAC8-3925F99A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15D81D-E73C-4741-B87C-083C5174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9C479-9774-40C1-B796-E7FD39EC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01F8B-19A7-4E38-B5BD-1A5E4368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5F795-EC05-411A-8E57-F54F6071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F22C6-50B4-4B97-861D-AD74562D1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AE171-7B2D-45CB-839A-ABF1A1DC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086292-2750-4736-85C1-3C59587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EE48BE-D02C-48D0-8AA1-35897878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7B9DF-B99E-48C0-93A1-EF1EC32B6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B333F-BED8-4E74-B3C3-FFD921A51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5EEE9-9A88-4A55-8E47-088E49C3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E0701-E0E6-432D-B0EB-A7F9DFBC6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45F8D-3E39-46E2-9A5F-2E28E8608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D6736A-F386-4CC3-9223-05C3682E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79F8A5-7132-48D1-A97E-0152C900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C62F1-DB4E-4F70-9D18-2A51ED33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A736F-59F1-414B-9BFA-C7098DF2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4D32F-14ED-4AC4-B92F-BA21693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FF234A-DA40-428E-B84D-503BBE5E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6F4CB-D6C2-448C-8D56-E45725F6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7798F-FB9B-4300-8B06-79EEFF9C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78C209-33C2-40DC-87AD-DDBC1820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3B6F7C-B40B-4F69-80D0-95F0D609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4B813E-2E67-4883-9BBF-86C5C521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61C99D-98F0-4E29-91A9-79BDF54B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C0E08-B44A-4097-B48F-ADF3C3CE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A8F1E1-1876-483D-BB1B-EFD7616D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D2594-0388-4157-9B5A-BB4BC9EA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006B7C-A849-44C0-8053-B62CC92F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915786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8AA5C5-A5C7-499C-B32A-AC2F6219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02962A-5505-40A2-8E4F-228D4E8F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First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F6117-40FD-44F0-920E-C835EC04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8EFA7-D03B-4C1B-968E-A56D1BC2C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F208B-0D8C-45D7-B633-E4937C34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C1113-D33A-4444-93C0-D9512E7F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7A1F1-86EC-414F-95A7-5795954D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7BFAD-14FC-48DE-88A3-5F979388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7C93CE-9486-4EFB-8BF6-0DFE8D82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6F8CCD-CD38-481B-B65F-27C911B7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ADD00C-AA2C-466A-8612-F78E51ED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9C5112-F127-4382-BCA8-561B6885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FEC57-2AE0-48C9-A8A7-92C03B2E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0B9CC-8DFF-40CC-BD63-ED5C87C2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BBF953-82E2-4174-A9C4-E4B50974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A8900-9B64-4F8F-930C-8D3A10B1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4CDB8-D396-4505-8B59-7E51D077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9D708-BE6E-4F95-93B0-DAFD7454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35677-4F9B-4385-88A9-0FA80B82C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4F65A-36CC-4748-A563-73A50F71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F14E7-36D8-441A-9690-350F815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287F8-6525-48CC-8DE7-A535122B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4E6D6F-9D8C-40B6-B950-C5A9F44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86223-7815-46DF-A911-9E75EE81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A3EB1B-3EB8-413C-9A84-0E2E1CC8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1E6D00-1781-4BAA-9627-1324973E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7EB828-8C2B-4A96-B27F-134F4012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D6E948-FE03-458E-A4BB-05B2FB22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5AA62C-A35A-4C3E-81ED-167856D8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CA17A0-D966-49BF-87B9-6F0E2BBA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4120C1-4E63-465D-B158-5F8B0478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84807E-9B8A-44AF-B72E-208A0EEB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6151895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F57ACA-DC02-4805-81D1-BD6D4825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30836-3B16-42F0-9A4A-5B1EEC1F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BE198-67ED-46F4-806A-A623EE3E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83FEC-6D5D-4145-9747-A5E7285B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67CE1-EBBD-4225-B4E0-924E1660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F519C2-60FD-49AA-B899-755B039C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4806F-2FE8-455A-BEC6-FF21AB23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2ABFC-0F2F-4ECA-AFF0-4DE76653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D45BD-7113-4A9D-871D-F90976F8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EBD16-7543-4B96-881E-A0416589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F4ECC-E83A-495A-818E-A3B21B8E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76F74-28C5-45A7-BEAD-C8D92337A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31ED0-D85A-46C5-A03F-94416F30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25C10-031E-47D6-B583-928E5DA6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FC5DA3-41BE-45DF-8043-CEB63CC0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54A23-06B8-4CC2-AF04-AA55C564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53A647-D3C2-496C-9BD7-8AF3EF41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8AA355-F31C-4AC6-967A-13DB73DE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1AE2D3-E9C5-4911-AEB3-67476041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E5FFA-0215-46FA-B71F-BA7C407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DC51CC-0F97-4C55-86C0-CB9BE7F8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4CEEE7-3851-4A3D-B9EC-D59D779C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4760F-7853-46D8-A6E5-E9A93644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095152-9780-479D-B5DD-ABF46204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314DB-D315-440C-B7EB-1480D402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3B1338-02CC-4BF9-AB47-B461D2BA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BBF61B-F889-4CE2-A226-3ADDC902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AA370E-1383-4F5D-90B4-9A4544C02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E68A83-0F74-44F3-B050-657008B2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05999E-E974-4CD0-AFAC-8D21B211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E01D18-CBC1-4B6C-94A6-E0C55117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1F01F-9A83-41C8-BF4F-CA2D0021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6471301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D6FD36-08D1-405E-AB47-F12A13CB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82D4F-F0A6-4617-AB68-3967C88B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𝑵...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965AB-4129-466D-8FE6-E1FF3C6A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0FAA2-7043-46EC-AAFC-E9605966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EB8BF-5556-46E0-98EC-A0D86B84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2C8D2-4504-450C-9F5A-8695A3C0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FB9906-4CE0-4AA1-ADA6-E29E9D9F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081E3-AAA6-4CAF-B7C2-467DB6EF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3FAE1-DA4C-45FF-82E4-33EC8585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50199-4954-4335-925C-A2FB14EA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23CB2-4360-4161-87C4-40F1607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2D4BE-D2E2-448D-BF3F-26E2BBED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BBBD0-7AF5-4966-802A-07D12CF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D6BA98-A705-48C3-BC79-12C453D8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433C8F-F0F3-435E-A64B-9D313411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8ADA22-DB7C-4F35-B3AC-70DD27E1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1BB0D-540A-4650-AE03-8B2CD8C7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89ED29-DD94-43B9-AE7E-98CA4D08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054013-8A20-45A0-A43C-7A706ECB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971CE2-6B07-4DB6-91A3-36E179829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8110DB-42E0-4392-908E-79A0321E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11DC9-0494-4E4D-A472-F38D412E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5C466-4260-488F-A1E6-610F338D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89450A-036E-4D87-8867-0A0D1E51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90DEB-DDCB-4147-A4F2-B04A38C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1A6DD7-24A9-4C10-ACD3-20BF299D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C7A789-2EBF-474D-B5CD-84931D62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D0088-42F1-468D-848A-5EE29B5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2BB949-505D-4DF6-BF54-F7D31676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F2A639-7999-4C05-83EB-471F908AC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A74B0-EA45-4572-B018-28D73CED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B79FE1-AB33-493A-9AAB-D15339AC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5739856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186BE-4C86-4DF5-BB24-10CED7B0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C77EE-8091-41D1-81D8-4C51FFF9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9-,11.12(4), Chapter 12:12.3-12.8, 17, 8.18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30F8F-6FA6-4538-B945-649EB2DE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761A5-2F2C-4B0F-B0BF-EFDB216F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3FB11-524D-4ED7-9284-24B3A46B6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E734AB-5470-41B0-BC01-E649F6E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81E6F-252F-4014-A3E1-DD3F934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3DBEA-20EA-40A4-9972-FB739017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BFC69-8D5B-4744-AE34-49F7FC2C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577E7B-F0BB-4347-9D85-EC3DDDA5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A43D76-D513-498D-8921-89F6B49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5FCBCF-2D1A-4036-8CE4-0197340E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ACAF7-3D43-420E-B380-56600620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6918A-3585-40E5-9822-43945E94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E91E8C-61F8-4EA0-BB6A-AE164B0D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3227C-A60A-4819-8402-FC4BD05F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D8C818-4183-44C2-8031-3D41BE08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7A960-FB98-4902-9929-214C86AA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55023C-064A-498A-B056-0C5D580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7E6AE-EE4E-4D78-8944-532DF7FA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22F899-887F-427A-B673-DF13E394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FFBCAF-2DDA-4553-91A3-6112AD48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C8422-B70B-4457-8265-65EDA697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B9D149-DD57-4571-AAD5-001C157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EC809-A282-4534-B483-0C38A3F1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6A9D30-0C60-4DB7-857F-DA0FFBE5A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EF8D82-0C1C-48E4-BAC1-5F183B5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F738B-725A-475C-81A3-77EA101F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4E7EDC-4684-486C-95BB-65DB290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75A69F-3BA5-4EA9-BC88-AFB059F0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ECBFEA-8EF4-486B-B122-AF9CC4F8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78866E-0462-4B09-80F2-757EED30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899604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C85C7F-AFC2-4437-95C3-56C7D63D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841E0-677B-4E8E-A6C6-81F5C072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First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D0BE4-1CC2-4A88-A82B-4693E5E6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27526-25CE-44F4-A960-31E43D957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B6C8C8-C8E5-4514-BD9B-43201CE4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091A9-23AC-45A2-AB3D-FBA3E19D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BFAAF-8BB0-4540-B352-19AD260E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FC55C-01A8-4F86-B546-7DF8D6B2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DF2F2-2C95-4577-A890-B3CC2AB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014C3B-112C-462A-A214-2B952815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684EE-DFAC-438F-912B-8AE2DB9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525D4-4B8C-46CF-A1CA-D0AC5D31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2F4BF-1D22-489A-AFA8-1B2359AF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AD6872-EDA2-4F7F-9A50-526BC2EA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5EAB1F-CD8F-4078-8492-07E8B5EC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FC173-DE57-4C0F-B956-72A7641D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326D4-0242-46A8-9DB7-12EF6EEC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450DF4-7B7E-4AB4-8E32-66590ABE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61234F-9FF6-4AAA-9339-AEAD7BE1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48E161-87AD-4A3E-BC66-537F3632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3E436-AC23-4F90-B2FC-A0B25917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4D8865-57E6-4121-A2DD-28E6A3A8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C999BF-35DA-46C8-AA74-86E385FE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D13BD1-5263-4346-B1DB-8BD2F6D6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D079BE-4E93-4546-AD69-16294C2B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9EFDC4-0006-4FA2-B15E-BFEAA1E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D88804-5CA1-41B9-BF8F-CDE243CD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0A063-2209-4214-9093-76150B5B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CC29AD-260E-4E96-BEEE-C877F7569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B065D3-C759-4CA4-BA47-17677B31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E466EB-4C0C-4C39-8544-73768BD7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1D9532-E4A6-4BBA-9CF1-FB90E7A2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72370456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ADBD3E-0473-484B-9D43-45806E3C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BF0AA1-3495-459F-92F8-031CD01A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CE30D-5B8F-43A7-88EF-F5B58785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0B6D7-1BCC-4BDC-BFC1-C03B40C1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C3FB2F-0267-46BF-8F0D-2D184599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70030-9B80-40CF-BB24-C0915885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C7CF6-70CA-41A6-8C14-A33654A0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9F449-2CBF-4388-82AC-DF1CBBBD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42328-75DD-4F7C-A8F5-12F22228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AF6AE-F328-4270-846A-1BB96887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58635-A296-4CF2-AE21-CD0CD2C6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67EE5-8488-429F-9A6E-13E708E47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DE1D7-CC95-4E28-90E7-4D847CE8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8721F0-715A-42F7-99B1-A876666E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7D3F2-8A18-4A5E-BF5C-C37A8C75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B64052-EE2A-41E8-B2FD-E375E21DA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84C7B1-8B83-41D2-A296-3EEE5F42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69EBC-40D7-4DE6-8E0E-54BF85B8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69CAF4-DC48-4005-ABB4-409C6479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4E2C9-00EA-4C05-8252-672240B0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58465-96E6-48D2-867A-354EF695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45EC0-32DC-4844-B785-8B618670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C7D06-CE34-464F-8685-9B4DBC4A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B849A-209C-4CC0-936B-A80ACF45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7C663F-9982-4C52-91EB-2EBCB7F9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228A02-0AC5-41CD-B2D7-A841986C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DA397-AB95-4B3C-9F55-0A730EA7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C5B2E0-BDAD-4F77-BF5D-00C0C8A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D65066-E1C2-419B-BFAB-D294576E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1FC5CC-1F6C-4DD2-9472-6A292085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0D9E9-5EDF-4138-AB91-F5EB5ADE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8E1194-4F11-47A8-8E1C-0C155338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0730080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CCB563-B1B6-443D-8092-8241AD24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E8AD6-A144-4552-AD7C-419A2529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𝑵...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51BBC-DA6B-4345-8F82-0456A99F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CA03F-C544-4DFF-BE10-BEF5E9FC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C50E25-09AF-44FB-857D-2205FE2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FBEDC7-BFB6-43FE-8B4B-CB7A9445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09E92-B5E7-41B9-9D0E-7705527E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B5600-0B97-4910-AA32-849E1DC3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2CA55-9880-4C30-8598-5421196D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37017-336F-4AF4-A392-CDA2D54E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0E97A-393E-4CF3-B8BA-2E10DF56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2F7B6-4124-4208-BFC2-7157BE7A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DEA68-AE91-4476-9A1E-0645F250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17AD5-D9F6-4A1B-9B4F-0E25E324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2DCF32-9F31-4CA2-9EC8-431065FC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73A5DE-8AF8-4FAD-B447-FB38D65D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BFFECE-106B-49B0-8AC3-AABC8351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94CC39-45B4-4688-888F-05587E6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83C63A-657C-4FC4-A462-280D8BE6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E4D5B-D01C-4BAC-981D-3220A85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242C79-C365-46B2-B0CE-21568564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73FB92-DFBD-482F-A221-27F32A2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027955-A892-41F8-9105-AAA094CC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322825-2CDA-4CF1-A21E-0FEE2C89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36A8D2-09A6-4039-9BEC-A921E80A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EA23EB-DA7B-42D8-9E4D-3AEE0997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E63B4A-5A00-4C0F-B489-16791C9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87A1B6-F964-4F7C-8035-653CFA1F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B76A00-0B76-4E71-B079-07841524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60B818-075C-4563-9340-15B990B1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526B2-4713-40E2-8EC8-5BD1277A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AEEE6B-25FC-43A7-AEDC-2F318501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1689155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1951D0-4AAB-4C85-9D0A-3006BE94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F2829-D7B7-45DF-A47A-C8D8903E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9-,11.12(4), Chapter 12:12.3-12.8, 17, 8.18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F52BC-BDC9-4B4D-9362-8F7BE707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9031C-7BD2-41D1-AD93-02E0EA5F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9A282B-F836-460D-B967-2BFCBAAF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817C2-2BB8-4EA5-84AA-0A4FD2C5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01A09-6DD9-4055-9175-83C4F79C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85940-62B3-48A7-B31C-5CF20418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78058-C9C2-4D82-8958-BE4C3FE5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4D82E-947F-4349-8EB0-CB528BAD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EEC52-9F70-4089-ABA8-E80BAF7D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2B3F0-549A-4443-9457-0D26EEEB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78FEB1-32B5-462E-BB63-FA346A7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77372-89D8-4865-A099-44E75933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A1A57-BAB1-407A-A059-30D0D74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28486-EFD0-436E-8553-BC7BAE8F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D81980-E75F-420F-8F39-5D27E1BE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DE5E4-BDCA-4C72-B264-41E13E04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14A717-99C4-48FD-BEFF-74ADAF9C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645D7-AE40-4FA2-A30B-D62D31FB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9E0AFF-531C-4160-9E2C-6BBC01B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11057-B098-451D-9D3F-ED79B1315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5AFF0-B5E0-44CF-9A93-CC7F9C4D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427C7-DA17-40FE-A964-A43CFDD4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CE6EC-F942-46F2-9313-A5CA7B37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C961DE-F373-4F0B-A931-F13AA847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DEF2A3-7CD7-4DBA-8EB6-648DB59E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F54467-6B81-41D5-91A7-08439D18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BC431E-F5EE-4666-96F4-F6821A3D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8A3516-1A51-4304-9DAA-68752A20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920958-5067-4A57-BC0D-49FB957E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ED0830-1CA2-43D2-96A6-89EAE507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6089786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12900C-9F4A-4E3E-919D-2735DFAF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30AB7-1AE9-4CE2-94EB-2E6C317C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Ordinary Differential Equations of First Or...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39855-79A2-46EE-BFDE-EF718652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434AC-6D0B-4253-B521-6CFB2602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31DC3-F5B5-491D-99DF-C223D13C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6815D-8EED-4D4E-B652-929707F4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9AC62F-DEAE-4772-BF53-D7D473D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927FF2-21CC-4F2A-9AA8-5AF4C482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8DB62-58E5-4C06-9B34-7CA1721F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DAFF8-525B-44FB-A7FD-F10240B2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B7B22-0399-4EF4-9A44-6BBD206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CB0DD-E365-4148-B4A8-ED9FF15FF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C45CB6-9A20-4034-9109-CB2FE9C1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DD47B-40B1-4548-AED5-691FF185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7A0A01-377D-41D6-9999-463213A2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084B8F-69C6-4FB0-87DC-2DF90FB6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748B6F-147E-4A10-8790-464CFBBA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C991C-8BC2-469C-97F5-192A1144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070E09-2B83-4EB7-A475-976E7FDF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98DDDA-07B3-4D36-B6F2-0F22D1C9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6520D-3DF1-4EA2-B295-D2A0C77AD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4C18A3-823F-40A4-823F-08F6E61A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15349F-5309-42F7-9F8B-66C8AA24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604E4-D520-4211-8FF3-706E68EF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BE7FC9-7000-444F-8042-EC3CFA4F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790E0-0AC8-4A84-A95D-BE1B3978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36EA10-F21B-41D7-B401-EAF1656B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D65C27-55B2-4759-ACD7-C4CDF08E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F1A976-0876-48EE-8DBD-25704778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051622-B7C8-42E5-9C9A-BAA3558A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8E67E1-0081-4E2E-9684-6394AF36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068EC1-1F11-4A94-ADBE-33FB7597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99630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88BFE9-FBEB-4413-98A6-8065768B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34717D-1AA8-49A8-9EAB-98A14E79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Exact and reducible to exact differential 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B2B14F-9AE3-4199-B964-6A9E16A7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AA7EB-4288-4D6F-8A86-3DC0E695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26D34-B37C-48B7-9498-23DD4DFE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D8A5A-198F-4628-A87E-A10B46BD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36595-D500-4401-B3C3-64A2F6B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E198E-C54F-452E-B0AC-41F41434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268BED-0C34-447E-BE7C-EF0C7192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1D3F01-A1E1-434C-BF66-84D91CA2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DECC7-B064-4AAA-9538-832129D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4EEB8E-8D4C-4D6F-B0C5-F5124A19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998E9-E540-4E23-BC8D-8DBA9408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CE0FA-1F5E-4C6F-A93F-7DDB9705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E99BB-17BE-416D-91C9-CB6C82F5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ADA04-8979-4899-89CA-843D085A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795D42-0D46-4CBE-8C7B-8E6DB267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19695C-26CD-44E2-8284-2559E581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B87FE7-4CCC-4112-8BC7-4A7EAFBB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10F23D-7004-426C-9D2F-0DB3ECE9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2E3EE6-BE1F-4A76-AD73-63AA4FDF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EC5C1-8F11-498F-831C-EB07C3A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534E61-4E75-41AB-ABAF-A37347A7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0279D-18EF-480D-B77A-169FF135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0B99D1-533F-45B3-86EF-207F0881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62031D-C115-482D-93EA-B1002138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6733AE-6737-4DB1-8ED5-51A8DF2B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C05F3F-3AE6-472F-805E-E591654D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EA304-BF87-4F65-9E6F-646B3274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8CA971-79B8-42A6-A22C-90875935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3BB325-A8A1-4B01-A66D-E911DDFD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D2C460-5458-44B7-9DCB-64E8A093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48301731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C7E62C-93A3-4CC0-ACED-E95C17163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ACDB31-E776-4C99-9D0B-CA27860B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Orthogonal trajectories, Law of natural 𝑵...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22FE93-C18A-474A-8993-C60CC7E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C4AA0-3A75-48CE-942C-A1967988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95D3A-90A8-48EB-A7E3-CF1C47C6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149FF-DD93-4ED5-9297-DE089115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85096-290F-4676-A337-5493C854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FFBA1-416D-4B44-9768-6800388F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992FE-F69A-42F0-A109-61512BF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F1034B-18C6-4087-AB6C-AEB63BA9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164EB-EE46-479C-8870-00F131BD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8CEF78-AD0D-4941-970F-780288BF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8FC84-0E47-4086-ACEB-B8C8950A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85C3B7-C6EC-43F3-AD85-5C284DD4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E0010B-82A4-4802-8E10-B5549821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2067E6-9F46-40AD-94BB-C89B719F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9E694-83F7-412F-944C-EB74E894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7C134B-AC40-48C6-A012-8338666A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64373-83FA-4673-967A-651033CE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1E440-2C65-4402-A270-4819BADA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C4961-BC06-44A0-B8F3-1E43FE26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983A3B-69D8-4970-81D5-9CF0FE1A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05398C-2273-468E-B13F-BB779051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4BDA3-3FAC-4AD2-AD80-A3D02229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C155C6-0D75-4D83-9896-D0277B14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14E13-5E62-4BD6-9357-9D1BA867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F939D1-F01F-4F35-85E6-CE456C61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EAEF87-61AD-4574-B28F-207DF4ED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734FE-5412-45BB-BE6A-A052B5F4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F364C4-E9E7-4DC8-8229-14474BCC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0745C3-8148-4E67-BE27-1766B211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7BECC1-F8D3-4CEA-A2F4-28E7B8D2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77099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2026-08-24T16:03:02.2080000Z</dcterms:created>
  <dcterms:modified xsi:type="dcterms:W3CDTF">2026-08-24T16:03:02.2080000Z</dcterms:modified>
</coreProperties>
</file>