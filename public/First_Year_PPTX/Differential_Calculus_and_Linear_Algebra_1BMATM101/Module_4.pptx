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c0fb3a7e44024" /><Relationship Type="http://schemas.openxmlformats.org/officeDocument/2006/relationships/extended-properties" Target="/docProps/app.xml" Id="R207925874de04479" /><Relationship Type="http://schemas.openxmlformats.org/officeDocument/2006/relationships/officeDocument" Target="/ppt/presentation.xml" Id="R2faaad22dbb1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485b47f191433d"/>
  </p:sldMasterIdLst>
  <p:notesMasterIdLst>
    <p:notesMasterId xmlns:r="http://schemas.openxmlformats.org/officeDocument/2006/relationships" r:id="R287548bb3fb94c27"/>
  </p:notesMasterIdLst>
  <p:sldIdLst>
    <p:sldId xmlns:r="http://schemas.openxmlformats.org/officeDocument/2006/relationships" id="256" r:id="R6cba1a9ecf5c484c"/>
    <p:sldId xmlns:r="http://schemas.openxmlformats.org/officeDocument/2006/relationships" id="257" r:id="Ra0ff759f42a841e9"/>
    <p:sldId xmlns:r="http://schemas.openxmlformats.org/officeDocument/2006/relationships" id="258" r:id="R64f1ae1445484383"/>
    <p:sldId xmlns:r="http://schemas.openxmlformats.org/officeDocument/2006/relationships" id="259" r:id="Rb6ce2030ec1a4f72"/>
    <p:sldId xmlns:r="http://schemas.openxmlformats.org/officeDocument/2006/relationships" id="260" r:id="R3865eb6c33e04e6b"/>
    <p:sldId xmlns:r="http://schemas.openxmlformats.org/officeDocument/2006/relationships" id="261" r:id="Rb9cf623ee1b0447b"/>
    <p:sldId xmlns:r="http://schemas.openxmlformats.org/officeDocument/2006/relationships" id="262" r:id="R0a433465cead44b8"/>
    <p:sldId xmlns:r="http://schemas.openxmlformats.org/officeDocument/2006/relationships" id="263" r:id="R5e254585ccc94ec6"/>
    <p:sldId xmlns:r="http://schemas.openxmlformats.org/officeDocument/2006/relationships" id="264" r:id="R3822769685fe4c44"/>
    <p:sldId xmlns:r="http://schemas.openxmlformats.org/officeDocument/2006/relationships" id="265" r:id="Rc864c0bd52c2458e"/>
    <p:sldId xmlns:r="http://schemas.openxmlformats.org/officeDocument/2006/relationships" id="266" r:id="R2fc519e7d1904984"/>
    <p:sldId xmlns:r="http://schemas.openxmlformats.org/officeDocument/2006/relationships" id="267" r:id="Rb7594804bfc64d2d"/>
    <p:sldId xmlns:r="http://schemas.openxmlformats.org/officeDocument/2006/relationships" id="268" r:id="R4ec465ada8e54180"/>
    <p:sldId xmlns:r="http://schemas.openxmlformats.org/officeDocument/2006/relationships" id="269" r:id="Rec57bc3226564840"/>
    <p:sldId xmlns:r="http://schemas.openxmlformats.org/officeDocument/2006/relationships" id="270" r:id="Rcbbb7e1fca5e453e"/>
    <p:sldId xmlns:r="http://schemas.openxmlformats.org/officeDocument/2006/relationships" id="271" r:id="R98316d91e49b4cb7"/>
    <p:sldId xmlns:r="http://schemas.openxmlformats.org/officeDocument/2006/relationships" id="272" r:id="R3dcfd681dd994bb1"/>
    <p:sldId xmlns:r="http://schemas.openxmlformats.org/officeDocument/2006/relationships" id="273" r:id="Rd18b899210994dc5"/>
    <p:sldId xmlns:r="http://schemas.openxmlformats.org/officeDocument/2006/relationships" id="274" r:id="R9f3d101581f645c0"/>
    <p:sldId xmlns:r="http://schemas.openxmlformats.org/officeDocument/2006/relationships" id="275" r:id="Ra55c7847d39f4b7a"/>
    <p:sldId xmlns:r="http://schemas.openxmlformats.org/officeDocument/2006/relationships" id="276" r:id="R3bcbc1da09e24fe2"/>
    <p:sldId xmlns:r="http://schemas.openxmlformats.org/officeDocument/2006/relationships" id="277" r:id="Rcf5c9bdcdd884130"/>
    <p:sldId xmlns:r="http://schemas.openxmlformats.org/officeDocument/2006/relationships" id="278" r:id="R4743574cebcb4176"/>
    <p:sldId xmlns:r="http://schemas.openxmlformats.org/officeDocument/2006/relationships" id="279" r:id="Rcaf640c49d914640"/>
    <p:sldId xmlns:r="http://schemas.openxmlformats.org/officeDocument/2006/relationships" id="280" r:id="R480b6afb5b354291"/>
    <p:sldId xmlns:r="http://schemas.openxmlformats.org/officeDocument/2006/relationships" id="281" r:id="R998ea7e9dd834e46"/>
    <p:sldId xmlns:r="http://schemas.openxmlformats.org/officeDocument/2006/relationships" id="282" r:id="Rf6fa0c28db2e491e"/>
    <p:sldId xmlns:r="http://schemas.openxmlformats.org/officeDocument/2006/relationships" id="283" r:id="R4f5c8c2944de4c77"/>
    <p:sldId xmlns:r="http://schemas.openxmlformats.org/officeDocument/2006/relationships" id="284" r:id="Rf56db312e51f41f3"/>
    <p:sldId xmlns:r="http://schemas.openxmlformats.org/officeDocument/2006/relationships" id="285" r:id="R4d4059fac52045c1"/>
    <p:sldId xmlns:r="http://schemas.openxmlformats.org/officeDocument/2006/relationships" id="286" r:id="Rf1919e12c6e34884"/>
    <p:sldId xmlns:r="http://schemas.openxmlformats.org/officeDocument/2006/relationships" id="287" r:id="R8109b6df8adf496f"/>
    <p:sldId xmlns:r="http://schemas.openxmlformats.org/officeDocument/2006/relationships" id="288" r:id="Rbb3fbf9017ae4f85"/>
    <p:sldId xmlns:r="http://schemas.openxmlformats.org/officeDocument/2006/relationships" id="289" r:id="Ra359cd4a351e4a4c"/>
    <p:sldId xmlns:r="http://schemas.openxmlformats.org/officeDocument/2006/relationships" id="290" r:id="Rd9e8470bffd9466b"/>
    <p:sldId xmlns:r="http://schemas.openxmlformats.org/officeDocument/2006/relationships" id="291" r:id="R03af8ecbb57f4ec1"/>
    <p:sldId xmlns:r="http://schemas.openxmlformats.org/officeDocument/2006/relationships" id="292" r:id="R16d7b95017f84e1c"/>
    <p:sldId xmlns:r="http://schemas.openxmlformats.org/officeDocument/2006/relationships" id="293" r:id="R85bc65c5ad65445d"/>
    <p:sldId xmlns:r="http://schemas.openxmlformats.org/officeDocument/2006/relationships" id="294" r:id="Rb2d5a3b895374196"/>
    <p:sldId xmlns:r="http://schemas.openxmlformats.org/officeDocument/2006/relationships" id="295" r:id="R213a46a9e77749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2f98b108a8452d" /><Relationship Type="http://schemas.openxmlformats.org/officeDocument/2006/relationships/slideMaster" Target="/ppt/slideMasters/slideMaster1.xml" Id="R08485b47f191433d" /><Relationship Type="http://schemas.openxmlformats.org/officeDocument/2006/relationships/notesMaster" Target="/ppt/notesMasters/notesMaster1.xml" Id="R287548bb3fb94c27" /><Relationship Type="http://schemas.openxmlformats.org/officeDocument/2006/relationships/presProps" Target="/ppt/presProps.xml" Id="Rf87d5926fcff4521" /><Relationship Type="http://schemas.openxmlformats.org/officeDocument/2006/relationships/tableStyles" Target="/ppt/tableStyles.xml" Id="R6e2de1c63e634ebd" /><Relationship Type="http://schemas.openxmlformats.org/officeDocument/2006/relationships/slide" Target="/ppt/slides/slide1.xml" Id="R6cba1a9ecf5c484c" /><Relationship Type="http://schemas.openxmlformats.org/officeDocument/2006/relationships/slide" Target="/ppt/slides/slide2.xml" Id="Ra0ff759f42a841e9" /><Relationship Type="http://schemas.openxmlformats.org/officeDocument/2006/relationships/slide" Target="/ppt/slides/slide3.xml" Id="R64f1ae1445484383" /><Relationship Type="http://schemas.openxmlformats.org/officeDocument/2006/relationships/slide" Target="/ppt/slides/slide4.xml" Id="Rb6ce2030ec1a4f72" /><Relationship Type="http://schemas.openxmlformats.org/officeDocument/2006/relationships/slide" Target="/ppt/slides/slide5.xml" Id="R3865eb6c33e04e6b" /><Relationship Type="http://schemas.openxmlformats.org/officeDocument/2006/relationships/slide" Target="/ppt/slides/slide6.xml" Id="Rb9cf623ee1b0447b" /><Relationship Type="http://schemas.openxmlformats.org/officeDocument/2006/relationships/slide" Target="/ppt/slides/slide7.xml" Id="R0a433465cead44b8" /><Relationship Type="http://schemas.openxmlformats.org/officeDocument/2006/relationships/slide" Target="/ppt/slides/slide8.xml" Id="R5e254585ccc94ec6" /><Relationship Type="http://schemas.openxmlformats.org/officeDocument/2006/relationships/slide" Target="/ppt/slides/slide9.xml" Id="R3822769685fe4c44" /><Relationship Type="http://schemas.openxmlformats.org/officeDocument/2006/relationships/slide" Target="/ppt/slides/slide10.xml" Id="Rc864c0bd52c2458e" /><Relationship Type="http://schemas.openxmlformats.org/officeDocument/2006/relationships/slide" Target="/ppt/slides/slide11.xml" Id="R2fc519e7d1904984" /><Relationship Type="http://schemas.openxmlformats.org/officeDocument/2006/relationships/slide" Target="/ppt/slides/slide12.xml" Id="Rb7594804bfc64d2d" /><Relationship Type="http://schemas.openxmlformats.org/officeDocument/2006/relationships/slide" Target="/ppt/slides/slide13.xml" Id="R4ec465ada8e54180" /><Relationship Type="http://schemas.openxmlformats.org/officeDocument/2006/relationships/slide" Target="/ppt/slides/slide14.xml" Id="Rec57bc3226564840" /><Relationship Type="http://schemas.openxmlformats.org/officeDocument/2006/relationships/slide" Target="/ppt/slides/slide15.xml" Id="Rcbbb7e1fca5e453e" /><Relationship Type="http://schemas.openxmlformats.org/officeDocument/2006/relationships/slide" Target="/ppt/slides/slide16.xml" Id="R98316d91e49b4cb7" /><Relationship Type="http://schemas.openxmlformats.org/officeDocument/2006/relationships/slide" Target="/ppt/slides/slide17.xml" Id="R3dcfd681dd994bb1" /><Relationship Type="http://schemas.openxmlformats.org/officeDocument/2006/relationships/slide" Target="/ppt/slides/slide18.xml" Id="Rd18b899210994dc5" /><Relationship Type="http://schemas.openxmlformats.org/officeDocument/2006/relationships/slide" Target="/ppt/slides/slide19.xml" Id="R9f3d101581f645c0" /><Relationship Type="http://schemas.openxmlformats.org/officeDocument/2006/relationships/slide" Target="/ppt/slides/slide20.xml" Id="Ra55c7847d39f4b7a" /><Relationship Type="http://schemas.openxmlformats.org/officeDocument/2006/relationships/slide" Target="/ppt/slides/slide21.xml" Id="R3bcbc1da09e24fe2" /><Relationship Type="http://schemas.openxmlformats.org/officeDocument/2006/relationships/slide" Target="/ppt/slides/slide22.xml" Id="Rcf5c9bdcdd884130" /><Relationship Type="http://schemas.openxmlformats.org/officeDocument/2006/relationships/slide" Target="/ppt/slides/slide23.xml" Id="R4743574cebcb4176" /><Relationship Type="http://schemas.openxmlformats.org/officeDocument/2006/relationships/slide" Target="/ppt/slides/slide24.xml" Id="Rcaf640c49d914640" /><Relationship Type="http://schemas.openxmlformats.org/officeDocument/2006/relationships/slide" Target="/ppt/slides/slide25.xml" Id="R480b6afb5b354291" /><Relationship Type="http://schemas.openxmlformats.org/officeDocument/2006/relationships/slide" Target="/ppt/slides/slide26.xml" Id="R998ea7e9dd834e46" /><Relationship Type="http://schemas.openxmlformats.org/officeDocument/2006/relationships/slide" Target="/ppt/slides/slide27.xml" Id="Rf6fa0c28db2e491e" /><Relationship Type="http://schemas.openxmlformats.org/officeDocument/2006/relationships/slide" Target="/ppt/slides/slide28.xml" Id="R4f5c8c2944de4c77" /><Relationship Type="http://schemas.openxmlformats.org/officeDocument/2006/relationships/slide" Target="/ppt/slides/slide29.xml" Id="Rf56db312e51f41f3" /><Relationship Type="http://schemas.openxmlformats.org/officeDocument/2006/relationships/slide" Target="/ppt/slides/slide30.xml" Id="R4d4059fac52045c1" /><Relationship Type="http://schemas.openxmlformats.org/officeDocument/2006/relationships/slide" Target="/ppt/slides/slide31.xml" Id="Rf1919e12c6e34884" /><Relationship Type="http://schemas.openxmlformats.org/officeDocument/2006/relationships/slide" Target="/ppt/slides/slide32.xml" Id="R8109b6df8adf496f" /><Relationship Type="http://schemas.openxmlformats.org/officeDocument/2006/relationships/slide" Target="/ppt/slides/slide33.xml" Id="Rbb3fbf9017ae4f85" /><Relationship Type="http://schemas.openxmlformats.org/officeDocument/2006/relationships/slide" Target="/ppt/slides/slide34.xml" Id="Ra359cd4a351e4a4c" /><Relationship Type="http://schemas.openxmlformats.org/officeDocument/2006/relationships/slide" Target="/ppt/slides/slide35.xml" Id="Rd9e8470bffd9466b" /><Relationship Type="http://schemas.openxmlformats.org/officeDocument/2006/relationships/slide" Target="/ppt/slides/slide36.xml" Id="R03af8ecbb57f4ec1" /><Relationship Type="http://schemas.openxmlformats.org/officeDocument/2006/relationships/slide" Target="/ppt/slides/slide37.xml" Id="R16d7b95017f84e1c" /><Relationship Type="http://schemas.openxmlformats.org/officeDocument/2006/relationships/slide" Target="/ppt/slides/slide38.xml" Id="R85bc65c5ad65445d" /><Relationship Type="http://schemas.openxmlformats.org/officeDocument/2006/relationships/slide" Target="/ppt/slides/slide39.xml" Id="Rb2d5a3b895374196" /><Relationship Type="http://schemas.openxmlformats.org/officeDocument/2006/relationships/slide" Target="/ppt/slides/slide40.xml" Id="R213a46a9e77749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8a090ffaf42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a12cf3380a480d" /><Relationship Type="http://schemas.openxmlformats.org/officeDocument/2006/relationships/notesMaster" Target="/ppt/notesMasters/notesMaster1.xml" Id="Raa0973ce2f9243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2b594e4a634fea" /><Relationship Type="http://schemas.openxmlformats.org/officeDocument/2006/relationships/notesMaster" Target="/ppt/notesMasters/notesMaster1.xml" Id="R9eb4a24c066f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ba93620a804ba8" /><Relationship Type="http://schemas.openxmlformats.org/officeDocument/2006/relationships/notesMaster" Target="/ppt/notesMasters/notesMaster1.xml" Id="R9c14de0e5f6e46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d85660971487a" /><Relationship Type="http://schemas.openxmlformats.org/officeDocument/2006/relationships/notesMaster" Target="/ppt/notesMasters/notesMaster1.xml" Id="Rb7bb8e80587b45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b1950e9aa24321" /><Relationship Type="http://schemas.openxmlformats.org/officeDocument/2006/relationships/notesMaster" Target="/ppt/notesMasters/notesMaster1.xml" Id="Rfc468172bdca42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348fe30b1d42f1" /><Relationship Type="http://schemas.openxmlformats.org/officeDocument/2006/relationships/notesMaster" Target="/ppt/notesMasters/notesMaster1.xml" Id="Rc5ccdc07623e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a974adf29648a4" /><Relationship Type="http://schemas.openxmlformats.org/officeDocument/2006/relationships/notesMaster" Target="/ppt/notesMasters/notesMaster1.xml" Id="R10258a87cc7e44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9f104178bc4509" /><Relationship Type="http://schemas.openxmlformats.org/officeDocument/2006/relationships/notesMaster" Target="/ppt/notesMasters/notesMaster1.xml" Id="R9a3381cc791644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94e6684e724b29" /><Relationship Type="http://schemas.openxmlformats.org/officeDocument/2006/relationships/notesMaster" Target="/ppt/notesMasters/notesMaster1.xml" Id="R77cc41a1d7414e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6ae764bf234e78" /><Relationship Type="http://schemas.openxmlformats.org/officeDocument/2006/relationships/notesMaster" Target="/ppt/notesMasters/notesMaster1.xml" Id="Rc8b0b58cc57e49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3d3543a6164812" /><Relationship Type="http://schemas.openxmlformats.org/officeDocument/2006/relationships/notesMaster" Target="/ppt/notesMasters/notesMaster1.xml" Id="Rf11a0f4cf34c49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68ff45e18a452e" /><Relationship Type="http://schemas.openxmlformats.org/officeDocument/2006/relationships/notesMaster" Target="/ppt/notesMasters/notesMaster1.xml" Id="R898a4a968b0e4b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fc2899fd164391" /><Relationship Type="http://schemas.openxmlformats.org/officeDocument/2006/relationships/notesMaster" Target="/ppt/notesMasters/notesMaster1.xml" Id="R0a8620358cee40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06407200bc4dbc" /><Relationship Type="http://schemas.openxmlformats.org/officeDocument/2006/relationships/notesMaster" Target="/ppt/notesMasters/notesMaster1.xml" Id="R2d776caf5d1842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a42c86c7cb40a1" /><Relationship Type="http://schemas.openxmlformats.org/officeDocument/2006/relationships/notesMaster" Target="/ppt/notesMasters/notesMaster1.xml" Id="R781b597a81d140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f889a69e484bfb" /><Relationship Type="http://schemas.openxmlformats.org/officeDocument/2006/relationships/notesMaster" Target="/ppt/notesMasters/notesMaster1.xml" Id="R19ea9f138a4f40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1bb29267974c21" /><Relationship Type="http://schemas.openxmlformats.org/officeDocument/2006/relationships/notesMaster" Target="/ppt/notesMasters/notesMaster1.xml" Id="R558137ebb7734b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92cd2ebb2f44f2" /><Relationship Type="http://schemas.openxmlformats.org/officeDocument/2006/relationships/notesMaster" Target="/ppt/notesMasters/notesMaster1.xml" Id="Rae65910023e247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adbd044c554583" /><Relationship Type="http://schemas.openxmlformats.org/officeDocument/2006/relationships/notesMaster" Target="/ppt/notesMasters/notesMaster1.xml" Id="R8c1c88fd0fc74b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b3365c472a4bda" /><Relationship Type="http://schemas.openxmlformats.org/officeDocument/2006/relationships/notesMaster" Target="/ppt/notesMasters/notesMaster1.xml" Id="Rc3cc305f92824b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30ae6b48c34956" /><Relationship Type="http://schemas.openxmlformats.org/officeDocument/2006/relationships/notesMaster" Target="/ppt/notesMasters/notesMaster1.xml" Id="R15eed5c8d0b047f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e2342e031e4149" /><Relationship Type="http://schemas.openxmlformats.org/officeDocument/2006/relationships/notesMaster" Target="/ppt/notesMasters/notesMaster1.xml" Id="Rb910bbff5d0c40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3b8368fe03403f" /><Relationship Type="http://schemas.openxmlformats.org/officeDocument/2006/relationships/notesMaster" Target="/ppt/notesMasters/notesMaster1.xml" Id="Rbf006193733f45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a6832456f8448e" /><Relationship Type="http://schemas.openxmlformats.org/officeDocument/2006/relationships/notesMaster" Target="/ppt/notesMasters/notesMaster1.xml" Id="Rd60b2bc897fa4f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3079653b8c4549" /><Relationship Type="http://schemas.openxmlformats.org/officeDocument/2006/relationships/notesMaster" Target="/ppt/notesMasters/notesMaster1.xml" Id="R03da72270f664c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f2f88656514851" /><Relationship Type="http://schemas.openxmlformats.org/officeDocument/2006/relationships/notesMaster" Target="/ppt/notesMasters/notesMaster1.xml" Id="R049afc83f6c64a8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53589bd89e48db" /><Relationship Type="http://schemas.openxmlformats.org/officeDocument/2006/relationships/notesMaster" Target="/ppt/notesMasters/notesMaster1.xml" Id="Rbea76cc6e30641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6fc10b09314161" /><Relationship Type="http://schemas.openxmlformats.org/officeDocument/2006/relationships/notesMaster" Target="/ppt/notesMasters/notesMaster1.xml" Id="Rdb31cec7f93c40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357ad7f4fe4469" /><Relationship Type="http://schemas.openxmlformats.org/officeDocument/2006/relationships/notesMaster" Target="/ppt/notesMasters/notesMaster1.xml" Id="R917a4899b63640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474c0b19e84b12" /><Relationship Type="http://schemas.openxmlformats.org/officeDocument/2006/relationships/notesMaster" Target="/ppt/notesMasters/notesMaster1.xml" Id="Rd567d0dfb95043e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bff371d5004412" /><Relationship Type="http://schemas.openxmlformats.org/officeDocument/2006/relationships/notesMaster" Target="/ppt/notesMasters/notesMaster1.xml" Id="R0c780df6b1634eb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d7cff1efe24d6d" /><Relationship Type="http://schemas.openxmlformats.org/officeDocument/2006/relationships/notesMaster" Target="/ppt/notesMasters/notesMaster1.xml" Id="R5e4f77d27a34462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86021d66dd64c76" /><Relationship Type="http://schemas.openxmlformats.org/officeDocument/2006/relationships/notesMaster" Target="/ppt/notesMasters/notesMaster1.xml" Id="R6b470807f9d6434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6bb1ba088be45d4" /><Relationship Type="http://schemas.openxmlformats.org/officeDocument/2006/relationships/notesMaster" Target="/ppt/notesMasters/notesMaster1.xml" Id="R01de261723b14b0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d220b70c0784003" /><Relationship Type="http://schemas.openxmlformats.org/officeDocument/2006/relationships/notesMaster" Target="/ppt/notesMasters/notesMaster1.xml" Id="Rabd925ed9fbe48b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753b794d9464cae" /><Relationship Type="http://schemas.openxmlformats.org/officeDocument/2006/relationships/notesMaster" Target="/ppt/notesMasters/notesMaster1.xml" Id="R773b328fee214dc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f318975e414483" /><Relationship Type="http://schemas.openxmlformats.org/officeDocument/2006/relationships/notesMaster" Target="/ppt/notesMasters/notesMaster1.xml" Id="Rb4f8ca28e3c4429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d87d02086084eb7" /><Relationship Type="http://schemas.openxmlformats.org/officeDocument/2006/relationships/notesMaster" Target="/ppt/notesMasters/notesMaster1.xml" Id="R61f7293262034b2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8e7b2ab01f24a14" /><Relationship Type="http://schemas.openxmlformats.org/officeDocument/2006/relationships/notesMaster" Target="/ppt/notesMasters/notesMaster1.xml" Id="Rd4c95e377fc0422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098df0c5dbe4fe1" /><Relationship Type="http://schemas.openxmlformats.org/officeDocument/2006/relationships/notesMaster" Target="/ppt/notesMasters/notesMaster1.xml" Id="R3e8d1dbd209847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92e90b6d14e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1f4a0e7da04e81" /><Relationship Type="http://schemas.openxmlformats.org/officeDocument/2006/relationships/slideLayout" Target="/ppt/slideLayouts/slideLayout1.xml" Id="R8b74241f963448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74241f963448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0c5bf83734cf2" /><Relationship Type="http://schemas.openxmlformats.org/officeDocument/2006/relationships/notesSlide" Target="/ppt/notesSlides/notesSlide1.xml" Id="R8acec0870be549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f76782fd3440b" /><Relationship Type="http://schemas.openxmlformats.org/officeDocument/2006/relationships/notesSlide" Target="/ppt/notesSlides/notesSlide2.xml" Id="Rc7b90bf304fd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04a4ce9ac47ad" /><Relationship Type="http://schemas.openxmlformats.org/officeDocument/2006/relationships/notesSlide" Target="/ppt/notesSlides/notesSlide3.xml" Id="Rdd5ebc6f6651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96ce31b854c68" /><Relationship Type="http://schemas.openxmlformats.org/officeDocument/2006/relationships/notesSlide" Target="/ppt/notesSlides/notesSlide4.xml" Id="R57b6133e14b340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58b7b9abe4630" /><Relationship Type="http://schemas.openxmlformats.org/officeDocument/2006/relationships/notesSlide" Target="/ppt/notesSlides/notesSlide5.xml" Id="R69ebe2c88c67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17307cfa64eb8" /><Relationship Type="http://schemas.openxmlformats.org/officeDocument/2006/relationships/notesSlide" Target="/ppt/notesSlides/notesSlide6.xml" Id="Ra6c52fd5e5e544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e8953e5794652" /><Relationship Type="http://schemas.openxmlformats.org/officeDocument/2006/relationships/notesSlide" Target="/ppt/notesSlides/notesSlide7.xml" Id="Rca484e77aeae45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18878fe0c4a4e" /><Relationship Type="http://schemas.openxmlformats.org/officeDocument/2006/relationships/notesSlide" Target="/ppt/notesSlides/notesSlide8.xml" Id="R0de68e5261fe48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10290233a4e0c" /><Relationship Type="http://schemas.openxmlformats.org/officeDocument/2006/relationships/notesSlide" Target="/ppt/notesSlides/notesSlide9.xml" Id="Rcbd05075fdd34c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d9dd3badf426f" /><Relationship Type="http://schemas.openxmlformats.org/officeDocument/2006/relationships/notesSlide" Target="/ppt/notesSlides/notesSlide10.xml" Id="R430e0d83f7f04e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13322d8ca4b4b" /><Relationship Type="http://schemas.openxmlformats.org/officeDocument/2006/relationships/notesSlide" Target="/ppt/notesSlides/notesSlide11.xml" Id="R628b9fa5a11e48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1d676b1c4b5d" /><Relationship Type="http://schemas.openxmlformats.org/officeDocument/2006/relationships/notesSlide" Target="/ppt/notesSlides/notesSlide12.xml" Id="Rf4cbf0fad2f941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4a30bab294e15" /><Relationship Type="http://schemas.openxmlformats.org/officeDocument/2006/relationships/notesSlide" Target="/ppt/notesSlides/notesSlide13.xml" Id="R81273f509c4e4a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f62371aae4aed" /><Relationship Type="http://schemas.openxmlformats.org/officeDocument/2006/relationships/notesSlide" Target="/ppt/notesSlides/notesSlide14.xml" Id="R78f17eacc7ea4c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0e0228d394b74" /><Relationship Type="http://schemas.openxmlformats.org/officeDocument/2006/relationships/notesSlide" Target="/ppt/notesSlides/notesSlide15.xml" Id="Re43c100d873841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d93591183410a" /><Relationship Type="http://schemas.openxmlformats.org/officeDocument/2006/relationships/notesSlide" Target="/ppt/notesSlides/notesSlide16.xml" Id="R12f615d36d674d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e87697eb7485c" /><Relationship Type="http://schemas.openxmlformats.org/officeDocument/2006/relationships/notesSlide" Target="/ppt/notesSlides/notesSlide17.xml" Id="R0b03f14d2f774b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fbaa16920410c" /><Relationship Type="http://schemas.openxmlformats.org/officeDocument/2006/relationships/notesSlide" Target="/ppt/notesSlides/notesSlide18.xml" Id="R0664c5c177a74d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99e2810744454" /><Relationship Type="http://schemas.openxmlformats.org/officeDocument/2006/relationships/notesSlide" Target="/ppt/notesSlides/notesSlide19.xml" Id="R202559ef2d1f4a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36c3fefff4b5d" /><Relationship Type="http://schemas.openxmlformats.org/officeDocument/2006/relationships/notesSlide" Target="/ppt/notesSlides/notesSlide20.xml" Id="R1c64d6b90d274b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0b2e269dc4dc1" /><Relationship Type="http://schemas.openxmlformats.org/officeDocument/2006/relationships/notesSlide" Target="/ppt/notesSlides/notesSlide21.xml" Id="R854d6878db5449f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a053767f04649" /><Relationship Type="http://schemas.openxmlformats.org/officeDocument/2006/relationships/notesSlide" Target="/ppt/notesSlides/notesSlide22.xml" Id="Rfa9f4c39cabc48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049c0f05943d8" /><Relationship Type="http://schemas.openxmlformats.org/officeDocument/2006/relationships/notesSlide" Target="/ppt/notesSlides/notesSlide23.xml" Id="R1f8aae3e8fe946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83d9611a9405a" /><Relationship Type="http://schemas.openxmlformats.org/officeDocument/2006/relationships/notesSlide" Target="/ppt/notesSlides/notesSlide24.xml" Id="R7d0531b6a1e5401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81fb56edd4a92" /><Relationship Type="http://schemas.openxmlformats.org/officeDocument/2006/relationships/notesSlide" Target="/ppt/notesSlides/notesSlide25.xml" Id="R968395010c63476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fddc7a6264afa" /><Relationship Type="http://schemas.openxmlformats.org/officeDocument/2006/relationships/notesSlide" Target="/ppt/notesSlides/notesSlide26.xml" Id="R1f023ea0aded4e7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228d89ac84fb9" /><Relationship Type="http://schemas.openxmlformats.org/officeDocument/2006/relationships/notesSlide" Target="/ppt/notesSlides/notesSlide27.xml" Id="Rdd3d2eae40ce4d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bd05626174ec0" /><Relationship Type="http://schemas.openxmlformats.org/officeDocument/2006/relationships/notesSlide" Target="/ppt/notesSlides/notesSlide28.xml" Id="R065c67520df34ac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a773cfd14cc1" /><Relationship Type="http://schemas.openxmlformats.org/officeDocument/2006/relationships/notesSlide" Target="/ppt/notesSlides/notesSlide29.xml" Id="Rc8699513650f4a4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908ba83b04dc0" /><Relationship Type="http://schemas.openxmlformats.org/officeDocument/2006/relationships/notesSlide" Target="/ppt/notesSlides/notesSlide30.xml" Id="R235ed912f25c48c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1cbb54f29471a" /><Relationship Type="http://schemas.openxmlformats.org/officeDocument/2006/relationships/notesSlide" Target="/ppt/notesSlides/notesSlide31.xml" Id="Rfc4f5ad93a5d45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cd67fbcd14621" /><Relationship Type="http://schemas.openxmlformats.org/officeDocument/2006/relationships/notesSlide" Target="/ppt/notesSlides/notesSlide32.xml" Id="Racf470ab2687444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96c8f6178401f" /><Relationship Type="http://schemas.openxmlformats.org/officeDocument/2006/relationships/notesSlide" Target="/ppt/notesSlides/notesSlide33.xml" Id="Rd879b296fed6443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43d1870944892" /><Relationship Type="http://schemas.openxmlformats.org/officeDocument/2006/relationships/notesSlide" Target="/ppt/notesSlides/notesSlide34.xml" Id="R329e27d2da0842c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f83e75e154fcb" /><Relationship Type="http://schemas.openxmlformats.org/officeDocument/2006/relationships/notesSlide" Target="/ppt/notesSlides/notesSlide35.xml" Id="Rd3b17d5912654f5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7d35035464c8a" /><Relationship Type="http://schemas.openxmlformats.org/officeDocument/2006/relationships/notesSlide" Target="/ppt/notesSlides/notesSlide36.xml" Id="R37073ead8f534af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4b176cdea48d0" /><Relationship Type="http://schemas.openxmlformats.org/officeDocument/2006/relationships/notesSlide" Target="/ppt/notesSlides/notesSlide37.xml" Id="Ra5219fe5c098449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283d5eef14316" /><Relationship Type="http://schemas.openxmlformats.org/officeDocument/2006/relationships/notesSlide" Target="/ppt/notesSlides/notesSlide38.xml" Id="R0099437a72c5460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647d814794804" /><Relationship Type="http://schemas.openxmlformats.org/officeDocument/2006/relationships/notesSlide" Target="/ppt/notesSlides/notesSlide39.xml" Id="R5ae1fbeb667d41c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316ffe0a749a8" /><Relationship Type="http://schemas.openxmlformats.org/officeDocument/2006/relationships/notesSlide" Target="/ppt/notesSlides/notesSlide40.xml" Id="R25a645abf91c43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5DD1D-2ED4-4CBB-BB02-F18F1DD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0CEB7-47CB-4360-A737-05E6F50D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Linear Algebra 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88D87-C215-453E-89ED-3B25B89A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2 :2; Textbook 3: Chapter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5D3EA-D6BD-41A8-97D7-E661BAD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D0BB7-9FAF-4CC2-8868-F0A6CC33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73532-9E92-4F7F-B489-9B049088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0E4B2-65EE-4DC1-9AA7-4B947561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827C5-5D34-4E75-A244-DDD33F77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23E10-3835-48F1-8FBF-0F59A1E2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DB2EC-5FC8-42FF-8FA4-24CA315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2711C-F8C5-450B-A1A3-9526FEA4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DBBAA-65F4-4DF4-98ED-B0CE23D5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8EA5B-DF6D-4070-B38D-EC6668FB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24594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F3DE2-2C1E-4598-978A-EF8DAC0A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5BCFC-140D-46CD-9742-873E93F1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9FAB1-2578-4DDA-B5F9-9ED68244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46ADC-4C88-45AC-A1F7-87C9EAF0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3484-953D-4E89-AC40-47484D99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9427C-E775-47BD-ACFC-C6B6D540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B63EA-D6D6-4591-8424-828F753D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82CA6-992C-4FFB-9436-3676721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A33D4-04B3-4A8B-9F91-043F4D8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42A0A-2826-4B7C-88E9-3744ED62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B8D8B-A1D3-4DF8-8978-3629AB11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2D026-B6EF-4F30-82D1-9910745A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314AD-12FE-4CFF-98EB-08C6D181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6B0DE-0327-476A-BC6D-CB56D61D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7480A-F8FE-45B5-ACFD-E93EFA22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85217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70B53-A830-4DC3-86B7-08E9DF3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AC08D-1F43-4CEB-9E4A-76F66C7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651E5-3171-472D-A902-16446744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DE9DA-50C7-4D78-A5E4-CFE28BC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610D3-9566-48DD-BB87-CCD581DD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16B5A-8CFF-434D-81D9-23644F61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1D7E9-4467-4E56-A7CC-3E55970D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A7580-A658-4815-8780-B2A2A5C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BD68B-3231-45F9-8DAE-ECF26696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Linear Algebra -1(8Hours Theory) + (4Hours Tutorial) Elem...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C4F99-8D87-46E4-A2E4-614DA8C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54C17-6E58-4660-9944-D96CF275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14D73-89E8-48FD-8F22-351186A3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Inverse of matrix by Jordan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C9697-DE9D-4694-9A9D-AD169AA7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E6271-9EE3-4AD9-9FF7-F970E164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A6A32-4B16-40C8-A2D6-3F1CF4AB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Consistency and Solution of system of linear equations 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50095-0835-4470-8F98-F2EE7ADD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07846-5F98-4C03-A849-52CCA81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79275-40F5-40B5-B412-A6FBB75C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 to traffic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18BA9-BCCD-4ED8-9C12-B5D29EC2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15DB5-9F88-425C-B678-58FDC914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00393-D563-46E2-90B4-1BD5583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7,2.10, Chapter 28 :28.6(1,2,3), 28.7(2)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1CFA9-8B76-4EB6-A635-768B74F1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FE58D-F7ED-47B3-8A90-B0346324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1220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FCD00-7F81-4EE5-B6C3-8CB67B4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B0466-A384-48CE-95AE-A8CAC8F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01D85-B23F-4B99-AEA6-9321FE74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C22E6-DCBC-4FD1-B5F6-0F60D561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771E2-8E02-4B1F-9AD2-A7FD76C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C8CB2-43BF-4ABC-AA3F-49F8895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E1845-8976-4EAB-BEB1-43E2B46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0304A-661D-4A36-90F5-47E79419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Linear Algebra -1(8Hours Theory) + (4Hours Tutorial) Elem...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AF541-B533-4B87-BDE0-035B9C64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:2; Textbook 3: Chapter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31F73-D3E8-4815-B64A-ED94487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24C7C-6FB7-418C-A9F3-F89C7FB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Inverse of matrix by Jordan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78BE4-7EDE-4A50-B4A7-EC1660BD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:2; Textbook 3: Chapter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0A884-1000-4910-89FA-777B458F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980AC-373C-4302-8408-B4E3F0F6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Consistency and Solution of system of linear equations -....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72831-4902-4CB4-8802-0E68E5B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:2; Textbook 3: Chapter 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C3AB7-FFB5-4BB3-9869-28545CB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0EA47-5C55-4E9B-93D6-D966F775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 to traffic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5C0BE-CB73-4F1A-BC6D-FEE1417C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:2; Textbook 3: Chapter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BD2E5-ED35-4622-A1EB-85D8DA5C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EAEEE-8110-42C8-8413-909C19F5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7,2.10, Chapter 28 :28.6(1,2,3), 28.7(2)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30A65-3F7D-4732-AC6E-659F2A3F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2 :2; Textbook 3: Chapter 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3EC09-0B44-414B-816A-1284866D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51344-1DFC-4D64-91B9-A4B619F6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66354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48CDC-D0F5-4AF5-ABB8-CE247A95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5D5C4-8C42-44D2-A42E-F5753BAF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8FCA1-EC1D-4AB0-8870-6D0AC4D3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37572-026C-4952-9136-A060968D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B3C21-4304-4D54-97D9-5963683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405B3-1983-4F5C-B816-7F25F5D8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0902D-8DE1-45ED-A87F-0A0EE1CA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DF610-73DC-4370-B178-6632C614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C26C1-61E8-4A2E-8090-B0B6C58E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0CC69-B9C7-425C-B739-D60D9DFF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4BEEE-5F14-4F2C-A9D9-F1308C51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echelon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E8D49-F665-4087-814F-359F4669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D049E-D5BE-4D2E-97B8-98FCA780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C60CF-AF89-4380-9C63-9AB844EE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Inverse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3941C-3EFB-4C06-8A9C-F5745BC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2B218-2953-43E5-9877-423F57C7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28284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69672-0D34-4192-A93F-1486B4C7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10567-2BFD-4B92-974F-0584F42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19DBD-FEA4-4E89-AD92-6C4C3B6B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AB02B-2975-4BDF-BBCE-C015C316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9AC5-D361-48DE-834E-46048F9F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Linear Algebra -1(8Hours Theory) + (4Hours Tutorial) Elementary row transformation of a matrix, Row echelon for...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4385A-5D80-4D2C-9E58-40A38519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Linear Algebra -1(8Hours Theory) + (4Hour...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39795-AAA9-4BB2-A93E-9627DD23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C1075-C762-4AF3-BCB8-597BC48C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196D4-AEA6-4190-8C53-A7A1517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1C13C-B85A-431C-8D45-EA26F4AA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4C847-9FF2-41F9-B37F-43E4974E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C9883-D11D-4E5D-A7EE-510D143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4F858-C090-49A0-9CBF-E187FCBB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EF49C-13FE-428F-A892-F75DDA4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6A299-46B8-4EF6-84C0-B9CB34B7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DC166-389D-451D-9DF1-FDB13293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7311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43729-860D-4774-A253-6BA3CAF6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04162-A216-4A67-BB0F-3035AF15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17146-F61E-4288-964B-0BAAFBBA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BECC-367C-4F4D-8A33-31701CA6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F0C4E-65FD-4443-ACF2-3757DFB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8E7EA-6693-46C6-A6B0-4BA96737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23330-A668-4AA6-979C-692827FC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B5A68-D3DB-4368-896B-D8D979B9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B709-86EC-4990-AFAE-0BA2F9F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Linear Algebra...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0922F-419C-47B1-B504-09B2669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B7952-4D08-4E05-ABD8-73745AB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068A6-EAD1-41EB-9164-0FBCFEFF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Linear Alg...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087E3-CB40-482A-804A-BE5A5D96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A12E7-C6E4-4A74-8A44-806002CB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963F1-E2E3-4859-B302-58811DA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Linear...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E8EA1-AFB5-4B15-8F06-D00AC48D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3C82A-5379-4570-A990-D269D99D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D373A-DD38-496F-B99B-A9E6CED3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Linear Algebr...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D862F-308C-45E0-AE49-C6D823E2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DDF91-7C24-4243-BC90-127B03A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59B53-DF6A-4D9F-A882-A220B18C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Linear Alge...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AC556-D331-41B0-81F2-CD9C5088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593E5-D101-4FFD-969D-05FA2974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96420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A0C67-5666-471C-8BA0-1E033E08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5BD0E-EF83-432A-AB2B-A987758C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70E79-5B5B-4E57-B9B1-67D3979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AFF7B-D58E-4263-8E80-D8D71DB9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CD36F-79C3-4241-9377-B3EFDA6E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DB929-AE84-424E-AF0A-13276DFF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67EB8-BE51-41FD-A0A3-EB7A1B43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9CDE0-2F8B-4222-AFD1-A4CC76C1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34197-9231-462F-941F-6C30DA2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2C1CB-235B-40C7-A25C-F32DCC18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C2777-518B-4FE0-A96F-F27EC050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E3B83-7075-47A7-93CD-D42A1570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A76D0-C9D8-470C-A0C4-27C56D47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84319-13CD-466F-A436-D92E71F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A9B94-679F-4C40-8FB8-6E7E5791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978566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BB598-05AA-4275-A0C1-7207A31B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C9D6E-EC97-4E7C-9EF9-B4EB4426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8AC93-2B39-4510-93C8-F89AA3A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3732E-AA3B-4C0D-92A3-998678A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AA866-803A-444C-B74F-D212786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382C4-8043-44F8-809E-9BC7AC9A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Linear Algebra -1(8Hours Theory) + (4Hours Tutorial) Elem...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9ABA8-BF66-437E-9090-4AA8660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34BDE-2CC4-4A58-B1FF-8CAC09E5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2C6A3-C682-446C-BFDC-6C8A96F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1A2AD-FF1C-4C5A-A752-D58FF6E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B28B5-4606-4328-BF44-FA72BC03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96025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C5231-B742-4AC5-BD99-E5D20BB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EED29-576C-47FA-B90F-BEA58C5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FFC05-B8EA-4FC4-A986-8365F6A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EFBA7-430A-4E0D-A907-6303CE16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82088-B657-4D5E-85CE-CD6702CA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Inverse of matrix by Jordan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ACA2B-780D-4FE4-9550-AC0473D6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Inverse of matrix by Jordan method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0F779-40F3-47E9-94CC-6C0549D6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0E8EA-D613-4493-8E0B-1DC50C1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A13F2-40F7-4365-8388-E34F05D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109AD-34B3-49A3-90D0-2E851B30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BF6EC-8C77-4F6C-B4DC-0E70E5B1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F9087-541D-47E8-A308-875D42B3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3920E-FFDF-4B09-91F2-B70F9292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93306-502F-4345-96AE-B1C0CC90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3EF15-70D5-47E4-B10F-C2254E66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16A4E-D388-41A9-8494-B9D526E5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94317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C5824-841E-4568-AEE0-ABCD70B6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9F434-E94B-442D-B5A5-468F0740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7B3A2-0102-4A1A-B7E6-38E81C9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F6A51-C9DE-44B8-94D8-AF037A13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277EA-17C5-4491-9D9A-7DAB1A40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26FDD-B610-4B34-93D3-F7880C79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C02C-790B-4EDD-B08F-F136A95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2B55A-9517-409B-BB23-39C82DB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BD116-C151-455A-950C-13DCB6E4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Inverse of matr...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B81E7-E77E-4606-B7D6-1D224ED9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FD7A9-9235-42EB-9BB2-B1FF5946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B8CA1-9091-460F-BF01-9C504D3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Inverse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5E070-A46F-485D-8304-57C15BBC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EA656-CF64-45D9-887A-5289928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E14D3-3D1F-4081-8030-CC85D1D9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Inverse...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4FDED-CCB2-40BE-956E-BB8C0714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FC9C7-1AD6-4DA2-B830-20BFE9D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B1193-B0A0-4245-AEF1-3C7903FB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Inverse of ma...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9398E-3683-4162-802A-5E7CA618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97FFA-39C0-4CC3-947E-62903B8D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60AA1-4B00-48E5-B539-F81F18F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Inverse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B44EA-EC74-4D57-9CB7-663FF2A2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BE4C7-602B-45C3-BFBB-64C7B51B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44970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3C8B9-905C-40DC-A65F-4AA1F24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FA626-4B6F-4521-944A-6A7425BD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8B475-9005-4D56-BDE2-6B96C8C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1BDB0-D9BC-4A63-A558-C4C4408F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ABBA2-8C74-4841-86F1-4B74BF5E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DDEAB-3150-4C90-9CAA-C9326F9B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D7686-1C3C-4952-A96F-C055FC18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1E621-707D-4062-80AD-07F64987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75AF1-0302-4536-82D7-DAAB1E7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D58D6-122C-4A99-BE28-E9C6C4F7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C3C33-37D5-4800-8330-7F3FB49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FC545-3B8E-4E23-ABC6-C84DC70F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17CD5-3F99-42D6-879C-C81C4AD8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6F094-2DAC-45E8-9208-2361E90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C4F5A-C31D-4FD3-B983-DE20D1D7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52295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38DA8-153B-478D-9762-F6E2CD4A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FDD2B-6A67-4A67-9F9B-F9CCDF49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ACAA6-5C8B-452E-A9C7-2C5758F2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D73F6-E798-4356-9112-72AD9556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E84E8-74D4-494D-B29C-55AB1A7F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38871-40F5-4BE9-A0A3-D1264D97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Inverse of matrix by Jordan method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6737D-C1FC-40CF-8B61-8ABFB138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F1F7F-38B9-451B-9FB1-DD0A57A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A1864-45A7-4EE6-9493-CB651833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C2CB7-751D-414A-91C3-D913D97F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300DA-A4EF-4C8B-9762-95D2524B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192377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96E42-6313-46E7-97F8-132FBB45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37C7D-FC03-439E-82F6-0D1DD18D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4C620-AB29-4FA6-B8E6-B625BCF2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EC17F-D07D-4199-84BA-553A02CB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9E3F0-69ED-4649-AD19-19DF59A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Consistency and Solution of system of linear equations - Gauss- elimination method, LU decomposition method and...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DE8A3-D2B8-436A-92DC-0C0AD1C2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Consistency and Solution of system of lin...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23FF4-005E-4C81-8032-46E89B4D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2FEE8-1E0A-4086-A6B4-F497F14A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3D660-C38B-48CC-A5AD-21FC3E68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36BE5-7D9A-4556-B232-DF780649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E20BF-281E-445C-8222-3D4958F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B9874-6FC7-4398-9F0B-76161FD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10E01-CCFF-49F1-9A09-44AE08C2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F3E36-A950-4CF1-B3B1-DED78007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2B092-E919-4A4F-ACD1-C108CD5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A3B5B-8139-4D2E-96BD-D0042D42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617552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F4A99-3895-4D20-834E-C9F75FB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2B4A6-9DB3-4141-A10A-9A9B01F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03051-C645-4165-8D18-A576833B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BAB4E-2FBD-49CE-811B-7A1FE145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34C5C-73FE-4802-8AB7-1D691291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C7C90-BDC7-4F4E-8A2B-09E15553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94B38-B8F3-4E2F-97D7-3219B3D4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47D62-5CE8-401D-B210-BBF617C9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B60A4-D729-4A45-8A2C-5A7F7D7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Consistency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A445F-4943-460C-9EBC-8CB8664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D5B06-4B8E-4A82-9B16-8FBE237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BB4B1-A66C-4BA1-AA58-9893984D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Consistenc...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951B1-15EA-420B-91D9-F89F8A1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47F65-81E0-4149-A8BE-CF9DCC9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BC5D3-3A5F-4605-A004-47291967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Consist...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0B6A1-E841-481A-9BC4-25A083F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18B0E-A4D9-44CE-82DC-19AFFE4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BC9D0-68F6-4045-A5DB-447C99C3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Consistency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0A3CE-5E2D-412E-BBAC-F866BE7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38D7B-49C7-4111-8C3A-A6E27506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D8D4F-DB75-4963-B692-D72324E0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Consistency...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31745-13E3-4A90-B5F2-CE86EAA4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961F2-44F9-4AA6-ACFB-CD2C99A5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27091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FE272-D2BC-4462-8480-23ED1558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2178-A881-42F4-8920-5D4FF30B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F860A-9938-4E30-9440-5E180B3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8E674-EFDC-4EAD-A3B3-0E7F6E1A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3D0AC-455B-4F56-B527-F9222177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6915A-D34B-4356-A0EE-7AAB3AC7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EEBB4-B16A-4F93-B559-9E18F36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8F94-D845-4DD7-BF2D-4BE9D2B1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57CBB-649C-41DE-A5FC-E453C53A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14E16-96FF-435D-862B-7F02914D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4E2C1-BA1F-4C56-A772-8DD41FC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EC0F0-049B-422A-B881-58C99A54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41CA7-2D55-4786-9964-162388C3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A9DDC-3599-4E8C-AA69-3E413CE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3B301-EA9E-46FB-AAE8-DC6409B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30525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3EED3-7C86-4948-82B2-BAF5D717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49B66-58AC-4A1A-B21D-B40069BC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28298-F78B-465E-85D4-E20EB35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5CB16-0DFD-4D25-A2C0-AA730C0A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58B9D-136B-475C-84A2-6EB352F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B48C0-41F8-4423-BB25-2724712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Consistency and Solution of system of linear equations -...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158BE-351A-4E0D-B3AF-967A7666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DDF23-A4FF-430A-99FE-0C5B720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76CD4-E183-423C-B3ED-3586F3FE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F2E3F-FEBE-44A1-93D4-5272826B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529D3-9481-40AD-BFDC-4972A318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235391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64FFA-A0B8-46AF-B624-19ED9ADA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91549-D7B0-4C63-AB4F-ABBB741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80397-8F44-437F-95E2-65BFF16E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22751-8AEE-4569-9134-2AB7608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6E8CD-8715-470C-8655-B4DB5580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 to traffic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8B1FC-8B94-400C-A26F-3A8EDF07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Application to traffic flow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39017-E814-4125-A9B3-5399141B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07E2A-1CFD-4911-BF70-3CDF433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2C14F-D8FA-4431-A038-4A6AB58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A138F-5AA4-478C-B927-DF184C5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B2CA4-2229-40DC-9B53-94B5E978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FE6DD-9C58-478F-AA85-CA1D56A3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D2FB7-ED45-4F48-96BB-8291C4FA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3C81C-321B-460A-9C23-764B916C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76F84-52AF-4E62-B125-D21849C7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856CC-D393-41FE-9041-FB16D86E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202026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104EC-8952-434D-A50C-6789D386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1CF14-2E65-4285-A002-36C903B8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3BDF4-C092-4996-BA85-71061F95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3C583-3B66-4215-A0F5-DDB45A90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D99F9-DB8E-4F34-BCCD-BFC1A0D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CFB6D-8F74-46E4-88D7-84454DB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DE9FC-954E-496B-9780-38030B45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34E5A-497D-4391-B6FE-F9C3878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8CBC1-4C0B-4C8B-82A7-867CB1DE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Application 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291D0-919D-4435-9D01-C0A74D6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4BD63-DD84-4F5C-BC21-67349B7D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0A433-947C-4514-AEDB-2E980753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Applicatio...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C70CA-949D-4E65-A694-5A699845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2E9E2-9878-4A8C-A8DD-F1728749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FB030-3FD1-4956-85A1-BE8B627C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DB691-4F68-46AB-9F36-86F8857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E3C32-1B55-4F96-9A3E-34E26317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6D6FE-5670-4570-9CD7-6F5EC6C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Application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121B0-A6E1-48A0-975C-B35C1766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91DC9-4DF1-4F65-97E4-A45CF120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FF13F-6DCE-4F4B-8098-6B32EA27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Application...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4FE32-CE4F-464B-B05F-1227B31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4CF15-892E-4DEC-91D6-5DE2917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34126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62B0E-12E5-4A73-AB9B-C3A5A13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63EDD-211E-4E14-9BFD-36FBDBB3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0AAE5-7C79-406A-B03C-FC1C189C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2CBEB-0C99-46AD-8D3A-D095F179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5D8D4-DAA5-4D16-829E-8D9F9EAD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CD808-26B8-4E87-9674-BA4B6124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94F9B-23B3-4A2B-8A12-96475101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BFF60-50EE-404A-98DB-F23736A9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63AFF-44CE-4E54-A515-8417E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99F17-CD4F-46CE-A3DA-40AB912F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45739-73F6-4FD8-B6E7-74D369F0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9C00A-73AE-4BE2-99C6-4D98DD7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743C9-C673-4918-84DE-6AD1A6E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EEACC-3394-4B0E-9796-051FE0D8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8B8EA-6BF0-446E-9CF2-6AEF11A4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48106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830EC-108D-47A2-9DFB-D215FA1A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E89D-8CA6-4A36-9B05-21D4AF8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93640-4FD3-45B6-A95F-D7B638AA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38C6A-DBC5-4E1E-B2F0-B77CEF8F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6A788-A443-45E9-A6FE-BB10488D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87173-DFE9-44A1-8A96-7931D35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 to traffic flow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E241C-DE34-4464-BB51-B50F8AD8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375E5-EDFB-48F2-9387-5675E78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F0959-91A1-4328-8B1E-6E968E68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7AE4-C344-4871-BF00-DDB4A021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F2378-B360-4D01-B01B-BAECCA56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405383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DB0B4-A20A-410E-9B56-C4DFC8F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5248B-B529-4FA5-92B1-B2659A77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DAD2-253A-4ED5-AAF0-3320C53D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2E95B-9499-4E19-8473-228655FD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75810-4DDC-4991-9285-81A4AEBC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7,2.10, Chapter 28 :28.6(1,2,3), 28.7(2)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CF6B0-863F-44B4-82B7-51A3DFA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7,2.10, Chapter 28 :28.6(1,2,3), 28.7(2)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27DC8-13B2-4083-B03F-9E463E91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7EFD1-5030-4357-81FC-BCC13B32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59B63-6233-49AA-B2CE-6E95168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FCF85-CB02-493B-8FBE-B8F5A712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206E2-4270-4846-9005-5E3022D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0B81F-EE5D-459C-8CCF-AF2E44D4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46BDF-21D2-465E-92DD-EB72E6FF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27255-2BFB-4C5C-A885-0D48BECA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FEF11-AEE7-4092-AE1A-F2D5EB9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CA3B5-AFB1-49A7-BB14-1759AEED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345981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B01D6-66EB-4B6A-8524-7644F7C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53329-E57C-401A-9B90-11C771B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A8EBC-EBE1-4509-B043-3A2E0EA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A1327-16BF-413B-A1C2-841A570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CE226-317E-44FE-889E-128F1EFA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37EF1-10FE-447E-9B6D-125E166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064AF-EE67-454E-9D61-FF076D2B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D1F80-FD04-40AB-B785-20B1933B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1CDE0-B9F5-4143-8835-E0F57D67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7,2.10, Chapter...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B6880-3981-4D04-B655-9C559D12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68B21-95A3-420A-8E4C-380B0837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97889-B478-4A61-8D76-40AE80F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7,2.10, 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74F3F-5CD3-4B96-B209-53783DBF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CF07A-8C01-4150-93EB-E2DD0A12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08B4E-5B63-4477-905F-92A4152A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7,2.10,...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41A98-5CB9-4B4E-957E-358DC0A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FE48A-585E-400C-ADC3-17111688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AB25A-06F0-46A8-AC75-2B718CFB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7,2.10, Chapt...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95ACF-A64D-4CE6-B1E1-88767181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2A460-5F6B-4928-9C21-C00D2763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D74F3-E479-40CE-8C5D-2E4B4C3F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7,2.10, Cha...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8DF6D-6FCE-46C6-A91B-1469E03B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89FBF-52A6-41CE-BEB0-679A47F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74680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1BA7F-2A96-4CC4-A8EF-65004F7F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DE3B9-734C-43F4-A875-07BA4ED7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6B4D4-E828-49EF-ACE9-9D94D259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BD66B-5EC7-450B-878A-07205C74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6863D-CF70-44F4-85E8-C676E46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F8B08-C496-4BCE-8C95-7D02A52D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282C9-C9EC-4C16-95DD-650A6EB4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F50CA-0FF1-4D69-91FB-09F7F0D9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A642-2D88-462E-BAC7-8F403C34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DD3D8-BF35-4169-87DA-F23D7846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F2B95-1D5B-43ED-AC16-9FA1F86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A2398-E8B8-4133-94B3-DC41588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86EDD-95F1-452A-869F-5EE84074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800BD-B82E-43E7-97C4-53E42ABA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A7E5B-26BC-45FD-B6C6-9305F23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251631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F6805-2176-4547-8A94-A4ECD74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C9FC5-6D1C-4724-854D-86FF267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12B27-324B-45A9-97F8-64450DB3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1700B-A9FA-4CB1-9486-C4AA75B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29AA2-A829-4745-AD93-786C1DD3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20EE4-BF5C-4356-AECD-57E6EC06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7,2.10, Chapter 28 :28.6(1,2,3), 28.7(2)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CFAA7-9AAE-4760-9572-7B35B387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50FBF-F9D3-498D-977A-D7A14DF5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F9B34-1F70-4F71-A515-3D397425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D6923-659F-441A-909C-025858CE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07211-B2EE-4082-B414-F6019C0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859362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46E95-EAC4-4440-93C6-463C9E10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4B90C-BD6C-46A3-8435-ECD161C9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ED6E6-BE43-47E3-8E3F-4A1058CD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7AEE-6E3A-48C5-A095-1581F1D0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D4130-CFF0-4CED-8165-E842EADA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14330-A05C-4E14-B009-E4D034A6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315804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D4E96-F152-48FF-A855-B82A4EC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F30C7-CBE2-4FD4-AEF8-09E5368E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8D505-F942-42D5-B52C-E7A2DEC8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C8915-0D94-4BA5-A38C-F8D36EB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CE977-BC60-48C0-81FC-4CD6850D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Linear: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68BD0-24AC-47BC-919B-6C7736C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476437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91709-6279-4B90-9CC5-6EEBD531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9A48C-2825-4087-B8FB-EBA82B70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0BBEA-ADFC-4012-8B5A-55CB3650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662B8-E095-47FC-97EE-2ED6A8F2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869D1-D669-4C1C-ADCE-6D8386FD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0DF87-35A6-434F-AF8E-F52CCEB7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043086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D0175-9C2B-428D-99FB-4F82A11A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30719-FCF6-49E0-8B72-2CB68ADB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E9EB6-B5EA-45B2-A330-FE021A1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C14FD-276A-46BA-8490-860F054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1B4C2-9CEE-4DDF-986B-44C2840D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91C4C-208B-4E01-94B6-BF5A605C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422696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CFD5D-D996-4C3A-8BCD-793FB424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168A6-436C-4B27-96EF-ED4045A6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2BBCB-0FC8-4D4A-B7F2-171D54E8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12A93-6565-492E-9C23-770FCD73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05F82-531C-41E3-B895-5393B029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Linear Algebra -1(8Hours Theory) + (4Hours Tutorial) Elementary row tra...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Inverse of matrix by Jordan method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Consistency and Solution of system of linear equations - Gauss- elimina...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Application to traffic flow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7,2.10, Chapter 28 :28.6(1,2,3), 28.7(2)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7022F-8CD5-491A-8C29-0F5D6796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134FF-E57D-4779-9CEA-0564D6CC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3BB3A-EF7F-4799-A7D6-E23B791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238069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B9419C-31AA-4B04-AC67-E055654F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F2E88-8880-437A-A99C-9A596BC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Algebra -1(8Hours Theory) + (4Hours...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604CB-AD0E-4CDE-9F04-464D5BDD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8BC01-82BF-4A7B-980B-EA805B49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BF50C-F9B1-4750-9075-ED7E5D8C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A0633-8605-41E2-9ECA-A995B569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15E2B-9E38-48BC-AEA9-FBC1E81E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5F0C4-1FF4-4140-8486-7D196E1D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69F05-7BF9-4882-AE77-278CD409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FD353-743B-4940-8DBF-D7C30CA9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F6246-79E1-42D9-B309-128B313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83EF-BC00-4EB9-AA61-EDF682BD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0C777-F9F4-4874-A2BD-0831FB4A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76060-DEB9-421E-BCF0-C060BDB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1987A-863A-44CF-BB80-FA08F33E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96A47-EF89-4581-B5A6-327BB554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DFE2E-62D2-43FD-9057-E3410E17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14C45-7E33-4C63-AF72-86907FB5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02AC1-9057-4551-A21E-7C9D2DC0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5DD13-2B8C-4C51-85EE-6F862D1F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EE86A-2CC7-4765-9B6C-9DE177B9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2B6B1-5380-4DD8-831A-7BE37A2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D242D-8F13-457A-9330-DAA9FD96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42FED-80A1-4E08-9217-76D45B2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F7089-2216-4639-81A7-38C1C46E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5477B-CD64-4D54-A12F-0AB81141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B47F2-08F0-4E04-8825-F1C27C2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EE860-EBD0-4347-A348-78E10AE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4A3C68-4F91-428F-98AE-9CE223D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5EF1E9-DAD6-4BFF-972A-7DB3177B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5F5810-5C8B-4F70-9E2B-9295D535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0AE41-309F-4D30-A1A9-B90283CB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93949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1F7DD-5FB0-405F-A7BB-054B0E5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4086D-74A6-4A64-86A0-24B9944D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Inverse of matrix by Jordan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5B2BE-AB36-4FCC-8C09-F9D9079D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983E-704F-4E88-A8D2-CB241270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28B8C-2BB0-4137-801B-27668D06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FFA13-5305-4957-B92E-9C56D760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522F1-9F41-4E1D-A32E-2C7AA5C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37AF3-A0DA-47A4-B302-494503F1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66EF4-70C5-491D-A66C-2D28066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A36DE-6E09-4029-BD8F-48D8974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48A2F-5D57-45C0-B09C-95D7690F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69AF1-570E-424B-87F9-5CA71D5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76C1B-5FA7-4786-9361-EF48B8A5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3FE7C-4977-4F77-AD02-4A73351D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6F8BE-459C-43E8-B940-4ADB3033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9D2AD-F6AE-4EBA-A63C-8DEDCC77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435EE-C274-4BDE-A457-57D733D5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9E2B3-86E1-47F6-BCB1-142E0FB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0EF50-341B-4A50-85D8-485A16EC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93505-ECF8-48B2-A7C4-1E8F08D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FFAA4-C582-43B1-8023-44B1F301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3898F-5BA6-4D07-989F-C1B610C8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6F937-0FE6-4564-BD6D-62CFF2D8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23F84-68D7-4684-9B24-BFD821EC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C9404-A42A-4631-828B-2B56B498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4C714-66E7-4E59-A4C3-ABD5B26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33E04-E54B-4D2B-B225-69A6F1F7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42AC8-0418-476D-A9E8-E9883C1E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C7F52-5485-4A21-95E0-9F73AEF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415419-D355-4AD6-B4D2-183ECA25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484A9-2934-430A-B633-D8A2466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E89FE1-202B-424C-A826-ACFA9AF7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043223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40D994-11E1-4A3D-8D49-D1ED70D7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68AF3-1D72-4C3D-A4CF-4C7EA489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Consistency and Solution of system of linea...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212AD-E5C8-4087-BB7B-EEA3ABF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32308-87DD-42E5-912F-254B9EE6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EDEF0-F0EB-4CEB-8681-74341A11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B3EDB-806D-44D0-8E88-E96488F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D5192-55FA-4E07-AD03-88C2AA16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814DA-A277-4ED8-A0A8-132B26FB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8F122-5611-476A-88BB-6112D9E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6069A-6BB7-4D5A-82A0-F1A3B43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A72C4-73A2-45CD-8116-FAE2CC0A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4732A-8831-4061-9293-2B1A3F29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F5264-7C62-4F7F-88CA-6CE4745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532A7-CF65-49E8-ACD9-E822EA4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45D9E-0FB0-42EB-BDCE-BCF27751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5BFD1-58A9-43CC-8304-7CB33E8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EB5F7-CA5D-467B-93CB-3BCF1260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D9EB4-D1E5-414B-84BA-877EF106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D43DD-CCC1-4DDA-9C3F-347E566F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86385-B196-4BEF-A27D-23AAB9D5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C9A01-A206-468B-87CB-006B64D4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905B0-0390-4C37-8384-E6C9A84C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021F4-2944-41B3-8D72-BBA32114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63747-58D4-42F6-B187-2136446E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8699F-07CA-43DB-BF07-D6D0167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2187E-18FC-4171-808F-3A163E7D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710617-C93D-467C-8BEC-D84A665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CB34D-9680-4D53-A041-2744A140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77D5C-74D4-45D3-98A5-3F774F35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76FA9-5E42-47A1-AC87-7391D390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57654-E1DB-4CA8-8F8A-59E19DE5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384AB9-C6F2-423B-9F0C-740F8036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28020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664FE-FF4E-4E18-BBDC-E0D70074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8D437-5ED9-4937-93CC-D95F0906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 to traffic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EE70E-8FE6-49DE-B987-ABDDAE6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A12C0-CA90-4BB4-A5FB-557348FA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1DBCE-0DBE-4B4E-8FBE-9B583B50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B2326-E8E3-480C-8FAC-B17922E3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F50E-CCFA-4533-9427-CFF8D55D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A59F8-FBB8-41C7-B4F0-2DA90F30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0B449-12C3-44FE-B1AC-E990702C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25BBD-DD9A-4DA7-8E9E-8D1849E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645D6-B582-4641-9E18-4F1D972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27179-234E-4D8C-AD85-23BE5C2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CC940-719D-4F6C-A257-ED1F2E8D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A99C7-E8B9-4926-BB48-131D4BF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B2069-E3CC-4D1C-98FF-D8E02C0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E6143-9D0E-44B4-AF3B-314A445F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B359B-7692-41C0-A5B6-93B16F92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2D062-1BD7-4B1A-9125-5528584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95D1F-1D71-4A14-9F71-4F2554E7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2DCF0-3E59-450F-BE9B-D43959AB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91306-3F2C-41EF-8614-6AD22FD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1E888-D2FB-4415-971D-F4859D9B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D9B95-374A-4C8C-BF94-B1CCC68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25E13-47C1-44F5-A70F-A74239A4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398B6-543B-4751-8302-7AE0A59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1D328-D548-4F0B-8FB8-09FB900D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3697E1-0A10-4BE8-8FDC-1633C3F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75A48-118F-4D8B-927F-3BE9FB20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D510D-70CC-401B-A929-CE704CEE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FBEE9-62CF-4F7F-A759-F5F414D5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42CD7-E938-43E9-B81D-285C7CB6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38FABC-F1F5-42BC-A0BD-229F6EEF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995909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39ADD-9266-42F2-9288-DFC8AD1E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657D3-F03D-4F8B-9CC4-E83C3DF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7,2.10, Chapter 28 :28.6(1,2,3), 28.7(2)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87260-53BC-4A66-B1E1-F5C7632E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C79C7-CCA4-419B-9561-F6DC93ED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A3F13-B274-4F3D-B2A2-8E153A96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64EAE-B3A5-4806-8010-09669474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C7EA4-26C5-431F-9386-151343A7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20CDC-A5E1-4C8A-93A1-475E979A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58F32-0D3A-4952-B490-9F109EC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E4D2E-C368-4F60-A32F-DE4BEFA1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5203E-B161-44BF-985A-60367008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873F4-C3C7-4EDA-A029-E154C1B0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820B2-9AF9-4164-9A9C-A3E82E13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F84FC-31D1-4988-851C-1DF3724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32219-7653-4872-B2AB-EC5551A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5EABF-EFB2-419C-BDA2-AB85E75D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E8AA1-B100-480D-8FB4-74866A8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5A8AC-E4EF-4B9E-9E3A-8266DEFB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28FD8-8349-4FD7-B174-729BA23E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63072-6448-456A-899A-E4DDE1AE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AEB5C-0078-4659-9576-48DCBA2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DB837-A8E9-41B2-AAAF-DE55EEEC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83CC2-E911-49AA-994C-DF4C1430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3B546-D0D4-4199-A775-6ACC3B6A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4FA6F-1950-4733-A91A-C0634286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1F19F-ACD0-4F83-94CD-812C72D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DBFFC-0FF9-4FE6-898B-812834A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C3B938-BEAE-406F-8FE8-C81D5BA3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B1783-A598-4733-BDBB-7CACDBF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9F2A18-D316-4CC2-8C95-3EC9AD90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A48F59-B423-424D-864C-94E78E81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1AC1D-F87D-4844-ABA8-5E835D15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756134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638B81-34D8-4431-8B2E-267DE589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470B-D49E-4488-B710-C008DFB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Algebra -1(8Hours Theory) + (4Hours...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FB5FA-0A00-4B53-B243-8060CD35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AFBBF-1664-4949-A4F9-4450159E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E102F-B046-4000-8206-1E66CFDD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3B89A-EE40-4D78-81A7-A4EEC118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19D3A-B36A-42DA-8D70-CE4CCB86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8396F-27F2-4DDD-98B6-F3C8D16A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9B3FC-C99A-4185-8D75-7C9EE4D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0623E-48A5-4EBC-B4F7-93DC99E9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F71FF-463F-44D1-B7E7-0B258A5E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2A483-CFD1-4414-A3EE-A98E901F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D1913-8C9C-4504-B0F8-5E47DEA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24294-CCD0-49E5-913C-CBEAE8D5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85C77-F2D4-4B72-8060-18FD119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2B3B7-8F02-4579-A79C-A7F3782F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F17E6-0DAD-4676-8385-34030B0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DA1C3-1991-4D66-842C-81161231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6DA6F-3BD0-4016-AA1E-E77E867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1560E-37A0-49B0-A669-4CE9AC87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0340F-7739-410E-BA46-8EB0B646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B51CB-17DD-4F1A-B434-2FD5CCCE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B4844-0EEB-4626-8EAD-DE2DF56B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6642C-183A-4302-A58B-F5D13CAD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0D31E-A82F-488A-9F0A-8BE31C7C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04E09-DF8B-4449-BC70-F4F5C356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89211-C628-4F9B-BC6C-A3D1E2B8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7CE69-03C8-42AF-9C4D-439770C3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365D32-B3DC-4F5F-8885-4E6E2016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16363A-E8E9-4E88-9E3B-ACD3ACF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7CE1A-550A-40C7-91BA-8F84722E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721FDE-C073-4AA4-AFA0-27C64A43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69894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056A63-09A5-45A4-9DC4-CF6CA48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5A022-E384-4CFA-BDBE-9FC48066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Inverse of matrix by Jordan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151CE-37DC-473A-B3B2-3AB011A7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32DF0-E346-4A8D-B0C0-3ACD98FD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AD42A-56FE-47BF-BA17-AE46837B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4505B-2203-46C4-8B16-AA57DBB8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73191-CE47-4E60-AE70-D434B717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9CD94-CCEC-4D24-A32C-B149066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92461-99B2-4BAB-B8A2-F24DEB86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CB22B-DF6F-4CB6-A3B2-8EEDED6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9289A-4CBF-40FD-9CDB-6D823951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4D6CA-553D-45C7-ACDD-A42E07EA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F5197-B859-47EF-9C97-93E1DBC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8D8BC-B09E-4DC6-847B-32B43999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820A0-683A-4DB2-B592-F0A03D56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B1366-7D4A-4621-8514-E27307E8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B498A-3825-471C-934D-7F809F5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BC141-F71A-4A1D-B205-205268D2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3E6B3-8A51-4AC5-8207-E6F550E9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09CA3-1CA2-4DA4-BA0A-0A64E421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01678-92FF-4380-A63C-90E62CA0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471A9-34B8-4961-8603-93F31C7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22DD1-C428-43F0-B5AA-198F71DC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C0A8E-28FB-42B3-AE34-D82E328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886FF-B5FE-47E4-8E5C-2BF4DD87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3CDEA-1DCF-421B-99EB-4531389E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17548-0683-4847-AF67-9886B02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846F9-4A5D-41BB-B6F1-1471D97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D2BB53-D3B7-4E86-BF27-AF103C45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4D4B23-9895-4572-9BEC-90CD0AB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B54BD-4CFD-4A45-87F8-FEF33BC1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5F6E0-F254-4081-96E2-5A2C59C8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233508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6243F-D1C2-4B31-BDC3-9B1AB2B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8906E-22A3-4E5E-8435-212A5241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Consistency and Solution of system of linea...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F7E24-DDA1-46C4-AC14-5A03970E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AB11D-F0FC-4942-BAE7-6238C0FB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CB216-49B6-4D40-81C1-3C27941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28E7E-D43B-4B83-B00F-55CDF83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BC5B3-EB0B-4FBF-A7D7-7AC7A35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1FADB-09FF-4ECD-B79B-E5A671B2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D847D-6B55-4857-9EF5-C3EBA1A0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B4A13-B060-49A9-A979-259A252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79123-6C6D-4C9A-AAED-E2505F7E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71D06-1884-413E-A6A7-A822545C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AC376-3290-4F29-BE07-0F594D45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1CB20-B2BE-427A-9A8D-FB42C550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A8EB-A36B-46F1-A6A2-85E4204E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AF5B1-310C-4B6F-96ED-971757A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183B0-6920-4275-BF1C-CAE5FBE5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1AD56-A6C9-4394-87C8-41D1E065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F965E-B3B8-451E-9667-4F59EFA4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47294-A98B-4FF3-A452-350E0C5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4E229-0819-4D3F-B449-C3C501C9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5FE33-EA2A-46E7-BADA-E8B4E0B7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BF8CA-4142-454B-8A44-AA7B80AB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B2571-E420-4D58-ABDE-8BDCF50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588EB-20F5-4620-9384-FD443EB7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136BF-F648-4881-8CD0-5A0ED0DD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C0FF4-864B-4826-ACF3-543EC6F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65601-E908-4546-A4F0-26D0C9EE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E94C43-D33B-4BB2-9DD9-739CE5C9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78DE98-68AF-4931-80EA-BCE41D5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37A0F-911A-4C72-BB58-15996721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0FE2AA-4404-43E4-B65E-0189D9F4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650284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270F8B-C0D5-4314-903F-8AACC016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AE4DD-DA18-4B59-B961-5AB9415B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 to traffic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046AA-11EF-40E7-9E1C-4B4A5AF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6CC05-A145-4500-9319-25649305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99F1D-3651-437C-924F-87E7F7C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E772F-5316-4C64-B485-77FB1B8D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86658-D7F0-4EB7-80AA-A41F357C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661A8-CA3B-40BF-A194-AB61F48E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F5D55-05E6-4D77-9EB2-4F4BF4FC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21A3C-2FA6-4D41-9690-9F4C399E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F225D-4080-472D-95DB-84DA766A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7F19C-4A97-4CAD-B595-E66F9B6B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4FBFE-4CB4-47AA-964F-B6948E85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45FC3-B760-4AC9-AAAD-EF30AAD3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4326E-8BB9-49A1-BC87-B28BE776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50112-C850-4FDE-B661-9FDA93F5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20C9B-BDB4-4984-89A7-191F1E1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7E01A-D2AF-4440-B94C-5B828CA2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05BEB-7937-495C-87F0-8568A06B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E198A-A4F3-4460-9FDD-19C5495E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F2237-3481-4247-8C6C-691C8AE3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888FE-9CB2-4259-81B5-7DD5AEA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FB772-728B-4351-8926-037CE8FA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B09D4-8879-4284-AD47-F81C9AE0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A0548-5997-4CED-8194-356A0D80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9C630-DDB7-4DD6-B1B1-2823B852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CF246-F560-43C2-91FF-BB25D6C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B2B89-8899-474F-8F0D-A9B3F34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CDEAC-E7F3-4A9C-A0D8-46164706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0D533-AD14-4841-AC6B-EF3DF641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02738-B823-4A73-B214-DE5CCCEC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48D19-5675-4623-BD16-CDF3EE34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331250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2324BC-1CD2-4B0B-A109-5DEA677E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9591-111C-4EAA-9F69-8B36B5D3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7,2.10, Chapter 28 :28.6(1,2,3), 28.7(2)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FB60E-CB56-44D0-AF60-16651586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D85E9-47B3-4D0F-A02A-523F63FD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0DB1A-3B13-459D-8340-E2244092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403F2-1586-4733-BDE0-CD86730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C3FB8-35BB-4300-ACF8-2C5F21D2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DEAEE-8A99-4B7B-906A-DC26999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21ECA-12E8-4605-8718-530EF293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84859-CF75-4495-9337-23F662BE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89AFB-4504-4DC1-A988-AE1243C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F1C8E-F21C-45A4-9AED-E3A3DAEB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58B77-7C37-484E-A565-865E9C75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8CF87-DD6E-4B81-8589-2E16C9A8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EC762-8068-41F4-AB46-E168C910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85C16-5A71-4410-85D0-9F4C9668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CB42B-60DD-4FBF-AA89-3BC797B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C8A9F-9067-4E5E-BBDD-880873A8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C42A2-03C1-4F4D-A4A6-FA5965D9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065D7-34EF-4755-B91A-E15A776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C61F8-E2CC-4BCE-9329-DC0845D2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E50E1-4C33-41CB-AA6D-665BF89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C739C-C2E4-4AB6-991A-1B77639B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F6EDB-816B-4BF9-A6C5-ABB1448E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367480-1262-416C-8F32-5F4DDA75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C9E00-9FD8-48B3-A6A8-8F81C010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53904-1DD7-46D0-AF80-4DAF61F3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83389-0845-45BD-815B-F097C175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F3624-B318-47FF-B109-40CFA0B0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D14A1-C8F3-4CFD-93C4-6DB18F0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293D0-A8BF-48AB-B759-919458F3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F45EB-4696-4135-B6BA-3732EDB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32082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2026-08-24T16:03:02.4770000Z</dcterms:created>
  <dcterms:modified xsi:type="dcterms:W3CDTF">2026-08-24T16:03:02.4770000Z</dcterms:modified>
</coreProperties>
</file>