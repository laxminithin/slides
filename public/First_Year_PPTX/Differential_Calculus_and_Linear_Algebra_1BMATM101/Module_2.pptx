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e657dc6e34712" /><Relationship Type="http://schemas.openxmlformats.org/officeDocument/2006/relationships/extended-properties" Target="/docProps/app.xml" Id="R7f959c4192c34650" /><Relationship Type="http://schemas.openxmlformats.org/officeDocument/2006/relationships/officeDocument" Target="/ppt/presentation.xml" Id="Rcbd405fc981d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1a0aa6e614a24"/>
  </p:sldMasterIdLst>
  <p:notesMasterIdLst>
    <p:notesMasterId xmlns:r="http://schemas.openxmlformats.org/officeDocument/2006/relationships" r:id="R772fcc744d294753"/>
  </p:notesMasterIdLst>
  <p:sldIdLst>
    <p:sldId xmlns:r="http://schemas.openxmlformats.org/officeDocument/2006/relationships" id="256" r:id="R9d18d708323e4c21"/>
    <p:sldId xmlns:r="http://schemas.openxmlformats.org/officeDocument/2006/relationships" id="257" r:id="Ra319f2f303a04a1f"/>
    <p:sldId xmlns:r="http://schemas.openxmlformats.org/officeDocument/2006/relationships" id="258" r:id="R34f2d4762ed245a6"/>
    <p:sldId xmlns:r="http://schemas.openxmlformats.org/officeDocument/2006/relationships" id="259" r:id="R8c70fa98e0b54f72"/>
    <p:sldId xmlns:r="http://schemas.openxmlformats.org/officeDocument/2006/relationships" id="260" r:id="Re77c01c21bcb4a03"/>
    <p:sldId xmlns:r="http://schemas.openxmlformats.org/officeDocument/2006/relationships" id="261" r:id="Rf7acd03cb9dd4e7c"/>
    <p:sldId xmlns:r="http://schemas.openxmlformats.org/officeDocument/2006/relationships" id="262" r:id="R83084efaec1447e6"/>
    <p:sldId xmlns:r="http://schemas.openxmlformats.org/officeDocument/2006/relationships" id="263" r:id="R2a6660cc8aa44ceb"/>
    <p:sldId xmlns:r="http://schemas.openxmlformats.org/officeDocument/2006/relationships" id="264" r:id="R910749192cc24ea7"/>
    <p:sldId xmlns:r="http://schemas.openxmlformats.org/officeDocument/2006/relationships" id="265" r:id="Rc46d5fcc6ec24566"/>
    <p:sldId xmlns:r="http://schemas.openxmlformats.org/officeDocument/2006/relationships" id="266" r:id="Rc4b42dcaf73447b8"/>
    <p:sldId xmlns:r="http://schemas.openxmlformats.org/officeDocument/2006/relationships" id="267" r:id="Rc9ce3f750fb4473b"/>
    <p:sldId xmlns:r="http://schemas.openxmlformats.org/officeDocument/2006/relationships" id="268" r:id="Rf879ef1f550448c3"/>
    <p:sldId xmlns:r="http://schemas.openxmlformats.org/officeDocument/2006/relationships" id="269" r:id="Rc977a6141e514eb2"/>
    <p:sldId xmlns:r="http://schemas.openxmlformats.org/officeDocument/2006/relationships" id="270" r:id="Rd65c1b9d42b64c34"/>
    <p:sldId xmlns:r="http://schemas.openxmlformats.org/officeDocument/2006/relationships" id="271" r:id="R7f31ea6b1bfe46c7"/>
    <p:sldId xmlns:r="http://schemas.openxmlformats.org/officeDocument/2006/relationships" id="272" r:id="Rfd48aa866aac4735"/>
    <p:sldId xmlns:r="http://schemas.openxmlformats.org/officeDocument/2006/relationships" id="273" r:id="Rebe8a99833924cea"/>
    <p:sldId xmlns:r="http://schemas.openxmlformats.org/officeDocument/2006/relationships" id="274" r:id="R698bb854a5d3437b"/>
    <p:sldId xmlns:r="http://schemas.openxmlformats.org/officeDocument/2006/relationships" id="275" r:id="R58368eba640c4f76"/>
    <p:sldId xmlns:r="http://schemas.openxmlformats.org/officeDocument/2006/relationships" id="276" r:id="Rc672cbec902d45ea"/>
    <p:sldId xmlns:r="http://schemas.openxmlformats.org/officeDocument/2006/relationships" id="277" r:id="R4623b7ec2bbd4d38"/>
    <p:sldId xmlns:r="http://schemas.openxmlformats.org/officeDocument/2006/relationships" id="278" r:id="Rfe975ed0ff1d4c0c"/>
    <p:sldId xmlns:r="http://schemas.openxmlformats.org/officeDocument/2006/relationships" id="279" r:id="Rdef1695c2e714e8a"/>
    <p:sldId xmlns:r="http://schemas.openxmlformats.org/officeDocument/2006/relationships" id="280" r:id="Ra048aa1d90114e0f"/>
    <p:sldId xmlns:r="http://schemas.openxmlformats.org/officeDocument/2006/relationships" id="281" r:id="R5315df92a0234925"/>
    <p:sldId xmlns:r="http://schemas.openxmlformats.org/officeDocument/2006/relationships" id="282" r:id="Redc5989c7cee4f33"/>
    <p:sldId xmlns:r="http://schemas.openxmlformats.org/officeDocument/2006/relationships" id="283" r:id="R22c032f31125435a"/>
    <p:sldId xmlns:r="http://schemas.openxmlformats.org/officeDocument/2006/relationships" id="284" r:id="R5dd1fffd4233405a"/>
    <p:sldId xmlns:r="http://schemas.openxmlformats.org/officeDocument/2006/relationships" id="285" r:id="Rc85937cd7f1f43a2"/>
    <p:sldId xmlns:r="http://schemas.openxmlformats.org/officeDocument/2006/relationships" id="286" r:id="R965f2ae027994756"/>
    <p:sldId xmlns:r="http://schemas.openxmlformats.org/officeDocument/2006/relationships" id="287" r:id="R651f9ad94f4a4322"/>
    <p:sldId xmlns:r="http://schemas.openxmlformats.org/officeDocument/2006/relationships" id="288" r:id="R4384c92f03e44d91"/>
    <p:sldId xmlns:r="http://schemas.openxmlformats.org/officeDocument/2006/relationships" id="289" r:id="R2506b11e7be64152"/>
    <p:sldId xmlns:r="http://schemas.openxmlformats.org/officeDocument/2006/relationships" id="290" r:id="R502332858bf64092"/>
    <p:sldId xmlns:r="http://schemas.openxmlformats.org/officeDocument/2006/relationships" id="291" r:id="R3b69bda8514d481f"/>
    <p:sldId xmlns:r="http://schemas.openxmlformats.org/officeDocument/2006/relationships" id="292" r:id="R211d509f62c34493"/>
    <p:sldId xmlns:r="http://schemas.openxmlformats.org/officeDocument/2006/relationships" id="293" r:id="Rae00e8362e994c3e"/>
    <p:sldId xmlns:r="http://schemas.openxmlformats.org/officeDocument/2006/relationships" id="294" r:id="Rf6b34769e169443a"/>
    <p:sldId xmlns:r="http://schemas.openxmlformats.org/officeDocument/2006/relationships" id="295" r:id="R5bb379535d7343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aecce11bb449d" /><Relationship Type="http://schemas.openxmlformats.org/officeDocument/2006/relationships/slideMaster" Target="/ppt/slideMasters/slideMaster1.xml" Id="Rd201a0aa6e614a24" /><Relationship Type="http://schemas.openxmlformats.org/officeDocument/2006/relationships/notesMaster" Target="/ppt/notesMasters/notesMaster1.xml" Id="R772fcc744d294753" /><Relationship Type="http://schemas.openxmlformats.org/officeDocument/2006/relationships/presProps" Target="/ppt/presProps.xml" Id="Ra2e474764ca64979" /><Relationship Type="http://schemas.openxmlformats.org/officeDocument/2006/relationships/tableStyles" Target="/ppt/tableStyles.xml" Id="Rd55092d121a342ce" /><Relationship Type="http://schemas.openxmlformats.org/officeDocument/2006/relationships/slide" Target="/ppt/slides/slide1.xml" Id="R9d18d708323e4c21" /><Relationship Type="http://schemas.openxmlformats.org/officeDocument/2006/relationships/slide" Target="/ppt/slides/slide2.xml" Id="Ra319f2f303a04a1f" /><Relationship Type="http://schemas.openxmlformats.org/officeDocument/2006/relationships/slide" Target="/ppt/slides/slide3.xml" Id="R34f2d4762ed245a6" /><Relationship Type="http://schemas.openxmlformats.org/officeDocument/2006/relationships/slide" Target="/ppt/slides/slide4.xml" Id="R8c70fa98e0b54f72" /><Relationship Type="http://schemas.openxmlformats.org/officeDocument/2006/relationships/slide" Target="/ppt/slides/slide5.xml" Id="Re77c01c21bcb4a03" /><Relationship Type="http://schemas.openxmlformats.org/officeDocument/2006/relationships/slide" Target="/ppt/slides/slide6.xml" Id="Rf7acd03cb9dd4e7c" /><Relationship Type="http://schemas.openxmlformats.org/officeDocument/2006/relationships/slide" Target="/ppt/slides/slide7.xml" Id="R83084efaec1447e6" /><Relationship Type="http://schemas.openxmlformats.org/officeDocument/2006/relationships/slide" Target="/ppt/slides/slide8.xml" Id="R2a6660cc8aa44ceb" /><Relationship Type="http://schemas.openxmlformats.org/officeDocument/2006/relationships/slide" Target="/ppt/slides/slide9.xml" Id="R910749192cc24ea7" /><Relationship Type="http://schemas.openxmlformats.org/officeDocument/2006/relationships/slide" Target="/ppt/slides/slide10.xml" Id="Rc46d5fcc6ec24566" /><Relationship Type="http://schemas.openxmlformats.org/officeDocument/2006/relationships/slide" Target="/ppt/slides/slide11.xml" Id="Rc4b42dcaf73447b8" /><Relationship Type="http://schemas.openxmlformats.org/officeDocument/2006/relationships/slide" Target="/ppt/slides/slide12.xml" Id="Rc9ce3f750fb4473b" /><Relationship Type="http://schemas.openxmlformats.org/officeDocument/2006/relationships/slide" Target="/ppt/slides/slide13.xml" Id="Rf879ef1f550448c3" /><Relationship Type="http://schemas.openxmlformats.org/officeDocument/2006/relationships/slide" Target="/ppt/slides/slide14.xml" Id="Rc977a6141e514eb2" /><Relationship Type="http://schemas.openxmlformats.org/officeDocument/2006/relationships/slide" Target="/ppt/slides/slide15.xml" Id="Rd65c1b9d42b64c34" /><Relationship Type="http://schemas.openxmlformats.org/officeDocument/2006/relationships/slide" Target="/ppt/slides/slide16.xml" Id="R7f31ea6b1bfe46c7" /><Relationship Type="http://schemas.openxmlformats.org/officeDocument/2006/relationships/slide" Target="/ppt/slides/slide17.xml" Id="Rfd48aa866aac4735" /><Relationship Type="http://schemas.openxmlformats.org/officeDocument/2006/relationships/slide" Target="/ppt/slides/slide18.xml" Id="Rebe8a99833924cea" /><Relationship Type="http://schemas.openxmlformats.org/officeDocument/2006/relationships/slide" Target="/ppt/slides/slide19.xml" Id="R698bb854a5d3437b" /><Relationship Type="http://schemas.openxmlformats.org/officeDocument/2006/relationships/slide" Target="/ppt/slides/slide20.xml" Id="R58368eba640c4f76" /><Relationship Type="http://schemas.openxmlformats.org/officeDocument/2006/relationships/slide" Target="/ppt/slides/slide21.xml" Id="Rc672cbec902d45ea" /><Relationship Type="http://schemas.openxmlformats.org/officeDocument/2006/relationships/slide" Target="/ppt/slides/slide22.xml" Id="R4623b7ec2bbd4d38" /><Relationship Type="http://schemas.openxmlformats.org/officeDocument/2006/relationships/slide" Target="/ppt/slides/slide23.xml" Id="Rfe975ed0ff1d4c0c" /><Relationship Type="http://schemas.openxmlformats.org/officeDocument/2006/relationships/slide" Target="/ppt/slides/slide24.xml" Id="Rdef1695c2e714e8a" /><Relationship Type="http://schemas.openxmlformats.org/officeDocument/2006/relationships/slide" Target="/ppt/slides/slide25.xml" Id="Ra048aa1d90114e0f" /><Relationship Type="http://schemas.openxmlformats.org/officeDocument/2006/relationships/slide" Target="/ppt/slides/slide26.xml" Id="R5315df92a0234925" /><Relationship Type="http://schemas.openxmlformats.org/officeDocument/2006/relationships/slide" Target="/ppt/slides/slide27.xml" Id="Redc5989c7cee4f33" /><Relationship Type="http://schemas.openxmlformats.org/officeDocument/2006/relationships/slide" Target="/ppt/slides/slide28.xml" Id="R22c032f31125435a" /><Relationship Type="http://schemas.openxmlformats.org/officeDocument/2006/relationships/slide" Target="/ppt/slides/slide29.xml" Id="R5dd1fffd4233405a" /><Relationship Type="http://schemas.openxmlformats.org/officeDocument/2006/relationships/slide" Target="/ppt/slides/slide30.xml" Id="Rc85937cd7f1f43a2" /><Relationship Type="http://schemas.openxmlformats.org/officeDocument/2006/relationships/slide" Target="/ppt/slides/slide31.xml" Id="R965f2ae027994756" /><Relationship Type="http://schemas.openxmlformats.org/officeDocument/2006/relationships/slide" Target="/ppt/slides/slide32.xml" Id="R651f9ad94f4a4322" /><Relationship Type="http://schemas.openxmlformats.org/officeDocument/2006/relationships/slide" Target="/ppt/slides/slide33.xml" Id="R4384c92f03e44d91" /><Relationship Type="http://schemas.openxmlformats.org/officeDocument/2006/relationships/slide" Target="/ppt/slides/slide34.xml" Id="R2506b11e7be64152" /><Relationship Type="http://schemas.openxmlformats.org/officeDocument/2006/relationships/slide" Target="/ppt/slides/slide35.xml" Id="R502332858bf64092" /><Relationship Type="http://schemas.openxmlformats.org/officeDocument/2006/relationships/slide" Target="/ppt/slides/slide36.xml" Id="R3b69bda8514d481f" /><Relationship Type="http://schemas.openxmlformats.org/officeDocument/2006/relationships/slide" Target="/ppt/slides/slide37.xml" Id="R211d509f62c34493" /><Relationship Type="http://schemas.openxmlformats.org/officeDocument/2006/relationships/slide" Target="/ppt/slides/slide38.xml" Id="Rae00e8362e994c3e" /><Relationship Type="http://schemas.openxmlformats.org/officeDocument/2006/relationships/slide" Target="/ppt/slides/slide39.xml" Id="Rf6b34769e169443a" /><Relationship Type="http://schemas.openxmlformats.org/officeDocument/2006/relationships/slide" Target="/ppt/slides/slide40.xml" Id="R5bb379535d73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28a8f796bd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3ff0159944413b" /><Relationship Type="http://schemas.openxmlformats.org/officeDocument/2006/relationships/notesMaster" Target="/ppt/notesMasters/notesMaster1.xml" Id="R1507ed903da04f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996a1991e4532" /><Relationship Type="http://schemas.openxmlformats.org/officeDocument/2006/relationships/notesMaster" Target="/ppt/notesMasters/notesMaster1.xml" Id="Rd918ff2e9f7745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03060bdc242ad" /><Relationship Type="http://schemas.openxmlformats.org/officeDocument/2006/relationships/notesMaster" Target="/ppt/notesMasters/notesMaster1.xml" Id="Rd7eb14bb170d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96fafcc5b4d43" /><Relationship Type="http://schemas.openxmlformats.org/officeDocument/2006/relationships/notesMaster" Target="/ppt/notesMasters/notesMaster1.xml" Id="R72ee2e16f999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6ffe8e620f4a86" /><Relationship Type="http://schemas.openxmlformats.org/officeDocument/2006/relationships/notesMaster" Target="/ppt/notesMasters/notesMaster1.xml" Id="R8fd61e74407047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c9599c6a94a28" /><Relationship Type="http://schemas.openxmlformats.org/officeDocument/2006/relationships/notesMaster" Target="/ppt/notesMasters/notesMaster1.xml" Id="Rdc6b1d36e03249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7c6c9b89e421c" /><Relationship Type="http://schemas.openxmlformats.org/officeDocument/2006/relationships/notesMaster" Target="/ppt/notesMasters/notesMaster1.xml" Id="Ra2c503ddd8794d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a2b713337446e8" /><Relationship Type="http://schemas.openxmlformats.org/officeDocument/2006/relationships/notesMaster" Target="/ppt/notesMasters/notesMaster1.xml" Id="Rf89ac6742abe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f4a6cb45a14c73" /><Relationship Type="http://schemas.openxmlformats.org/officeDocument/2006/relationships/notesMaster" Target="/ppt/notesMasters/notesMaster1.xml" Id="Ra506a417699f4d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41ccea46184091" /><Relationship Type="http://schemas.openxmlformats.org/officeDocument/2006/relationships/notesMaster" Target="/ppt/notesMasters/notesMaster1.xml" Id="Rb956b03f9b2845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a0f1dfe09944e1" /><Relationship Type="http://schemas.openxmlformats.org/officeDocument/2006/relationships/notesMaster" Target="/ppt/notesMasters/notesMaster1.xml" Id="R5ed2e364e47e47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4f6d2b5e714756" /><Relationship Type="http://schemas.openxmlformats.org/officeDocument/2006/relationships/notesMaster" Target="/ppt/notesMasters/notesMaster1.xml" Id="R6cc867acbdec45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29e3c6a1a04eb4" /><Relationship Type="http://schemas.openxmlformats.org/officeDocument/2006/relationships/notesMaster" Target="/ppt/notesMasters/notesMaster1.xml" Id="R143f26c9c19d49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bacb9aef194cad" /><Relationship Type="http://schemas.openxmlformats.org/officeDocument/2006/relationships/notesMaster" Target="/ppt/notesMasters/notesMaster1.xml" Id="Rb5b33f26d1384e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3b32a2a15a4415" /><Relationship Type="http://schemas.openxmlformats.org/officeDocument/2006/relationships/notesMaster" Target="/ppt/notesMasters/notesMaster1.xml" Id="Ra1f15a1704394b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3292024f9c42c4" /><Relationship Type="http://schemas.openxmlformats.org/officeDocument/2006/relationships/notesMaster" Target="/ppt/notesMasters/notesMaster1.xml" Id="R90f16444ac004a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d542e4c5ee4ddc" /><Relationship Type="http://schemas.openxmlformats.org/officeDocument/2006/relationships/notesMaster" Target="/ppt/notesMasters/notesMaster1.xml" Id="R51109c5a27d349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a0865ffc6d4444" /><Relationship Type="http://schemas.openxmlformats.org/officeDocument/2006/relationships/notesMaster" Target="/ppt/notesMasters/notesMaster1.xml" Id="Rcf7e57e5d2b142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b3a13b9ede4eb1" /><Relationship Type="http://schemas.openxmlformats.org/officeDocument/2006/relationships/notesMaster" Target="/ppt/notesMasters/notesMaster1.xml" Id="R0498621a8ae245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181728969f4dfc" /><Relationship Type="http://schemas.openxmlformats.org/officeDocument/2006/relationships/notesMaster" Target="/ppt/notesMasters/notesMaster1.xml" Id="R5c89c47b538d4d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0f7df509004678" /><Relationship Type="http://schemas.openxmlformats.org/officeDocument/2006/relationships/notesMaster" Target="/ppt/notesMasters/notesMaster1.xml" Id="R4eefff63e59546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b18826cce84395" /><Relationship Type="http://schemas.openxmlformats.org/officeDocument/2006/relationships/notesMaster" Target="/ppt/notesMasters/notesMaster1.xml" Id="R069724d1d93246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028222af9d4d03" /><Relationship Type="http://schemas.openxmlformats.org/officeDocument/2006/relationships/notesMaster" Target="/ppt/notesMasters/notesMaster1.xml" Id="Rd7b8ef3c05454c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1d162f09d54a16" /><Relationship Type="http://schemas.openxmlformats.org/officeDocument/2006/relationships/notesMaster" Target="/ppt/notesMasters/notesMaster1.xml" Id="R64bcf766889b43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10ad1b57e14219" /><Relationship Type="http://schemas.openxmlformats.org/officeDocument/2006/relationships/notesMaster" Target="/ppt/notesMasters/notesMaster1.xml" Id="R37e55b5d4f864a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7310645cb54a83" /><Relationship Type="http://schemas.openxmlformats.org/officeDocument/2006/relationships/notesMaster" Target="/ppt/notesMasters/notesMaster1.xml" Id="R14e84f1e709c41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14fddd2ec64f93" /><Relationship Type="http://schemas.openxmlformats.org/officeDocument/2006/relationships/notesMaster" Target="/ppt/notesMasters/notesMaster1.xml" Id="Rced2954b422341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50f4c334954970" /><Relationship Type="http://schemas.openxmlformats.org/officeDocument/2006/relationships/notesMaster" Target="/ppt/notesMasters/notesMaster1.xml" Id="Ra7f8f0fec08349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3a11e5c99994801" /><Relationship Type="http://schemas.openxmlformats.org/officeDocument/2006/relationships/notesMaster" Target="/ppt/notesMasters/notesMaster1.xml" Id="Ra3078602b3e2486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dfa7597cf74f57" /><Relationship Type="http://schemas.openxmlformats.org/officeDocument/2006/relationships/notesMaster" Target="/ppt/notesMasters/notesMaster1.xml" Id="Rd00b7d23cd8641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9ee4194d5da40e7" /><Relationship Type="http://schemas.openxmlformats.org/officeDocument/2006/relationships/notesMaster" Target="/ppt/notesMasters/notesMaster1.xml" Id="R14b5efb98ce849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f819211a7c45f3" /><Relationship Type="http://schemas.openxmlformats.org/officeDocument/2006/relationships/notesMaster" Target="/ppt/notesMasters/notesMaster1.xml" Id="R2038cf128a0644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62fe046db574442" /><Relationship Type="http://schemas.openxmlformats.org/officeDocument/2006/relationships/notesMaster" Target="/ppt/notesMasters/notesMaster1.xml" Id="R8b9d35575658401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f95a4f76344306" /><Relationship Type="http://schemas.openxmlformats.org/officeDocument/2006/relationships/notesMaster" Target="/ppt/notesMasters/notesMaster1.xml" Id="R08d760646d6048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0ac55fc02234230" /><Relationship Type="http://schemas.openxmlformats.org/officeDocument/2006/relationships/notesMaster" Target="/ppt/notesMasters/notesMaster1.xml" Id="R168f0e686b9b49e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6c50f230b64d76" /><Relationship Type="http://schemas.openxmlformats.org/officeDocument/2006/relationships/notesMaster" Target="/ppt/notesMasters/notesMaster1.xml" Id="R4a45881b124146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45d16518e354ec3" /><Relationship Type="http://schemas.openxmlformats.org/officeDocument/2006/relationships/notesMaster" Target="/ppt/notesMasters/notesMaster1.xml" Id="R77411525865f47c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3aad2ea7b74821" /><Relationship Type="http://schemas.openxmlformats.org/officeDocument/2006/relationships/notesMaster" Target="/ppt/notesMasters/notesMaster1.xml" Id="Rfeed69e790af47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f9893ea9f36498d" /><Relationship Type="http://schemas.openxmlformats.org/officeDocument/2006/relationships/notesMaster" Target="/ppt/notesMasters/notesMaster1.xml" Id="R94b488c042b149f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88d036f40d741c7" /><Relationship Type="http://schemas.openxmlformats.org/officeDocument/2006/relationships/notesMaster" Target="/ppt/notesMasters/notesMaster1.xml" Id="R55d404f930414d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4107c862f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5a9115bf2047a6" /><Relationship Type="http://schemas.openxmlformats.org/officeDocument/2006/relationships/slideLayout" Target="/ppt/slideLayouts/slideLayout1.xml" Id="R94a288c19a1e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288c19a1e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69ceb46894a00" /><Relationship Type="http://schemas.openxmlformats.org/officeDocument/2006/relationships/notesSlide" Target="/ppt/notesSlides/notesSlide1.xml" Id="R2be444aa63064b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8327828634425" /><Relationship Type="http://schemas.openxmlformats.org/officeDocument/2006/relationships/notesSlide" Target="/ppt/notesSlides/notesSlide2.xml" Id="Ra72a778674d442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9d4f96d74d45" /><Relationship Type="http://schemas.openxmlformats.org/officeDocument/2006/relationships/notesSlide" Target="/ppt/notesSlides/notesSlide3.xml" Id="Rd7329cb703cb4b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9a8b57824a19" /><Relationship Type="http://schemas.openxmlformats.org/officeDocument/2006/relationships/notesSlide" Target="/ppt/notesSlides/notesSlide4.xml" Id="R1c9495ed6e5d48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ecaea411a42bf" /><Relationship Type="http://schemas.openxmlformats.org/officeDocument/2006/relationships/notesSlide" Target="/ppt/notesSlides/notesSlide5.xml" Id="Ref45d12b9ee947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398b71e54571" /><Relationship Type="http://schemas.openxmlformats.org/officeDocument/2006/relationships/notesSlide" Target="/ppt/notesSlides/notesSlide6.xml" Id="Rccc2d673d1d8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b85cfc4c34c5f" /><Relationship Type="http://schemas.openxmlformats.org/officeDocument/2006/relationships/notesSlide" Target="/ppt/notesSlides/notesSlide7.xml" Id="R482679117bae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06992b8274794" /><Relationship Type="http://schemas.openxmlformats.org/officeDocument/2006/relationships/notesSlide" Target="/ppt/notesSlides/notesSlide8.xml" Id="R0b8e563a127947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ecc1fda244735" /><Relationship Type="http://schemas.openxmlformats.org/officeDocument/2006/relationships/notesSlide" Target="/ppt/notesSlides/notesSlide9.xml" Id="Rb0ee7cf2f11d49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ce6f0b6e24433" /><Relationship Type="http://schemas.openxmlformats.org/officeDocument/2006/relationships/notesSlide" Target="/ppt/notesSlides/notesSlide10.xml" Id="Rb5213de2fb4e43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8fd0fff048a3" /><Relationship Type="http://schemas.openxmlformats.org/officeDocument/2006/relationships/notesSlide" Target="/ppt/notesSlides/notesSlide11.xml" Id="R1f156032df7b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f014f50df484a" /><Relationship Type="http://schemas.openxmlformats.org/officeDocument/2006/relationships/notesSlide" Target="/ppt/notesSlides/notesSlide12.xml" Id="R66ef36df9c274d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8009f2f474464" /><Relationship Type="http://schemas.openxmlformats.org/officeDocument/2006/relationships/notesSlide" Target="/ppt/notesSlides/notesSlide13.xml" Id="R51e7ef123c0742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0d680586c4557" /><Relationship Type="http://schemas.openxmlformats.org/officeDocument/2006/relationships/notesSlide" Target="/ppt/notesSlides/notesSlide14.xml" Id="R53009b0219ea4f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62e9f667545ef" /><Relationship Type="http://schemas.openxmlformats.org/officeDocument/2006/relationships/notesSlide" Target="/ppt/notesSlides/notesSlide15.xml" Id="Rc1e33b572e0648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6f287c584657" /><Relationship Type="http://schemas.openxmlformats.org/officeDocument/2006/relationships/notesSlide" Target="/ppt/notesSlides/notesSlide16.xml" Id="Reb2c9f8638f940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4c32d2ed34039" /><Relationship Type="http://schemas.openxmlformats.org/officeDocument/2006/relationships/notesSlide" Target="/ppt/notesSlides/notesSlide17.xml" Id="R326ff8a9c13c45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02e85e6cb4220" /><Relationship Type="http://schemas.openxmlformats.org/officeDocument/2006/relationships/notesSlide" Target="/ppt/notesSlides/notesSlide18.xml" Id="R5fb0a631c0b043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3a3bf59854c40" /><Relationship Type="http://schemas.openxmlformats.org/officeDocument/2006/relationships/notesSlide" Target="/ppt/notesSlides/notesSlide19.xml" Id="R69aabafaf8a843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cbc719c54e4f" /><Relationship Type="http://schemas.openxmlformats.org/officeDocument/2006/relationships/notesSlide" Target="/ppt/notesSlides/notesSlide20.xml" Id="R1ed3a28ee1784d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e90d1fd5044c5" /><Relationship Type="http://schemas.openxmlformats.org/officeDocument/2006/relationships/notesSlide" Target="/ppt/notesSlides/notesSlide21.xml" Id="R02207f8d85254e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69d172e404024" /><Relationship Type="http://schemas.openxmlformats.org/officeDocument/2006/relationships/notesSlide" Target="/ppt/notesSlides/notesSlide22.xml" Id="Rd740197b55a348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80b2ad4c14bf8" /><Relationship Type="http://schemas.openxmlformats.org/officeDocument/2006/relationships/notesSlide" Target="/ppt/notesSlides/notesSlide23.xml" Id="R320126d0d45a43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f419e4ad4162" /><Relationship Type="http://schemas.openxmlformats.org/officeDocument/2006/relationships/notesSlide" Target="/ppt/notesSlides/notesSlide24.xml" Id="R7703a1213c2948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09594d59d475d" /><Relationship Type="http://schemas.openxmlformats.org/officeDocument/2006/relationships/notesSlide" Target="/ppt/notesSlides/notesSlide25.xml" Id="R0ece14e892554b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75f329b745dd" /><Relationship Type="http://schemas.openxmlformats.org/officeDocument/2006/relationships/notesSlide" Target="/ppt/notesSlides/notesSlide26.xml" Id="R758fc17956224d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fcbd67aef48c2" /><Relationship Type="http://schemas.openxmlformats.org/officeDocument/2006/relationships/notesSlide" Target="/ppt/notesSlides/notesSlide27.xml" Id="Rf8ffb9b10bdb47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c841ac3e9420c" /><Relationship Type="http://schemas.openxmlformats.org/officeDocument/2006/relationships/notesSlide" Target="/ppt/notesSlides/notesSlide28.xml" Id="R2fa96a01ed7f43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fa1314e6407a" /><Relationship Type="http://schemas.openxmlformats.org/officeDocument/2006/relationships/notesSlide" Target="/ppt/notesSlides/notesSlide29.xml" Id="Rd32c18dce9b6452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7d9f7924346f1" /><Relationship Type="http://schemas.openxmlformats.org/officeDocument/2006/relationships/notesSlide" Target="/ppt/notesSlides/notesSlide30.xml" Id="R06f402a2ecda499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5fcb413d54a1a" /><Relationship Type="http://schemas.openxmlformats.org/officeDocument/2006/relationships/notesSlide" Target="/ppt/notesSlides/notesSlide31.xml" Id="R458e5ac6b5d34e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2fd4fe1c44e9f" /><Relationship Type="http://schemas.openxmlformats.org/officeDocument/2006/relationships/notesSlide" Target="/ppt/notesSlides/notesSlide32.xml" Id="Rd962766e86e64bc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c083fe4b74ff9" /><Relationship Type="http://schemas.openxmlformats.org/officeDocument/2006/relationships/notesSlide" Target="/ppt/notesSlides/notesSlide33.xml" Id="R09b2af59c0b943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dc4b467904080" /><Relationship Type="http://schemas.openxmlformats.org/officeDocument/2006/relationships/notesSlide" Target="/ppt/notesSlides/notesSlide34.xml" Id="Rab06c184099342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64b3a53944724" /><Relationship Type="http://schemas.openxmlformats.org/officeDocument/2006/relationships/notesSlide" Target="/ppt/notesSlides/notesSlide35.xml" Id="Raf1e1a95752343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1602da57842dc" /><Relationship Type="http://schemas.openxmlformats.org/officeDocument/2006/relationships/notesSlide" Target="/ppt/notesSlides/notesSlide36.xml" Id="R9f7f93f022b6490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e4d14a584493f" /><Relationship Type="http://schemas.openxmlformats.org/officeDocument/2006/relationships/notesSlide" Target="/ppt/notesSlides/notesSlide37.xml" Id="R992310cad3f0408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d194a4b9146d1" /><Relationship Type="http://schemas.openxmlformats.org/officeDocument/2006/relationships/notesSlide" Target="/ppt/notesSlides/notesSlide38.xml" Id="Rcd69fb8e4f8549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8b5f9f7d4ab9" /><Relationship Type="http://schemas.openxmlformats.org/officeDocument/2006/relationships/notesSlide" Target="/ppt/notesSlides/notesSlide39.xml" Id="R3a9fec2c56f6492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2bcb86fae45ca" /><Relationship Type="http://schemas.openxmlformats.org/officeDocument/2006/relationships/notesSlide" Target="/ppt/notesSlides/notesSlide40.xml" Id="Re9af28646abb42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5299F-9761-4B54-AF4F-75B1DC2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CE12A-04EB-4F7C-9A01-20C8A8A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Series Expansion,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958F5-7F4D-4192-93A7-1BD51E0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4 :4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B3ED-86D1-4A5E-9FCF-F2D5ACA2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62384-5331-4825-BC9B-0E1A5619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5A31C-995E-4DFD-A353-BF1168E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3C4CC-4BF5-454C-AA25-B8FECC8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9330A-8F4E-4C72-A94E-BCFF3E2C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1120D-1631-4A80-B97A-2D4BFE43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F2A94-5BFD-4050-902C-094CB90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00ADC-C2D2-4578-BFFA-AB3F0B6D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56796-41D6-4EDE-9967-0B1DDFF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8B7E8-F25E-45CB-AE1E-952DC9E2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8430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1C81B-AF00-4029-ADE5-F970F7F7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DD4E2-A5F2-4E3E-9A06-7BEC800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20199-3D58-4D6C-AEA6-4D3EE58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7298-1720-4867-BD5B-EA7C081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1D76-77DA-43BF-9D64-7C63B55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9F161-5E44-4733-BFDC-8E5F6E8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C9799-C9A8-440E-9EE8-3DA3F61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B27E0-3B6F-47BE-AD3A-9AD044A0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FCF8E-1983-4E23-8FA5-EAEE423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5758A-9CF6-4317-875C-2D200770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9E56B-7642-4321-8AA1-1C8B4A2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75A59-B38A-4D5F-A167-CE1A71A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E6C40-1271-4137-B511-60C78A73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04864-646C-4517-B90A-20BD26D3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57C82-F235-46E2-9564-A083972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2747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50E5C-9970-4099-A46F-0C49727D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D39A0-0E68-4C2C-8744-7EAE7B6B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EF50D-6CC0-48CE-B6E6-F658C98A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67CC9-523E-43D3-AC7B-276EBFF8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E38B-E100-4FFE-BD5F-2B11A78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4CD6B-2133-4EA7-881A-96C7BC0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8359-5483-4202-ACF4-F669DDE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75931-E69F-4E4C-B4F4-2D4BDF3A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A7633-06F0-44CA-8B2A-260ED984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Series Expansion, Indeterminate Forms and Multivariable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2506B-D64D-4D44-BF47-B53D0F2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0EA2A-3B2B-4467-9E41-16E895F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E90C-A426-423E-B308-5046D0CF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F63D0-D632-42D4-A4CB-D1C212D0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5C565-1573-4823-8AEF-32B792D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818D7-F731-4DC8-A105-4D5EDE8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Partial differentiation, total derivative - differentiati...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8E809-5F9D-407C-9BB5-E2FE86CD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0BA5C-3E9E-4C9B-9C94-93C5841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FC056-4AA9-4BEF-843D-EBBA115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Maxima and minima for the function of two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60CAD-F46C-4BEC-9BE5-74A39E62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D556A-DA09-4C20-9B9B-8DFCC49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538B6-D87E-40DE-B2EC-3D625C5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4,4.5, Chapter 5 :5.1-5.7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20D24-B0E0-4DAC-8556-5637110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9AF5A-74EB-48BA-90DD-A0B79E3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32108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8280F-1E82-4B47-8F1F-B0F560A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9B70-C9E3-4C5A-830D-46F94F33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83BFB-8CFD-4AB6-92C2-EAAFD98C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B7895-0F0D-4F59-9C96-10F2F72F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7904-4E18-4FA8-946F-428FD558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43E67-DD9D-49D6-8A39-EEADF38A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08CF5-4FF8-4143-A176-19F4C6B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B8255-5CAD-482F-B692-489B956A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Series Expansion, Indeterminate Forms and Multivariable 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DB6A8-9904-4BE1-B1FF-0646B4B4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E720-9AB9-4992-9A03-38632C06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DC818-DF3B-45EC-9E59-65B44BC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F4C1E-9E68-4B05-B985-22E33DED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EFAC7-B363-41F9-A474-32B7C36A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0C077-E613-4707-BA4C-6900E7F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Partial differentiation, total derivative - differentiati...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0664B-E168-4B3B-A0EF-771CA3E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7C779-D6A5-4F67-B7D0-080684B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8B286-A7E9-4565-A168-FE03F4A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Maxima and minima for the function of two 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2E687-3632-424A-B2D0-BB7AA5E8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657E8-0527-46DC-B0CC-B43FACB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8A4E0-A601-4FBF-8C96-6720B7C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4,4.5, Chapter 5 :5.1-5.7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4122A-FA51-4CC3-956F-4B8606E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5FD8C-DB07-495A-BED0-685C5A5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35B49-8DD3-4B6D-9DC3-073E55B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27076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9C206-CD5C-4ABC-9A0A-12A5A77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21957-440C-46E1-95E1-837B758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B6665-2E14-4C71-9566-B5C25D8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49434-4BD0-4D20-8100-0A18C34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AEE39-2112-4B5D-9721-60478EAA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E80CB-130E-44D9-9411-EAD0698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Expansion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7D36B-4956-403B-80C9-3A4E9AF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Indeterminate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C6627-9594-46FF-A1CB-E0388125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7D346-8DF9-40DD-8FC5-916434B7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EC936-7615-4EDC-ACAD-B9E66900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BA0C7-B692-44A3-97F4-CC85054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9BAA9-BB65-4598-BDD1-6EAE772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A3003-6620-4355-88C8-D0E2809A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DDD33-302C-4EA8-BEB3-CAE1B052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Taylor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DF36C-FFAB-4F82-9F2B-3E404C98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D1704-58A3-40C3-B8EC-77CECB1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03169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3839E-308F-43D9-8984-FAED5A89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C28A3-6B9C-4AC1-8338-D8292DC4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D7147-F413-483F-A9B1-3D814115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EBF4A-75D0-4E21-A8C8-53A1087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ED0E5-361F-473E-8A1A-95DEDC4C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Series Expansion, Indeterminate Forms and Multivariable Calculus (8Hours Theory) + (4Hours Tutorial) Statement...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70568-9BC0-4502-BC80-6EDD1EE9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Series Expansion, Indeterminate Forms and...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DBBED-8617-4D5F-AB0D-5815559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1088-B147-4F7E-83B0-57BD4C17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0F6A4-669B-43D9-B09C-2F04CD95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E3BB8-AA60-4097-A72D-68292FD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AAA11-9372-4393-85E1-1EAA966B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83ADE-1B08-4F68-B361-4BE1B08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CDA57-D363-4544-BA1F-6371346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498D6-6D5D-4257-9100-0EEAA4DC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854E5-304B-46E5-A247-5170DC1F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B7180-D854-40EF-AD47-C1D18CE1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9233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750B6-01A6-4D1B-81DC-187AA701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9D229-83C3-409B-B992-D78798D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ABCAF-6B5C-4232-81EB-F1240B88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E4BA0-1366-4AA6-9175-7C219A04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FBC04-D0F0-4B0F-A9A1-66707580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98A0-51A1-4F5A-AB7E-8A7DF365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71A51-0DA7-473E-95DF-F5AD1A9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BF04A-6DAA-4217-ABB7-105A077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E5427-4B05-48CC-8916-68D2910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Series Expansio...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567EF-A265-4452-826D-82D40C4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3007F-AFE8-4ABA-A664-9E57ACFF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AB8D6-FA32-462C-863F-03AB454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Series Exp...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8BBB8-1AAF-4437-818E-BD8B5B6B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079DE-888B-4765-B071-E0D0B964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12AB5-3E40-40A2-A10F-F34E9CBA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Series...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BF2CF-E073-4AFE-B5FB-8FBCE47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40EAC-72FD-4EBE-8EBA-552D4E1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17AED-3B02-42AD-8A7A-93F7BF8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Series Expans...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93411-4322-4004-BF5F-66D09D1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1E9E1-D0C8-45B5-AF25-455F897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76F73-7D58-4C94-A8E7-BD6E3B20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Series Expa...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26086-4C9C-4556-8627-5F4386E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73741-C734-4EC6-87A1-228689F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35009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7A6D6-A1FE-42E8-9C5F-E2F3F0D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D8177-6CC3-4CA8-9EBB-1F21C9F9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1A1D5-9773-46A1-AA9C-F86FDC8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FFF0-7F55-4F64-B24E-F5CCD32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6870E-AFF1-43CC-B93F-34F8056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92892-5F77-4793-A3D2-2180D046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40E69-A587-4AF8-9561-4E366279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D03A1-9F50-4F25-832B-B462848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45848-EC44-4928-9DF7-6C1D10B7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B8AE1-7979-4B22-85EF-3A0479A0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B0D42-3D4E-4505-A8A1-C7F093C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2A4F8-3CFB-43E0-A479-743B88E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A572A-BA17-4D68-9E7B-257EDC6F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8859D-21CD-4A53-8611-F980CC77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D0E52-A46C-49FA-BCBF-346391C5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5130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47973-4B30-4DBA-9BC3-CD907321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96F2-00C8-4FBE-86AD-52AFD4D0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FDD3B-B27F-46EB-B069-A9B2DCB6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634C-5773-4A44-962B-106C6CB2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7181C-6AC7-4906-B120-63B82E2F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A5F54-A93F-4ACA-BFD1-BB4E03A7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Series Expansion, Indeterminate Forms and Multivariable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A75F0-3039-45A4-B9E8-D4D8E741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12BEE-0B76-4820-A79E-ADDC1C3A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ABB1-96CB-4D2E-9DD5-B35331E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10194-DE95-493B-AC83-BA15D59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360B1-27B6-490B-A5D3-24DFEF8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1242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3370E-DC44-45D1-A300-11F1437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18C78-E76E-4EB9-862A-7A74ADCB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E586A-E50E-4E66-977B-E1995AC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1227-8C87-4CD4-B268-D8C560D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70A63-98D4-4DE7-A64C-BB907CFE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5691B-2D42-4EEB-B12E-F5ACCC2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Indeterminate forms - L'Hospital's rule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BA1D-401C-451D-8D25-7B53047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F490F-5237-4998-BEF7-12142F5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85BF5-00B3-42CA-8F43-81B96261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D4E2D-8C48-4558-88D6-B5137776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7E09A-74BE-4EA6-9EC1-4DE2B2DB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BBBB4-AB32-4FA2-A9CB-C1810ECB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75290-C83B-45AB-8960-1A666499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B41C6-D766-4CA8-AD4A-933B933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C5E56-BBBC-4EEF-B5F6-84DB8501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75D98-B2C0-42D7-8F4E-4AD12092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74691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685C4-AA25-4D3A-9FBF-828A7DA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5633C-9490-4F43-AD1D-C0FAD666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86C08-EC9F-47E7-B281-9E77ED2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47530-1EDE-48DE-9B4A-F9584952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2EA7E-3D02-4F20-91A1-DF68C4D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50BB3-53CF-47B4-B509-705DAA7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8DDF6-B2FF-4C1F-9741-FED19E8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7137F-DA92-4AF4-A437-27FE224B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59750-EEF1-411D-A5C9-77F7EE0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Indeterminate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12635-0947-4233-8760-B244E7FB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54878-686C-468A-B536-B9EC807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AC6F5-188B-40D6-8E2D-B2E2F15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Indetermin...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6BFED-119E-4844-BF65-017044EA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8FC93-2BFB-444C-8E57-9318CAEE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BC00D-4BD1-4FBE-922A-05A7CC0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Indeter...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7C7F5-CCFE-410D-AC4A-175D9E3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7647C-7439-4AA4-8992-CEAA8B6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9531B-7A51-4048-ACDB-709A992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Indeterminate...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F5CA4-7181-4585-88DE-38A05A6C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A1214-1CCA-4406-9C97-CEA23CF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35E5D-C8BA-4DB2-BE7E-1624189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Indetermina...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34E69-A983-4E1D-81D7-E9930C3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3389D-11E4-4C06-A289-4341CBE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6209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3C356-7BF6-454A-A4CC-A71C0794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3FEC2-D53C-4257-B8C4-8A25D0D0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C53E5-9E00-4F66-A985-13561B9F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AF71-DB7B-494E-AB14-982C942B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B333D-9E14-4959-8B75-BEC20F9F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BBB43-0DB7-4317-9DBE-24144F3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3827A-B471-47D3-B92D-909F4F93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931C4-9CE0-4278-B981-5FD10AB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6E70-16EC-4D85-B008-6738F384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DF187-92D9-4C03-BD2F-C55D56F5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A3314-A264-431B-8834-BC7588A0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1C41A-21C3-42C5-A671-FC69ED17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3542A-EB7C-4D91-9D23-4BDDF443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CE59B-4B15-4F7E-9758-5244D405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641EC-B872-4D4B-B8E6-248428C6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53703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A237-633B-46C6-BDEB-FAA0F19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53706-79F0-49F3-A10D-720B3085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E760D-428C-45B8-926A-2108703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F9688-E89C-4641-BA34-C1A809A7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1486C-74FD-4E66-9D73-DF4112A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D5730-9497-4B06-BAEE-091E14E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Indeterminate forms - L'Hospital's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CD089-D72A-432C-9F71-8304ED0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983CB-39A5-4751-B1B8-7B16021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EE605-5765-4737-A086-7DA1446C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F9924-8445-4A2F-8A83-2D0CEAC8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BDAD4-6200-49AA-A061-4001A7CA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4788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D4B63-CCFB-4470-9E2B-220EDFA9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74B3A-0A26-4020-A2F3-1972135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21A31-777D-4B8A-A4B3-41D7916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87C3C-26DB-4B3E-9350-2515BEFE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E2071-C4D2-4367-BCE0-B836866C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Partial differentiation, total derivative - differentiation of composite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0A270-7191-4EA8-BA4E-2C074F8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Partial differentiation, total derivative...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3D431-AE0F-4CA9-B55F-DDD2E9F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FCBF5-9909-4576-B395-B23ECCD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3B65C-5B2A-4636-BB3C-96011FE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22436-176F-40A7-898B-0F9292D0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2A02D-3723-4DD9-A0F9-81C72865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5EA73-1BC2-4AA0-B0F5-C589920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6711D-4825-4EFC-AAB6-C527D4EC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1337F-2A18-4377-8625-7BEEC7DC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D9179-DF02-4B33-8125-A94404C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E065-740F-4403-85BC-2E668C54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11083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1B3AF-9215-40F9-A029-3AFDD7F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24397-30A1-42B7-9157-AFB3513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0229A-CB5C-443B-A7A8-FE80206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223D5-8BC3-4BAC-A488-2CC0070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5ED1A-6AAC-4B2D-802D-F197291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A4762-DB5B-4836-AB9A-2454EF6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35C88-81C0-43C4-B7F6-64B96BD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62A06-848C-4635-9CE5-627ABA2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2DC39-516A-419D-985E-3AC5B91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Partial differe...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E907E-158C-4EE0-BA6D-E41793A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345F5-24EC-492B-B2C0-AE1492F0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61487-05BA-4C5E-808D-592292C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Partial 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FB919-6726-45D4-B632-1C47DF6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B5742-9847-440C-A6E5-B2B900F1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DDC08-0E44-433C-9928-9A60DC0D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Partial...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4FA51-E8F4-4C2B-80AB-D979343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7D24D-52F4-41F6-943E-FA855D6A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F4EE3-FE95-48EA-8B83-2A5CBC2D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Partial diffe...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F83C7-9FD6-4ABB-B604-499BB45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F6FF2-FC27-4E5F-85AB-40F9021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4FF26-B60D-42FA-832C-2B210B25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Partial dif...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9EA0D-14F5-4912-9D38-CD1593BD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38B8F-EC32-4736-9CE4-662EC21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068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2BE7A-BEA2-4D0B-AD94-B97B899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6A99-EC1C-46EE-9BD9-86C1A91F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B93BE-56D9-4863-9E00-BA3798A6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D1AA2-771D-4144-A85B-B5F8423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F4B9D-0B6D-4366-A9F0-085FCF8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2208F-175D-4324-8B73-6E773B65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C5557-F33F-4190-BEFC-8FE3DC2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92E03-33B7-4EE9-9504-AFFD8875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7E508-AE05-409E-8449-A139D28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84B44-C378-4A21-8C93-F4BDCA8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FC2DE-2F4E-4319-8F70-291E74BA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1402E-81FB-4EDB-BA3B-4C360AC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43808-615E-47CE-A9DC-37138B3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56CB-4586-4C65-A945-2FAA13F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39B94-67B7-46D7-B132-65B586C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54020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E749A-397C-43E3-B33C-265CF12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FB559-1D03-462C-B0E3-FC9375E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564BB-00B6-420C-A59F-AA4185CD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44224-8488-4AC5-8B5B-F4D4A707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F99BD-1D51-4789-A519-7BCF0DD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C7D92-1DBE-4E40-A274-FCC0297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Partial differentiation, total derivative - differentiati...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A97E1-D6FE-49A9-A98B-869DE4EC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643A-13C0-4943-BAE3-BA02277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FBFCF-9335-4C35-BF43-79ED9E0A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BFBB8-54E4-4EA5-9368-4BA8B04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34016-47F5-4352-9B8C-739C368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9169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B88E7-47F0-4368-8FF8-C4486EA5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7BC5F-9F07-4E83-9209-A6F3AA7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174C-BA8A-4635-8790-5ECBBDC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8655D-70CC-4800-8485-8A035AC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9B1AF-D8C2-4382-BF62-D062097F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Maxima and minima for the function of two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DD0C7-7548-4BC3-82C6-4D158E54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Maxima and minima for the function of two...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3308-BEFB-42E0-9EE7-A04F234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E28E3-94EA-405C-ABD4-33DC185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DF446-32A5-4A3B-8270-C1F1147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A641A-1E36-4430-A3EE-137E986C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BC8A4-5194-4ED8-91DD-F21F8BE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6E9B5-3F8A-4ABA-A19E-0E555B9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8AAD1-4F74-43B3-BFFD-3C1F08B6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9625A-ED8E-4962-9FA0-0E633BD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AEE21-9A0E-49B8-A465-9948200A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BE67D-D239-45B4-B83E-4C8F9A87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102838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9FE8B-7C6E-4ECA-9F73-67D68C6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248B-0BE4-4715-83DF-8AD144B1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57BF-AB88-43A4-8769-EE56116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B816-A3D6-4CE0-AF48-B372DEE2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C46D-F7FE-4A85-A36C-994DD9C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9D639-27D9-40D4-B3FF-EC4266C7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EFF2-859D-485B-91BF-A343FD7F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8FD1-CFF7-4727-BCC4-17482066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4AE5-2F1D-4E43-8B37-31E5B55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Maxima and mini...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40179-38F2-4FAD-A852-C1542C3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6D426-5F73-49DB-BDCA-83EC546D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D517E-7D4C-4C9B-A4BA-1DCF2DA2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Maxima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D49F1-9BE0-4F9B-8764-0529885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9641D-22D5-48D6-BA7C-EC86D82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5EBDA-199F-4FA4-9A5E-AEC317A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Maxima...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35696-9643-4081-A79A-599DE060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A573F-4033-4168-93D1-5A3B2C8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FBD5B-FB55-4F35-8AA3-96D1DB25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Maxima and mi...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A9D3A-B2D9-46FD-A2EB-4D14E321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7610B-EC9D-4CF9-8A75-CC69686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072D9-2D91-4015-A8E0-F506B8C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Maxima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8A00B-0CB4-46C4-BACE-081B84B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09304-BC81-462D-AF0B-3D791325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132238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594C7-ACF0-46D0-8E78-04595B18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C103E-7F81-4585-A825-F16B7964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9B5F3-90DB-43D9-8616-505FE787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2819D-97B4-473F-9299-9F9550E1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AF0F9-8756-48B8-9C44-8F2B850C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BAFE2-A028-42ED-A01C-6D3F4E4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FE74D-3A76-4845-8738-671C157A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7AD02-1CBE-45D1-9985-C66A0E61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EE431-643E-46F6-947C-9430885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CF5EE-2533-46F9-AB62-4D89CB2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C0BDB-F053-48F3-8A4E-CC83EB3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5D85A-15A3-429C-BD98-576B42E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AF48-96BE-4F55-A773-471EDC08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242A4-9A9C-4892-88E8-FC139CC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AA087-3CE5-47B4-A193-E11678B4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410926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94B48-2A75-41A4-819A-DEE2E228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19CF3-D2CF-4DCC-AFF5-62F1DEE6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EDC34-931C-44C0-8AC1-E8D17330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A6E46-66C6-4F13-8DCF-77DD4C7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0FCAB-EB33-43CB-8BB0-C5C8EEEF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38B80-71A0-40EC-8A51-ACFA203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Maxima and minima for the function of two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13874-DA9B-4B84-94E1-15B93D9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E0D5C-CCD4-4545-97D6-FBC5872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38B3-C13E-4CD7-A6A3-EDB3EBD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3267A-5962-44AF-9E68-70A3C69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6C084-4B91-447E-853F-3604313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963851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5806D-87D2-4FC5-BEED-B8C4800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28FD9-00A5-4734-A788-B2D05C5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A2CD-BA70-4767-BDD1-3C7BEF49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3674B-3F05-4714-82A9-0408D69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09E6-254F-43AD-8BB7-E3428B51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4,4.5, Chapter 5 :5.1-5.7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57BC9-EC7D-44C9-842E-1FE8CC2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4,4.5, Chapter 5 :5.1-5.7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6F923-23E3-46DB-979B-DF4F3506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EEACD-09E7-47A4-AC6A-75B6878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754D7-3065-44F0-9979-A8BFF0C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6F2C2-FD8D-4065-A29D-70291079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7F690-E55D-4F59-832D-2C9FE335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0A8BE-9F4F-47AB-818A-04276D6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E404D-2D0D-4A1F-B9C1-E8A2F8B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2F701-CB95-44A2-9192-D0BC473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7090E-1ED4-4062-A665-D05C6D9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9CADF-D5C1-4BCE-8126-653C3D2B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1790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4D9D6-DDC5-4275-B47C-13C641F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445A8-5255-4E35-9CCF-5F2C7CC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C2115-CE1F-4738-89AD-A8D1B970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18561-7C24-450A-AAE7-85A06C97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9DFB7-B6B6-4475-87EA-C047A30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5788E-A8A1-4260-84A1-776F091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DF3AB-AA51-4E3D-BC34-B66774F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A15FD-386D-44B5-B8F4-8ACC1603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73932-5FA2-4A4B-8F83-030711F7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4,4.5, Chapter...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8B72C-2F2E-4441-A21B-FBBFDF14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80F17-56A8-48CE-BAC3-9D7F3351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B6C6B-F052-4425-9A30-21A2DE9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4,4.5, Cha...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856C4-6283-44F5-94F1-5CEF2C4C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AAB35-A872-4F32-A24B-3B38E48C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A080B-38AA-433A-B6D2-F9D2E90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4,4.5,...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927E1-AD0C-4718-B3F1-29D22388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86E39-759A-4940-898F-07F79CA6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B8BFA-914F-4D62-8CE8-0E2E8EE3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4,4.5, Chapte...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0F2E2-7692-4AC1-87C4-6C54647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670ED-29F2-4A6D-AEEE-9CD7016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D4F8C-4CC9-463A-A4FB-DF4E2FDD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4,4.5, Chap...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B4E05-F952-4E70-8137-D00DD359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43485-529F-44D4-8D53-A16F334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94237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D8B53-7C91-4B04-A1FC-D6A0F04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F059-DE6E-448A-B375-DCDA70B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39968-06BF-480F-B677-4AD7180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D19E-2E0C-438F-92B1-DAF6862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9AAF-448A-41EF-86AD-3A53A925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F3B5-DDAA-4223-AEAA-A5C17137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674F9-E920-4532-AE62-CD57F9D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8BDE-2D76-4C00-A7B0-6A89481B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0EB25-4602-40C2-B488-9F722A3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25F4F-8EE1-461E-83DF-7990F5C5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C9EDB-1AC2-4320-B729-94F7ACF2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CC59F-03E6-41C2-BBAE-837AAEEC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CD492-5DDF-4DA1-9EAB-F1024D3C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3EEBE-BB6C-4988-87E7-E330164A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9D229-541A-49F5-8098-911F745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075040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EEF61-DC63-41CF-AC2D-71986E0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303F1-384D-418B-B28F-36B36FC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41BCF-304D-4D63-B5C3-86EE911A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98509-02ED-42A2-B05B-C8BE6A25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3B27E-CF97-458B-9743-C0AB0C19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B4C58-90AE-4D8B-9D8F-C4E62F0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4,4.5, Chapter 5 :5.1-5.7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D7A6B-D8FA-4E37-90A8-7C7F78D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A476F-73AF-425A-8FC4-0115913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78CB-023B-4956-8F81-FAECEB8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38D5A-07EB-40B9-87A5-E9214A2C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06ED1-8C16-4152-B01D-5575AAF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334242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17EBF-2939-4F35-8E56-E9E0E207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7BFB3-A78A-4CE4-82DE-4F10A449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5E304-6D92-4873-9AA1-F9C71AB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DEC04-1F6A-4A37-B543-178A24E2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91167-A0E8-4055-A3DC-2C69533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D030F-BD06-4F11-9DBD-4DE5DAA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370421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574DC-6BA0-41DD-AA6D-F1C72AB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168AA-771F-40FB-9736-FDB5E18C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C4664-2727-42F2-A6BB-D806D14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3089B-1348-435A-89A1-1B582CE9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1F869-A9A6-4C39-8E99-B412B2B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Expansion: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Indeterminate: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Multivariable: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C4464-2DA2-4783-B95F-A6ECE845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08783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C8CBB-A9A3-421A-BA27-C301C1F5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7D982-8A6C-4A32-B208-E30EBAB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AB0F4-4CAD-45E7-8A22-014BAE5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E41B7-F3BE-43AA-B986-2D33F8F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E64FF-BF96-4663-A3FB-CF6D750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BF6DB-C8EE-4C4C-B320-0563EA5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70195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6F32-EA7E-412E-B009-180587F5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A54A-B502-47D0-97AF-67E863E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CBC1F-B553-4969-81C9-DD40EC27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D209-C6FE-4E34-85C9-1BA3A1D6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6C26E-1480-46B7-8CD7-E5FD4702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7086D-149B-4196-A72B-BA62AFB8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543453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CBDE2-69BF-4522-8D5C-82927BD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C8343-78D0-4BF5-AA48-45D4BB7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F7BEE-559D-4D4D-AB19-D332B3D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C4DFB-3006-485B-9689-B676C66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B5B9A-E6CC-4744-B579-9A9270CA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Series Expansion, Indeterminate Forms and Multivariable Calculus (8Hour...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Indeterminate forms - L'Hospital's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Partial differentiation, total derivative - differentiation of composit...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Maxima and minima for the function of two variables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4,4.5, Chapter 5 :5.1-5.7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18178-300C-4946-8FA2-269C0744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47A2D-E5F8-4A82-8342-7DDBA2A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753C7-EA77-4954-BAB8-7C317E37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65503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24B07-CC27-4504-97A5-B1C193A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5B47B-8D4C-48D6-A716-8BA9B19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Expansion, Indeterminate Forms and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D6D25-E2F5-4F6B-9100-D07FE44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6D0E9-2170-48B8-885B-E4EC3BC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7CFEE-E3F9-4F9A-A09E-46701F7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15957-9CCF-4645-8CD5-D347090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90156-6667-4B02-B2C2-DB7AEC6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AB877-FC14-4D23-AB6B-4F49574A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3DB5A-8E8F-4B5B-A0D1-CBAB56D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A3F55-CAB5-4C0D-B618-44946A8A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AB8C3-9459-40A9-9268-31DB35BD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48C54-632D-475D-AAA5-13FA7AE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31537-FD67-4663-8AE3-AD717FA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FE17D-5E78-463A-985A-9E80E34E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CD3C4-A3EC-481F-A38C-0B8026C5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6D825-EA3A-4ADF-A237-176BCF6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08D4E-79E7-4031-8CB4-8F806CD5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8A94F-40A3-49B4-B730-E9CFA2E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BF253-F603-4ACD-B0C8-319B7C85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C1001-B802-457B-BF07-E8CB593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775FC-01FF-497D-9C39-FB4DFC1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4C275-B6D3-4913-96DB-9632D60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503C1-5A7C-4815-8AD7-DBD507A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CA450-D91E-46F2-8688-0731D5D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85B32-F717-4D76-8F52-66934F98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04445-7273-496F-B433-24AE0A0C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BF97A-AED3-4E52-8D3B-0A012419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0E4FE-04A3-49E5-9B1C-184B34FC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7405F-F2FB-495F-A49E-E389376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D446D-09BF-4352-91D3-C94FB8D6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BD9D4-04A5-426A-B253-30F4FB7B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14ECBE-5628-4BD3-ABD9-E2B8A6F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859772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DD3CC-2858-42BE-BD0F-8DC9157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59495-B9BB-421A-B181-1D818BFA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B34A9-67F2-4D50-9EE9-E78152A0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0399-0EBF-458C-AEA8-2F621F7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B0C64-B151-4863-93E7-656A5DC9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538EF-93E2-4DAE-8C08-5DD0E71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EE3E-E1E0-412E-B5F8-8180129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BBA23-F1FA-48D7-8B71-3B2B009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D7AF4-3B4D-4495-807E-75FE5882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E9728-CFAC-406E-9522-D30B40DD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27B32-D05C-488E-87C8-6918B6E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59487-DE9D-4A5F-B151-C6897CAF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80303-2A54-4F06-84C3-16C3A66F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98189-4460-42EC-89F8-B7665D8D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3C86-165B-41CE-96D7-5AFACFC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91FDB-402B-4942-9776-C275B9F5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80D24-625D-4906-88B5-63E9F8FC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B0108-A0AD-4B22-8420-2C8FD5B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02365-5FD4-4AC4-8373-542E065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2B063-FDAD-4AD2-9E9D-10E9567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CBFF6-4F8C-42E1-BD22-635B6C7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C8609-C5C2-44EA-AD85-E56E0C3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C96A4-60C5-48A5-8F87-4A7249DF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3B747-73AA-4FD5-804D-E378152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2DACD-E988-477F-8625-9FF4854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C5987-59DB-4E35-B606-8E5F435E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74AA29-7287-4750-96AD-38146D86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3BF02-1027-4ECD-B478-8E30FA01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37468-D278-4481-BD72-E00AC863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5397B-1098-4759-8020-0F822C4D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86799-1B09-453A-A847-E1E8DAA9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E5089-8E7D-476A-AFF8-C978CB03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680565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324C5-C26E-4509-90A3-7DC3348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9C7B-31DD-46A9-BB7E-EAE0400C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B6F54-A4C4-4F30-AFBC-47D08109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41781-E9D8-4041-B746-F672921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5B8B2-6C69-4ED4-A980-5371195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5DC3-853A-4FC6-9D31-9D07A61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0704-F3CC-434C-BB21-36E0F503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00EE7-1177-4F85-9A51-88A145E1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82D86-3E7D-47D7-A3F9-5EB32181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13E8F-7AF4-4649-A99F-531B0BF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8D9E3-0B51-41EE-ABFE-B2D0AD0A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F5ADB-FB8B-468A-A461-55492E9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589AB-BE89-4211-AEE3-19EFAF00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84EDF-1222-487B-B1F1-14453AE2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79E50-70C2-4594-B371-F11D6E1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2D8C2-312C-4614-8278-5BD296F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29244-C46F-4465-B981-BAC558F6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955CA-EF9B-419B-A733-ED04E32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009A7-DD51-410B-B4F5-DA7CD9DF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D733F-FB02-43CA-81F5-38AA8C5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572B8-589B-484A-8C05-5F852A0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6F133-6BCB-4F80-89F9-CCA48BB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D8774-434D-4697-8651-E15FD22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6388D-BE28-4DDE-B1C7-7F0C3A29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E09B3-C400-4BEE-9722-5D9F070C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DC689-7B44-4DFB-837B-87A5723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A1880-6944-4A68-AC05-ADB06EB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55C02-07DC-4864-B626-A723BBF6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985DF-CE47-47C7-9F87-48E1AA1E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CB394-019A-4BA6-8A29-B358B7C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2D1D0-0884-48A8-B8D8-CC39C6B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5F49C-FF5C-4EB2-A559-687C46AC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817232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470201-0765-42AD-B18B-2AFDC15D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662D7-4EEA-47DA-AFAD-21FB932E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Maxima and minima for the function of two 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386A5-7AB9-46F1-A49A-22AEF22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18677-2F7F-4822-9A38-225AAB6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849E3-6B25-4F1F-AF90-E2D3968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C1A62-10FB-43FF-B80A-089B323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63808-87FC-4D64-8EC4-71E09CA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F3773-8FF0-4539-BD27-F852579D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48681-F53A-4093-A6A6-89E92453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F9EF-C64F-4F07-BFD0-729D3072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C6AA2-1F5B-47E6-AE12-A0401205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B791F-72C7-46B2-886F-C1F29905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0D402-F841-4D65-9E33-A4AB4803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E1048-2191-4C9E-B89F-40F8E0A8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FAC13-8977-41DB-B467-294E9BE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F7A73-2007-4A71-83CF-6A54354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26248-C20E-4036-8C0D-72918A6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41BF1-8251-43C9-B2E3-5A3FB97C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AC025-5721-47C0-A0CE-A3AE6FDB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71DCD-8E61-4007-9108-328669D3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A9193-906F-4C31-B79C-FF74D515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A9E54-1ED5-49B9-A9AC-6E639370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DDD69-C0E5-4689-9BE8-D92D4647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5C92E-8299-4A5D-A411-A6A4C7F5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BB05A-DB62-40C6-B12F-ADCA393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D5F4F-2182-4E98-B9F2-6DDF63AD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0A221-E230-445E-8CCC-C98E98AD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892C9-9ABB-405B-83A6-5B32158C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33842-F059-4C13-A77D-2352526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BCECE-8B11-4697-AB1E-FCDDF41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4CB9B-0EB7-490C-B3C3-C4CA48D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E5B43-AE22-4534-ACE6-692BC07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185966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A5D3B0-57BE-4C4C-96F1-C0D2C940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DCF82-08E1-4E4D-A21D-6D17AD58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4,4.5, Chapter 5 :5.1-5.7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C15A2-224E-4934-AF30-7F9CAEF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171D6-93CF-4955-8BDE-741612B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969B1-0067-41B4-BA8F-E906324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3CFA6-C01C-46FB-A4ED-902008D2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C310B-A87E-4FD1-B9B5-BB39F749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B02B7-7743-4633-AFB5-F5AE5E65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00A8A-5816-4F5C-8A0B-182B6A17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8AF25-2A78-4D55-AFA5-CC2D8DB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4AA6-B5EB-4650-911E-455E8A7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D6F03-9437-48EB-B102-034EEA7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D9555-EE3D-4918-A9DF-ED1C722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99EC0-F824-4A1B-98EA-A425173E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ED27F-3258-4229-84D4-6C488D6D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ACAD-111F-4D89-A0B0-CFA5F66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58D68-686E-43BB-B9F1-297DA07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92C5D-1235-414A-8D66-65B975D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5D689-A9DA-4F98-A1DC-6754731C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98800-5DB3-4BA6-AE2E-81D50852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88306-5126-4277-AB26-9385DF4E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EE7A8-C907-413E-AEBB-CF7AE20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A85F1-3273-4502-A141-D9F4C347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C1568-255E-426D-A696-733D8BF0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DF83F-3122-407B-81E5-895D7F3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69661-00CF-487B-A21A-6759CED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6C8E0-A1E2-4D5B-8E32-661A47B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0850F-1043-4334-B9A2-BD675D84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E1AE4-54AD-4E86-811F-600C7CA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2317E2-0005-4CEB-B486-CB6BAD5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7ADD64-C4D1-4B7E-84CA-E3406F87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7B205-D031-4868-A0A4-B208D447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496027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81F61-440E-44B5-9907-46F174C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1D5B6-286F-4F5B-B1C4-C2B22845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Expansion, Indeterminate Forms and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BCB4E-FDF4-44D8-9466-12F887B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049FD-BB3E-4D57-9CBC-E9AD72B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D324-8EC5-4C5C-A3D3-4A19E47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2B2F-F24C-4F8E-AD52-C5EB9A6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32BB1-5D7C-4281-8414-BB1A67A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7A70F-1A5D-4E86-94F5-E098982A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0B20D-028C-446E-8842-1495AAD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C388C-1E23-4D05-AFEB-F821F9E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0C802-4731-4712-8412-9F9C8EF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4086F-E6BF-44D0-A81A-0C8B55A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FC9F5-03D9-4D06-9C7A-13CDD1A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400EB-0145-4098-97A1-7A54AE71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EEFC2-E52C-46DA-91FC-FFD5B1F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41BE4-8741-4BF4-927B-9296465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92333-873F-4312-B657-94178C4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68981-7AD9-4AA9-84F6-069BAB2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9B7AE-8B79-43BC-AC8F-80831034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9B6D6-F7D0-427C-BF2A-CC86D39C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AA5BB-4166-4D27-8768-5839899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A7D79-3A94-4A4D-B01C-805F4D5F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EEA5B-057D-409C-91A1-FDBAF62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4F3E9-5A69-46B2-A664-2D769A2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64EA7-03F1-4ED1-9291-FB77DC0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F3799-C0FB-4622-8A64-9CDD13C9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FD10F-C16F-4680-AE15-72EC8F7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B831E-AAD3-44C4-B672-2C5D25C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86199-F6CB-4FB3-AA2D-E80A4774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E506C-5B83-4D45-A944-2158730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2C8FC-C752-4A10-84F6-82F8BCE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65746-7407-4E13-8049-B96ECE3B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406455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FC538A-FE39-4533-8557-20E8133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2387-8D8B-4D1D-A7AD-E8C3F99A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28BE9-EB20-4C2C-9475-FE77BE1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C48CE-E45A-4170-95C4-D99848AE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900D9-310B-49A3-850F-C0FF8C1B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A95E4-86A7-4577-813C-68103B79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3EDF2-FABF-4E56-A6FE-52EB50B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51AF5-4436-4755-942B-B0AA514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B9B60-A062-4549-B6DF-D2FEC14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A4D9A-99ED-4064-BAD2-BA0195C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C1E59-892E-4C54-A943-2425D9E3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5E24B-7D04-481A-A03B-75E98E7D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C6163-1304-4B14-839E-1D927628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B0F29-A63C-4558-9F2F-DE07324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2DD67-D6E0-428E-BB87-2058171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B6A0F-8255-4E15-80FF-B28F2767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B3AFD-A5A5-4BB0-BE5E-19DC2E62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D4FAC-4C50-494F-8DEC-E94AD46F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45FF6-4E21-4DC3-9990-A8E0FB76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28F3B-5494-4E91-A551-F5E992A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81A74-F6D8-4D9F-AE27-042397E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148FB-389E-4901-9FE3-5E671451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842E5-E833-49CA-B4EF-FB8520E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34D1C-55EB-405B-ABBB-2E68360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5D677-8E16-4681-B8D7-6A37E29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70339-49D4-4944-BB2C-881A258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4446D-2D1F-4137-8A14-F944F10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AD608E-9470-4795-9C18-0C78FBBE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11FA5-2EB3-4A9D-8FC7-92E5B062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AEF95-1AE1-4597-B15C-B982818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B4873-BA51-4802-92D8-C247203A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E5861-BE2B-42B9-B068-5BA673C6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41917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F44D52-A8C0-4CF7-A6FD-B5B3FCB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F6AC1-2DB0-455F-8DCD-C1BDAB3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70098-0C48-4C38-81A2-0F86192C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4A22-0517-4D4B-A560-C87C05E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B3799-117C-49D3-8389-DA67D53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EA926-7419-4E0B-9244-9F871000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EB3CC-BF8D-4970-8594-C058717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C10A9-EE7D-4EC0-85D7-E18FF301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9CD67-70FA-4EF7-86C0-2DD64839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477E5-C3F5-4BF8-AFFF-261019F7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35B05-4076-418E-AB6E-15262C6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EA078-C5C2-4319-A958-ADA42EF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D89EB-AE2B-4BA2-8FFC-9F20463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3F486-42D6-4D35-BB86-5164D6A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89B3D-C88D-4798-8FAD-EDC0068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6F2E1-7C46-4277-84FC-A6D71302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F5BAB-E65E-46BD-B53E-0988B5F5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3C67D-127C-4EB0-AB85-93568C78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99491-72CF-4B7B-826B-529A0A9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156D9-8F87-4C4F-A00C-B3E7B1E7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B66C5-D72F-474F-8C68-083739C5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E87B8-5FD5-4DCA-A744-79CAE49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D8BEF-6CFD-4E73-8286-F41855F9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2F714-81EE-4456-90A2-C94E061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AA9CB-601F-481B-9D67-E415C4C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04CEC-922C-49E5-A2D7-3F21864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550F1-174C-42A7-A380-3DF47A5A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341FE-4D0A-4555-8E90-F73063F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E3835-8F3E-454C-8B9E-1735445E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00930-7A8F-45A0-A019-2B3D3F9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AED47-3E85-4F29-A14A-03685694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860D3-F0BB-4A4A-B3F0-276B352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34731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182E5-E6D5-45AE-B932-34DA5E8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E78C-F56C-4CB1-AA0D-436B16E6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Maxima and minima for the function of two 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10BC4-F178-4F99-B77E-8A2EEB4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9062-BFB2-4207-8C3C-F9FFA7E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204C3-E1DA-4A47-BFBC-F94D427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B0C64-C44E-475E-A2D3-0BF5F7C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E2F8D-4B74-4B73-B830-AAF51568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D5F87-A520-456F-9D2B-B15C893E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688BC-585F-44E0-9155-36C67C1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321CE-4213-47F3-93D5-64F1D7E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CB0B9-7D8C-42E9-85C9-C898BCB7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14466-41F4-47E6-9D8A-9D2D5C2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5FB97-3844-467B-8056-850B7364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BC46A-3A52-4999-98BB-0A8EFCD1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B406E-C2E1-4652-8781-CDC18864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779F0-046C-451A-8F92-A8C9AAE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2E006-9297-4926-90F7-7C894AE1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C9761-2501-4A66-BE03-F8D074B6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74146-40EC-442C-8E93-737EDEB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BAA60-9FC9-4D2A-A2FC-172CDA2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FDE9D-2055-4551-BF7C-BD54DBD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2D8E7-2A7B-4C15-A809-FDC6E16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C089E-7A0E-42DE-BF81-29440C4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152DE-E42C-42A5-8BBF-52BB92F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9CA1E-B7C4-4895-BEB1-6009F99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ECF62-E70F-4F75-9579-B65340A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5AEED-3C96-4F1A-88C3-A08ABB31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D42BF-4E26-4A3E-98E5-62D5F83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9743E-B6EA-4DDA-93B4-86604AE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6BB2B-77FD-4565-A670-C80B375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D8B69-0836-420C-8DA5-DB8DFE5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4242E-CEC3-4BF9-9177-B151506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53332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0DED1-4FAE-4347-AB95-94E6DB1E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FED8-972C-48C8-BDF5-0FC73409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4,4.5, Chapter 5 :5.1-5.7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56D6A-CBD6-4E38-8F12-A084F002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9CAC4-875A-44E0-A04C-F9F3B2D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A965-AF22-4C08-AA58-1D473087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B452C-E226-4671-8059-902F11E4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2D49A-04D7-4768-A3AB-16944BA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2E2FD-65B9-44FE-9B38-74DFEE1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B8EFF-BF34-4830-98E7-19EDB0B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238E0-653F-4284-9FE9-5201C77F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3EF7-EBF1-415D-BC6C-3849620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CD333-A053-42CB-B33D-198AC187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FE77A-38D6-4BD3-B8F3-7CB3E55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A7CE0-AF37-489A-9B16-00E79CA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05987-7983-42F2-800F-B6F0319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66D52-5F37-4B5B-B2CF-23290D2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270CE-D454-4C13-8341-02B94B0B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43B2D-8783-4143-8DDD-5C91CA4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D20C8-FA03-4C3F-9150-9E5476C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39423-55C9-4F74-81DA-FF38760E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18600-5DB2-4653-ABAB-F206988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91894-6CC2-4D94-931C-1D7EB3E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96994-F7D8-45EB-B320-371D38E9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1BDC7-22F1-495E-A47D-696420A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42A05-C4C3-46E1-A952-03269FCF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BD5B0-CE82-4ADA-BFD0-D32FFBB7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DD218-9E79-4765-A6D4-D7CD95E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409C18-91C8-497C-A34A-4A4BED0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FC99E-9CAF-4DCB-863B-CC8069A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E3244-B7E5-4C64-84C9-3D3BFBD1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EBD05-5D61-460D-9415-99B50D3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BC86D-3194-49ED-9FFD-F8166AD5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102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2026-08-24T16:03:01.9510000Z</dcterms:created>
  <dcterms:modified xsi:type="dcterms:W3CDTF">2026-08-24T16:03:01.9510000Z</dcterms:modified>
</coreProperties>
</file>