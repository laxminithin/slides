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6d858aced040f7" /><Relationship Type="http://schemas.openxmlformats.org/officeDocument/2006/relationships/extended-properties" Target="/docProps/app.xml" Id="R2903564837ef41b4" /><Relationship Type="http://schemas.openxmlformats.org/officeDocument/2006/relationships/officeDocument" Target="/ppt/presentation.xml" Id="R3aca22015b0649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ef33096d2947c6"/>
  </p:sldMasterIdLst>
  <p:notesMasterIdLst>
    <p:notesMasterId xmlns:r="http://schemas.openxmlformats.org/officeDocument/2006/relationships" r:id="Rc31a288edb914d45"/>
  </p:notesMasterIdLst>
  <p:sldIdLst>
    <p:sldId xmlns:r="http://schemas.openxmlformats.org/officeDocument/2006/relationships" id="256" r:id="R5c59d57815b14db3"/>
    <p:sldId xmlns:r="http://schemas.openxmlformats.org/officeDocument/2006/relationships" id="257" r:id="R37c5108ba36b43cf"/>
    <p:sldId xmlns:r="http://schemas.openxmlformats.org/officeDocument/2006/relationships" id="258" r:id="R6ce19e7e002140e6"/>
    <p:sldId xmlns:r="http://schemas.openxmlformats.org/officeDocument/2006/relationships" id="259" r:id="R7393e7e3dda149ce"/>
    <p:sldId xmlns:r="http://schemas.openxmlformats.org/officeDocument/2006/relationships" id="260" r:id="R6319769046ec4ec0"/>
    <p:sldId xmlns:r="http://schemas.openxmlformats.org/officeDocument/2006/relationships" id="261" r:id="R18489c03fa534305"/>
    <p:sldId xmlns:r="http://schemas.openxmlformats.org/officeDocument/2006/relationships" id="262" r:id="R3cdf215a54f849a8"/>
    <p:sldId xmlns:r="http://schemas.openxmlformats.org/officeDocument/2006/relationships" id="263" r:id="Rad56714fd87d4727"/>
    <p:sldId xmlns:r="http://schemas.openxmlformats.org/officeDocument/2006/relationships" id="264" r:id="R5d3c0d660c8c4834"/>
    <p:sldId xmlns:r="http://schemas.openxmlformats.org/officeDocument/2006/relationships" id="265" r:id="Rd507a696f2894eb4"/>
    <p:sldId xmlns:r="http://schemas.openxmlformats.org/officeDocument/2006/relationships" id="266" r:id="Re9cf938781d64a41"/>
    <p:sldId xmlns:r="http://schemas.openxmlformats.org/officeDocument/2006/relationships" id="267" r:id="Rfa702dcb14b141c1"/>
    <p:sldId xmlns:r="http://schemas.openxmlformats.org/officeDocument/2006/relationships" id="268" r:id="Rb15e7a8cb38b45a7"/>
    <p:sldId xmlns:r="http://schemas.openxmlformats.org/officeDocument/2006/relationships" id="269" r:id="Rb1812483ac2b40ca"/>
    <p:sldId xmlns:r="http://schemas.openxmlformats.org/officeDocument/2006/relationships" id="270" r:id="Re236a2eb72224481"/>
    <p:sldId xmlns:r="http://schemas.openxmlformats.org/officeDocument/2006/relationships" id="271" r:id="R59b38154651f4548"/>
    <p:sldId xmlns:r="http://schemas.openxmlformats.org/officeDocument/2006/relationships" id="272" r:id="R0a1faee6402240ce"/>
    <p:sldId xmlns:r="http://schemas.openxmlformats.org/officeDocument/2006/relationships" id="273" r:id="Rc6b224793d254091"/>
    <p:sldId xmlns:r="http://schemas.openxmlformats.org/officeDocument/2006/relationships" id="274" r:id="R0cb61be6e8c941cb"/>
    <p:sldId xmlns:r="http://schemas.openxmlformats.org/officeDocument/2006/relationships" id="275" r:id="R495c0b1ab6424a22"/>
    <p:sldId xmlns:r="http://schemas.openxmlformats.org/officeDocument/2006/relationships" id="276" r:id="Rf253fc60b9994054"/>
    <p:sldId xmlns:r="http://schemas.openxmlformats.org/officeDocument/2006/relationships" id="277" r:id="Rc64f3d4eb630445c"/>
    <p:sldId xmlns:r="http://schemas.openxmlformats.org/officeDocument/2006/relationships" id="278" r:id="R97b1645eaa964958"/>
    <p:sldId xmlns:r="http://schemas.openxmlformats.org/officeDocument/2006/relationships" id="279" r:id="Rb35b7e46209c422c"/>
    <p:sldId xmlns:r="http://schemas.openxmlformats.org/officeDocument/2006/relationships" id="280" r:id="Rf6e7a9d810a447b5"/>
    <p:sldId xmlns:r="http://schemas.openxmlformats.org/officeDocument/2006/relationships" id="281" r:id="R3b923724d0f24229"/>
    <p:sldId xmlns:r="http://schemas.openxmlformats.org/officeDocument/2006/relationships" id="282" r:id="R176363b5699a4f58"/>
    <p:sldId xmlns:r="http://schemas.openxmlformats.org/officeDocument/2006/relationships" id="283" r:id="R1d9523a62c5941e4"/>
    <p:sldId xmlns:r="http://schemas.openxmlformats.org/officeDocument/2006/relationships" id="284" r:id="R473060d5d9134092"/>
    <p:sldId xmlns:r="http://schemas.openxmlformats.org/officeDocument/2006/relationships" id="285" r:id="R0da2571943b94afb"/>
    <p:sldId xmlns:r="http://schemas.openxmlformats.org/officeDocument/2006/relationships" id="286" r:id="R180245bdb8b046d6"/>
    <p:sldId xmlns:r="http://schemas.openxmlformats.org/officeDocument/2006/relationships" id="287" r:id="R880e7b6df0034b1f"/>
    <p:sldId xmlns:r="http://schemas.openxmlformats.org/officeDocument/2006/relationships" id="288" r:id="R50a0cb0288cb4191"/>
    <p:sldId xmlns:r="http://schemas.openxmlformats.org/officeDocument/2006/relationships" id="289" r:id="R2caba781758048a8"/>
    <p:sldId xmlns:r="http://schemas.openxmlformats.org/officeDocument/2006/relationships" id="290" r:id="Ra7afbaf625034590"/>
    <p:sldId xmlns:r="http://schemas.openxmlformats.org/officeDocument/2006/relationships" id="291" r:id="R08af60af23a74b13"/>
    <p:sldId xmlns:r="http://schemas.openxmlformats.org/officeDocument/2006/relationships" id="292" r:id="R576a78dbb1ef4a15"/>
    <p:sldId xmlns:r="http://schemas.openxmlformats.org/officeDocument/2006/relationships" id="293" r:id="R51efcf585b324016"/>
    <p:sldId xmlns:r="http://schemas.openxmlformats.org/officeDocument/2006/relationships" id="294" r:id="Re70f9963482c4814"/>
    <p:sldId xmlns:r="http://schemas.openxmlformats.org/officeDocument/2006/relationships" id="295" r:id="R9d31968b4a234a15"/>
    <p:sldId xmlns:r="http://schemas.openxmlformats.org/officeDocument/2006/relationships" id="296" r:id="R2d5dd4b8301d444f"/>
    <p:sldId xmlns:r="http://schemas.openxmlformats.org/officeDocument/2006/relationships" id="297" r:id="R75abf2acba5b4b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01838ab1464995" /><Relationship Type="http://schemas.openxmlformats.org/officeDocument/2006/relationships/slideMaster" Target="/ppt/slideMasters/slideMaster1.xml" Id="R62ef33096d2947c6" /><Relationship Type="http://schemas.openxmlformats.org/officeDocument/2006/relationships/notesMaster" Target="/ppt/notesMasters/notesMaster1.xml" Id="Rc31a288edb914d45" /><Relationship Type="http://schemas.openxmlformats.org/officeDocument/2006/relationships/presProps" Target="/ppt/presProps.xml" Id="R09d7dcb062404d67" /><Relationship Type="http://schemas.openxmlformats.org/officeDocument/2006/relationships/tableStyles" Target="/ppt/tableStyles.xml" Id="R3581c5ea913b4fa4" /><Relationship Type="http://schemas.openxmlformats.org/officeDocument/2006/relationships/slide" Target="/ppt/slides/slide1.xml" Id="R5c59d57815b14db3" /><Relationship Type="http://schemas.openxmlformats.org/officeDocument/2006/relationships/slide" Target="/ppt/slides/slide2.xml" Id="R37c5108ba36b43cf" /><Relationship Type="http://schemas.openxmlformats.org/officeDocument/2006/relationships/slide" Target="/ppt/slides/slide3.xml" Id="R6ce19e7e002140e6" /><Relationship Type="http://schemas.openxmlformats.org/officeDocument/2006/relationships/slide" Target="/ppt/slides/slide4.xml" Id="R7393e7e3dda149ce" /><Relationship Type="http://schemas.openxmlformats.org/officeDocument/2006/relationships/slide" Target="/ppt/slides/slide5.xml" Id="R6319769046ec4ec0" /><Relationship Type="http://schemas.openxmlformats.org/officeDocument/2006/relationships/slide" Target="/ppt/slides/slide6.xml" Id="R18489c03fa534305" /><Relationship Type="http://schemas.openxmlformats.org/officeDocument/2006/relationships/slide" Target="/ppt/slides/slide7.xml" Id="R3cdf215a54f849a8" /><Relationship Type="http://schemas.openxmlformats.org/officeDocument/2006/relationships/slide" Target="/ppt/slides/slide8.xml" Id="Rad56714fd87d4727" /><Relationship Type="http://schemas.openxmlformats.org/officeDocument/2006/relationships/slide" Target="/ppt/slides/slide9.xml" Id="R5d3c0d660c8c4834" /><Relationship Type="http://schemas.openxmlformats.org/officeDocument/2006/relationships/slide" Target="/ppt/slides/slide10.xml" Id="Rd507a696f2894eb4" /><Relationship Type="http://schemas.openxmlformats.org/officeDocument/2006/relationships/slide" Target="/ppt/slides/slide11.xml" Id="Re9cf938781d64a41" /><Relationship Type="http://schemas.openxmlformats.org/officeDocument/2006/relationships/slide" Target="/ppt/slides/slide12.xml" Id="Rfa702dcb14b141c1" /><Relationship Type="http://schemas.openxmlformats.org/officeDocument/2006/relationships/slide" Target="/ppt/slides/slide13.xml" Id="Rb15e7a8cb38b45a7" /><Relationship Type="http://schemas.openxmlformats.org/officeDocument/2006/relationships/slide" Target="/ppt/slides/slide14.xml" Id="Rb1812483ac2b40ca" /><Relationship Type="http://schemas.openxmlformats.org/officeDocument/2006/relationships/slide" Target="/ppt/slides/slide15.xml" Id="Re236a2eb72224481" /><Relationship Type="http://schemas.openxmlformats.org/officeDocument/2006/relationships/slide" Target="/ppt/slides/slide16.xml" Id="R59b38154651f4548" /><Relationship Type="http://schemas.openxmlformats.org/officeDocument/2006/relationships/slide" Target="/ppt/slides/slide17.xml" Id="R0a1faee6402240ce" /><Relationship Type="http://schemas.openxmlformats.org/officeDocument/2006/relationships/slide" Target="/ppt/slides/slide18.xml" Id="Rc6b224793d254091" /><Relationship Type="http://schemas.openxmlformats.org/officeDocument/2006/relationships/slide" Target="/ppt/slides/slide19.xml" Id="R0cb61be6e8c941cb" /><Relationship Type="http://schemas.openxmlformats.org/officeDocument/2006/relationships/slide" Target="/ppt/slides/slide20.xml" Id="R495c0b1ab6424a22" /><Relationship Type="http://schemas.openxmlformats.org/officeDocument/2006/relationships/slide" Target="/ppt/slides/slide21.xml" Id="Rf253fc60b9994054" /><Relationship Type="http://schemas.openxmlformats.org/officeDocument/2006/relationships/slide" Target="/ppt/slides/slide22.xml" Id="Rc64f3d4eb630445c" /><Relationship Type="http://schemas.openxmlformats.org/officeDocument/2006/relationships/slide" Target="/ppt/slides/slide23.xml" Id="R97b1645eaa964958" /><Relationship Type="http://schemas.openxmlformats.org/officeDocument/2006/relationships/slide" Target="/ppt/slides/slide24.xml" Id="Rb35b7e46209c422c" /><Relationship Type="http://schemas.openxmlformats.org/officeDocument/2006/relationships/slide" Target="/ppt/slides/slide25.xml" Id="Rf6e7a9d810a447b5" /><Relationship Type="http://schemas.openxmlformats.org/officeDocument/2006/relationships/slide" Target="/ppt/slides/slide26.xml" Id="R3b923724d0f24229" /><Relationship Type="http://schemas.openxmlformats.org/officeDocument/2006/relationships/slide" Target="/ppt/slides/slide27.xml" Id="R176363b5699a4f58" /><Relationship Type="http://schemas.openxmlformats.org/officeDocument/2006/relationships/slide" Target="/ppt/slides/slide28.xml" Id="R1d9523a62c5941e4" /><Relationship Type="http://schemas.openxmlformats.org/officeDocument/2006/relationships/slide" Target="/ppt/slides/slide29.xml" Id="R473060d5d9134092" /><Relationship Type="http://schemas.openxmlformats.org/officeDocument/2006/relationships/slide" Target="/ppt/slides/slide30.xml" Id="R0da2571943b94afb" /><Relationship Type="http://schemas.openxmlformats.org/officeDocument/2006/relationships/slide" Target="/ppt/slides/slide31.xml" Id="R180245bdb8b046d6" /><Relationship Type="http://schemas.openxmlformats.org/officeDocument/2006/relationships/slide" Target="/ppt/slides/slide32.xml" Id="R880e7b6df0034b1f" /><Relationship Type="http://schemas.openxmlformats.org/officeDocument/2006/relationships/slide" Target="/ppt/slides/slide33.xml" Id="R50a0cb0288cb4191" /><Relationship Type="http://schemas.openxmlformats.org/officeDocument/2006/relationships/slide" Target="/ppt/slides/slide34.xml" Id="R2caba781758048a8" /><Relationship Type="http://schemas.openxmlformats.org/officeDocument/2006/relationships/slide" Target="/ppt/slides/slide35.xml" Id="Ra7afbaf625034590" /><Relationship Type="http://schemas.openxmlformats.org/officeDocument/2006/relationships/slide" Target="/ppt/slides/slide36.xml" Id="R08af60af23a74b13" /><Relationship Type="http://schemas.openxmlformats.org/officeDocument/2006/relationships/slide" Target="/ppt/slides/slide37.xml" Id="R576a78dbb1ef4a15" /><Relationship Type="http://schemas.openxmlformats.org/officeDocument/2006/relationships/slide" Target="/ppt/slides/slide38.xml" Id="R51efcf585b324016" /><Relationship Type="http://schemas.openxmlformats.org/officeDocument/2006/relationships/slide" Target="/ppt/slides/slide39.xml" Id="Re70f9963482c4814" /><Relationship Type="http://schemas.openxmlformats.org/officeDocument/2006/relationships/slide" Target="/ppt/slides/slide40.xml" Id="R9d31968b4a234a15" /><Relationship Type="http://schemas.openxmlformats.org/officeDocument/2006/relationships/slide" Target="/ppt/slides/slide41.xml" Id="R2d5dd4b8301d444f" /><Relationship Type="http://schemas.openxmlformats.org/officeDocument/2006/relationships/slide" Target="/ppt/slides/slide42.xml" Id="R75abf2acba5b4b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889bf7be03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efc48ca9af4f21" /><Relationship Type="http://schemas.openxmlformats.org/officeDocument/2006/relationships/notesMaster" Target="/ppt/notesMasters/notesMaster1.xml" Id="Rbdba332bfc6349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d7fadc032646ed" /><Relationship Type="http://schemas.openxmlformats.org/officeDocument/2006/relationships/notesMaster" Target="/ppt/notesMasters/notesMaster1.xml" Id="Rb8b72407fb9147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3f2a61f5a942a0" /><Relationship Type="http://schemas.openxmlformats.org/officeDocument/2006/relationships/notesMaster" Target="/ppt/notesMasters/notesMaster1.xml" Id="R94460eb8a17e40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58529abbb84651" /><Relationship Type="http://schemas.openxmlformats.org/officeDocument/2006/relationships/notesMaster" Target="/ppt/notesMasters/notesMaster1.xml" Id="R2d31b45feaf346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ee934e4f084490" /><Relationship Type="http://schemas.openxmlformats.org/officeDocument/2006/relationships/notesMaster" Target="/ppt/notesMasters/notesMaster1.xml" Id="R5d28f57683eb4d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f43e29ab5e4c5a" /><Relationship Type="http://schemas.openxmlformats.org/officeDocument/2006/relationships/notesMaster" Target="/ppt/notesMasters/notesMaster1.xml" Id="R14ed2c4539284e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f841db3f6348a9" /><Relationship Type="http://schemas.openxmlformats.org/officeDocument/2006/relationships/notesMaster" Target="/ppt/notesMasters/notesMaster1.xml" Id="Raa01eebb2948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dabbf8c9cf4194" /><Relationship Type="http://schemas.openxmlformats.org/officeDocument/2006/relationships/notesMaster" Target="/ppt/notesMasters/notesMaster1.xml" Id="R5020f557207240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0cc8e6fe114487" /><Relationship Type="http://schemas.openxmlformats.org/officeDocument/2006/relationships/notesMaster" Target="/ppt/notesMasters/notesMaster1.xml" Id="R7668a5a2244d4e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79bab71c9e4302" /><Relationship Type="http://schemas.openxmlformats.org/officeDocument/2006/relationships/notesMaster" Target="/ppt/notesMasters/notesMaster1.xml" Id="Re5ac827066e046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1a093aa1e1469a" /><Relationship Type="http://schemas.openxmlformats.org/officeDocument/2006/relationships/notesMaster" Target="/ppt/notesMasters/notesMaster1.xml" Id="R3d14c847ec7141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0b99ddc38943c0" /><Relationship Type="http://schemas.openxmlformats.org/officeDocument/2006/relationships/notesMaster" Target="/ppt/notesMasters/notesMaster1.xml" Id="Re32304ba04244d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ee3328d03d4781" /><Relationship Type="http://schemas.openxmlformats.org/officeDocument/2006/relationships/notesMaster" Target="/ppt/notesMasters/notesMaster1.xml" Id="R577d35ca77144a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e8f2b27b924cf8" /><Relationship Type="http://schemas.openxmlformats.org/officeDocument/2006/relationships/notesMaster" Target="/ppt/notesMasters/notesMaster1.xml" Id="Rf09803fe0c1746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97ddc2f12b4344" /><Relationship Type="http://schemas.openxmlformats.org/officeDocument/2006/relationships/notesMaster" Target="/ppt/notesMasters/notesMaster1.xml" Id="R37efaa618f8945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a525e618204a0f" /><Relationship Type="http://schemas.openxmlformats.org/officeDocument/2006/relationships/notesMaster" Target="/ppt/notesMasters/notesMaster1.xml" Id="R8f6a0210b82d42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ffa5a45ace4fef" /><Relationship Type="http://schemas.openxmlformats.org/officeDocument/2006/relationships/notesMaster" Target="/ppt/notesMasters/notesMaster1.xml" Id="R00d39f3383a04d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215d5d95cb4e5f" /><Relationship Type="http://schemas.openxmlformats.org/officeDocument/2006/relationships/notesMaster" Target="/ppt/notesMasters/notesMaster1.xml" Id="R8db4e59ea1f34b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ba7b19026e42d9" /><Relationship Type="http://schemas.openxmlformats.org/officeDocument/2006/relationships/notesMaster" Target="/ppt/notesMasters/notesMaster1.xml" Id="Rf9715404baab4d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4cf84995ad46c5" /><Relationship Type="http://schemas.openxmlformats.org/officeDocument/2006/relationships/notesMaster" Target="/ppt/notesMasters/notesMaster1.xml" Id="Raa746ffff88045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5a82ac2caf4953" /><Relationship Type="http://schemas.openxmlformats.org/officeDocument/2006/relationships/notesMaster" Target="/ppt/notesMasters/notesMaster1.xml" Id="R7fbcd112bc52411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18ff6dbf014bb5" /><Relationship Type="http://schemas.openxmlformats.org/officeDocument/2006/relationships/notesMaster" Target="/ppt/notesMasters/notesMaster1.xml" Id="R2220a9d0d5a44a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26beda0c0e24fe8" /><Relationship Type="http://schemas.openxmlformats.org/officeDocument/2006/relationships/notesMaster" Target="/ppt/notesMasters/notesMaster1.xml" Id="R0e02848b0db3406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38037f33b14f37" /><Relationship Type="http://schemas.openxmlformats.org/officeDocument/2006/relationships/notesMaster" Target="/ppt/notesMasters/notesMaster1.xml" Id="Raa5a03fac1324e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bcf25c26e66480c" /><Relationship Type="http://schemas.openxmlformats.org/officeDocument/2006/relationships/notesMaster" Target="/ppt/notesMasters/notesMaster1.xml" Id="R95e0b8293c844d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4dd67e8cde943d5" /><Relationship Type="http://schemas.openxmlformats.org/officeDocument/2006/relationships/notesMaster" Target="/ppt/notesMasters/notesMaster1.xml" Id="R712c8a5384c94ff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6ad35d349e1478a" /><Relationship Type="http://schemas.openxmlformats.org/officeDocument/2006/relationships/notesMaster" Target="/ppt/notesMasters/notesMaster1.xml" Id="Rd4b9c382559e4cc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5791faa443a4c2b" /><Relationship Type="http://schemas.openxmlformats.org/officeDocument/2006/relationships/notesMaster" Target="/ppt/notesMasters/notesMaster1.xml" Id="Ra5ee5840d9314de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bfdaa8aaaec4624" /><Relationship Type="http://schemas.openxmlformats.org/officeDocument/2006/relationships/notesMaster" Target="/ppt/notesMasters/notesMaster1.xml" Id="R2e19e466959243b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dd644a30674f7f" /><Relationship Type="http://schemas.openxmlformats.org/officeDocument/2006/relationships/notesMaster" Target="/ppt/notesMasters/notesMaster1.xml" Id="R9bf4591e28df4bf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3edfd2feeb9494f" /><Relationship Type="http://schemas.openxmlformats.org/officeDocument/2006/relationships/notesMaster" Target="/ppt/notesMasters/notesMaster1.xml" Id="R642bd89f60c746c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79e2ef6116c4373" /><Relationship Type="http://schemas.openxmlformats.org/officeDocument/2006/relationships/notesMaster" Target="/ppt/notesMasters/notesMaster1.xml" Id="Rc238af37f865438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7cc71f9c28c4516" /><Relationship Type="http://schemas.openxmlformats.org/officeDocument/2006/relationships/notesMaster" Target="/ppt/notesMasters/notesMaster1.xml" Id="R5e8ddaf07bc4414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203411920184819" /><Relationship Type="http://schemas.openxmlformats.org/officeDocument/2006/relationships/notesMaster" Target="/ppt/notesMasters/notesMaster1.xml" Id="R7515c235936944d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47b2e0a61b3471e" /><Relationship Type="http://schemas.openxmlformats.org/officeDocument/2006/relationships/notesMaster" Target="/ppt/notesMasters/notesMaster1.xml" Id="R7651d372fba2444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ad97d55e3c24da8" /><Relationship Type="http://schemas.openxmlformats.org/officeDocument/2006/relationships/notesMaster" Target="/ppt/notesMasters/notesMaster1.xml" Id="R16af6b2ec7e942d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e5b5e7b6e1e4cfc" /><Relationship Type="http://schemas.openxmlformats.org/officeDocument/2006/relationships/notesMaster" Target="/ppt/notesMasters/notesMaster1.xml" Id="R7222ed782cb74d0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f482a4ddc1d4b59" /><Relationship Type="http://schemas.openxmlformats.org/officeDocument/2006/relationships/notesMaster" Target="/ppt/notesMasters/notesMaster1.xml" Id="R0a67565816a0403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8862ea6c9874158" /><Relationship Type="http://schemas.openxmlformats.org/officeDocument/2006/relationships/notesMaster" Target="/ppt/notesMasters/notesMaster1.xml" Id="R4545fff2b3cd469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c3c3afa1ee34c2a" /><Relationship Type="http://schemas.openxmlformats.org/officeDocument/2006/relationships/notesMaster" Target="/ppt/notesMasters/notesMaster1.xml" Id="R5402fb4a5e7b4f3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dcc7686178b4264" /><Relationship Type="http://schemas.openxmlformats.org/officeDocument/2006/relationships/notesMaster" Target="/ppt/notesMasters/notesMaster1.xml" Id="R10a6e615a3b441c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8d43bc2e5cb41c2" /><Relationship Type="http://schemas.openxmlformats.org/officeDocument/2006/relationships/notesMaster" Target="/ppt/notesMasters/notesMaster1.xml" Id="R1f5c88c90f0144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7ee232ef94d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77973d92cf4e52" /><Relationship Type="http://schemas.openxmlformats.org/officeDocument/2006/relationships/slideLayout" Target="/ppt/slideLayouts/slideLayout1.xml" Id="R751507791ff1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1507791ff1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57a3be22c4ef7" /><Relationship Type="http://schemas.openxmlformats.org/officeDocument/2006/relationships/notesSlide" Target="/ppt/notesSlides/notesSlide1.xml" Id="R9d9783e74ecb4f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a995b081c444a" /><Relationship Type="http://schemas.openxmlformats.org/officeDocument/2006/relationships/notesSlide" Target="/ppt/notesSlides/notesSlide2.xml" Id="R33f68c317d7749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dabed92de4c8f" /><Relationship Type="http://schemas.openxmlformats.org/officeDocument/2006/relationships/notesSlide" Target="/ppt/notesSlides/notesSlide3.xml" Id="R439e2d739c5b4b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4bf48b0464ffb" /><Relationship Type="http://schemas.openxmlformats.org/officeDocument/2006/relationships/notesSlide" Target="/ppt/notesSlides/notesSlide4.xml" Id="Ra40c54e5b06c4f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0ccb5240b4284" /><Relationship Type="http://schemas.openxmlformats.org/officeDocument/2006/relationships/notesSlide" Target="/ppt/notesSlides/notesSlide5.xml" Id="Rdab71ba2f09741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65fbc074b489a" /><Relationship Type="http://schemas.openxmlformats.org/officeDocument/2006/relationships/notesSlide" Target="/ppt/notesSlides/notesSlide6.xml" Id="Rb8a64daedeb149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496a10e834576" /><Relationship Type="http://schemas.openxmlformats.org/officeDocument/2006/relationships/notesSlide" Target="/ppt/notesSlides/notesSlide7.xml" Id="R9b284759184442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203622a3840ec" /><Relationship Type="http://schemas.openxmlformats.org/officeDocument/2006/relationships/notesSlide" Target="/ppt/notesSlides/notesSlide8.xml" Id="R02ab042435f340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10fad921e44be" /><Relationship Type="http://schemas.openxmlformats.org/officeDocument/2006/relationships/notesSlide" Target="/ppt/notesSlides/notesSlide9.xml" Id="R9d2c44ba97c949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534e1cd174431" /><Relationship Type="http://schemas.openxmlformats.org/officeDocument/2006/relationships/notesSlide" Target="/ppt/notesSlides/notesSlide10.xml" Id="R08609a8e56644b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2a476dfb84ab4" /><Relationship Type="http://schemas.openxmlformats.org/officeDocument/2006/relationships/notesSlide" Target="/ppt/notesSlides/notesSlide11.xml" Id="R178136b992fb4c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04122fad34406" /><Relationship Type="http://schemas.openxmlformats.org/officeDocument/2006/relationships/notesSlide" Target="/ppt/notesSlides/notesSlide12.xml" Id="R400b4a7380f147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391beffd74420" /><Relationship Type="http://schemas.openxmlformats.org/officeDocument/2006/relationships/notesSlide" Target="/ppt/notesSlides/notesSlide13.xml" Id="R5bdabac32e494b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3f41f619b4e58" /><Relationship Type="http://schemas.openxmlformats.org/officeDocument/2006/relationships/notesSlide" Target="/ppt/notesSlides/notesSlide14.xml" Id="R9e83d5027a2a45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a59df71a04b06" /><Relationship Type="http://schemas.openxmlformats.org/officeDocument/2006/relationships/notesSlide" Target="/ppt/notesSlides/notesSlide15.xml" Id="Ra9b5dc86a9ce4b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b8be2325542c1" /><Relationship Type="http://schemas.openxmlformats.org/officeDocument/2006/relationships/notesSlide" Target="/ppt/notesSlides/notesSlide16.xml" Id="R60e98d440eb040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3b69581284ebc" /><Relationship Type="http://schemas.openxmlformats.org/officeDocument/2006/relationships/notesSlide" Target="/ppt/notesSlides/notesSlide17.xml" Id="Reeddc1cb496742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9c0b131fb4675" /><Relationship Type="http://schemas.openxmlformats.org/officeDocument/2006/relationships/notesSlide" Target="/ppt/notesSlides/notesSlide18.xml" Id="R87c4c89e8a9443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8d8729be44a50" /><Relationship Type="http://schemas.openxmlformats.org/officeDocument/2006/relationships/notesSlide" Target="/ppt/notesSlides/notesSlide19.xml" Id="R884ccb81bd9040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5892d60f4472f" /><Relationship Type="http://schemas.openxmlformats.org/officeDocument/2006/relationships/notesSlide" Target="/ppt/notesSlides/notesSlide20.xml" Id="R55289a0ffa9445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bde8de94141b7" /><Relationship Type="http://schemas.openxmlformats.org/officeDocument/2006/relationships/notesSlide" Target="/ppt/notesSlides/notesSlide21.xml" Id="R40ec315d1811465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430c264b04d67" /><Relationship Type="http://schemas.openxmlformats.org/officeDocument/2006/relationships/notesSlide" Target="/ppt/notesSlides/notesSlide22.xml" Id="R8b8785adc7784c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9bfa609174129" /><Relationship Type="http://schemas.openxmlformats.org/officeDocument/2006/relationships/notesSlide" Target="/ppt/notesSlides/notesSlide23.xml" Id="Ra0aea3921bce4d7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4c15eb6924d76" /><Relationship Type="http://schemas.openxmlformats.org/officeDocument/2006/relationships/notesSlide" Target="/ppt/notesSlides/notesSlide24.xml" Id="Rcf69e4cc0df9427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0649f82004070" /><Relationship Type="http://schemas.openxmlformats.org/officeDocument/2006/relationships/notesSlide" Target="/ppt/notesSlides/notesSlide25.xml" Id="Rc105fb12ae5f443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6889110a049e6" /><Relationship Type="http://schemas.openxmlformats.org/officeDocument/2006/relationships/notesSlide" Target="/ppt/notesSlides/notesSlide26.xml" Id="R167b5c414d6c4d2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a72711cd64d08" /><Relationship Type="http://schemas.openxmlformats.org/officeDocument/2006/relationships/notesSlide" Target="/ppt/notesSlides/notesSlide27.xml" Id="R512899f87073452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3b0d8fb3544c5" /><Relationship Type="http://schemas.openxmlformats.org/officeDocument/2006/relationships/notesSlide" Target="/ppt/notesSlides/notesSlide28.xml" Id="R25d513e85d60447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03157f7d14953" /><Relationship Type="http://schemas.openxmlformats.org/officeDocument/2006/relationships/notesSlide" Target="/ppt/notesSlides/notesSlide29.xml" Id="R95ea302975e44c5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95d3bbf354402" /><Relationship Type="http://schemas.openxmlformats.org/officeDocument/2006/relationships/notesSlide" Target="/ppt/notesSlides/notesSlide30.xml" Id="Raefd90acbb9340f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6f948612545b0" /><Relationship Type="http://schemas.openxmlformats.org/officeDocument/2006/relationships/notesSlide" Target="/ppt/notesSlides/notesSlide31.xml" Id="R3f750e90f5e84d2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7c7936e1e4618" /><Relationship Type="http://schemas.openxmlformats.org/officeDocument/2006/relationships/notesSlide" Target="/ppt/notesSlides/notesSlide32.xml" Id="Rd563d0f3fccf406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e4b9b185e4fac" /><Relationship Type="http://schemas.openxmlformats.org/officeDocument/2006/relationships/notesSlide" Target="/ppt/notesSlides/notesSlide33.xml" Id="R19c01dc738d94a0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0f5178f8e4d6d" /><Relationship Type="http://schemas.openxmlformats.org/officeDocument/2006/relationships/notesSlide" Target="/ppt/notesSlides/notesSlide34.xml" Id="R68d2174c728e428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f28751165446e" /><Relationship Type="http://schemas.openxmlformats.org/officeDocument/2006/relationships/notesSlide" Target="/ppt/notesSlides/notesSlide35.xml" Id="R6a9629268e2b453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6d99ceb12417e" /><Relationship Type="http://schemas.openxmlformats.org/officeDocument/2006/relationships/notesSlide" Target="/ppt/notesSlides/notesSlide36.xml" Id="Reaf1d7a89a63493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7611742ec4e72" /><Relationship Type="http://schemas.openxmlformats.org/officeDocument/2006/relationships/notesSlide" Target="/ppt/notesSlides/notesSlide37.xml" Id="R3dde6056eba6404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bf6e0a0b74e66" /><Relationship Type="http://schemas.openxmlformats.org/officeDocument/2006/relationships/notesSlide" Target="/ppt/notesSlides/notesSlide38.xml" Id="Re673b1dbfb6f497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d692b69da49fb" /><Relationship Type="http://schemas.openxmlformats.org/officeDocument/2006/relationships/notesSlide" Target="/ppt/notesSlides/notesSlide39.xml" Id="Rba53423c00f747d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12507cd6e4599" /><Relationship Type="http://schemas.openxmlformats.org/officeDocument/2006/relationships/notesSlide" Target="/ppt/notesSlides/notesSlide40.xml" Id="Rf71d1e8f121a4d8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3982b593b41ad" /><Relationship Type="http://schemas.openxmlformats.org/officeDocument/2006/relationships/notesSlide" Target="/ppt/notesSlides/notesSlide41.xml" Id="R553a1960f685458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bacd6aa1e4ddd" /><Relationship Type="http://schemas.openxmlformats.org/officeDocument/2006/relationships/notesSlide" Target="/ppt/notesSlides/notesSlide42.xml" Id="Raf496ccb9d7a4a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C7E3F-7864-4892-A49B-180D3CDC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2FE41-A2A4-4F41-9087-59963EB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Linear Algebra 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3DD26-B6FC-4BDC-8F12-65977C99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1BMATM101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3: Chapter 4: 4; Textbook 1: Chapter 2:2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EE3D1-0999-48D6-ACB0-268BF111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7A032-228B-4AD9-BD86-AF7BADCD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14657-8FBC-4F4E-898A-42A6E1B4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2D846-F67C-4697-9B7F-44B40D28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05039-C29A-44BC-81BD-7340B83E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2CC00-5D6B-4484-A04D-F4393CBA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0AD54-14AC-4909-85FB-47C5DDDA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C5B43-C25B-41A5-B7F8-834D9DD7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B955B-B695-4810-B61D-168A0FCA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E09FB-5327-4565-A14A-E3955F99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01303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63D56-CD82-4640-ACF2-E3A6F590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E1FF3-5100-4FDF-8322-F4A51385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3E7B6-9521-4BD0-8E0D-97E4D78C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C1A23-693B-4802-8A4B-7A211A15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1AFFA-00F6-41C9-97E7-80F3F60F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6D1C5-E17E-4E28-A85D-077F9A55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36491-0702-481E-96F6-B5C6B0D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69D4F-BD17-46A5-842B-D7F60531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A1B87-F769-420C-A05F-8ED1E45B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D8BCE-0707-4AF2-BB2C-9DFD29DA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FF6EB-F9C9-4893-B36A-9BFDE613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03061-C367-4DED-8C26-C9136A4E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6FCCE-6F13-4469-AB4A-B09109A0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A8842-41D0-466C-8ACE-8C4466AF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BBD7F-3B0F-4FE5-B04B-83132D83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70836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10B5B3-886F-4CC0-936E-73AA8848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52675-92E5-41B6-847C-B1333E07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C4D33-BADB-47C1-97F4-D6FFC7AA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FDED6-D2E6-4978-80D0-BE265BA7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C082F-0324-4DB0-9FC7-5CD1A03B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0AE21-5F3B-42FC-81E2-5B0AA41D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23E24-6C01-4E16-8354-E5CEC396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BD797-729C-42A3-B754-614D2C98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C776A-6B7B-414F-ABE0-5FEDE17D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Linear Algebra -2 (8Hours Theory) + (4Hours Tutorial) Eig...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0AC3B-F159-4E48-93CF-FD6B34C8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11D3A-0077-4836-9F88-7900269C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C6BAF-DEF8-4E5F-8DA2-327F943E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Rayleigh's power method to find the dominant Eigenvalue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C20FE-ED39-464F-823A-59262604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E7D1B-3732-407F-923F-63A771D3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D315F-0800-49FE-8A04-BE34167C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Diagonalization of the matrix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86665-3655-4910-899D-7443916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D92E1-949B-4B3C-9D17-49BFE51F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92E8D-FD4B-45CD-98AC-BA13A53C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inverse of a matrix by Cayley-Hamilton theorem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69657-9DAC-4B7C-9D97-FAE8E2EF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41D7E-AE2F-4D97-8697-AA5D8CEB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1C59C-8451-4242-BDDC-0D6A1DCF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Characteristic and minimal polynomials of block matrices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51EF3-6F68-4BA9-A3AA-5FEB1041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5D2D8-71EF-4966-9CC4-AA9412DA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53FEA6-513A-4F1A-9D20-BC0F7858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Moore-Penrose pseudoinverse.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9B5F7-42D8-46EB-BD15-55C7FF97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E1DD4-E866-4724-96CD-28436AEE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8ACDE8-2550-41B9-8D91-6E2D5975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 8 :8.1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9334D-895C-4072-AEED-D45B19F9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68A98-C4CA-45D9-97A7-D966F602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55E61D-4C08-476C-8713-E77A7BF0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Chapter 20: 20.8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2CE881-DAC9-460D-AC9B-AAAF9CB3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D9CDBA-E206-4869-A837-B6F94388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4825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64464A-442A-43F0-A714-4BD644C6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00FE9-F0A9-40ED-AF00-AC2AD147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2B1EC-6BC3-4E15-8859-81D69CDE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4DFA2-FDC8-4453-8241-7D07D698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EEF1B-231B-466F-81E2-D94830BD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F47BA-6B8F-4A3A-8EEE-DAB7E0C3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2344A-97AA-41A2-BC5E-DD94D4FC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5A854-6683-4307-8291-3E0E2410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Linear Algebra -2 (8Hours Theory) + (4Hours Tutorial) Eig...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A2CFA-F45B-47BA-9280-C2CB3DF1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3: Chapter 4: 4; Textbook 1: Chapter 2:2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C023D-CBDE-4957-B52E-4D6CA5A2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CDD5D-9723-43E3-9DF8-ED4B789D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Rayleigh's power method to find the dominant Eigenvalue a...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837F6-6BFC-4290-B74D-88520A49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3: Chapter 4: 4; Textbook 1: Chapter 2:2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01F7B-06ED-41A7-B110-EB2BCD88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F69AD-26AD-4755-90B5-475A4D6A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Diagonalization of the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AA9D0-98AF-442C-8155-E57ADFCB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3: Chapter 4: 4; Textbook 1: Chapter 2:2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4022D-115A-466D-AB80-70F3745B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84078-8847-47FF-9D70-BA573C6D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inverse of a matrix by Cayley-Hamilton theorem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060D1-0B31-488C-9D96-F9C7D114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3: Chapter 4: 4; Textbook 1: Chapter 2:2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59FE3-35FC-41A6-AF85-14A7DB1D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C4C3B-DC5A-401A-A0FA-86625078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Characteristic and minimal polynomials of block matrices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08EBE-9E72-4939-AABE-B048D2E2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3: Chapter 4: 4; Textbook 1: Chapter 2:2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70237-8A41-43DC-BA04-0BC955FE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597AB-E13B-4768-8600-85814629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Moore-Penrose pseudoinverse.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3A260-7FBD-4D93-9289-CF71CD74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3: Chapter 4: 4; Textbook 1: Chapter 2:2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69E9A-D362-4640-BD11-E7B8C5EA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972DE-9371-4A0A-A56F-7018544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Chapter 8 :8.1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CBB892-F2D6-485C-87D6-DDA22CAA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3: Chapter 4: 4; Textbook 1: Chapter 2:2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551AC5-878B-4A31-8FD8-AEBBCBA2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551673-17E3-49C7-BCEF-0B70EED7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69930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79D30-9F30-41B3-823D-498E5FF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414CF-6911-4447-AE98-C0A6F01E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11ABF-B12F-491A-8C1F-0A467E3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EBDB3-A5BB-4CCF-AB3A-3BF4CEAE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8AE53-09E8-4AF6-89BE-D444D369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4DECC-CED1-4704-AA3D-B8780E6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Algebra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29E59-7F54-4589-A833-531B40B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1313E-F9EB-43BB-A5E1-A176CA2B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Eigenvalues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5C88D-E97F-48FF-8538-6A8328EB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Eigenvectors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2318F-0B9E-4D7A-B254-7004DA4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Rayleigh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C69C7-B34A-4A1C-8716-053B8A29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D8B7D-E59E-4C6E-AC86-8E56054D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AC446-745C-4AE1-A745-10741796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dominant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891F7-1DAB-41C6-808A-E02B9EE5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Eigenvalue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21D29-4801-4A84-BFB2-BF7D0098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22506-1D60-496E-819D-96CD217E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11728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EBBF6-D0D9-437D-9D3D-0884EEED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6C98C-15A5-4145-991B-C86F044F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8CD62-B16C-47DE-A737-652A4342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33342-DC3A-4069-BBE9-6FA949BC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B97DC-6D55-46C0-9B7E-518E1B70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Linear Algebra -2 (8Hours Theory) + (4Hours Tutorial) Eigenvalues and Eigenvectors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9A697-1BC9-49AC-A4E9-39CFEC93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Linear Algebra -2 (8Hours Theory) + (4Hou...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FD53F-BA24-47E9-8354-787A5FEE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ED7A3-526C-454C-94EA-1415FA4F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ACF4F-1E90-4436-9333-6CA31044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F1A3C-5B8C-40AA-A2C4-A2E8C07E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69E64-97BC-413F-A731-B32D2D0A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202C7-9D27-491D-8C42-494BB719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37167-A8BE-4512-A8DE-4D39B3A9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E969A-66E7-41B0-94F7-6EBD2879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D7FDE-90EA-4C01-9436-9B95D76A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FF949-1511-4B2C-BFB3-2CC1A431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217240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D0654-C423-4D98-BCEE-8DE47C00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19F02-B9F4-490E-9A30-A2D6DA3B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1B5D3-83D9-4815-A8BC-F8F8D55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84D05-A6EE-40A7-AE56-DD5A2859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75F6B-2874-4AFB-9CC0-C1ECBE9A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10760-4CB8-45CE-A88F-F12B0AC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E5698-DA09-4D5C-B015-7D2043B3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053AD-496A-4040-A1B8-B55CA3C0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09206-20CB-43A0-B99B-91E96B44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Linear Algebra...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D96D2-8178-4142-83CE-24475A69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60642-8EF9-4CEA-8DD7-ECF0E2D3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87320-0D98-4112-B5A1-355FBC0F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Linear Alg...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C0410-DFF7-4789-9B8D-ECD9286F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2AB2F-CE2C-46F4-B4E7-A36DD98F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1F995-C7FE-4479-BB16-B5A6DBC6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Linear...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E6B08-A4A6-49BE-B1E2-52E067BE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9F95A-D826-4E51-9477-18D398BD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59F22-6A32-49C7-AB85-9A545A45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Linear Algebr...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F7F0C-9811-457D-883A-22D1A441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6C7A0-39E7-4AF9-837A-F286A51D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CDABF8-9991-4B2D-9638-41E3FD8E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Linear Alge...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4D0F3-DADA-4956-B2A7-18E90287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80A51-5987-4711-A443-B92A9A3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92519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E2A25-A8EA-4BBF-9D16-57CD59C3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676E3-D41E-4943-A2C0-25E883D3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B9F3E-1F8A-4ADD-A164-AFD19A84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9CD8E-1D05-49D6-8D9A-A0A41BC1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5BCB5-FB44-451E-861F-8404B1D5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3BB87-FCD9-4A5F-BC31-90E9E975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EE548-641A-45C8-B344-3384728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21093-8E69-437C-8296-3150436C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ABE2C-A381-4E0F-B586-A27AA855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A0F84-3B8E-478E-B5DF-7DAE24BE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5DF03-8C16-42C0-8002-2568224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2AE98-0F7D-46FB-9DD1-7988FCE7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2BEB8-F973-4C87-B309-358B78B9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959D0-1E6F-4A5D-9300-D7693893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F4ED5-D8EC-42B2-8C75-9CE2F2E3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56172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F2950-BCC2-4EE8-A136-602772A3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6DE6-1330-413A-A141-34ADF22C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9DEEE-6E15-4C15-B0C3-0816968A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D1C77-2FFE-45D0-9AC0-A288ED83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12AB0-37E9-4DEA-B3B0-64944866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26CBE-7441-4742-9B85-BCA27153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Linear Algebra -2 (8Hours Theory) + (4Hours Tutorial) Eig...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4BC83-835B-4F06-969B-2AA9DAEE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C6C68-6AED-4720-BD7C-D4A99E7E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470C2-7D8E-4AD4-8366-40D9DF07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9ED46-7879-4F77-875B-D4AE711C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D6F5A-46E5-4145-BCBF-3CD87C5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945923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196D2-6765-49E6-9581-7859E13E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EB417-1714-4124-9C1A-6AD40C11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03745-1198-4EA6-82BD-056B3A19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30B43-8E93-4031-89B9-298E169C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2D854-4D00-40C3-BB41-3A600EFC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Rayleigh's power method to find the dominant Eigenvalue and Eigenvector. Model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09D62-E92D-49BF-B698-5519CB9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Rayleigh's power method to find the domin...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0CB77-4594-461B-BC0C-6F13663D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A0CD3-1DE2-4EEC-8C0E-33F31861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5B402-8DE9-4596-9C0D-4BDAEA19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853A1-0E43-4C10-88DA-7E58827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488CD-8A5D-47AA-B672-301F85DD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72C93-4A8A-4FBD-87C4-B3B28396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74343-9377-4C0A-97E0-07091704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8A01C-E0C5-4F5A-BAF8-B7D8335E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D8D06-F234-4A74-8B7B-6E63F284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D5365-F7F2-4D32-9365-CBB7B275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089684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3582B-F6DD-4382-B0E7-2E9F189B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EFBF1-D134-4137-89DC-93BCB08F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5B1F4-7A9F-4446-9EDC-FC85628D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25C86-BF6E-4167-A6FE-4C84D773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11149-48A8-455E-BFB4-61DDAFF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3F19A-3BB2-46EF-925D-43F8600B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CE880-34AA-47E5-A118-69743FE0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9510F-4759-4BFC-96FC-8E7A1BED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5F0FB-A43C-4F10-A47C-810ECB12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Rayleigh's powe...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F7AEF-FBFB-4AE0-B2F1-63174D1B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3E360-F29F-4A54-ACAD-D70D1E8F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AB699-3117-4517-9D41-27444B2D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Rayleigh's...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F7607-A4E4-4CF7-BC37-954A355B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71CA8-4B28-4267-A6F0-1A43AE06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8AF8C-1B6C-4036-A2FE-E28E6F14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Rayleig...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B58D2-50AF-493D-88E3-31B60DB6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27043-84AC-457D-8E91-FA30BF6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2BBEA-917F-40A3-8F96-3B520DE1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Rayleigh's po...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1425C-7CDE-48BB-A538-F6D271AF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10C8D-BF82-4C40-B385-9DE66B53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45421-A8D2-4CC8-A06D-3F0C114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Rayleigh's...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0AD07-34AB-40C9-870F-E6C13C88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20928-C17F-4621-B68D-81F48E15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78951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1F9E5-ACDC-4DA2-AB07-33D3CAE1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E630A-EA8D-416A-B33D-564EC636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3AF5F-2D6E-4E77-9006-51C2924E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0D532-FA04-4CCB-8134-7654A90A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8FCB8-41B8-49DE-9948-1055024B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9F4EE-CA0F-430C-BD7A-54909AAD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2CC00-1455-40E8-8EA6-C1D593B1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79F0D-173E-4A1D-B960-9070D0BD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41965-3F7F-4214-BDE0-DFDB880B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9D869-015D-4C68-98B7-37B95598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0A4AE-0100-4DCC-8859-3344B51E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223E1-EEAA-438C-A594-9598C590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AC3D9-D00B-4BDF-B465-C5F54F19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884E6-9D4F-4E83-91F1-9AF2A469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AE4DE-A304-470E-9D23-702D2F8D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62260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1511A-8B31-4AAB-8507-0963AEBD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769F4-EDD2-444B-8C24-2FE3DE41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53324-7724-4C99-A955-9284984B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D6215-795C-45BC-9396-CA9BD94C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62780-723D-4484-9387-AF59AB87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3A61A-7BE5-4AC2-AA8E-933F9FE7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Rayleigh's power method to find the dominant Eigenvalue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DEAC1-DA28-4C28-BDE4-36B0239E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29734-2907-452D-8E60-38A89F5A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B9C10-BAB2-45B0-9980-4A00ACA7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490F5-4EEB-48A2-B57B-38AE304C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48DA1-C87F-4C7C-A46A-5AD83F39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232958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A483B-9AC6-43B0-934B-25B92E02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EFD3F-EE8D-4491-8B06-ED17C631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D0FFA-9A17-4FE7-A7BD-E1B5348D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46FB2-431F-47E6-BDC9-1577583D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4A198-910F-45E0-BAA5-F4FE53C6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Diagonalization of the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C6712-5B64-4EF0-9C30-D6B8372A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Diagonalization of the matrix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8014C-B738-4C1B-B9E1-B92ACD51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1B4A0-0349-47BB-BBE9-4E80F960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1611F-D56C-4270-9FD4-94FD2855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AA82C-D181-4691-9687-DD1045C7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2A25E-C40F-4074-A503-47C7A866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941F7-68DD-4C8B-AE90-89373A78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C01FB-CA6F-4EBA-B2F5-55BFEE0D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24C6F-757A-4023-A97C-A698AF72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5A4B4-FCDF-4ACF-89E6-CF3D3778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F6989-3B7E-411F-A543-B7BEDC63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157083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F03AC-EAF8-4185-B91A-5B71E938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30B44-B481-4BEE-9E68-450F2199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B58FA-818B-4920-8BD8-6BD56545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D2511-C6A0-4DBF-BD60-E0AA7BF6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61D5F-0E0D-4011-AD71-D8859902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A59C7-4907-40D3-8C42-A0111478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C90C1-A0E9-4387-9570-82A40662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AB45E-E38C-4DDA-88FE-FA81219E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C9C2E-6FDA-47A8-933E-E38596EC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Diagonalization...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0ED80-4A45-47B7-87BF-35280B28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69CE5-0DA1-4518-9103-C1647434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63829-0A52-4903-92F0-B3A1F58F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Diagonaliz...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7459E-86E8-4454-9311-D72436E1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AF7A3-CE0D-4C6C-ACB4-39F10428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A11D0-6992-4B7A-A1B6-58F8797F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Diagona...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1EE12-08B8-4209-AD12-41D6C78D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E33DD-6C7A-4F40-B51F-9549E4D5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1E096-7DE1-406F-B0D0-5109B501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Diagonalizati...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65B2D-498D-42AE-9F47-CFC9D3FC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19CEC-9771-4384-91E4-3660FF33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7FD28-69EF-4775-B040-D467CF38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Diagonaliza...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DF548-F293-47DC-BAFC-30D34E3E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1234A6-4CCE-49E3-B840-3D00CAAF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180052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9D9C5-C1BA-4B43-8503-522C6402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03C77-E114-47F4-BD5E-E957C60A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1382D-E454-4217-9C0C-63750160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FD8EA-B5EE-49D2-A419-9F8CC73E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279A5-AAE1-4BCC-BDFE-CDE497AC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4ACD8-A002-499B-A2A3-D7DE45C8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17A0D-8266-4289-B572-BA82965D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F2B52-30F0-4EE1-80D5-B777B48D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24ADC-E6CF-464C-9AF9-1799EC5D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286FC-B3D8-41A0-91E5-35989DE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483CC-22E0-49D9-AC79-F18257AF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06DD8-AFEE-468D-BD5A-F23F1270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41C19-C0C2-4180-B9BC-419D7CF5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5DE34-268F-40BB-8132-6F98D645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FECB8-01C9-4713-A448-E6251355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260441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2FA78-FC95-4C75-AA64-43BDABF6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0C6AD-7937-473E-AF2C-B9DBE1CF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87B39-9601-4C04-9C9C-4A961AAC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6B5E3-D5D7-450A-A2DA-E3C9E285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FCE83-C4A6-4E3A-BA1C-E075E71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7A59F-6C76-495E-83A3-598515D9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Diagonalization of the matrix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D3381-CC0C-4890-A525-49CE9A8F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09904-9110-4AAC-AD87-0E691422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13013-E18B-428F-9BF1-D6C4FBA1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AB839-C3A1-4585-83D9-5CC8267D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8AA87-E684-4EDE-A4A9-4214701B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98482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B50B8-5750-49D0-9E87-1C2739BB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FCFB5-EBFA-40ED-B5A2-C8A402B7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067A7-399D-4415-B87C-8C79202C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26D83-055E-4F15-B088-22438295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6C7D6-FC26-49B1-BCCA-9B96BFC6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inverse of a matrix by Cayley-Hamilton theorem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6601A-4D24-4875-BF75-85E6C207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inverse of a matrix by Cayley-Hamilton th...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C56AF-3A61-407C-94EB-5227FB6B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60283-2502-46E7-BF40-852B5F02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77A21-5835-4DFD-9A60-FB7906DC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38227-CF13-4E98-9291-0F28B11B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1DBF6-3E69-4B93-AE20-848BED1D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ADE9F-CDEF-4A1F-9F7B-011A0A47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F1C47-D230-4DE5-BFE2-5867596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D39FD-AC53-43C4-B3A6-8DF14F4E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442C5-B256-4480-9C6C-77A1C2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8C76E-B174-4B10-A2EF-50B520B5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536588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21607-131C-412B-87FD-27C86F26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735D7-6CE9-49DC-8757-14B90DBA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DB181-F269-4720-827A-FA377950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CE686-33E0-43A5-8AD5-42BE6659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CA33A-9D18-4DDA-9C9A-EEC97D25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DB18C-93F1-4630-A92D-F996544F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E3159-4CE4-46E8-A375-0353ED0E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62766-DAE8-4F77-894B-AEFA65E8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006DC-D1EB-4DE2-A061-E6D846E6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inverse of a ma...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30708-C957-42A1-A123-A3D1AAE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A428A-4128-4D18-AA0C-18DB87FB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E2BD7-14DB-4F2F-B36F-EF87C9F6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inverse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CF11C-DA18-4B59-8987-43832FF8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062F5-BAF1-4BFE-8805-0BB5FCA4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86F10-1AAA-4EBE-9EE0-35D78402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inverse...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E0583-50CC-432C-92A3-6B7AC5A2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C20EE-4668-451B-905B-1785691D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907AF-B4A3-4524-A3A6-BD01B397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inverse of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2CADC-D6C8-4CCD-8623-A7E227CB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F3DF0-3973-47C2-ABA3-3518D1E5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1C387-20A5-49AF-9D80-A21C9D79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inverse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67DAEF-556A-4BF9-8297-208F7465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3334B-626C-4899-9383-959B0229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435408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364E4-BDD3-4978-9789-87BE5DF4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57318-8FB5-4E8C-A1DD-1997B063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70414-8479-4B74-9459-A0B8DFE5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8F47B-BEFE-4725-99FD-1E5E5910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D0F10-E433-4971-87C0-1BB4075E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41B88-414E-4D51-90CB-083FD5F4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164E8-029A-4FA4-B730-BF94CC67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252C7-C40E-4D4F-9E5E-B9D60346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C5440-9557-4A71-833F-2C44F557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39EF9-81A4-49BD-BF5A-3839D240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3A67C-9549-45A5-BFB0-5F2D3479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12564-BC0E-47D4-B95A-2D001D01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042EB-8C3B-4758-AB11-568052D1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160AC-99A9-4455-BFA5-012885FF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7E5C2-FAA2-4E72-AD01-5FB60C8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282773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2FD84-8304-40F9-B667-14A061B2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1C344-D05B-4CCE-9037-FD896192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96C85-4C08-476D-8201-E4ED857D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4CFD7-E490-40DA-9C32-1320EBBC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74CE8-2990-44C5-A980-94FF050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D4214-EB73-44DA-AD3D-31A0B85E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inverse of a matrix by Cayley-Hamilton theorem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C9DAE-632F-4CBE-B6DD-65AA3F85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3C0F6-32D7-45D0-8A96-BAD3B87D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14DDB-E48A-4F17-94F3-2539F6BF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2077C-28B7-40F0-A6ED-5D9D00F8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9DE2C-0CD2-4A2A-9C5D-CDFFBD54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6966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D15A3-C88C-445A-B0FF-081CDE3F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BD8B6-5A88-4B58-B7C0-335C5D1A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A87F6-7F9B-483D-B5E5-7E569044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200B4-8AE6-40C6-9AD9-89012F1C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05879-C43E-40C8-9264-44C2D229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Characteristic and minimal polynomials of block matrices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6D609-092D-43A9-8021-EBC844C2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Characteristic and minimal polynomials of...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AB3AF-91CA-4473-A6C3-3993BCC8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1E48A-F7AB-412B-9E83-AF886DEA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FED66-59C9-4274-8FDB-A1FAD906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85A57-1B92-46CF-8E62-CA061E8C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89156-AA31-4374-9C12-F1A2155F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FD241-BC69-4E57-A723-473EADA7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D7716-AFF5-4B6C-83B9-35C21736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3E3D1-0474-4BF0-9B76-6B1B4E18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983E7-3454-4203-A032-16F87C5C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B3259-E5B4-43BA-B8F2-575F7088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966196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ABA64-305C-435B-82FD-D98E338E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B7F2D-FEEE-4C6E-9AF8-3273340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B0284-EB68-4BA2-9F39-EBE3BD64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2267C-A4E2-486A-A7D6-B2E36E50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F7749-5488-49CA-9939-586DE033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F5375-AE76-4D80-B5CC-E651237F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591EC-9A45-4595-A01B-08E73BA8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45990-5A25-40CD-8C3E-A3C81599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A6CD1-FC3F-4784-A44E-55A8287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Characteristic...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196F7-BDF1-4BFC-A042-2ADF5A40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1473C-2414-4FD7-850F-E1E8AB0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C199A-7A50-49D6-9B95-75D46B37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Characteri...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08CF3-8AAF-4ACD-AA03-4AEE314A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C0C8C-462E-4D93-8091-05A957A8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65538-6976-4B82-9C98-2D03FA82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Charact...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2A18D-E16B-497C-87E5-C607C0A2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99DA5-81F9-4188-B820-21078A8F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A02D8-5487-4729-A9B3-C505F652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Characteristi...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4CBF4-BDFF-44F8-94C4-99D4D383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9ED5F-B624-4436-BBB9-7D896100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8164C-7E3D-4927-B429-8F3AD5B3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Characteris...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94788-9612-41C6-AC76-328A56FE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8798D-BD4D-4A81-A6AC-EC730FEB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610239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793B9-FC63-450F-A027-A92CDF1C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8A9AC-5981-484B-9BC0-DEC720A6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1BE2B-4330-4748-8DC8-1C693D3C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99279-DCE5-41CE-A37C-372989D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10779-904F-4713-8FC9-B8C670D7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457B2-0DF8-4C38-9E47-09F2B14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7D79B-1E18-4325-A360-13BA7F17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72E39-92A4-4A4D-979D-28FA000E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58372-3B10-4D8E-83FC-CCF74328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34608-AAD4-4E2C-A517-8CC5A8F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3AFCC-6B14-4843-BF7E-7C0A8AA2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542C5-7410-4C33-9F8D-AF8973A9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13010-A73E-45AE-A5F8-49696554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B8B66-0275-401D-9205-D387422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E4311-DD15-48EE-B7E7-901FAD2F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949806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A109A-C98B-4A90-A165-915438C5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6EF9C-B5E8-43BD-9492-1D4B24BE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EC845-CA62-4E34-89F5-17C35A56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063BC-2E2C-41BA-BBDC-F4B6ECEA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A157D-4633-48D8-A8B1-97CF7A0E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EF520-9302-4971-B14A-CD72E451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Characteristic and minimal polynomials of block matrices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FD0CB-4989-447C-A8A2-B6602981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AD06E-C55A-46AA-BF4C-A9E9C57B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C937B-F900-4DB6-9370-A97E2D90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A9EFC-29A8-4497-8FE5-026EC760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01DE8-130D-435C-82F1-DC5AEED8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520833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5DE3B-9997-40B2-A36C-2B16A59B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404C3-B5EC-48EC-A0D6-E5D1E23D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27D9C-3B40-43EF-987D-88B1545A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D58EE-1186-49D9-BD5F-DAB96335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29E68-554D-4984-B1FE-9D47FF01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Moore-Penrose pseudoinverse.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2503B-7D61-4E26-83A7-EDAA0FAF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Moore-Penrose pseudoinverse. 0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7A410-C37B-45F8-A27F-70AF0BD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C4730-6050-4C50-9675-8150EBBC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90356-5195-4E04-A403-C4EC9090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66536-63D1-498A-9F9C-9B77879F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C9C05-F808-4F9F-8D6D-44ACFEC6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08C06-F2AB-4575-81AB-B0B051D7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1967D-8108-485C-8026-95530090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1D737-3400-4E63-B052-DFB4406D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E51C7-9566-4BD9-B4C7-DF89AFCA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01292-126C-4179-BAD7-88A0580E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378075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C3C31-1F00-4A01-AE25-56AE56A0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52D6B-49F5-4A70-8583-D7D075EC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F0F89-9E7D-47CC-AC6F-44BD604C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9EB02-41D3-430C-B6C5-CA2A0B2D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6CA85-D440-4896-B598-D498FE24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166CC-6D4A-47A5-B759-BACE2698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ED841-EE20-4C7B-8BCA-17A4C968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88804-3269-45CD-A447-39D7AF43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ED38E-E1FF-4AF6-84FC-66FD30F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Moore-Penrose 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C278C-F455-4FB1-96D7-71157B61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CC386-C8D2-40C9-B736-A999F725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DF616-3A4C-4947-9C73-262442F0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Moore-Penr...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007F0-1B65-48D0-A694-BE450155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7A21A-00B1-4582-8EA2-2973B8ED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07D02-0167-4092-A17E-B23C1532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Moore-P...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24C81-8029-44B1-AF5C-F8997B28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9C63E-FDFB-44C5-A337-B2330103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458B2-8EEF-4300-97AD-9C48CAF3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Moore-Penrose...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DCA7F-0B72-4025-A7C8-CC290478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533FE-70CC-46A6-8044-BD55816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DF3CE-76FE-42D3-B8E9-486C3487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Moore-Penro...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42124-7D67-49C6-9E08-3C909BA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17973-E28C-4F9A-A104-35392E5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873947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0B283-CAED-4FEE-835D-E17FC62D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21743-392E-44EF-82A1-A355D35E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0281A-F163-498B-A76F-8406EBB5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6FF8E-3956-4584-AB01-9CDC192D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ED885-319D-4099-8028-F1A3C683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2C22F-0ED8-4BD4-B492-EE0F7B2F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C4AF7-081F-4606-8B95-D7C11D99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CC2BA-0012-420F-B1EE-DFB8000A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1C170-7651-4012-9F20-EE43A929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5D18C-CCD0-48B4-8D5B-8EB43401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38031-4BDF-41D2-BF77-21773919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29C25-315E-4D91-83D2-8765DECF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84C39-2162-4F46-B225-C97DC8AD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9B529-C59A-4F5D-996E-F051FF90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CC78B-04DC-4221-8EDC-77D57B90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351594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C8FAE-D309-4F64-95E9-3A1A88B9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35E27-5606-4F57-86F4-47E9CFB2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6DACB-400D-41D0-9E36-8288A346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8B6B8-775F-43EC-BED9-2C2C4D56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B8DE6-5B08-48EA-9380-FBD12766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20ED3-BB66-4133-8433-9C8ECE75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Moore-Penrose pseudoinverse. 0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A62BE-F380-498F-B74C-F6703A5E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BCE04-7597-4CDA-81A1-B35767B6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5BC67-699D-4354-B655-37721BAF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E2088-5E07-42B4-940D-F96EFF4F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A7068-8E9F-492D-BC82-5DD229A4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470312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6D738-AE4F-4F34-BD59-8B28E3BC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F6CD9-3203-4CF6-8972-C0060100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FCA1C-9FA2-4260-99C4-C0E5FB22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C5610-670D-4353-85C0-6385E152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2CF29-4101-4DF3-B4EA-A3A3B48A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 8 :8.1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DE537-76DB-4765-86E0-ED159CB7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Chapter 8 :8.1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C670F-1309-415A-8E39-B0B4B7A0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FA82F-BCCB-449F-B17D-7495AFC9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FAD84-FF93-45FA-AE66-26652A6E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5870B-77D9-4FAD-A853-EE3F37C6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65FF6-8599-4F76-A344-B2A4BDC7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EC307-01D6-4B25-BA2E-0A686FBC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5155B-EA38-4C67-B19C-E72E5328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0F399-A1FE-4F5B-9EC6-8FA4C086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01BD8-764F-400E-8924-1D73F237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3870B-808A-4D3B-85AB-662424DC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9982379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C6641-2EB0-432C-8A07-F7521136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6A699-1136-48BA-BFD8-A170FD9B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11D62-A9E2-4A0F-BA02-1A778571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8FD08-8053-4782-A161-C01A35DF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22D00-4A80-4384-97F9-A22A2EF9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707E1-9A61-4A9C-AF36-9E7EA95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83889-24A7-4293-AFF5-02CFE73D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2DA85-5CFA-4262-97B8-CD616538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AACB0-5443-4426-B2E5-249EC99B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Chapter 8 :8.1.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B0B4E-5037-4C41-A1C7-3F6FABF5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C6EFE-6EBF-4203-91EE-43982BC8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57A0B-8F27-4074-84AE-E48AAD1A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Chapter 8...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AFBA1-2A9C-4D60-9DAF-05A34759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9C382-4BA8-4E01-A348-C187CE15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6755E-694F-4075-B4F1-FAD724DA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Chapter...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390D0-C9D2-453C-9665-982BA551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34F73-4D23-4EBD-83DF-D29340DF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405B0-7041-4DBC-9D79-2E26C23D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Chapter 8 :8....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840C8-9CBE-4B5D-8C8B-F47A45A3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51A51-FC01-4BE0-AC76-39A537C4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817B3-D53C-40EE-B426-9EF8A4B1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Chapter 8 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59117-714E-4855-880F-6A4EBD1A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1F1AF-3A46-49B6-9457-2A9B3763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3948500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8C01D-9D90-4455-A9F5-D720CE8C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42B8B-A0E6-4C97-9B3D-C781E3E2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D9BF6-7CDB-434F-99A0-C39B25CC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0D83E-82B8-4C7B-8AFA-5A08D0F2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00494-91AD-4AB3-ACC4-2CF863A8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71A8A-D57A-4F89-BD12-F1F2CCF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140AC-E0C5-4FFE-A388-711BB823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7AF11-9FA3-4DF0-84DC-0DC316E4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60641-A828-444D-A634-FDAF6A6C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F3F2F-FDD7-4A74-9C6E-BA6CAB1D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BC132-85CA-41FC-AC5C-19A2C1A5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69085-744F-4FC8-8539-2DB1D79F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D0D6F-5F4C-4154-96F4-1B82D71E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38727-D3B0-4BB8-8FFE-87E5B31C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EDCA3-8286-45B4-BBC8-424D1470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129189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A6AFC-C36F-45FA-8906-5BAC74F5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BC525-2B50-4239-891F-6BADF4F0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22CF2-007D-4CA3-BA29-BD8FA481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84AA2-119D-4A23-938A-DA82460F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4C5C9-0353-4CBA-91CF-5D56FCBC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0CB0F-AF6F-437D-90FF-B8125818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 8 :8.1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1C1EC-A671-49DE-ACCB-B57BD567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3F01D-6AFE-433B-85ED-CBB7C700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A97EF-56F7-430B-8FAE-D64769B1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20749-4325-4833-995D-2F0721A9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4B7BB-82DE-461B-A15D-A125898E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429034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C0947-2C88-4041-B6D9-69F8BA13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5A0C5-E6CC-4DCE-BCD3-4A251B9F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5C896-EF50-4564-8A5A-48931674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B100C-200C-4D4C-8FF0-4D828559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C81B9-15B9-415C-AE7B-0C7555F3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Chapter 20: 20.8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B2F46-109F-4019-83A6-C8420921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Chapter 20: 20.8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1BFA8-B6E1-4AB5-992F-9FD2001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6F1D4-E2AC-4BD7-93EC-D07B220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49DD4-E60C-4C3B-9298-3F8CE3E8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9C803-C717-4053-B45A-1B986E8E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84CC8-3422-4A7C-8ADA-93D5F46A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9552B-054F-4B2E-BB09-A5F4BB2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0AACB-DEAA-4A54-AFEA-B6C64DEE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047CA-F609-498F-95E1-A71A6449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B3BE4-D1FE-41E9-9908-ED93D58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780AC-D9E9-4668-B89A-D3A117A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7908613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FB855-4118-4BC1-B412-F42B1847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4D668-3251-4CF3-81E8-6013F405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597ED-088E-4A2F-B5BE-8DC8BFF7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917D3-87ED-4F6B-BCF3-AB6FFF05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77B92-9042-4D2E-BE3D-59959296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48B09-BA9E-4D0A-8533-B73BB823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3F0FE-AB3A-4B78-88A6-0997F1E6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0F1F0-3182-451E-9C63-2FA1BAC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17814-101F-46B4-8EE6-0FE87AF5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Chapter 20: 20....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248A9-B7E7-4C0C-8233-E6138440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DE995-A3D7-43DC-8CF0-D385D399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046AA-3AF5-4444-8FC5-BAAFED1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Chapter 20...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CF608-4A4F-418A-8263-E5869B93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E0ABF-93BE-4628-9F46-63BCC44F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052DB-2439-41A3-8E85-2951F289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Chapter...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97972-484E-4A3B-80AC-413410DF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18EB0-E3B1-400F-A9BB-1F0EAF8D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F3851-A785-48E8-8056-4A75932D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Chapter 20: 2...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767B6-6369-4C90-B581-840A02CB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D49CB-C866-4CAB-AE01-01BB6695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0E650-1D52-4FED-9867-F3503B7E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Chapter 20:...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32FAC-0B2E-4EF0-B0B7-0D05326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04164-5B67-441D-8730-120CB87B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752128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CD188-65BE-497A-85B8-7FAC57C1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3E91B-4868-4928-AA40-662AD670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EFC72-705A-4DCF-AA8A-EE2AAE94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F6B3D-3763-41BE-8D3F-3C2D792A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6645B-C52E-4ED3-BE3C-BC72913D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E8D10-3F86-45D8-8BC4-951F8589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43BDC-C15D-4C1F-871A-7215873E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9155D-FAA0-4BF6-9BC5-0D35DDB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F20E1-8CE4-4FCC-96CE-BDB1A881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F2FC8-8E00-459A-B724-163A29B4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FB3FF-6331-44FC-BB6D-EDD11833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A0261-46F2-44BB-9DD2-F1DFFDFE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05A41-1F70-42DB-8CD4-54AA6963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DBFB0-D3D7-476D-96BB-E6F86DB0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2C78A-E17C-41BE-B80C-5BB0D1B8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29518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C3591-8508-4930-93D3-B6FA7A87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A33DF-6559-472A-9593-E1E08BCF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03718-70C1-4C78-8986-467D9E8E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D19C1-DEB9-4D87-9085-D1890811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DD4BD-977B-4241-839D-44DCC02F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5D44B-4AC0-4F03-9CD4-034BE4D9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Chapter 20: 20.8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3CD8E-EC83-495B-8527-2BF80094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D0E81-9C72-45A5-9F2C-779A1BF7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1BA8D-68FF-49F4-A5BD-AAE4E1DD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022C9-9FEA-4797-A93D-894F57F8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8EA7C-6BEB-4230-8597-E257B243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597228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49FC2-51F7-49B1-AF37-729EE65A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9D653-6BFE-4D7A-AD6C-5C6AFE59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E86EC-8737-47C4-87CA-9C3DAE6F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33E0E-4F5E-454F-AB94-9CAC44F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7C59C-5DBF-4227-8962-D4C501F9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9D0B4-9FF5-4E7B-8CAC-52550374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263557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045A6-9E79-4AA7-972E-379B749B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674C1-7BBF-49F4-A59A-9921BE7C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681E0-CE10-402A-936D-5A8F1CE6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AE63B-7E42-4F3B-AC3B-DCF2149B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62AB7-D6A1-4B14-92E4-333DAF19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Linear: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Algebra: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Eigenvalues: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Eigenvectors: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611AD-8D23-4970-84F2-A5BB7C42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5303638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B6CC5-B7F6-4E94-B43F-5D92DFC4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3583B-C651-479E-97A4-D5D93275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1727E-88CD-4440-890D-1133F5B9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F4FDD-E8DA-4128-98C1-9D65C8A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B6E69-C546-42E3-B7A5-E34830DD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CAC71-ACB7-4F44-A645-A351B2E9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929410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01140-C05A-4F03-BEC3-7272A05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96927-AD9F-405C-8734-8B8246FC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3F815-30C9-4330-8538-D1BC5646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32BE5-51D2-45CB-BF8E-DAA2023A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FA50C-00C7-4EA2-916F-E3CBE654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5ED85-DD0D-4139-9769-16FB8B3A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8733197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EC016-00FB-4D68-9AEF-E7D8CBF6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660B5-4C78-4091-B8BF-55FD0FA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3044E-4124-4E9A-90BB-914735A6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456FF-72A2-433C-99C1-F9AF1D5D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3B5DB-E231-493F-943D-D2A6C47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Linear Algebra -2 (8Hours Theory) + (4Hours Tutorial) Eigenvalues and 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Rayleigh's power method to find the dominant Eigenvalue and Eigenvector...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Diagonalization of the matrix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inverse of a matrix by Cayley-Hamilton theorem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Characteristic and minimal polynomials of block matrices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E1E1E-3738-4E2B-AAA6-E30A3B26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6AE67-6EDD-4F39-8D14-8242F9CE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601ED-7EF8-428A-8D6F-EB11FE66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25628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2026-08-24T16:03:02.7270000Z</dcterms:created>
  <dcterms:modified xsi:type="dcterms:W3CDTF">2026-08-24T16:03:02.7270000Z</dcterms:modified>
</coreProperties>
</file>