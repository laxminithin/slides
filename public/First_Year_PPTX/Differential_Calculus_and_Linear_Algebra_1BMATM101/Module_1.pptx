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d2be259460485d" /><Relationship Type="http://schemas.openxmlformats.org/officeDocument/2006/relationships/extended-properties" Target="/docProps/app.xml" Id="Rd368f31af49c428c" /><Relationship Type="http://schemas.openxmlformats.org/officeDocument/2006/relationships/officeDocument" Target="/ppt/presentation.xml" Id="R77577b2b9f904c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8047f6b0ab0434a"/>
  </p:sldMasterIdLst>
  <p:notesMasterIdLst>
    <p:notesMasterId xmlns:r="http://schemas.openxmlformats.org/officeDocument/2006/relationships" r:id="R3eeb5db6dc1a4364"/>
  </p:notesMasterIdLst>
  <p:sldIdLst>
    <p:sldId xmlns:r="http://schemas.openxmlformats.org/officeDocument/2006/relationships" id="256" r:id="Rbdce63ef50974be6"/>
    <p:sldId xmlns:r="http://schemas.openxmlformats.org/officeDocument/2006/relationships" id="257" r:id="R17b93949f4d04e21"/>
    <p:sldId xmlns:r="http://schemas.openxmlformats.org/officeDocument/2006/relationships" id="258" r:id="Rfb3e2aad15964adf"/>
    <p:sldId xmlns:r="http://schemas.openxmlformats.org/officeDocument/2006/relationships" id="259" r:id="R2278532e35db404f"/>
    <p:sldId xmlns:r="http://schemas.openxmlformats.org/officeDocument/2006/relationships" id="260" r:id="R416b4794a6214b8c"/>
    <p:sldId xmlns:r="http://schemas.openxmlformats.org/officeDocument/2006/relationships" id="261" r:id="R916a05ddca2e490a"/>
    <p:sldId xmlns:r="http://schemas.openxmlformats.org/officeDocument/2006/relationships" id="262" r:id="R183e0dada60b40fa"/>
    <p:sldId xmlns:r="http://schemas.openxmlformats.org/officeDocument/2006/relationships" id="263" r:id="Rd60bbdfc80db4448"/>
    <p:sldId xmlns:r="http://schemas.openxmlformats.org/officeDocument/2006/relationships" id="264" r:id="Raf752eeb5f5f4be7"/>
    <p:sldId xmlns:r="http://schemas.openxmlformats.org/officeDocument/2006/relationships" id="265" r:id="Rce8c32385a5248fe"/>
    <p:sldId xmlns:r="http://schemas.openxmlformats.org/officeDocument/2006/relationships" id="266" r:id="R0cf3cae824814c87"/>
    <p:sldId xmlns:r="http://schemas.openxmlformats.org/officeDocument/2006/relationships" id="267" r:id="Rf495fe81f17942af"/>
    <p:sldId xmlns:r="http://schemas.openxmlformats.org/officeDocument/2006/relationships" id="268" r:id="Ra761178e82894f14"/>
    <p:sldId xmlns:r="http://schemas.openxmlformats.org/officeDocument/2006/relationships" id="269" r:id="R3c7ea409aa6d4066"/>
    <p:sldId xmlns:r="http://schemas.openxmlformats.org/officeDocument/2006/relationships" id="270" r:id="Rbad6c3d2149a4f7a"/>
    <p:sldId xmlns:r="http://schemas.openxmlformats.org/officeDocument/2006/relationships" id="271" r:id="Rfe7079cb8593481a"/>
    <p:sldId xmlns:r="http://schemas.openxmlformats.org/officeDocument/2006/relationships" id="272" r:id="R23ff988a60154c3c"/>
    <p:sldId xmlns:r="http://schemas.openxmlformats.org/officeDocument/2006/relationships" id="273" r:id="R53853aa009b14f8e"/>
    <p:sldId xmlns:r="http://schemas.openxmlformats.org/officeDocument/2006/relationships" id="274" r:id="R6ac8f87836884cfa"/>
    <p:sldId xmlns:r="http://schemas.openxmlformats.org/officeDocument/2006/relationships" id="275" r:id="Rc70db4591b234841"/>
    <p:sldId xmlns:r="http://schemas.openxmlformats.org/officeDocument/2006/relationships" id="276" r:id="R93765712d97f411c"/>
    <p:sldId xmlns:r="http://schemas.openxmlformats.org/officeDocument/2006/relationships" id="277" r:id="Rc63959a199f74321"/>
    <p:sldId xmlns:r="http://schemas.openxmlformats.org/officeDocument/2006/relationships" id="278" r:id="R1d67b78f128843a1"/>
    <p:sldId xmlns:r="http://schemas.openxmlformats.org/officeDocument/2006/relationships" id="279" r:id="Rb20ce8204e814573"/>
    <p:sldId xmlns:r="http://schemas.openxmlformats.org/officeDocument/2006/relationships" id="280" r:id="R6ae34598011347ee"/>
    <p:sldId xmlns:r="http://schemas.openxmlformats.org/officeDocument/2006/relationships" id="281" r:id="R1e561d5d0e1e416b"/>
    <p:sldId xmlns:r="http://schemas.openxmlformats.org/officeDocument/2006/relationships" id="282" r:id="Rcb3dc17c6b84487c"/>
    <p:sldId xmlns:r="http://schemas.openxmlformats.org/officeDocument/2006/relationships" id="283" r:id="Rda125b9095934b5d"/>
    <p:sldId xmlns:r="http://schemas.openxmlformats.org/officeDocument/2006/relationships" id="284" r:id="R93fa50a6f25e4795"/>
    <p:sldId xmlns:r="http://schemas.openxmlformats.org/officeDocument/2006/relationships" id="285" r:id="R20957f348beb4038"/>
    <p:sldId xmlns:r="http://schemas.openxmlformats.org/officeDocument/2006/relationships" id="286" r:id="Rd4956a69c6e14b55"/>
    <p:sldId xmlns:r="http://schemas.openxmlformats.org/officeDocument/2006/relationships" id="287" r:id="R1a60d6bd53a64cac"/>
    <p:sldId xmlns:r="http://schemas.openxmlformats.org/officeDocument/2006/relationships" id="288" r:id="R2e98632f641e4764"/>
    <p:sldId xmlns:r="http://schemas.openxmlformats.org/officeDocument/2006/relationships" id="289" r:id="Rcd94b4b0a09a4d06"/>
    <p:sldId xmlns:r="http://schemas.openxmlformats.org/officeDocument/2006/relationships" id="290" r:id="Rfc6ed8fbd6b24bbf"/>
    <p:sldId xmlns:r="http://schemas.openxmlformats.org/officeDocument/2006/relationships" id="291" r:id="Rf931da145b0e45fa"/>
    <p:sldId xmlns:r="http://schemas.openxmlformats.org/officeDocument/2006/relationships" id="292" r:id="Rf7b8da894d3f4fad"/>
    <p:sldId xmlns:r="http://schemas.openxmlformats.org/officeDocument/2006/relationships" id="293" r:id="R497a45d3e4224d6a"/>
    <p:sldId xmlns:r="http://schemas.openxmlformats.org/officeDocument/2006/relationships" id="294" r:id="R8b60c2d3c7c84a4f"/>
    <p:sldId xmlns:r="http://schemas.openxmlformats.org/officeDocument/2006/relationships" id="295" r:id="R02c22afd6a1d4f4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1f8cda766b14b2e" /><Relationship Type="http://schemas.openxmlformats.org/officeDocument/2006/relationships/slideMaster" Target="/ppt/slideMasters/slideMaster1.xml" Id="R08047f6b0ab0434a" /><Relationship Type="http://schemas.openxmlformats.org/officeDocument/2006/relationships/notesMaster" Target="/ppt/notesMasters/notesMaster1.xml" Id="R3eeb5db6dc1a4364" /><Relationship Type="http://schemas.openxmlformats.org/officeDocument/2006/relationships/presProps" Target="/ppt/presProps.xml" Id="R4c2ace2662ce41a1" /><Relationship Type="http://schemas.openxmlformats.org/officeDocument/2006/relationships/tableStyles" Target="/ppt/tableStyles.xml" Id="Rf92b2d69fe724c1f" /><Relationship Type="http://schemas.openxmlformats.org/officeDocument/2006/relationships/slide" Target="/ppt/slides/slide1.xml" Id="Rbdce63ef50974be6" /><Relationship Type="http://schemas.openxmlformats.org/officeDocument/2006/relationships/slide" Target="/ppt/slides/slide2.xml" Id="R17b93949f4d04e21" /><Relationship Type="http://schemas.openxmlformats.org/officeDocument/2006/relationships/slide" Target="/ppt/slides/slide3.xml" Id="Rfb3e2aad15964adf" /><Relationship Type="http://schemas.openxmlformats.org/officeDocument/2006/relationships/slide" Target="/ppt/slides/slide4.xml" Id="R2278532e35db404f" /><Relationship Type="http://schemas.openxmlformats.org/officeDocument/2006/relationships/slide" Target="/ppt/slides/slide5.xml" Id="R416b4794a6214b8c" /><Relationship Type="http://schemas.openxmlformats.org/officeDocument/2006/relationships/slide" Target="/ppt/slides/slide6.xml" Id="R916a05ddca2e490a" /><Relationship Type="http://schemas.openxmlformats.org/officeDocument/2006/relationships/slide" Target="/ppt/slides/slide7.xml" Id="R183e0dada60b40fa" /><Relationship Type="http://schemas.openxmlformats.org/officeDocument/2006/relationships/slide" Target="/ppt/slides/slide8.xml" Id="Rd60bbdfc80db4448" /><Relationship Type="http://schemas.openxmlformats.org/officeDocument/2006/relationships/slide" Target="/ppt/slides/slide9.xml" Id="Raf752eeb5f5f4be7" /><Relationship Type="http://schemas.openxmlformats.org/officeDocument/2006/relationships/slide" Target="/ppt/slides/slide10.xml" Id="Rce8c32385a5248fe" /><Relationship Type="http://schemas.openxmlformats.org/officeDocument/2006/relationships/slide" Target="/ppt/slides/slide11.xml" Id="R0cf3cae824814c87" /><Relationship Type="http://schemas.openxmlformats.org/officeDocument/2006/relationships/slide" Target="/ppt/slides/slide12.xml" Id="Rf495fe81f17942af" /><Relationship Type="http://schemas.openxmlformats.org/officeDocument/2006/relationships/slide" Target="/ppt/slides/slide13.xml" Id="Ra761178e82894f14" /><Relationship Type="http://schemas.openxmlformats.org/officeDocument/2006/relationships/slide" Target="/ppt/slides/slide14.xml" Id="R3c7ea409aa6d4066" /><Relationship Type="http://schemas.openxmlformats.org/officeDocument/2006/relationships/slide" Target="/ppt/slides/slide15.xml" Id="Rbad6c3d2149a4f7a" /><Relationship Type="http://schemas.openxmlformats.org/officeDocument/2006/relationships/slide" Target="/ppt/slides/slide16.xml" Id="Rfe7079cb8593481a" /><Relationship Type="http://schemas.openxmlformats.org/officeDocument/2006/relationships/slide" Target="/ppt/slides/slide17.xml" Id="R23ff988a60154c3c" /><Relationship Type="http://schemas.openxmlformats.org/officeDocument/2006/relationships/slide" Target="/ppt/slides/slide18.xml" Id="R53853aa009b14f8e" /><Relationship Type="http://schemas.openxmlformats.org/officeDocument/2006/relationships/slide" Target="/ppt/slides/slide19.xml" Id="R6ac8f87836884cfa" /><Relationship Type="http://schemas.openxmlformats.org/officeDocument/2006/relationships/slide" Target="/ppt/slides/slide20.xml" Id="Rc70db4591b234841" /><Relationship Type="http://schemas.openxmlformats.org/officeDocument/2006/relationships/slide" Target="/ppt/slides/slide21.xml" Id="R93765712d97f411c" /><Relationship Type="http://schemas.openxmlformats.org/officeDocument/2006/relationships/slide" Target="/ppt/slides/slide22.xml" Id="Rc63959a199f74321" /><Relationship Type="http://schemas.openxmlformats.org/officeDocument/2006/relationships/slide" Target="/ppt/slides/slide23.xml" Id="R1d67b78f128843a1" /><Relationship Type="http://schemas.openxmlformats.org/officeDocument/2006/relationships/slide" Target="/ppt/slides/slide24.xml" Id="Rb20ce8204e814573" /><Relationship Type="http://schemas.openxmlformats.org/officeDocument/2006/relationships/slide" Target="/ppt/slides/slide25.xml" Id="R6ae34598011347ee" /><Relationship Type="http://schemas.openxmlformats.org/officeDocument/2006/relationships/slide" Target="/ppt/slides/slide26.xml" Id="R1e561d5d0e1e416b" /><Relationship Type="http://schemas.openxmlformats.org/officeDocument/2006/relationships/slide" Target="/ppt/slides/slide27.xml" Id="Rcb3dc17c6b84487c" /><Relationship Type="http://schemas.openxmlformats.org/officeDocument/2006/relationships/slide" Target="/ppt/slides/slide28.xml" Id="Rda125b9095934b5d" /><Relationship Type="http://schemas.openxmlformats.org/officeDocument/2006/relationships/slide" Target="/ppt/slides/slide29.xml" Id="R93fa50a6f25e4795" /><Relationship Type="http://schemas.openxmlformats.org/officeDocument/2006/relationships/slide" Target="/ppt/slides/slide30.xml" Id="R20957f348beb4038" /><Relationship Type="http://schemas.openxmlformats.org/officeDocument/2006/relationships/slide" Target="/ppt/slides/slide31.xml" Id="Rd4956a69c6e14b55" /><Relationship Type="http://schemas.openxmlformats.org/officeDocument/2006/relationships/slide" Target="/ppt/slides/slide32.xml" Id="R1a60d6bd53a64cac" /><Relationship Type="http://schemas.openxmlformats.org/officeDocument/2006/relationships/slide" Target="/ppt/slides/slide33.xml" Id="R2e98632f641e4764" /><Relationship Type="http://schemas.openxmlformats.org/officeDocument/2006/relationships/slide" Target="/ppt/slides/slide34.xml" Id="Rcd94b4b0a09a4d06" /><Relationship Type="http://schemas.openxmlformats.org/officeDocument/2006/relationships/slide" Target="/ppt/slides/slide35.xml" Id="Rfc6ed8fbd6b24bbf" /><Relationship Type="http://schemas.openxmlformats.org/officeDocument/2006/relationships/slide" Target="/ppt/slides/slide36.xml" Id="Rf931da145b0e45fa" /><Relationship Type="http://schemas.openxmlformats.org/officeDocument/2006/relationships/slide" Target="/ppt/slides/slide37.xml" Id="Rf7b8da894d3f4fad" /><Relationship Type="http://schemas.openxmlformats.org/officeDocument/2006/relationships/slide" Target="/ppt/slides/slide38.xml" Id="R497a45d3e4224d6a" /><Relationship Type="http://schemas.openxmlformats.org/officeDocument/2006/relationships/slide" Target="/ppt/slides/slide39.xml" Id="R8b60c2d3c7c84a4f" /><Relationship Type="http://schemas.openxmlformats.org/officeDocument/2006/relationships/slide" Target="/ppt/slides/slide40.xml" Id="R02c22afd6a1d4f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e59fcb522447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8d43a6c25e44ee" /><Relationship Type="http://schemas.openxmlformats.org/officeDocument/2006/relationships/notesMaster" Target="/ppt/notesMasters/notesMaster1.xml" Id="R5b8d94df277d4d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bfc51af3954516" /><Relationship Type="http://schemas.openxmlformats.org/officeDocument/2006/relationships/notesMaster" Target="/ppt/notesMasters/notesMaster1.xml" Id="R9825d76e01ef41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16ec201aba4a13" /><Relationship Type="http://schemas.openxmlformats.org/officeDocument/2006/relationships/notesMaster" Target="/ppt/notesMasters/notesMaster1.xml" Id="R3b173d2f3bc14a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93ba72bcceb4ef6" /><Relationship Type="http://schemas.openxmlformats.org/officeDocument/2006/relationships/notesMaster" Target="/ppt/notesMasters/notesMaster1.xml" Id="Rfcd8849de5014a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1fee153b9c4e51" /><Relationship Type="http://schemas.openxmlformats.org/officeDocument/2006/relationships/notesMaster" Target="/ppt/notesMasters/notesMaster1.xml" Id="R5656129c7af84f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2a843c734a4c2c" /><Relationship Type="http://schemas.openxmlformats.org/officeDocument/2006/relationships/notesMaster" Target="/ppt/notesMasters/notesMaster1.xml" Id="R0b6701c51d9948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b2c0d5d13804f82" /><Relationship Type="http://schemas.openxmlformats.org/officeDocument/2006/relationships/notesMaster" Target="/ppt/notesMasters/notesMaster1.xml" Id="Rfad9c540ddcf4a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a389c74a2b43aa" /><Relationship Type="http://schemas.openxmlformats.org/officeDocument/2006/relationships/notesMaster" Target="/ppt/notesMasters/notesMaster1.xml" Id="R021d8249e4264aa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c053e63f05a4cca" /><Relationship Type="http://schemas.openxmlformats.org/officeDocument/2006/relationships/notesMaster" Target="/ppt/notesMasters/notesMaster1.xml" Id="R7d430d0ad0564e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99f5c6b0e14572" /><Relationship Type="http://schemas.openxmlformats.org/officeDocument/2006/relationships/notesMaster" Target="/ppt/notesMasters/notesMaster1.xml" Id="R3c12f76db1ad421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6ec1b165c7e4ab5" /><Relationship Type="http://schemas.openxmlformats.org/officeDocument/2006/relationships/notesMaster" Target="/ppt/notesMasters/notesMaster1.xml" Id="R012e6b5fda674c7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53a5abcce44fe7" /><Relationship Type="http://schemas.openxmlformats.org/officeDocument/2006/relationships/notesMaster" Target="/ppt/notesMasters/notesMaster1.xml" Id="Re9f6913dd8674f9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bfd5d2b20904215" /><Relationship Type="http://schemas.openxmlformats.org/officeDocument/2006/relationships/notesMaster" Target="/ppt/notesMasters/notesMaster1.xml" Id="R286ab0f32e1d48e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75dddc53f86443f" /><Relationship Type="http://schemas.openxmlformats.org/officeDocument/2006/relationships/notesMaster" Target="/ppt/notesMasters/notesMaster1.xml" Id="R845411847b484d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19499c2ee5c49ac" /><Relationship Type="http://schemas.openxmlformats.org/officeDocument/2006/relationships/notesMaster" Target="/ppt/notesMasters/notesMaster1.xml" Id="Rec17b693e017469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be6681b661542fa" /><Relationship Type="http://schemas.openxmlformats.org/officeDocument/2006/relationships/notesMaster" Target="/ppt/notesMasters/notesMaster1.xml" Id="R49988acd949a419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38fdcc44d114077" /><Relationship Type="http://schemas.openxmlformats.org/officeDocument/2006/relationships/notesMaster" Target="/ppt/notesMasters/notesMaster1.xml" Id="R7b5a64144f74438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32ecc1556bc41e6" /><Relationship Type="http://schemas.openxmlformats.org/officeDocument/2006/relationships/notesMaster" Target="/ppt/notesMasters/notesMaster1.xml" Id="R4f81f6f491c040b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5df0440e50a48dd" /><Relationship Type="http://schemas.openxmlformats.org/officeDocument/2006/relationships/notesMaster" Target="/ppt/notesMasters/notesMaster1.xml" Id="R650afc5415a94ea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9eee261fa1e46ec" /><Relationship Type="http://schemas.openxmlformats.org/officeDocument/2006/relationships/notesMaster" Target="/ppt/notesMasters/notesMaster1.xml" Id="R6fe801548bab48f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b7509ed883e4c59" /><Relationship Type="http://schemas.openxmlformats.org/officeDocument/2006/relationships/notesMaster" Target="/ppt/notesMasters/notesMaster1.xml" Id="R3bb3542693c54fc7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bd837088f05431b" /><Relationship Type="http://schemas.openxmlformats.org/officeDocument/2006/relationships/notesMaster" Target="/ppt/notesMasters/notesMaster1.xml" Id="R21d880ba51514eb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a7809b67d034c5f" /><Relationship Type="http://schemas.openxmlformats.org/officeDocument/2006/relationships/notesMaster" Target="/ppt/notesMasters/notesMaster1.xml" Id="R523af655df29440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5d68b34944c4234" /><Relationship Type="http://schemas.openxmlformats.org/officeDocument/2006/relationships/notesMaster" Target="/ppt/notesMasters/notesMaster1.xml" Id="Rc2b687b3e0a1478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9dbd1fc19064687" /><Relationship Type="http://schemas.openxmlformats.org/officeDocument/2006/relationships/notesMaster" Target="/ppt/notesMasters/notesMaster1.xml" Id="Rbcc7d54a275f476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e0082b2e2544f1f" /><Relationship Type="http://schemas.openxmlformats.org/officeDocument/2006/relationships/notesMaster" Target="/ppt/notesMasters/notesMaster1.xml" Id="R5943d6b0d06f41b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851fb7edf304665" /><Relationship Type="http://schemas.openxmlformats.org/officeDocument/2006/relationships/notesMaster" Target="/ppt/notesMasters/notesMaster1.xml" Id="Rb3ba35f6e63b405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1b372c77d9274887" /><Relationship Type="http://schemas.openxmlformats.org/officeDocument/2006/relationships/notesMaster" Target="/ppt/notesMasters/notesMaster1.xml" Id="Rbb469bc4b90f459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1e8d418c0e749c5" /><Relationship Type="http://schemas.openxmlformats.org/officeDocument/2006/relationships/notesMaster" Target="/ppt/notesMasters/notesMaster1.xml" Id="Rd24192ffc954472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87a6d54774f49aa" /><Relationship Type="http://schemas.openxmlformats.org/officeDocument/2006/relationships/notesMaster" Target="/ppt/notesMasters/notesMaster1.xml" Id="R102fbc4b86fd406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2f9e974091140ff" /><Relationship Type="http://schemas.openxmlformats.org/officeDocument/2006/relationships/notesMaster" Target="/ppt/notesMasters/notesMaster1.xml" Id="Rb5fe6ab69c19443b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16f99517836e4009" /><Relationship Type="http://schemas.openxmlformats.org/officeDocument/2006/relationships/notesMaster" Target="/ppt/notesMasters/notesMaster1.xml" Id="R7d3a08ac18c4458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c53bf2d36c9415a" /><Relationship Type="http://schemas.openxmlformats.org/officeDocument/2006/relationships/notesMaster" Target="/ppt/notesMasters/notesMaster1.xml" Id="Rc9e8b94e168e46c4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ef2e633e91a041f6" /><Relationship Type="http://schemas.openxmlformats.org/officeDocument/2006/relationships/notesMaster" Target="/ppt/notesMasters/notesMaster1.xml" Id="R4c23519e4d89448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03b7fca2d3cb45f0" /><Relationship Type="http://schemas.openxmlformats.org/officeDocument/2006/relationships/notesMaster" Target="/ppt/notesMasters/notesMaster1.xml" Id="Rc38c3ef31011439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d3877c722b4241de" /><Relationship Type="http://schemas.openxmlformats.org/officeDocument/2006/relationships/notesMaster" Target="/ppt/notesMasters/notesMaster1.xml" Id="Ra38b756d0e4a45e5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923e58c48814aca" /><Relationship Type="http://schemas.openxmlformats.org/officeDocument/2006/relationships/notesMaster" Target="/ppt/notesMasters/notesMaster1.xml" Id="R65d38a68c707440b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de138a5552854d64" /><Relationship Type="http://schemas.openxmlformats.org/officeDocument/2006/relationships/notesMaster" Target="/ppt/notesMasters/notesMaster1.xml" Id="R53c78eedc4e1494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3d4d4d7e3d842b5" /><Relationship Type="http://schemas.openxmlformats.org/officeDocument/2006/relationships/notesMaster" Target="/ppt/notesMasters/notesMaster1.xml" Id="Rd1a4bf5dc8d5448d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049323ce322f4eb9" /><Relationship Type="http://schemas.openxmlformats.org/officeDocument/2006/relationships/notesMaster" Target="/ppt/notesMasters/notesMaster1.xml" Id="Ra88b8a83a72941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d965942c1149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4e83ab63f342e3" /><Relationship Type="http://schemas.openxmlformats.org/officeDocument/2006/relationships/slideLayout" Target="/ppt/slideLayouts/slideLayout1.xml" Id="Re5b553abc4f44a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b553abc4f44a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b7268e5f0412b" /><Relationship Type="http://schemas.openxmlformats.org/officeDocument/2006/relationships/notesSlide" Target="/ppt/notesSlides/notesSlide1.xml" Id="Rfffd9f37042b4fb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40294156ff4e80" /><Relationship Type="http://schemas.openxmlformats.org/officeDocument/2006/relationships/notesSlide" Target="/ppt/notesSlides/notesSlide2.xml" Id="Re8a2daed8aea459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00b90003a142b3" /><Relationship Type="http://schemas.openxmlformats.org/officeDocument/2006/relationships/notesSlide" Target="/ppt/notesSlides/notesSlide3.xml" Id="R6dd8900aa5be423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160a9716b4098" /><Relationship Type="http://schemas.openxmlformats.org/officeDocument/2006/relationships/notesSlide" Target="/ppt/notesSlides/notesSlide4.xml" Id="Rabf620329482431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f7649059043a6" /><Relationship Type="http://schemas.openxmlformats.org/officeDocument/2006/relationships/notesSlide" Target="/ppt/notesSlides/notesSlide5.xml" Id="R57fa5850550140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2b92ef4628457b" /><Relationship Type="http://schemas.openxmlformats.org/officeDocument/2006/relationships/notesSlide" Target="/ppt/notesSlides/notesSlide6.xml" Id="R87631add1e9f4a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3e7384457b43db" /><Relationship Type="http://schemas.openxmlformats.org/officeDocument/2006/relationships/notesSlide" Target="/ppt/notesSlides/notesSlide7.xml" Id="R9fbc79cc990441a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6c684eef514b90" /><Relationship Type="http://schemas.openxmlformats.org/officeDocument/2006/relationships/notesSlide" Target="/ppt/notesSlides/notesSlide8.xml" Id="Rce74e0027ce34a4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2ed905b654d00" /><Relationship Type="http://schemas.openxmlformats.org/officeDocument/2006/relationships/notesSlide" Target="/ppt/notesSlides/notesSlide9.xml" Id="R5fdb73869f7547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7654772e124940" /><Relationship Type="http://schemas.openxmlformats.org/officeDocument/2006/relationships/notesSlide" Target="/ppt/notesSlides/notesSlide10.xml" Id="Rdd44ee44e8c8439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32ddbb5ba458b" /><Relationship Type="http://schemas.openxmlformats.org/officeDocument/2006/relationships/notesSlide" Target="/ppt/notesSlides/notesSlide11.xml" Id="R08768ade1c214f0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a63204c5b406c" /><Relationship Type="http://schemas.openxmlformats.org/officeDocument/2006/relationships/notesSlide" Target="/ppt/notesSlides/notesSlide12.xml" Id="Rc95905f1f99c47c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6fdf7d9d824798" /><Relationship Type="http://schemas.openxmlformats.org/officeDocument/2006/relationships/notesSlide" Target="/ppt/notesSlides/notesSlide13.xml" Id="R2d2b7f78009b4d6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d5ad542e0f41e4" /><Relationship Type="http://schemas.openxmlformats.org/officeDocument/2006/relationships/notesSlide" Target="/ppt/notesSlides/notesSlide14.xml" Id="Rbac41278459d411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3f06af8b14294" /><Relationship Type="http://schemas.openxmlformats.org/officeDocument/2006/relationships/notesSlide" Target="/ppt/notesSlides/notesSlide15.xml" Id="Ra65e314ddeef403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b2bc021114e74" /><Relationship Type="http://schemas.openxmlformats.org/officeDocument/2006/relationships/notesSlide" Target="/ppt/notesSlides/notesSlide16.xml" Id="Rf0234bdddcb3432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7f6c60ede4e5d" /><Relationship Type="http://schemas.openxmlformats.org/officeDocument/2006/relationships/notesSlide" Target="/ppt/notesSlides/notesSlide17.xml" Id="R9d1e6d12347245e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3ad36d571b4bcd" /><Relationship Type="http://schemas.openxmlformats.org/officeDocument/2006/relationships/notesSlide" Target="/ppt/notesSlides/notesSlide18.xml" Id="Rc9da9477beae46f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890ea81ccc4eed" /><Relationship Type="http://schemas.openxmlformats.org/officeDocument/2006/relationships/notesSlide" Target="/ppt/notesSlides/notesSlide19.xml" Id="Re9a76fd29853436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54a8b267e24d8f" /><Relationship Type="http://schemas.openxmlformats.org/officeDocument/2006/relationships/notesSlide" Target="/ppt/notesSlides/notesSlide20.xml" Id="R96ee2f99bf4442d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8850a61834dd6" /><Relationship Type="http://schemas.openxmlformats.org/officeDocument/2006/relationships/notesSlide" Target="/ppt/notesSlides/notesSlide21.xml" Id="R62cde9a17cb94d2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50935fb724d40" /><Relationship Type="http://schemas.openxmlformats.org/officeDocument/2006/relationships/notesSlide" Target="/ppt/notesSlides/notesSlide22.xml" Id="R16f66dfa0024410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dabd081f7f4e52" /><Relationship Type="http://schemas.openxmlformats.org/officeDocument/2006/relationships/notesSlide" Target="/ppt/notesSlides/notesSlide23.xml" Id="R8343a268ff3c4d8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248d24e2bb4e6e" /><Relationship Type="http://schemas.openxmlformats.org/officeDocument/2006/relationships/notesSlide" Target="/ppt/notesSlides/notesSlide24.xml" Id="Ra6b4c24cffe14f0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438511636487d" /><Relationship Type="http://schemas.openxmlformats.org/officeDocument/2006/relationships/notesSlide" Target="/ppt/notesSlides/notesSlide25.xml" Id="R20912f3a36e64a0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a4194bc2645d0" /><Relationship Type="http://schemas.openxmlformats.org/officeDocument/2006/relationships/notesSlide" Target="/ppt/notesSlides/notesSlide26.xml" Id="R9ef8dc6f5c26414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bc51bd59c4f20" /><Relationship Type="http://schemas.openxmlformats.org/officeDocument/2006/relationships/notesSlide" Target="/ppt/notesSlides/notesSlide27.xml" Id="R39a9f53e0b2f477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2605b147f40c0" /><Relationship Type="http://schemas.openxmlformats.org/officeDocument/2006/relationships/notesSlide" Target="/ppt/notesSlides/notesSlide28.xml" Id="R2a91779dd54d446c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ccaded08b4f55" /><Relationship Type="http://schemas.openxmlformats.org/officeDocument/2006/relationships/notesSlide" Target="/ppt/notesSlides/notesSlide29.xml" Id="R22d79f2f7bb0497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44b6c88c341da" /><Relationship Type="http://schemas.openxmlformats.org/officeDocument/2006/relationships/notesSlide" Target="/ppt/notesSlides/notesSlide30.xml" Id="R593cd43bbd1744c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3221e4d7a47d9" /><Relationship Type="http://schemas.openxmlformats.org/officeDocument/2006/relationships/notesSlide" Target="/ppt/notesSlides/notesSlide31.xml" Id="Rb4d76d92ad84413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df67feca44cf6" /><Relationship Type="http://schemas.openxmlformats.org/officeDocument/2006/relationships/notesSlide" Target="/ppt/notesSlides/notesSlide32.xml" Id="Rb8e924b7e6684aa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b6cd4db6a044de" /><Relationship Type="http://schemas.openxmlformats.org/officeDocument/2006/relationships/notesSlide" Target="/ppt/notesSlides/notesSlide33.xml" Id="R9cc8e8e8109b41a8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1642f19154b64" /><Relationship Type="http://schemas.openxmlformats.org/officeDocument/2006/relationships/notesSlide" Target="/ppt/notesSlides/notesSlide34.xml" Id="R480b92aa97e24c3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0f699d5de4a77" /><Relationship Type="http://schemas.openxmlformats.org/officeDocument/2006/relationships/notesSlide" Target="/ppt/notesSlides/notesSlide35.xml" Id="Rbd6a293b42174f4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5201f3bbf407b" /><Relationship Type="http://schemas.openxmlformats.org/officeDocument/2006/relationships/notesSlide" Target="/ppt/notesSlides/notesSlide36.xml" Id="R47a3b01f4def476e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59e33952e43d8" /><Relationship Type="http://schemas.openxmlformats.org/officeDocument/2006/relationships/notesSlide" Target="/ppt/notesSlides/notesSlide37.xml" Id="R531726fcd1af4515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ab5b8ea064b0e" /><Relationship Type="http://schemas.openxmlformats.org/officeDocument/2006/relationships/notesSlide" Target="/ppt/notesSlides/notesSlide38.xml" Id="Rb47035f21c904ee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23d3cbd82455a" /><Relationship Type="http://schemas.openxmlformats.org/officeDocument/2006/relationships/notesSlide" Target="/ppt/notesSlides/notesSlide39.xml" Id="R84713e71a08a482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f7a23833a4669" /><Relationship Type="http://schemas.openxmlformats.org/officeDocument/2006/relationships/notesSlide" Target="/ppt/notesSlides/notesSlide40.xml" Id="R7af691fca96e4f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6140E-EC61-48D3-A480-D6ED5B34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CD7C18-EEA5-4322-819F-D7E3E35A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Polar Curves and Curvature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A604A-FAB6-4F00-8988-1995BEE6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Differential Calculus and Linear Algebra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1BMATM101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Textbook 1: Chapter 4 :4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30A7B-CA96-437D-8C4A-0766C1F3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0B557-3B1D-4D02-911A-2119A71C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573045-B2E6-498A-B99D-17B703D06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BDB74-D6B2-4FD1-AEED-9422CA0E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CA39C-5068-4430-9768-43160ADC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14394E-16AC-46CF-A75A-98D59837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D4A0E-3A55-43B1-A1A6-BAB3A9F1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B50C47-4A51-40A4-A791-41CF7606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AC561-71F1-4B2E-B77B-B735CD2C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B0F8E2-3C11-401F-946C-6DCF138F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390729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EBFC22-6110-4D37-B002-686828E3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682BD0-8765-4FD2-B3A0-71D41007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929BA2-7363-48CF-8C07-A7617886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63385A-C8E1-410B-B658-D0099771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70BC3-644C-44FE-81EC-8A67F6E5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01AE8D-CF80-4449-B37C-5C296173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10DAE5-B75E-4313-BB76-503BBBEE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FAF72-C021-4E9B-9FCE-5E3E9C43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252E52-91D2-4BA6-8F30-DD494CC62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04BCE3-1DF5-4D75-8A2B-D1A0F301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FB01ED-FDFC-4B83-BFDB-CC888C31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051271-130E-418C-8D0D-AEE93FF03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4BFABB-D9BF-4CD4-8430-19404D23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160E8F-38A9-4434-B13E-836088EF6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D423A6-B742-41C5-B25F-78FFD691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419469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1E5E09-8DCD-4653-845C-E2DBC9A9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D51FA-1414-4038-9A87-0A729BE8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22B92-D5C7-4D98-90FA-BFCEE197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C36506-632F-4337-8E82-889AF303E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72643E-7A6F-4822-9079-4AA15D46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72D5F-9610-4CBB-A1C1-412DAA6F3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36925-4FF7-423B-85C8-9AE7C5FA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CD688-2B36-47A5-915B-2011759A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512A75-CF28-4C37-8646-2606F4936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Polar Curves and Curvature (8 Hours Theory + 4 Hours Tuto...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733C3-030B-4130-9D8E-50257F282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73FDBE-47E0-418C-8388-672251B35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789FE-CFC0-4F5D-8CDF-441416BA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Polar curves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54EDFC-3F7F-4442-9671-D78C33AC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5E88E-1C3F-4174-88E3-0FEA87CC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B6D76-F507-48AF-BB26-646A7C01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angle between the radius vector and the tangent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104D55-F344-473D-BB57-63549DFE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FD0675-D68A-4368-8786-1205B859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99198-6D7B-47A5-9AC1-8A8B1351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angle between two curves. Pedal equations. Curvature and...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D291FA-9D71-4A95-8F2E-120F930B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DD1550-2150-485D-A869-41806BC9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ACC1D5-E478-4326-9485-64478BCA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parametric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5B9307-7049-4A42-9416-28C9D562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36714F-2035-4DB4-9025-C54C4545E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6109A8-3744-4D12-96D1-DCB0316D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polar and pedal forms. 7-4.11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56A46B-B04A-4EE4-9FCB-DE0A0195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5248EB-B475-4457-8CF3-A13B72C8D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1028017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FF7061-7542-456D-B70C-EE0799A9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13CAC-CF1D-4A2B-8F01-9FA500C8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6ACDD3-39B0-4FD0-9777-DC006196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818CE-410B-431F-80CD-05687A2B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234B1-A3D8-4584-9CBD-86C70A4A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98260-9FAA-4766-9547-302AC332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755BE4-23B6-4A04-9D8F-996998E8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24D23D-6265-418A-8F99-3A750AC0F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Polar Curves and Curvature (8 Hours Theory + 4 Hours Tuto...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540D30-4CC7-4941-811A-F859A8CE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4 :4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7C3494-B99B-43D2-826D-5A713F2E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6C62F-6F70-4D50-8C19-CFBB4661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Polar curves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D6225-C39B-4330-AE80-8686DF4B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4 :4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E5ADEB-4DE4-46D2-8A14-49711321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E7DAC4-4065-4626-8526-9FACCC6C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angle between the radius vector and the tangent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5A5399-CE5A-450D-BD32-019E1D14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4 :4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C0048-8556-4C5B-BE38-661118B0F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8E7DC-FD7B-4954-886F-E99CF3AF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angle between two curves. Pedal equations. Curvature and....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307D3E-1FAF-49A0-AB00-CC23A948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4 :4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84E3AD-7EBA-44DC-B2ED-79E7BBBF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19C520-402E-493C-89C8-B4A157CF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parametric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05883B-F750-4456-AE9D-6684C582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4 :4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F46CB0-2DC3-4FED-AFFF-BA5209C2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B9B450-1F9D-4515-8840-D9DA51CC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polar and pedal forms. 7-4.11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5E09F2-97C5-4037-9790-C36B25A5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Textbook 1: Chapter 4 :4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EC051C-223A-41B3-993B-8D5B69EE7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9DCECD-3FB1-4016-82E5-15DC7B16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507546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42A87A-77D3-43CF-8E95-5AA71946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98842C-7DF8-47D6-92C9-7CA6C08F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652590-A3C4-4995-A7D8-42561655E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BBE93-DF88-4C80-9E90-AEA5F83E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F5EBC-A7F1-4B52-B6C7-79485FCB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Polar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0794A-EE4D-48DD-BEBE-6AF75C92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Curves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85D1C-F138-4A8E-B48D-530782A5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Curvature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49CC52-2BEB-4F74-BBE5-ADE467D2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Tutorial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356A9-94DC-48B6-A1D1-33C8493F3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coordinates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70CEF4-7794-489C-BC48-9C17BA3D4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angle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20B0A7-8BA9-46AF-B37B-F9643C164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radius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0A9523-24D6-46EC-A245-7288FB1E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vector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FB1DD-C18A-4339-8EBE-B54A2904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tangent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0A0A3D-99D3-436D-90BF-B33F5622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Pedal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682F5-3342-4426-BB4A-48C41E3D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6091F7-3BDD-4727-BB78-BDF41C36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944198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F63BD50-CE7B-4EB6-9760-F710229E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0F5AB3-F0D6-496E-A1FD-CA9726C0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3A03CC-31CF-437D-92FC-A88695222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7DB7C3-4A8A-4CB5-BEE2-DF81A918B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E191C-B6D8-43D0-A32E-A0166BC2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Polar Curves and Curvature (8 Hours Theory + 4 Hours Tutorial) Polar coordinates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D7A8C-BF5F-48A3-B429-CF65A572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Polar Curves and Curvature (8 Hours Theor...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17CFE-E659-4A43-862C-0B44063A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38617-085D-4D12-9879-F502C2C2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1B2794-37D2-44CB-9906-F3072D0A3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FA26A5-7957-4004-8520-9A52F2BC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12F13C-2729-4928-B271-0E28F5803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D32E9-E32D-475D-A147-E54963B6F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DFB08E-1B5B-4C56-B7A9-143F0B54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F34622-ACF4-4C50-8543-2EBCEEC8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00C50C-A01F-4F3A-B037-8E97DC00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DFCC11-7027-40AD-A55F-2EB1B389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772729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F726E7-E6AC-45AC-927E-814D106A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9FEBC-F06D-4906-AE50-D5332594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31B8C6-4352-44BA-A3A2-8BED9DC5C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5168D1-A2CD-472E-B537-97F432E7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6A436D-07BD-49C4-AA67-8B0995BE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4F90CA-878C-4979-993D-DFFD8079A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B7405-F445-47BD-B5D5-6D08B981D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D1A27D-8338-4C33-B4BA-6B1D7AE0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3558D3-FD7C-422A-BE99-34A2CD1DB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Polar Curves an...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D16710-6454-4AD5-8873-43523EEC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6540E4-4218-46D8-8566-39A3AD666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CEC07F-EE05-4040-A409-3024D252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Polar Curv...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6E51E7-7707-42E5-9F09-61080DF1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C3794-6133-407B-BB30-F0BCBE66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A27F84-D2B8-4686-8663-CE7BEFFB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Polar 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743FC4-E38C-4BC5-AC59-D320EE827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902BEB-A068-4E2D-AB39-B340FBCC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261DC6-B464-4A5D-A80D-2B207031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Polar Curves...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0C0D29-9ADA-4D47-A1E3-0428FF19B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102B83-97C2-4FBE-9CCB-51090C143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CB7E03-7D15-494E-87B7-BDB2DF3B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Polar Curve...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92464D-E5A2-4C92-956E-1DD50C3F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2A3290-D301-4505-884E-1B9A60F1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829044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2E6B61-ACB5-4A2F-A919-804FF37C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D54E4-8872-4031-85C3-95A61923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B4F8BD-D4CE-423E-8B6B-F2CDDEBA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C074A-F8CD-4453-B57B-8FD6C4D5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51C7B-1B67-4C23-B265-FA0CDAD1F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DA189-808F-47A1-B027-BA6FF0E4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77506-6278-4D83-A5E9-BA3A487F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A41E1-F13E-4ECB-B9B5-25AB98C9D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2D14E2-E512-44F9-95B0-68B29799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BBEB66-F820-475F-85B1-9AF2398D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6EE7C2-E53A-45A9-839D-8F9C3141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2148E0-0731-477D-A428-2C5617405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2E2F0D-875C-442F-AF0F-16091531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394E95-2171-41A4-9EBE-4F9A0FDB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7C1FE-E51B-4A1A-A266-2FCF368AF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364011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BF9EA4-7CB4-440C-BADE-2929B540C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7C4A99-6939-419B-B263-41D172202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5CCF3-F547-40FF-A9A9-AB5CA14C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C583B2-AB0B-4AE0-BB31-3976699D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7334AF-6E35-48C0-B220-4836D104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918D2E-4BE7-4F76-8FF6-3E70EF4E6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Polar Curves and Curvature (8 Hours Theory + 4 Hours Tuto...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CD754-D3C9-4762-86EC-E3ABBB76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57F2D5-07B7-4647-AD0F-8B9211A3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2E8F8-E2BF-45E9-9401-A6514F9E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D3CCC-9097-46B9-9530-BAC297E7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AE053C-0854-444C-A577-AEBAC52F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266583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C6B77C-4073-4844-A1A0-44CC70D9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70E1A1-43AC-4085-8EAB-41DA1D40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C2905-BD9E-4BBD-A473-53FC3741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D6A8B5-23BD-4A73-B281-FB030755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8297FC-B1A6-4F4A-B9CD-436D3E3A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Polar curves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BEC8B-6174-4D62-89F5-71FFBAC35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Polar curves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041D1-FEAF-48CA-ACB5-65487C05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FC6724-FA61-45C6-88C8-3CEF1290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CBEC8C-482E-4519-B17F-E36E53C6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A72CAE-2B50-4794-BB16-8FDC7CEB9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A13133-50B2-4B14-9430-DE8F2541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0BA05-E18A-4E42-BA53-2EA48457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CE5007-84B4-4CD2-B555-F660F4DF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98C2C3-8A4A-42F5-A6A9-8AFF155B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A3C3F8-6F54-4782-8F32-E1CAF46F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F95EFD-245E-47BC-8440-F55A2120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489931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70EAC4-A3D3-4A58-9CDF-72304C6C1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43FD6-FACD-4612-84AF-1F4D785D5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7B409-3E47-4D46-B2AE-6B1510AC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87CEB-419A-4BDE-BA7C-BBD2468C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54BC6D-7D49-4725-A9FB-74577A27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06F0D0-2FAA-4A8F-8779-66B460CF5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A405B8-2E72-4C17-9592-672A1693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DAEA40-908B-4EA9-B30B-2B312F9A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802DE9-580E-472F-9BC7-25B1D6B7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Polar curves.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6B3CE0-0C33-4B72-A317-71C13E4A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150A6-AD0F-4962-9437-41A95D3D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E6B745-E502-4F4D-8EEA-B6E1F23E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Polar curv...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856AEF-99E2-4CD4-AFC5-CF134378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81C08-3245-460E-9815-8826F086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25EE6C-2346-47A3-97CB-B8673CC5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Polar 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699D68-3B07-4085-BCFE-D402F809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7680E8-760C-4FF3-8724-102C83582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AB2ACC-6189-4D67-96C4-B7869DD8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Polar curves.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B23F3E-2C88-4502-A919-7C713A00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F0AE44-5979-43CB-9EA9-8AC044E2F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093C0B-EA22-42BB-B34E-60140489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Polar curve...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EE0947-E175-4125-902D-5846DA86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5633D5-556F-415E-8713-1F92A4B8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031571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71842-A764-4C60-A21C-44E475BB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E40932-8C64-4A70-8A83-90A0D106E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605828-2735-426B-8866-583ADA6BC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4C539-CFE1-428F-87A2-11DC50CA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3C11B-C55D-4915-A808-F33291FA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BE5BD7-352B-47A5-9897-05887B15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96045-68D9-4FD9-9C7B-F5F512756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B4C8B-2A7D-4D4F-9697-04B7D3A1B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5B7A32-4FD1-4AD6-9FB3-482D0DF4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425AB7-8ACE-4558-9475-1658E408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CB6A2-4D43-4503-87B2-BB78A686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965D90-B3D9-4E9D-9661-2DE4E751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0F11D4-F828-4770-B138-8360EFF1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2E541-D7E2-4694-BA8B-8981EA37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A1A5D3-65F3-4080-A2F3-E64FB161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54392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FDA7E6-B071-4FE7-82BE-6E5E5D3C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D4DBC-7A28-4A45-B22A-3ADEBA7E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B6C0EA-745E-4753-B95F-32BFD9CA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C4A594-CC4A-40C5-AD94-74BF1DE6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D3B1C6-1FC3-445B-83ED-1EC364AC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C5718E-DF0D-4CAC-B516-03F08292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Polar curves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CEDA6-19D5-4E06-8D97-29D9FD9C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595E9-8DAC-4159-B7E8-5A889DFD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753C44-F0AE-4263-B466-51873DC9D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15C09-DC26-47AD-B857-5698C31A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A11A33-46D4-44FB-91AB-3D69F3EE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108715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EA9988-28FE-48F1-B7A6-A164B68B4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620D0-FFCE-4FA1-9D26-36252685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C79F3-8E79-4508-89B0-2DB6E82D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C4E982-1D71-422F-96BD-90EC0A41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6756B-7C7B-4A2F-8A3D-8F91D15F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angle between the radius vector and the tangent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ED388-D4B4-4AC5-928C-6740D0E8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angle between the radius vector and the t...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8D21A5-DF20-4986-BBC7-A76F44AF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59C21-73B0-4300-A3A5-C4FD0E45B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BB809B-8CC4-4068-BAD0-84511EEA0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99D82-0581-4702-92B6-A25DE0DC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420B4-9E95-448C-9588-76AD77B1C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75722-DF0A-44ED-965D-913610D7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65F38F-A3F9-4CA6-A27F-95C83310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817FC0-A689-4D7A-8ABB-840098A1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737141-1A28-478A-A4D8-70E086EA2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6B67E0-ED3F-4A61-ACCE-78D7EACF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79255232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A0B85C-62BA-4F8A-A743-6375D986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37356-B4EA-4095-8788-399B710F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D28152-E758-4F1B-B09B-491550D3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2326C8-D183-4EC9-9C28-6CF36B2C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F82100-11BC-4B00-AFBA-89452713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A8FB60-CD06-4243-886C-24A74B083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15E019-8F44-4499-8166-01AF2600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70869-85B2-439F-9EB5-8F988C77C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8FD0F-D031-4458-8E11-2776D465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angle between 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5C7AD9-6464-4CD7-ACC2-8EAAC86D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76C005-2D5C-45EF-BAC9-7F0427690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7EFEB-98BC-4F99-B8F5-407832BA3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angle betw...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9BB4AC-4FE1-4373-ADFF-E2A0A903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10166C-715C-4AED-AE75-86A2C28B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81432-C5EA-4C4F-B1CF-3180DFBF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angle b...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A52F9-16CC-4BF1-B09E-FF8D4FF8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2072E0-1524-4643-9E2E-6366EF2D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E83EA8-70F9-4236-A071-11B18C88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angle between...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15B152-ED47-4E79-8014-40B826098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08577F-D0D7-4E1F-BDC3-770BE2B1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6244A6-2CCF-4064-A791-C6198AA2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angle betwe...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77957A-8F9F-4FBB-BF46-3B3471E0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02B421-D3AC-4F7F-A90D-AE5BA08A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953741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C0FB8-2A63-49C3-9BB9-351FDC01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E2ABF-0ED9-4B23-9E1C-81EDD53D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6736A-DBE6-4A65-99CA-43142912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6649DA-0E6C-42B4-A2E2-FB34BA31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8A4569-4E37-4774-9F08-3E6E616DA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06A3F-B00B-4CFD-9D92-461640BEB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CBA1F-0CAF-4DC4-B49E-795B94CB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BF2AFD-91F3-44D2-8821-5BD39B472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08F76C-DE6B-4054-B4B6-B6B7D92D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4BCEB9-4A4F-46F1-A379-64131D52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D78564-14E3-4484-A45E-E534AB501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B58FA-82E1-46F0-92A1-6C3738B1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56374-1A90-4A51-A995-DFED7889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176758-B19E-47B4-897F-57019B2DE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FD311D-C16C-409A-ABFE-F195573A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73155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8394D-D367-4447-8442-638F9975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7C97BC-83D9-4563-A56F-82D86432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FB2D20-62E1-438F-A8A6-92A2D68AE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A85FE3-32AB-4E64-BF85-BCB83623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1E54E5-7651-42FC-A1E5-E68ABBF6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F4BE87-F34A-43E4-A505-8F583BBE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angle between the radius vector and the tangent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D681CB-E51E-4C51-BB14-65CE890E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67F087-5C0C-44CC-AA55-E51F9F88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8F59C9-3BF1-4A3C-A1AA-EB3A52FA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85B9A-F8D5-43D2-AEC0-740C4221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05B74-A7F4-4783-94E5-83B7BFC8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009195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ACA617-6606-4F62-9F7B-6B0EB8918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C95E3-73F1-49CE-8B9E-65D0844DB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AAFD32-2EAA-4C97-909E-52423762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5472B-7646-4626-BFC7-E5B95730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3CDA34-E887-49A3-9764-9F176D7A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angle between two curves. Pedal equations. Curvature and radius of curvature - Cartesian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0C554-8367-4B75-868E-0A09E167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angle between two curves. Pedal equations...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77FAAF-BFD8-4603-9193-14B095DD4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C7432D-1E47-4348-BDD6-CAD8ADEC5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C91AC6-FA8C-41D4-80DC-09B45DE2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2C54B-E363-4E06-98BA-F7B6212E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09878-4C24-4E8E-B769-AE40CD5F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1D6FC2-B7C2-4F06-9290-61F482D68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E7F3A-46B5-4331-ACB1-182928BD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A18F8-80E6-481F-B466-15FBCEC9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24EF9F-6CE6-4B52-BF0C-A661327D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95217-7DE8-4100-9278-9B404662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9858706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1264FC-A1C0-449D-B6E3-2FB5472BF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AA3ADF-0C75-4E7B-AEF6-0FA84148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8A883-8558-43AD-A65B-C5762F23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702E4-7E94-4099-81C5-0C38201E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B1676-6659-4822-8AC8-E79F1754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ECFE36-D55F-4D2D-9EE0-3D42CE73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E4FEC8-30D0-42B6-B5F7-4964A122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D332AE-3EF5-48B8-AC1E-52EA2B5E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14ABC-A82A-4AE1-BD3B-EF4F018D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angle between t...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C3B779-CCCA-413E-B26A-69040B2EB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E9593A-E463-4B82-8CD3-C92C8E35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A5F746-DDD4-4000-ADEC-C7F68B247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angle betw...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ABD39-5F5D-4812-AC13-98383D1A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EB4C6-C15F-45BB-9C0C-1B7C085C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F691CC-7676-4679-BFE4-F30CF447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angle b...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4D79F-9E9C-4711-91DC-5E9D6AA9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5B65E3-80B7-48DB-969D-CCF80771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139984-300F-40F8-B624-F059AD07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angle between...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AA4A6F-B0CF-4345-8282-EE3C40D9E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8C38AF-0374-42FE-A1BF-CB0B95B6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A06984-9382-46AE-B1DD-7270D4D8A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angle betwe...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1F5C55-5ECA-41A5-9734-1713DC32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C55554-D90A-4C07-AFDC-4443A6D4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1445592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323B61-5D82-49CA-BA3C-EA0B6117D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81B8D-C052-414B-A678-1B08B87B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B713CF-42D5-4C9C-8456-95FAC973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E6CBB7-72A8-475F-ABA1-90A6C12CB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96475-BA0C-487F-8ABF-D52231FF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75795E-7055-4393-8FC9-ECAEB04E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B30591-806C-4F24-8AC2-B44207DC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72173E-8625-4F2A-BDEC-C0EF02226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0BC7F5-8FF7-454F-A7E9-2CF34CFC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8E2F6B-156E-4F79-B8EB-9C9903A72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7E46EF-74B3-4EF2-8E41-9C142F966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4B997-7CBD-4566-B2F1-21AD5897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3C38C-4C18-4C04-9842-E53901B9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57641F-0853-498E-A816-8946A417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47E6F9-0AEA-457A-B227-AE2704468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949562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35154F-8ECE-48EF-A107-AD3D12481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A705E-E4BB-4530-8BB6-0FB47E2DD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5284E4-56EB-446D-A744-2E137AA80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F178AB-AF6F-4258-8E61-BB99811F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A2CE6-22AA-4CCA-8A87-E27F6F68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2C554-7D14-4161-AD20-F2C73303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angle between two curves. Pedal equations. Curvature and...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ACCA75-21C6-4FAF-AB5D-2894038D0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FB2078-A724-40C5-8FB6-09890829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A7A1C-3120-4CDC-A102-4D504A08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736B0-9DCF-4A9D-A842-21727DA0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2A89F-BA03-4901-826C-986AB166C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3941670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49E3BE-D8B9-4C76-8BCB-E1E26C0F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54A279-EDF6-4BF0-83DC-2027F2BC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26106-85AB-4EEE-AB1E-3584FEAFE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F6DE89-BB51-4139-A716-09C5D289A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28D73-6852-42A4-B165-4186A0A9A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parametric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16CEE-0A48-4D49-AA1C-884639DA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parametric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36D33-C548-4248-8F02-5C1EBE33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3A553-0FF2-4B3B-AAA5-7A0FA3FBD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2CFE85-F4A3-476F-9509-2E165568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F1F29E-52D8-46FC-BE54-7C8ACBCE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A4013-BB4F-46CE-BCE0-E6BB19F9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04900F-A345-4C7D-A7BF-6A104820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469EC4-B89F-452B-BBD0-1A7B7D7FE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14C6C4-69A0-4763-804F-F039FFA5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F8110-CEA9-438F-A1BB-B0B283563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47FFFA-4352-44BD-9046-37BA7F289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0088068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5A6F21-B25F-44A8-8122-9BA2AE0E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EF0731-58C7-4577-B363-63833C01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B505DB-6E9E-4115-B403-04493E34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A6357-57AB-4DF6-BC8D-6C6436297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6D38F-9B6D-4694-9281-2C05D07C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F5E5FF-2ECD-4293-912E-F7698DD5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B282E-6E4C-4779-A600-954152DA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654D0E-A39D-46B2-B5CB-C786CA94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4356B-A781-4D3A-8C14-A0D57FD8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parametric.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7C5F0-FA23-48AC-8259-46168467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EDAE9-33EC-4FA4-AC37-442AE7FC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F9DEE5-BB95-4114-9DE8-57D4AB02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parametric.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010DF1-62B4-44A6-98ED-01905364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B9DD0-9D38-4435-A10D-F5142625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8BC40-53D4-48B5-8BBD-EF83FEDD1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paramet...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FDEAD0-A2D9-4B98-8457-39B838201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80CE63-A130-473C-BD19-2C67528AF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66993C-7DA4-414F-85ED-2B4B5162D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parametric.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BFBBD9-B3ED-4C61-AF4C-49CAFC147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19E81D-A413-4904-9D53-D8A0629B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B1BC28-2CB4-4D68-B766-F28618856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parametric.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A495AB-098D-480C-A2AF-F098F959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0A9708-058E-46ED-95DB-CFC28A28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9616092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1F16C7-E91E-417B-A72B-51C1144A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01FFD0-984F-481F-AB44-AE5C747A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603FD0-4E7A-4D51-916B-1CE70110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757014-5E08-4D85-9293-9C0F1E32D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A3A98-7115-4730-AB46-82391D3A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12F1A-B58C-41CB-BD81-5DD9A32B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FD2EB1-CA2E-4245-A110-D769B6C5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A9FACD-E58B-455D-809F-4E3EA14C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A20E3C-DBE5-492F-BD5D-0BB1925B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957FD-5729-4DD8-83EB-7F60A7B9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567F30-B675-416D-A35B-79087D52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830F06-AF82-4C4D-99CC-4A23F0299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8F3E21-7691-4EBB-B6AB-CDB16D19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AA6C30-426B-4EE4-822C-A5E189AAB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D46A54-7E80-46D1-AE37-561967BA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3709599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5F60B8-3BE8-43F4-B6BA-599DBB62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B74633-2E44-4809-9EFA-C440F307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C416D-E695-4B5D-9A9F-13DA9243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2A7B8F-2DEE-4BED-B629-B63A4832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70D8BB-B8A8-4C38-BB44-2A575465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C98CC-157A-4B2C-AA12-A18090A9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parametric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D5CCE5-4064-4BF0-A71B-C118BB3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04E292-D787-4B7E-A0F8-8BF1C408F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8D072-A79D-43E0-82EC-762B1712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E3D98-E876-44FE-AD4A-C962554D6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4C6E49-D3EC-4920-B478-8D3AD347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61613551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B07556-E9EC-478B-A1C2-574044B0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DEF9C9-09C2-4DA0-A821-83D4C618D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4792D0-B058-499D-9BB6-623A4D86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99690-9011-4753-8A67-AE6F084B4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933A7-7629-4DE9-B5AA-6F76A4D44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polar and pedal forms. 7-4.11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6D299-1E1B-4FBF-A1CA-F2B46CBE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The method gives a dependable way to translate polar and pedal forms. 7-4.11 into solvable mathematical steps.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0B8A8-B459-4B01-BE1D-FB1A7969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D6C6A-74D9-4DE4-947C-73A452B1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46F82-CAD9-41EB-AF75-3BC7FF35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E8C47A-F1AA-4422-954F-7F59A7FA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5A7F4-A3F3-4825-811A-CC410B92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75E607-E671-45ED-A4FE-70D334091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CD052-53CA-45A3-A54A-A00A238C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F9F9F-3E25-4122-98C8-AD910D3F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E60062-93C6-4954-8139-56824E42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B76ECF-58D2-440B-A18F-7E316E78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85269386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7C30E3-5F65-4617-9BC6-C380E0B96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AA4479-2172-47BE-A21F-421F5B6F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542276-326D-400A-873B-88B2D556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BCDBD4-449C-45C9-A3C2-E6766A51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71766-358A-41C1-8183-D0EDFDA6A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709C4-91ED-4A96-85AA-28F358671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857985-BDE9-4E5F-B9CC-5FCD09414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EB7C85-BA66-4366-A587-BA78D87C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6E1D0A-E486-44A2-B75D-3C1D6D11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Given data explains one necessary part of polar and pedal...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42FD26-5FAF-42E7-B912-136ABA8E2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16602-D20E-46EE-9B2A-9D0F63A57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55185-8C4A-404A-98C2-7FE0998B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Required result explains one necessary part of polar and...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BCDA15-1A44-4028-8AD0-040DDA54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08FCE5-EAFD-45E3-BFB6-93E822A6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210C64-6D27-47A7-9FF9-7B6C1D81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Formula or theorem explains one necessary part of polar 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EDEC7D-B02E-46EC-AF07-972E9293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848361-8FAF-4C7E-B24B-2973BD8F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F20EB3-C29F-4EEF-85AD-DF3B35529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Substitution explains one necessary part of polar and ped...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688B63-893A-45F7-A5D5-03002F9B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F3B89D-2D69-4613-A3D6-D4DB5759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3C2A9A-AE72-4E63-8986-0A007F093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Interpretation explains one necessary part of polar and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8DE461-4EF4-442C-9CD4-282A617F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8EB5D6-259D-40A5-8EF3-18F80CBD0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54871454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E2CFB-B8B4-46E1-90A4-A0924169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03E1E-D22B-49B0-8FA7-06862A3B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A116EE-E043-437F-AC47-87C63E7B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08075-B048-4F8F-964A-A7821C43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92D62-4A15-40F3-B72A-2ABC27CA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BFA08-C5B8-45A0-B806-E8ACC73A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B3900-ABC2-4841-87B7-C166D90DD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8D6DA-C3AC-4269-9C3D-5CB5638D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AB639-FE89-46DA-8ABF-08B1A0D39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4899DC-E66F-49BC-96BD-8343606E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BECA1C-A2F3-4231-96D1-AADF7D1C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F61987-A41B-4A65-8FDF-FAB27F54D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E1F3C-CC5E-4A39-BDCA-5465557B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A9DC2C-3573-4967-BF97-89952755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the problem: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List known values: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the formula: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Substitute carefully: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Simplify step by step: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Check units/domain: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BD817E-EBC4-4AE0-8C09-7B1D0B57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1389326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E8D82A-DCFE-4818-95B3-ED6B21FE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D34B3-EAC7-497C-B76C-3BF31F44E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38AF0-466B-4D9A-BBD6-ED6BDDAC4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7AE7F3-6724-4E60-BB4E-F165D88C1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EA108A-0CB1-4262-806F-8E77E635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2BA54-E20E-4A14-B303-83092485B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polar and pedal forms. 7-4.11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B7EC02-D5D3-4AC7-BA1F-980111FA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8810B-5BDF-4BC5-B113-5780C5C8C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Jumping from theorem to answer without showing conditions, substitution, or intermediate simplification.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5ECCF-7729-4593-9ADE-13C8952BE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1F894-1110-45EA-82D3-1A0C57E5C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7AAF6-7D68-47C6-A9AA-74A0D55FE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510305396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71128E-0DD0-4D60-87D7-BAC85ABD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9833E-1BAE-48B5-94FE-C91157A8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92901-D4B4-479D-9E59-353BD258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B2CF1-B5D1-4CF6-9D10-5048B0F76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49DAF-9670-485A-ABA2-33688554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1B65D7-06AD-46BA-B1AF-AB0D5510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8570955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9D203-F91F-43A8-8269-0FC103A8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54CC04-37B3-42C2-A3D9-A7C2F13C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E2D7E-7A23-4855-8CA2-63C61DF4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7553C7-7E4B-40CF-B86E-6E447535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9A60A-1358-45E4-9DEF-51510B59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Polar: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Curves: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Curvature: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Tutorial: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coordinates: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4C32F1-32FF-40B3-814D-4A5AAF56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91489034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840F4-F9B5-4397-B119-2603642BE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64C0DD-0CFF-40BF-A201-8AE3EC1B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9AFE8-4CAD-447D-BCAC-7FF51B4C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B8A48-CB24-4670-9346-ADFAF4B2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7E1AA-BD89-4324-9A50-E736C0FA9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Given data: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Required result: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Formula or theorem: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Substitution: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Interpretation: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81C58-0DD2-442C-83FF-171F8FD4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6986742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1CE7D-8063-4897-B158-6A061DE6A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D18D5-C408-4BCB-BA86-F1813093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32732-47AB-48F2-9EF9-CC6540AE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91480-1721-4F2E-9A1B-8C0C68DC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026C2-D556-456A-ABDD-3C7E10CA4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Jumping from theorem to answer without showing conditions, substitution, or intermediate simplification.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55B3C8-F149-4451-8F3D-8F1D4BC1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34518021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A67030-A9AB-441B-A806-EB385903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D600B-8866-4BF3-B791-17124248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2C2A34-8A3F-4075-A47B-D9408AAF8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9D5E4-3E59-4269-AB84-E04151EBF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A55B2D-4A03-4C2A-8283-C08CF97E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Polar Curves and Curvature (8 Hours Theory + 4 Hours Tutorial) Polar co...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Polar curves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angle between the radius vector and the tangent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angle between two curves. Pedal equations. Curvature and radius of curv...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parametric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E0A53-BB6D-4250-B3E8-5C9BD1D8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B20E2-781D-4126-8726-FB296C23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10F0E0-576E-4FDC-B485-D0E43F99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2467720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694A88-3707-4B95-B536-331C29C9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581F8-FEBE-455E-AA62-C411D336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polar and pedal forms. 7-4.11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B3F197-7901-4D12-927A-6F746BDC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2EA8BB-05D1-4D59-BF6A-704948951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D43FB-845A-43BF-BFDF-9D7144D6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5DB3A-A206-4BB5-8812-FFDC7A6D2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130E6-58F1-481E-A266-90602F2E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69687-DD77-44BC-89EB-191E8B71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EFAAD-243F-44A0-87CF-18B43E092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CB19D-359D-44E0-A6A3-74602C2C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8155D0-B508-479E-9183-4A4D7A84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7FD54E-1D9A-4602-813D-81718EC6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30B6FE-4314-4709-BBA6-ED899027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E97A9-4355-4327-AC89-3E0543F9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E855BB-B769-4A27-BDA8-17B3EED3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45EC77-D97A-4A69-907A-5F497B0F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ABF64C-9006-405F-A033-21CE77A5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9DC270-9C7D-463A-BCDB-AA2A0F23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F42571-C904-40AC-9A84-36AED606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4E8950-33CC-4505-98E8-3BFEFFF3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675C20-AD45-4C0A-869F-15C53997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0626A4-77A8-41D0-9531-E42ED8CE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69CB45-8959-497A-B9B9-5BFB1247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4BAE77-A226-4DA3-9799-F6A2FDE9E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F0ED35-5764-4DED-AF4C-E2ACC192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303CFA-A0F2-4055-86B7-979B95BA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567E3A-2DA7-4594-A546-42B6E4B7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3B1CC7-8A7A-4783-88CA-2EC09FE6B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36DE7F7-BFAC-46D4-A38B-25C54E5F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16F7CE-DE63-4B30-B450-73B373C56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3E6B36-3076-4C69-855D-47804587F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7C7864-4E00-4E08-964A-93C9C404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101590882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9421A8-648B-4C91-BAA0-3BF6E830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6D893-CD2F-4AFB-8759-D431C28D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Polar Curves and Curvature (8 Hours Theory...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E70C22-230A-4E27-B275-C6E6F248C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EE9E1A-3AAB-4E44-9F85-A1FD986F0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D1A475-B743-4453-A989-5BEBFEE78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9137E-31E2-4EA7-8B4E-17F41DC4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4BC12E-455E-454B-85F9-A5B3EA57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8DAEA-AF62-4A99-9D8D-D353EE89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1206A-DB4B-4242-AC76-EAFA3C86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323499-1BA1-46C2-92AF-7F902059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5454D-0568-4A60-85BE-1E6D1836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D2AAE-61E2-4B23-9470-5D4B9105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8CC61E-DA93-495E-9EB6-F550B9D70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C1F4BE-3BB7-491B-86E8-6057D2CC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2645D3-6D5C-4CE4-9DCE-90081473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71EE4C-D816-4D30-BD3B-38138FF4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4DA87C-17E3-4ABE-9A60-4D8D4F19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55BB2-48F7-4652-9D44-B36719B3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941371-1B52-4B42-A5C1-1FA3238A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8B27EB-F481-4FB3-85E1-938731F7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C221AE-F051-4266-9EC4-551FA3E9A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4178AE-7D5A-4C00-8F6F-C784E7A3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9CAE63-E115-4770-BA63-D3BBBD00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530903-B007-4580-8090-DE0C332A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E82EBB-ED2E-4641-B2BA-3F72274D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B84F2D-FB91-48FC-9583-3D9DCAA3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084BC9-966A-40F0-94EE-9E978D77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5685021-8293-4507-985A-BACC669A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6668D8-769D-402D-AB6A-FAABE27F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57192B-632F-4EAE-A43C-BADB8E741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825182-5E10-432E-A38D-9EDEA26C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FD2024-AA3C-4EE5-82A9-62BD9394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2171889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668EA5-B441-4A86-A627-8586EA544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231D6-8006-4F98-B33D-35593C9EA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Polar curves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3E0E65-02D2-4BF7-A703-BD20FF49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2597C-E4DC-4054-8D0A-1602649F3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1A1FE4-2908-4D0F-8D2A-335373FA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9436A-8584-4AC2-A332-87BF96EF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6A58AA-92C1-4A00-B2AE-85414E397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7D06FC-961B-4845-A6AA-C61F5D715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DCF88C-374A-4E93-B647-127323E1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87582F-6AD0-43E8-AD0C-C174EBDE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A58E3-3C84-4542-BC24-70D8021A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80E2C6-0CE6-43EA-A2C3-E7202CB68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DB32D-906E-4CC7-BEE5-66DD961C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26C940-1900-4CB3-85DC-E27BF00BB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458C04-7EBA-4E7E-A885-22590DD8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D624FF-BD32-4C89-BD4A-601B0F04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767829-CB67-45CA-9EBD-3079C8333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4D11DB-CBA0-47B5-A28B-D68D969F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5B5B4-B802-45AA-9316-2886CDF75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B504D9-A8EB-4C00-BA10-F83808DDD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9EBB07-E7D0-4009-AFFA-BC00AA101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0D8FC9-B0BC-44D8-9F36-E6283A9F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F1DD0A-4D0B-40E3-AFE1-F77907E41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B839A5-31E5-4335-9FA2-DC500C14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AB3337-8225-430F-BCCC-CD9E928F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F934585-DBB0-4395-B41D-E41E4BF6F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764736-20D9-4EFF-9559-EE45FD37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AF7CD7-2722-4A9C-9463-B0DF9156F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5B20C4-0CC3-41CB-BC2F-3770CE34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23FC74-E8E0-4AB5-B436-B813ECB3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8475D8-D230-481F-8C62-A94167158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A0C0D1-E5B4-43F7-9C3E-EC34BA6DF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36436615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B25246-336D-46DE-A299-660FCA6F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65BAC6-4F1B-4714-830E-9264D9233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angle between the radius vector and the tan...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D7267-54D4-45CD-B19F-EEA986EB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76061-BE31-4BC8-A91E-AACE7624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87FAAB-EBA2-44D0-98BC-1AE4431B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9664A6-ABDD-4B00-961A-8A41855B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87F52-1449-4A75-8A8C-2C184680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65B9EE-D51A-4358-861E-13F66335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18D49B-3ECA-4F3B-B494-A153CABA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43A1D-5B61-4034-B018-3EA30AF3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59D01E-0B29-4A77-B15E-76F1C892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60ED6-C87F-4F10-B5C0-CDB9AC5E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5195F6-C186-4033-940F-252D34BA0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C760D-3C6E-41CD-AEB4-42DE5BCBA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5F2E2E-058C-43FB-BB24-39ED47CD9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AC79D9-B081-4F8B-B776-44F34961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E071A4-C23A-4DFB-8FEB-AE400F4B8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CE0E72-D5A6-4A8F-B649-4D6B7B01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7B57E3-3CA3-4BF4-AD5A-C392B9A6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8BEF7C-E064-4517-A379-58A3B86D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ABCF3F-AD36-4DA7-BD71-0F508A1BA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82F3F7-7EFB-4329-BEBF-7B99FD5F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278833-E6B6-4B6A-976A-B3656ED70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D30829-A21A-434F-BEDC-FC58D0A2C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7088EE-2E47-4442-806D-D2FCB9BD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A9055A-DBB4-4BD0-A123-E92B650D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A1C94E-B703-4098-969C-EFEE26BD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455F30-D2E5-4B59-9F8D-C731CACC1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9E9535-E7DE-406C-BE9B-77B17239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822F50-B627-4390-B143-244144E1E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E31D3E1-3DF9-4EA1-9588-6CE40DCA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B85C6E-9167-4004-9329-3247B5CD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82545390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2F3DA1-48E0-4AA2-8E9F-A5398766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099A91-0522-4C4D-A9B3-8AD8E1F0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angle between two curves. Pedal equations....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750F5-F782-4E89-B47B-8ACDB7B08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2586F-31F5-4C08-9882-3CE23146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A04E7-2F70-4AF3-A5C4-BCA3E2218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E98905-0C2A-428F-BB3B-D0EF0592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CCA45-A5D0-41DB-8F09-AED35BD1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B49C3B-68F8-4B0D-9DA3-BECC2833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AB6F9-D7DD-44B9-81CB-107E83336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DD5C53-342F-49DF-8A30-5EA58835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88F3DF-9662-4F25-875B-CE0020706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F3AC39-D9AA-413D-B1C2-9322E2B7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7D9937-65AF-4B0B-B1DC-15CAE863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198556-89E6-4B75-B028-826F9996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AE8EBE-1AB7-4877-B692-7C522345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0EE5E4-5744-478A-8621-320FE9D1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F46008-4D64-4C55-9790-43277C74B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64E559-FDAE-4A89-A7F3-40AAD5FB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CF122C-3746-42FB-BAE1-3488A780D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9452AF-94D8-4B57-BC28-732CE281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E6630B-82D2-4D9C-ADD9-0A718116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34A76A-7C40-4E7C-88F3-20326952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2D8336-38BE-4789-8B2C-3451A46C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F5AA4F-F6B3-4CA9-BD11-FBBC2EEC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720696-99DF-4643-ADAA-22A9D877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9E67E3-58B2-4FBC-933C-42923B82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1B904C-6966-4B95-A7D2-B1789C2E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486CA5-AF96-4A10-B976-34C1DE49D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2294BE-B5FE-49BC-B57D-A2298BD5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435A2E-5E94-4C12-A5CD-04794995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82BAD1-EE12-4E83-AFC8-4992E7BC0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89B4D7-CA24-422A-9B49-852353A8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2042461881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76A119-0ADC-4623-8EB5-A57EDEF0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73748A-5710-44F1-A969-20827FC0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parametric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72FD93-D225-4CE2-849D-3578E6B3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7E559-A1A7-4723-896E-7C2EBA4B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165D35-4FF3-47DD-BB95-98EEE46E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C85481-C9D8-4616-9550-FEB854A0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0BFC00-B42E-4187-9339-A7628347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7DC62-F9B2-4528-ACF8-AB8B0233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94A56-20DB-48D1-861C-F47E476F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3CD3D-5DCD-417D-96CE-DD7137EA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0C7DF1-5FCB-44EE-AE95-2EA3CB34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93245-6B55-4AB8-AE01-49DC6F777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CB476E-682B-422F-827E-1A10803E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42B03F-47C0-4B5E-8F38-946B0CFD5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73673E-D145-48AA-8B49-DD51FB254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E573BC-CD6D-4213-B5B3-8413B92C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A5680D-13BC-4B7A-9EB7-2C908678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F7AB0B9-4C50-4388-9A0A-DFDC4606B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the problem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3B983D-F561-43AF-93B4-690E0E3D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1B7812-86B1-40AE-9B9F-7D42524E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E214AA-EDFA-45EB-921F-9B591D6A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List known values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41429E-2A41-47AC-861C-49E41973E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A1A841-6341-43CE-BED7-0A94ABE8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20F5B2-2C5F-40C4-8225-442AF6CA3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the formula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AE54CD-B791-43CC-94C1-11993B4EF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57031D-2ACB-4934-96BE-F0343B6F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2283F0-0B0D-4FD2-A7E2-4A1FF56B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Substitute carefully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546CDC-175D-4631-9779-AA3367E2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43EF3E-F2E4-49F0-8660-4373D965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DA107E-C8C3-4076-80F7-E1014D951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Simplify step by step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30E4A4-3AF4-4159-92E9-6353FED0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880977-139C-420A-A14D-4421E888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Differential Calculus and Linear Algebra</a:t>
            </a:r>
          </a:p>
        </p:txBody>
      </p:sp>
    </p:spTree>
    <p:extLst>
      <p:ext uri="{BB962C8B-B14F-4D97-AF65-F5344CB8AC3E}">
        <p14:creationId xmlns:p14="http://schemas.microsoft.com/office/powerpoint/2010/main" val="4268107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2026-08-24T16:03:01.7000000Z</dcterms:created>
  <dcterms:modified xsi:type="dcterms:W3CDTF">2026-08-24T16:03:01.7000000Z</dcterms:modified>
</coreProperties>
</file>