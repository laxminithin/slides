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553371249b47af" /><Relationship Type="http://schemas.openxmlformats.org/officeDocument/2006/relationships/extended-properties" Target="/docProps/app.xml" Id="R5ba42deecde44e42" /><Relationship Type="http://schemas.openxmlformats.org/officeDocument/2006/relationships/officeDocument" Target="/ppt/presentation.xml" Id="R95690c92f8bf47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41d88319949b9"/>
  </p:sldMasterIdLst>
  <p:notesMasterIdLst>
    <p:notesMasterId xmlns:r="http://schemas.openxmlformats.org/officeDocument/2006/relationships" r:id="R3e8fa5b620664efd"/>
  </p:notesMasterIdLst>
  <p:sldIdLst>
    <p:sldId xmlns:r="http://schemas.openxmlformats.org/officeDocument/2006/relationships" id="256" r:id="Re0f688d730824cab"/>
    <p:sldId xmlns:r="http://schemas.openxmlformats.org/officeDocument/2006/relationships" id="257" r:id="Ra1f4d33147ad43a7"/>
    <p:sldId xmlns:r="http://schemas.openxmlformats.org/officeDocument/2006/relationships" id="258" r:id="R6de20abbf8f34f93"/>
    <p:sldId xmlns:r="http://schemas.openxmlformats.org/officeDocument/2006/relationships" id="259" r:id="R539de941db634f6f"/>
    <p:sldId xmlns:r="http://schemas.openxmlformats.org/officeDocument/2006/relationships" id="260" r:id="Re89d15d86d764596"/>
    <p:sldId xmlns:r="http://schemas.openxmlformats.org/officeDocument/2006/relationships" id="261" r:id="R3c0a179702a54a12"/>
    <p:sldId xmlns:r="http://schemas.openxmlformats.org/officeDocument/2006/relationships" id="262" r:id="Racfdfc6509774763"/>
    <p:sldId xmlns:r="http://schemas.openxmlformats.org/officeDocument/2006/relationships" id="263" r:id="Rd6d91ced61144378"/>
    <p:sldId xmlns:r="http://schemas.openxmlformats.org/officeDocument/2006/relationships" id="264" r:id="R9305790b70314cd0"/>
    <p:sldId xmlns:r="http://schemas.openxmlformats.org/officeDocument/2006/relationships" id="265" r:id="Rad4b6d6d480f4041"/>
    <p:sldId xmlns:r="http://schemas.openxmlformats.org/officeDocument/2006/relationships" id="266" r:id="R69162bcd56fb4ff1"/>
    <p:sldId xmlns:r="http://schemas.openxmlformats.org/officeDocument/2006/relationships" id="267" r:id="R001e2782869942e1"/>
    <p:sldId xmlns:r="http://schemas.openxmlformats.org/officeDocument/2006/relationships" id="268" r:id="R27cd8ff9ac984c3e"/>
    <p:sldId xmlns:r="http://schemas.openxmlformats.org/officeDocument/2006/relationships" id="269" r:id="Rb069f4b09745499d"/>
    <p:sldId xmlns:r="http://schemas.openxmlformats.org/officeDocument/2006/relationships" id="270" r:id="Ra0dd3ef288aa44ef"/>
    <p:sldId xmlns:r="http://schemas.openxmlformats.org/officeDocument/2006/relationships" id="271" r:id="R6a9976a578354d5d"/>
    <p:sldId xmlns:r="http://schemas.openxmlformats.org/officeDocument/2006/relationships" id="272" r:id="Raaee6aef8cda4790"/>
    <p:sldId xmlns:r="http://schemas.openxmlformats.org/officeDocument/2006/relationships" id="273" r:id="R63ca2aae6afa4b9e"/>
    <p:sldId xmlns:r="http://schemas.openxmlformats.org/officeDocument/2006/relationships" id="274" r:id="Rc62193c23dfa40c0"/>
    <p:sldId xmlns:r="http://schemas.openxmlformats.org/officeDocument/2006/relationships" id="275" r:id="R0fe59b1cebb54eda"/>
    <p:sldId xmlns:r="http://schemas.openxmlformats.org/officeDocument/2006/relationships" id="276" r:id="R38853d6d3f094761"/>
    <p:sldId xmlns:r="http://schemas.openxmlformats.org/officeDocument/2006/relationships" id="277" r:id="R26a08c58876a4ade"/>
    <p:sldId xmlns:r="http://schemas.openxmlformats.org/officeDocument/2006/relationships" id="278" r:id="R6a30505d4d3f471a"/>
    <p:sldId xmlns:r="http://schemas.openxmlformats.org/officeDocument/2006/relationships" id="279" r:id="R1b4a19cea5d74337"/>
    <p:sldId xmlns:r="http://schemas.openxmlformats.org/officeDocument/2006/relationships" id="280" r:id="R549e84bf920f4bb9"/>
    <p:sldId xmlns:r="http://schemas.openxmlformats.org/officeDocument/2006/relationships" id="281" r:id="R3894c60b8e914aac"/>
    <p:sldId xmlns:r="http://schemas.openxmlformats.org/officeDocument/2006/relationships" id="282" r:id="R72360e5bfdc7463c"/>
    <p:sldId xmlns:r="http://schemas.openxmlformats.org/officeDocument/2006/relationships" id="283" r:id="R9c727f665d504871"/>
    <p:sldId xmlns:r="http://schemas.openxmlformats.org/officeDocument/2006/relationships" id="284" r:id="R43668517fdc648eb"/>
    <p:sldId xmlns:r="http://schemas.openxmlformats.org/officeDocument/2006/relationships" id="285" r:id="Rcca51d09478c479d"/>
    <p:sldId xmlns:r="http://schemas.openxmlformats.org/officeDocument/2006/relationships" id="286" r:id="R9cbf45747e98424c"/>
    <p:sldId xmlns:r="http://schemas.openxmlformats.org/officeDocument/2006/relationships" id="287" r:id="R1b9961bf99244b23"/>
    <p:sldId xmlns:r="http://schemas.openxmlformats.org/officeDocument/2006/relationships" id="288" r:id="Re8f0af921acc4c82"/>
    <p:sldId xmlns:r="http://schemas.openxmlformats.org/officeDocument/2006/relationships" id="289" r:id="R23ca1e9aeb8a4add"/>
    <p:sldId xmlns:r="http://schemas.openxmlformats.org/officeDocument/2006/relationships" id="290" r:id="R90fdff665266406f"/>
    <p:sldId xmlns:r="http://schemas.openxmlformats.org/officeDocument/2006/relationships" id="291" r:id="Rd17432cf14f1422f"/>
    <p:sldId xmlns:r="http://schemas.openxmlformats.org/officeDocument/2006/relationships" id="292" r:id="R169eca8470d04a35"/>
    <p:sldId xmlns:r="http://schemas.openxmlformats.org/officeDocument/2006/relationships" id="293" r:id="R255915dde8544583"/>
    <p:sldId xmlns:r="http://schemas.openxmlformats.org/officeDocument/2006/relationships" id="294" r:id="R1087a8d468bf4c31"/>
    <p:sldId xmlns:r="http://schemas.openxmlformats.org/officeDocument/2006/relationships" id="295" r:id="R1dda5cf9412140cd"/>
    <p:sldId xmlns:r="http://schemas.openxmlformats.org/officeDocument/2006/relationships" id="296" r:id="Reb05ef3269d34817"/>
    <p:sldId xmlns:r="http://schemas.openxmlformats.org/officeDocument/2006/relationships" id="297" r:id="R6d58978867d945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cff598983441f9" /><Relationship Type="http://schemas.openxmlformats.org/officeDocument/2006/relationships/slideMaster" Target="/ppt/slideMasters/slideMaster1.xml" Id="R52241d88319949b9" /><Relationship Type="http://schemas.openxmlformats.org/officeDocument/2006/relationships/notesMaster" Target="/ppt/notesMasters/notesMaster1.xml" Id="R3e8fa5b620664efd" /><Relationship Type="http://schemas.openxmlformats.org/officeDocument/2006/relationships/presProps" Target="/ppt/presProps.xml" Id="Rbb7734d0a4134687" /><Relationship Type="http://schemas.openxmlformats.org/officeDocument/2006/relationships/tableStyles" Target="/ppt/tableStyles.xml" Id="R38a28bd8181e4247" /><Relationship Type="http://schemas.openxmlformats.org/officeDocument/2006/relationships/slide" Target="/ppt/slides/slide1.xml" Id="Re0f688d730824cab" /><Relationship Type="http://schemas.openxmlformats.org/officeDocument/2006/relationships/slide" Target="/ppt/slides/slide2.xml" Id="Ra1f4d33147ad43a7" /><Relationship Type="http://schemas.openxmlformats.org/officeDocument/2006/relationships/slide" Target="/ppt/slides/slide3.xml" Id="R6de20abbf8f34f93" /><Relationship Type="http://schemas.openxmlformats.org/officeDocument/2006/relationships/slide" Target="/ppt/slides/slide4.xml" Id="R539de941db634f6f" /><Relationship Type="http://schemas.openxmlformats.org/officeDocument/2006/relationships/slide" Target="/ppt/slides/slide5.xml" Id="Re89d15d86d764596" /><Relationship Type="http://schemas.openxmlformats.org/officeDocument/2006/relationships/slide" Target="/ppt/slides/slide6.xml" Id="R3c0a179702a54a12" /><Relationship Type="http://schemas.openxmlformats.org/officeDocument/2006/relationships/slide" Target="/ppt/slides/slide7.xml" Id="Racfdfc6509774763" /><Relationship Type="http://schemas.openxmlformats.org/officeDocument/2006/relationships/slide" Target="/ppt/slides/slide8.xml" Id="Rd6d91ced61144378" /><Relationship Type="http://schemas.openxmlformats.org/officeDocument/2006/relationships/slide" Target="/ppt/slides/slide9.xml" Id="R9305790b70314cd0" /><Relationship Type="http://schemas.openxmlformats.org/officeDocument/2006/relationships/slide" Target="/ppt/slides/slide10.xml" Id="Rad4b6d6d480f4041" /><Relationship Type="http://schemas.openxmlformats.org/officeDocument/2006/relationships/slide" Target="/ppt/slides/slide11.xml" Id="R69162bcd56fb4ff1" /><Relationship Type="http://schemas.openxmlformats.org/officeDocument/2006/relationships/slide" Target="/ppt/slides/slide12.xml" Id="R001e2782869942e1" /><Relationship Type="http://schemas.openxmlformats.org/officeDocument/2006/relationships/slide" Target="/ppt/slides/slide13.xml" Id="R27cd8ff9ac984c3e" /><Relationship Type="http://schemas.openxmlformats.org/officeDocument/2006/relationships/slide" Target="/ppt/slides/slide14.xml" Id="Rb069f4b09745499d" /><Relationship Type="http://schemas.openxmlformats.org/officeDocument/2006/relationships/slide" Target="/ppt/slides/slide15.xml" Id="Ra0dd3ef288aa44ef" /><Relationship Type="http://schemas.openxmlformats.org/officeDocument/2006/relationships/slide" Target="/ppt/slides/slide16.xml" Id="R6a9976a578354d5d" /><Relationship Type="http://schemas.openxmlformats.org/officeDocument/2006/relationships/slide" Target="/ppt/slides/slide17.xml" Id="Raaee6aef8cda4790" /><Relationship Type="http://schemas.openxmlformats.org/officeDocument/2006/relationships/slide" Target="/ppt/slides/slide18.xml" Id="R63ca2aae6afa4b9e" /><Relationship Type="http://schemas.openxmlformats.org/officeDocument/2006/relationships/slide" Target="/ppt/slides/slide19.xml" Id="Rc62193c23dfa40c0" /><Relationship Type="http://schemas.openxmlformats.org/officeDocument/2006/relationships/slide" Target="/ppt/slides/slide20.xml" Id="R0fe59b1cebb54eda" /><Relationship Type="http://schemas.openxmlformats.org/officeDocument/2006/relationships/slide" Target="/ppt/slides/slide21.xml" Id="R38853d6d3f094761" /><Relationship Type="http://schemas.openxmlformats.org/officeDocument/2006/relationships/slide" Target="/ppt/slides/slide22.xml" Id="R26a08c58876a4ade" /><Relationship Type="http://schemas.openxmlformats.org/officeDocument/2006/relationships/slide" Target="/ppt/slides/slide23.xml" Id="R6a30505d4d3f471a" /><Relationship Type="http://schemas.openxmlformats.org/officeDocument/2006/relationships/slide" Target="/ppt/slides/slide24.xml" Id="R1b4a19cea5d74337" /><Relationship Type="http://schemas.openxmlformats.org/officeDocument/2006/relationships/slide" Target="/ppt/slides/slide25.xml" Id="R549e84bf920f4bb9" /><Relationship Type="http://schemas.openxmlformats.org/officeDocument/2006/relationships/slide" Target="/ppt/slides/slide26.xml" Id="R3894c60b8e914aac" /><Relationship Type="http://schemas.openxmlformats.org/officeDocument/2006/relationships/slide" Target="/ppt/slides/slide27.xml" Id="R72360e5bfdc7463c" /><Relationship Type="http://schemas.openxmlformats.org/officeDocument/2006/relationships/slide" Target="/ppt/slides/slide28.xml" Id="R9c727f665d504871" /><Relationship Type="http://schemas.openxmlformats.org/officeDocument/2006/relationships/slide" Target="/ppt/slides/slide29.xml" Id="R43668517fdc648eb" /><Relationship Type="http://schemas.openxmlformats.org/officeDocument/2006/relationships/slide" Target="/ppt/slides/slide30.xml" Id="Rcca51d09478c479d" /><Relationship Type="http://schemas.openxmlformats.org/officeDocument/2006/relationships/slide" Target="/ppt/slides/slide31.xml" Id="R9cbf45747e98424c" /><Relationship Type="http://schemas.openxmlformats.org/officeDocument/2006/relationships/slide" Target="/ppt/slides/slide32.xml" Id="R1b9961bf99244b23" /><Relationship Type="http://schemas.openxmlformats.org/officeDocument/2006/relationships/slide" Target="/ppt/slides/slide33.xml" Id="Re8f0af921acc4c82" /><Relationship Type="http://schemas.openxmlformats.org/officeDocument/2006/relationships/slide" Target="/ppt/slides/slide34.xml" Id="R23ca1e9aeb8a4add" /><Relationship Type="http://schemas.openxmlformats.org/officeDocument/2006/relationships/slide" Target="/ppt/slides/slide35.xml" Id="R90fdff665266406f" /><Relationship Type="http://schemas.openxmlformats.org/officeDocument/2006/relationships/slide" Target="/ppt/slides/slide36.xml" Id="Rd17432cf14f1422f" /><Relationship Type="http://schemas.openxmlformats.org/officeDocument/2006/relationships/slide" Target="/ppt/slides/slide37.xml" Id="R169eca8470d04a35" /><Relationship Type="http://schemas.openxmlformats.org/officeDocument/2006/relationships/slide" Target="/ppt/slides/slide38.xml" Id="R255915dde8544583" /><Relationship Type="http://schemas.openxmlformats.org/officeDocument/2006/relationships/slide" Target="/ppt/slides/slide39.xml" Id="R1087a8d468bf4c31" /><Relationship Type="http://schemas.openxmlformats.org/officeDocument/2006/relationships/slide" Target="/ppt/slides/slide40.xml" Id="R1dda5cf9412140cd" /><Relationship Type="http://schemas.openxmlformats.org/officeDocument/2006/relationships/slide" Target="/ppt/slides/slide41.xml" Id="Reb05ef3269d34817" /><Relationship Type="http://schemas.openxmlformats.org/officeDocument/2006/relationships/slide" Target="/ppt/slides/slide42.xml" Id="R6d58978867d945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206f82fe2540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1549a5b9324a56" /><Relationship Type="http://schemas.openxmlformats.org/officeDocument/2006/relationships/notesMaster" Target="/ppt/notesMasters/notesMaster1.xml" Id="R5070c8bd92ac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2ef2232b9b47a3" /><Relationship Type="http://schemas.openxmlformats.org/officeDocument/2006/relationships/notesMaster" Target="/ppt/notesMasters/notesMaster1.xml" Id="Rda7d248c103744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52a1ec1c434be3" /><Relationship Type="http://schemas.openxmlformats.org/officeDocument/2006/relationships/notesMaster" Target="/ppt/notesMasters/notesMaster1.xml" Id="Rf23c3028694846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a3cca1927c46f8" /><Relationship Type="http://schemas.openxmlformats.org/officeDocument/2006/relationships/notesMaster" Target="/ppt/notesMasters/notesMaster1.xml" Id="R89c034e82ddb4e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1ed40ff6f4444d" /><Relationship Type="http://schemas.openxmlformats.org/officeDocument/2006/relationships/notesMaster" Target="/ppt/notesMasters/notesMaster1.xml" Id="R8c99dbd08b764d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d3732bead84048" /><Relationship Type="http://schemas.openxmlformats.org/officeDocument/2006/relationships/notesMaster" Target="/ppt/notesMasters/notesMaster1.xml" Id="Rd52517f0ff1541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16902c8bbf4cbf" /><Relationship Type="http://schemas.openxmlformats.org/officeDocument/2006/relationships/notesMaster" Target="/ppt/notesMasters/notesMaster1.xml" Id="R42f98227598041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9b7bf908424488" /><Relationship Type="http://schemas.openxmlformats.org/officeDocument/2006/relationships/notesMaster" Target="/ppt/notesMasters/notesMaster1.xml" Id="Re20ec1bc96b040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a6f231f54b4df9" /><Relationship Type="http://schemas.openxmlformats.org/officeDocument/2006/relationships/notesMaster" Target="/ppt/notesMasters/notesMaster1.xml" Id="Rfc4eb6d323db43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8dc2102b104979" /><Relationship Type="http://schemas.openxmlformats.org/officeDocument/2006/relationships/notesMaster" Target="/ppt/notesMasters/notesMaster1.xml" Id="R84387280da474a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d1b19ce71542af" /><Relationship Type="http://schemas.openxmlformats.org/officeDocument/2006/relationships/notesMaster" Target="/ppt/notesMasters/notesMaster1.xml" Id="Rc7c802ac6e5a40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b2d07fa344409a" /><Relationship Type="http://schemas.openxmlformats.org/officeDocument/2006/relationships/notesMaster" Target="/ppt/notesMasters/notesMaster1.xml" Id="R07a30934e3af40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9b8222cb384c9d" /><Relationship Type="http://schemas.openxmlformats.org/officeDocument/2006/relationships/notesMaster" Target="/ppt/notesMasters/notesMaster1.xml" Id="R8eef167fc07b43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479cfb32fb456b" /><Relationship Type="http://schemas.openxmlformats.org/officeDocument/2006/relationships/notesMaster" Target="/ppt/notesMasters/notesMaster1.xml" Id="Rb260ee0023404d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73b016020c4a89" /><Relationship Type="http://schemas.openxmlformats.org/officeDocument/2006/relationships/notesMaster" Target="/ppt/notesMasters/notesMaster1.xml" Id="Rfc7e4f725f0445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0666d915ac4460" /><Relationship Type="http://schemas.openxmlformats.org/officeDocument/2006/relationships/notesMaster" Target="/ppt/notesMasters/notesMaster1.xml" Id="Rd126ee22e8204c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a33e01b4214544" /><Relationship Type="http://schemas.openxmlformats.org/officeDocument/2006/relationships/notesMaster" Target="/ppt/notesMasters/notesMaster1.xml" Id="Re6c076d0fb4142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250ca578e149d8" /><Relationship Type="http://schemas.openxmlformats.org/officeDocument/2006/relationships/notesMaster" Target="/ppt/notesMasters/notesMaster1.xml" Id="R4f3cf79f325047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b520a8fa7f47e6" /><Relationship Type="http://schemas.openxmlformats.org/officeDocument/2006/relationships/notesMaster" Target="/ppt/notesMasters/notesMaster1.xml" Id="Ra0fed7b8cae343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bcedc2a4df4c56" /><Relationship Type="http://schemas.openxmlformats.org/officeDocument/2006/relationships/notesMaster" Target="/ppt/notesMasters/notesMaster1.xml" Id="R8e4d49b5d342455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6f360c7bc6e489e" /><Relationship Type="http://schemas.openxmlformats.org/officeDocument/2006/relationships/notesMaster" Target="/ppt/notesMasters/notesMaster1.xml" Id="R6e825f5a4a8346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30a5fe8f6d41b9" /><Relationship Type="http://schemas.openxmlformats.org/officeDocument/2006/relationships/notesMaster" Target="/ppt/notesMasters/notesMaster1.xml" Id="Rc29e715239544c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188cb4a3374cff" /><Relationship Type="http://schemas.openxmlformats.org/officeDocument/2006/relationships/notesMaster" Target="/ppt/notesMasters/notesMaster1.xml" Id="R2f01620a182f423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b1f744714924213" /><Relationship Type="http://schemas.openxmlformats.org/officeDocument/2006/relationships/notesMaster" Target="/ppt/notesMasters/notesMaster1.xml" Id="R712fe93e1b81431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0fc5ae06f58498c" /><Relationship Type="http://schemas.openxmlformats.org/officeDocument/2006/relationships/notesMaster" Target="/ppt/notesMasters/notesMaster1.xml" Id="Rae1b285bcb01496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dce660bee9748ef" /><Relationship Type="http://schemas.openxmlformats.org/officeDocument/2006/relationships/notesMaster" Target="/ppt/notesMasters/notesMaster1.xml" Id="R53a96a221da946f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fdefa576934d90" /><Relationship Type="http://schemas.openxmlformats.org/officeDocument/2006/relationships/notesMaster" Target="/ppt/notesMasters/notesMaster1.xml" Id="R80afc2a2afcf48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f7f86352f944500" /><Relationship Type="http://schemas.openxmlformats.org/officeDocument/2006/relationships/notesMaster" Target="/ppt/notesMasters/notesMaster1.xml" Id="R3812fcbe8e9e4e4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ab8b0c143af431b" /><Relationship Type="http://schemas.openxmlformats.org/officeDocument/2006/relationships/notesMaster" Target="/ppt/notesMasters/notesMaster1.xml" Id="R17545b59704b41c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e613a0df8254fa6" /><Relationship Type="http://schemas.openxmlformats.org/officeDocument/2006/relationships/notesMaster" Target="/ppt/notesMasters/notesMaster1.xml" Id="Rcf9413b28e9c489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e0c82116e0f4118" /><Relationship Type="http://schemas.openxmlformats.org/officeDocument/2006/relationships/notesMaster" Target="/ppt/notesMasters/notesMaster1.xml" Id="R5f10fef2674f4fc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7708ded95864023" /><Relationship Type="http://schemas.openxmlformats.org/officeDocument/2006/relationships/notesMaster" Target="/ppt/notesMasters/notesMaster1.xml" Id="R618c31fc672a431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523f42073ac43a5" /><Relationship Type="http://schemas.openxmlformats.org/officeDocument/2006/relationships/notesMaster" Target="/ppt/notesMasters/notesMaster1.xml" Id="R289cb2b44e98455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ceace9e2d294edc" /><Relationship Type="http://schemas.openxmlformats.org/officeDocument/2006/relationships/notesMaster" Target="/ppt/notesMasters/notesMaster1.xml" Id="R378fb6d15e8a40f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387fbebdb844f28" /><Relationship Type="http://schemas.openxmlformats.org/officeDocument/2006/relationships/notesMaster" Target="/ppt/notesMasters/notesMaster1.xml" Id="R19a8778bf876446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c448072f89243cb" /><Relationship Type="http://schemas.openxmlformats.org/officeDocument/2006/relationships/notesMaster" Target="/ppt/notesMasters/notesMaster1.xml" Id="R0593e91064fa429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3dac776e0f24218" /><Relationship Type="http://schemas.openxmlformats.org/officeDocument/2006/relationships/notesMaster" Target="/ppt/notesMasters/notesMaster1.xml" Id="Rc550f0bc9b24471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120f88047bf45cb" /><Relationship Type="http://schemas.openxmlformats.org/officeDocument/2006/relationships/notesMaster" Target="/ppt/notesMasters/notesMaster1.xml" Id="Rb97197af369f402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e2b9df2ec714b8d" /><Relationship Type="http://schemas.openxmlformats.org/officeDocument/2006/relationships/notesMaster" Target="/ppt/notesMasters/notesMaster1.xml" Id="R0b48777a7bc4433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460d8690894432e" /><Relationship Type="http://schemas.openxmlformats.org/officeDocument/2006/relationships/notesMaster" Target="/ppt/notesMasters/notesMaster1.xml" Id="R75aad9f12c01462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9cd8d52ae31442c" /><Relationship Type="http://schemas.openxmlformats.org/officeDocument/2006/relationships/notesMaster" Target="/ppt/notesMasters/notesMaster1.xml" Id="Rf1e5fe4f38d5412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19a0db38c274c8b" /><Relationship Type="http://schemas.openxmlformats.org/officeDocument/2006/relationships/notesMaster" Target="/ppt/notesMasters/notesMaster1.xml" Id="R740db0d5eadf47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3d9c3e4ec41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e1da09dd08435a" /><Relationship Type="http://schemas.openxmlformats.org/officeDocument/2006/relationships/slideLayout" Target="/ppt/slideLayouts/slideLayout1.xml" Id="R7ca2d9de563e4a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a2d9de563e4a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21b843a5c4e0d" /><Relationship Type="http://schemas.openxmlformats.org/officeDocument/2006/relationships/notesSlide" Target="/ppt/notesSlides/notesSlide1.xml" Id="R7d3360f0f0f442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011bab0c341dc" /><Relationship Type="http://schemas.openxmlformats.org/officeDocument/2006/relationships/notesSlide" Target="/ppt/notesSlides/notesSlide2.xml" Id="R19ac869b66724a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46158c4a64305" /><Relationship Type="http://schemas.openxmlformats.org/officeDocument/2006/relationships/notesSlide" Target="/ppt/notesSlides/notesSlide3.xml" Id="R554273676a1f47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791d872c0491b" /><Relationship Type="http://schemas.openxmlformats.org/officeDocument/2006/relationships/notesSlide" Target="/ppt/notesSlides/notesSlide4.xml" Id="R66b83e5e6ce44b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fc03c0e374a85" /><Relationship Type="http://schemas.openxmlformats.org/officeDocument/2006/relationships/notesSlide" Target="/ppt/notesSlides/notesSlide5.xml" Id="R8405ead3fe3940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8506119a74c84" /><Relationship Type="http://schemas.openxmlformats.org/officeDocument/2006/relationships/notesSlide" Target="/ppt/notesSlides/notesSlide6.xml" Id="R45ea629ee6dd42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e92d62ddd475e" /><Relationship Type="http://schemas.openxmlformats.org/officeDocument/2006/relationships/notesSlide" Target="/ppt/notesSlides/notesSlide7.xml" Id="R6c3510f59d1043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a36f138ba4f2a" /><Relationship Type="http://schemas.openxmlformats.org/officeDocument/2006/relationships/notesSlide" Target="/ppt/notesSlides/notesSlide8.xml" Id="R19bfe1822df348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98e48c915488a" /><Relationship Type="http://schemas.openxmlformats.org/officeDocument/2006/relationships/notesSlide" Target="/ppt/notesSlides/notesSlide9.xml" Id="R14af5a237cdc42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86db815aa457d" /><Relationship Type="http://schemas.openxmlformats.org/officeDocument/2006/relationships/notesSlide" Target="/ppt/notesSlides/notesSlide10.xml" Id="R429d82b4015742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0ae9957714b6d" /><Relationship Type="http://schemas.openxmlformats.org/officeDocument/2006/relationships/notesSlide" Target="/ppt/notesSlides/notesSlide11.xml" Id="R92457a44c2c646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f6ba8054e4c72" /><Relationship Type="http://schemas.openxmlformats.org/officeDocument/2006/relationships/notesSlide" Target="/ppt/notesSlides/notesSlide12.xml" Id="R67faab47df454c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fa5c94669446a" /><Relationship Type="http://schemas.openxmlformats.org/officeDocument/2006/relationships/notesSlide" Target="/ppt/notesSlides/notesSlide13.xml" Id="R8698b3f09c3744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2f1c4eb3442d1" /><Relationship Type="http://schemas.openxmlformats.org/officeDocument/2006/relationships/notesSlide" Target="/ppt/notesSlides/notesSlide14.xml" Id="Rf0e2921407a746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410852fc9452a" /><Relationship Type="http://schemas.openxmlformats.org/officeDocument/2006/relationships/notesSlide" Target="/ppt/notesSlides/notesSlide15.xml" Id="Re7bbbca8d81147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572497ae6449e" /><Relationship Type="http://schemas.openxmlformats.org/officeDocument/2006/relationships/notesSlide" Target="/ppt/notesSlides/notesSlide16.xml" Id="Ra3f89f98d4bd42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d76d91d0e4a81" /><Relationship Type="http://schemas.openxmlformats.org/officeDocument/2006/relationships/notesSlide" Target="/ppt/notesSlides/notesSlide17.xml" Id="Rce081f835f094b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6e3bd3ce847d3" /><Relationship Type="http://schemas.openxmlformats.org/officeDocument/2006/relationships/notesSlide" Target="/ppt/notesSlides/notesSlide18.xml" Id="R1813de83f95843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988070af94ce5" /><Relationship Type="http://schemas.openxmlformats.org/officeDocument/2006/relationships/notesSlide" Target="/ppt/notesSlides/notesSlide19.xml" Id="R54baa270703b44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9e5d68a2748ed" /><Relationship Type="http://schemas.openxmlformats.org/officeDocument/2006/relationships/notesSlide" Target="/ppt/notesSlides/notesSlide20.xml" Id="R57b5d7a4325c486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15979a85a4483" /><Relationship Type="http://schemas.openxmlformats.org/officeDocument/2006/relationships/notesSlide" Target="/ppt/notesSlides/notesSlide21.xml" Id="Rd6272be6d55249b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a13158f4e4796" /><Relationship Type="http://schemas.openxmlformats.org/officeDocument/2006/relationships/notesSlide" Target="/ppt/notesSlides/notesSlide22.xml" Id="R2e187f36b7b047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92a3215c54e0e" /><Relationship Type="http://schemas.openxmlformats.org/officeDocument/2006/relationships/notesSlide" Target="/ppt/notesSlides/notesSlide23.xml" Id="Rccbc4325fac3417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ca53d7e9c4ae9" /><Relationship Type="http://schemas.openxmlformats.org/officeDocument/2006/relationships/notesSlide" Target="/ppt/notesSlides/notesSlide24.xml" Id="Rd9fc0c608f374a5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fbef893d54801" /><Relationship Type="http://schemas.openxmlformats.org/officeDocument/2006/relationships/notesSlide" Target="/ppt/notesSlides/notesSlide25.xml" Id="R303fb6ee7e3541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70d1467da4d73" /><Relationship Type="http://schemas.openxmlformats.org/officeDocument/2006/relationships/notesSlide" Target="/ppt/notesSlides/notesSlide26.xml" Id="R90b4d912772f4c9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a5ea4455a4423" /><Relationship Type="http://schemas.openxmlformats.org/officeDocument/2006/relationships/notesSlide" Target="/ppt/notesSlides/notesSlide27.xml" Id="R1fe076a14f4b40e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bc4cb67254d5c" /><Relationship Type="http://schemas.openxmlformats.org/officeDocument/2006/relationships/notesSlide" Target="/ppt/notesSlides/notesSlide28.xml" Id="Rbe80be152f3c4a1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5d3e503a54f6e" /><Relationship Type="http://schemas.openxmlformats.org/officeDocument/2006/relationships/notesSlide" Target="/ppt/notesSlides/notesSlide29.xml" Id="R88e27a3a0c104c0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f97ae09a247d4" /><Relationship Type="http://schemas.openxmlformats.org/officeDocument/2006/relationships/notesSlide" Target="/ppt/notesSlides/notesSlide30.xml" Id="Rd429940b23c24de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68b237ff744ea" /><Relationship Type="http://schemas.openxmlformats.org/officeDocument/2006/relationships/notesSlide" Target="/ppt/notesSlides/notesSlide31.xml" Id="R5f64cf1892894c4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a0a4b955c48a9" /><Relationship Type="http://schemas.openxmlformats.org/officeDocument/2006/relationships/notesSlide" Target="/ppt/notesSlides/notesSlide32.xml" Id="R755acb5c0bea47b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6daa4d15b4b1a" /><Relationship Type="http://schemas.openxmlformats.org/officeDocument/2006/relationships/notesSlide" Target="/ppt/notesSlides/notesSlide33.xml" Id="Rc409bad47fe144a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3a2856f324052" /><Relationship Type="http://schemas.openxmlformats.org/officeDocument/2006/relationships/notesSlide" Target="/ppt/notesSlides/notesSlide34.xml" Id="R73bf4407895746a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78bd3fa1d4061" /><Relationship Type="http://schemas.openxmlformats.org/officeDocument/2006/relationships/notesSlide" Target="/ppt/notesSlides/notesSlide35.xml" Id="R9e055509ac1f457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c9b1820f44b4a" /><Relationship Type="http://schemas.openxmlformats.org/officeDocument/2006/relationships/notesSlide" Target="/ppt/notesSlides/notesSlide36.xml" Id="R8871a18586764da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66980ae5749d5" /><Relationship Type="http://schemas.openxmlformats.org/officeDocument/2006/relationships/notesSlide" Target="/ppt/notesSlides/notesSlide37.xml" Id="R5cdf23c020c449a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62bf5fb774f51" /><Relationship Type="http://schemas.openxmlformats.org/officeDocument/2006/relationships/notesSlide" Target="/ppt/notesSlides/notesSlide38.xml" Id="R745ce7a9e806483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d55f27fca4ca1" /><Relationship Type="http://schemas.openxmlformats.org/officeDocument/2006/relationships/notesSlide" Target="/ppt/notesSlides/notesSlide39.xml" Id="Rb7d745a9c5444dc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67b0b8ca64f06" /><Relationship Type="http://schemas.openxmlformats.org/officeDocument/2006/relationships/notesSlide" Target="/ppt/notesSlides/notesSlide40.xml" Id="Rdd05bcf0b5874bc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de805166544fa" /><Relationship Type="http://schemas.openxmlformats.org/officeDocument/2006/relationships/notesSlide" Target="/ppt/notesSlides/notesSlide41.xml" Id="R4cf945a8e014475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c52fc7a7d46d4" /><Relationship Type="http://schemas.openxmlformats.org/officeDocument/2006/relationships/notesSlide" Target="/ppt/notesSlides/notesSlide42.xml" Id="R32951263028d40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E85A9-06BE-4D72-AFC5-10443C03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EE807-FF9D-4757-8B38-653E897D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Waves and their role in structural behavior: Types of waves, Wave propagation in beams, rods, and slabs, Boundary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B63CE-944F-4AF6-A321-F142C014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PHYSICS FOR SUSTAINABLE STRUCTURAL SYSTEMS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1CEF6-E8D2-4214-BDBC-FBD34624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FE793-8A23-45E6-AC1C-C2EDF367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6946C-A7CF-4F14-8684-AC7B41A4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3CEAF-08C3-4E3C-91B1-666927AE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3EAB7-6428-4357-A8EE-69522E38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A62C7-6868-4846-9C8C-97F4C0A9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B0459-06AB-4C9A-AC1D-FAA0C737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645F4-7F90-421E-ACBA-8F83F125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B6313-A8DC-471E-9603-C0824324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338EA-C838-4E9B-849D-1911E03E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29092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4D5E9-4A16-4F92-9FD1-871B00EA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77D59-5845-42F8-B16C-284BECAC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11CD0-97D1-4160-A1F9-8730DAD7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19420-E642-4F96-AD46-1DD5E784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1DC64-A59D-4F6B-AAC9-DD320FC4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AF4D0-AA02-4187-AEC6-C1253FB3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77637-402A-4F94-B1B0-C572053A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6439B-888C-4F96-B086-C7F5F6B9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8A64A-25C8-485D-8154-6076394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EEE07-A9AC-40BD-AD69-332AF517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5EBDC-81AE-4941-B189-F52FE3A2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2CAE8-0A38-4DE6-A98F-CB74A4D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11D01-BE97-4007-BD47-23E96DC3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D4DE4-2DC1-473B-BF29-FBB93A55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B6572-0C60-4E97-9868-B5B02DD5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40265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02DA4C-CEE5-4DD3-A7A1-DD1BC05A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F6384-0C7C-4E9B-B7C7-E0EF9B8A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4A324-8B80-4AA0-8C15-E69CE10F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C1F86-EA9A-4033-A852-765D18A5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885CC-B6B3-48EA-9693-09135672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AE643-3014-4017-A4B3-27D4F3D0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8B856-5FF9-4FA4-A426-48E8AC24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B77BD-25A5-4319-A6AB-52B69E0F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B9EAC-1726-455F-9ADE-35933704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Waves and their role in structural behavior: Types of wav...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C8511-A437-421D-AA1F-8156DCF5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96357-598F-4B74-BDF6-D6A5A94C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679BC-7F66-4F1C-A6B9-2070D8D3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Wave propagation in beams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2240A-8E86-49A6-A780-5A0D8A6E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AF92C-3709-4A5E-B7E1-4390122A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3E96F-24DD-47F6-A7BA-A37DA6BF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and slabs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1263C-6EB1-49F7-B0DF-3F6A181C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8AB1C-C39C-4766-90EC-D27F7EA4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C9B81-474C-40FC-9C70-CE73285E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Boundary effects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6C843-B596-4AF1-8BFF-503F0AEC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BBC8A-FE15-4EEA-A44B-8AD23804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86226-E9AF-44A6-B913-39CD06A7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Wave dispersion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07BD8-56DF-4A3E-B519-FE2402E8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71F6C6-1444-4D22-A66E-C3B71E85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7BEBD-90FE-4403-8726-6CE8C46E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Damping in structures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279D7-1B46-4F67-8234-BDCBE572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E3D46-2FF1-468B-B7AB-22536482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0C898-A1E1-4C6C-9CF7-8C5C35D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Energy dissipation techniques in structures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06A1C-12F4-456D-8697-B26EAE72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AC4591-536B-4590-864E-B5D22B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189ACE-D94E-4B2A-ABEC-00B5986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earthquakes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7FFB0E-6AE5-41DA-97A1-0EBA908C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C0791A-86C6-4382-A22B-714E4EA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31970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367F7C-F234-4B39-B957-CD584D0D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14B0A-576A-450F-B03B-79CBB146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2DD79-0CAF-4B62-AF18-6FCB639F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54678-13EE-48B4-AB6D-78886D46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411C6-6170-4F62-87F8-BE3FF5AB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E931B-5BC1-45F7-8331-0D638F86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5BBA6-D8F0-4B05-879A-17C9C2A6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F2EE5-F6D9-4B6C-9F24-2E9BB8AA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Waves and their role in structural behavior: Types of wav...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32CED-A19E-43D0-BDDA-8DB864D3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C89C9-A467-4D81-A2CC-87AAE7F3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4B54A-3441-4417-B35C-9D806E25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Wave propagation in beams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658DE-C147-48EC-B2A2-A3BB92CF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14A3D-5BAC-4776-AEF7-DB85D40B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322EB-72FC-4202-825C-F2BDC0BE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and slabs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62536-3770-49F0-8229-ACEEF4A5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92E2A-BF2B-4D53-982D-299F921F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E6363-389B-4715-85B7-FF247473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Boundary effects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3D2DBC-3578-4D4C-B0C0-4E2B29B9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73126-C57F-45F4-8BA6-0D89D063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B8B6D-EBB1-4428-885E-9D74A30B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Wave dispersion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57241-45DC-4A9C-9973-8BA79389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49CA6-364E-4DDF-882A-7C81B818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D6666-E979-4031-8E09-165C7B0F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Damping in structures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2E0143-B06E-4DF2-A4AC-0C93FE67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0CC97-CCE6-4E83-98CE-21D1C401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EBB838-8626-4BDA-BC4D-A20EBC8E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Energy dissipation techniques in structures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676D98-A7FF-4D15-B4CA-98E40150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91CE7-F095-4EA7-9256-19938049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C30924-476D-40AB-BC7F-73F123DC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69593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8875D-44D7-4053-92C2-7BEAD12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2E077-0028-403E-A938-08D89AA5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62C13-B781-4C01-B82D-6FFFBA5B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3F85E-D285-45DE-A1D8-E8216BB3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70EA5-492C-40AF-9727-D4F3BFF7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Waves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41594-5310-4479-8904-286C98FB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3474E-927C-498C-A998-6D388C3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2A644-4AEC-48BD-893E-58EEF318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3DDEF-BFD4-4CF3-923C-BF31C6EB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67393-4F27-4FE6-89CC-6F275D21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425F3-A351-4438-BB47-AE968518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7B3C0-669F-4BF0-AB71-77C918F6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propagation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767B8-D9A1-4037-8435-F90B5E68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D2250-65D3-4EE1-9025-5480F912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59495-9D32-407C-99DB-029FBB9B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0BDF6-7780-45F4-8962-B9AFACC1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789084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2F1D6-563F-42A2-8954-3373383D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C17D4-8D21-40B2-9D25-0FB41E84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22F6C-EE7D-4C15-88BB-052B826E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943A9-6CD2-4EAF-A442-738593A3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FFC55-9C23-467E-8CC0-0FA4AA6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Waves and their role in structural behavior: Types of waves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07E81-C5A5-4308-9745-A754D2A5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Waves and their role in structural behavi...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DBC9B-8D01-4F8B-B09F-6CB380DB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2B211-B86B-4A7C-8649-493ABDC2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DC840-A01E-45AD-827B-634D6E2B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0A9B8-D437-4C42-B427-75A3B86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89251-DD9C-4464-B999-531294A1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9AB5B-9EB6-4172-A9CC-C062FD7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A6003-B82E-409D-A85B-77588D49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7F523-32E3-4DE3-ACF6-FC1767C4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EC457-4CE4-43B8-85D5-76A3951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9F4EA-3883-4482-BA35-2B7F0B97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101070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79D26-5DAF-4CD4-BA76-EB172588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443D1-6D18-426B-9CC3-2612A8FB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6AC0F-2AB1-4490-8D89-5ED1F14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F386A-35B2-4681-BE02-BACF3CD5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09EB2-C2F2-4763-B5F8-77659C9F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57A97-D11C-4FD4-A7EB-4236576A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40773-3D85-447B-8201-E6101FB7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F1295-0334-4AA8-B3E5-50581ED2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D4283-677E-4E26-A882-8A13DAEE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Waves and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E07DE-987A-4F24-B925-39FA1697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7948E-BED8-4B1E-853B-A22E36E9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EAC0F-36EF-4B78-858B-A8B60ACF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Waves...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C5564-3B7F-411B-AD00-66A576B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640F9-4DA4-4325-A8A8-EE97068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11002-9618-44BB-98C1-C571A925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Waves and th...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88A15-1FFF-44F5-BE44-0D2FFA1E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416DA-A9AE-4372-93E1-0F729F88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974CA-6EBB-4526-9B09-278DC9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Waves and 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46B5D-432A-4C87-9B15-4ADC71B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0010C-2E57-4028-BE60-80304CDB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A3E62-3734-4E99-95ED-42937BCE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Waves...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32F5A-8011-4B8E-A810-E2EADFF5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86F8B-DE5E-4355-ADB1-145EA3E3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07974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17887-2314-41FE-95A5-4FE1E878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03552-69DB-4AD8-AA0B-F6220FC7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2C431-4F05-42A9-987D-6BC39430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62DF4-8231-41E8-BE3D-C4F1C558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1D684-E910-4743-B9E6-B2DDFFA1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B2CB5-48C6-473A-A905-8A36E39F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A872C-64A7-480F-BA79-952750E1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3BF65-3773-40F7-9EE1-9492A2AF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20C56-2045-423E-8EB3-2A33D1DA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B1114-09E3-487C-BCD0-1F0ECF3E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408EE-092A-4F39-A24D-A5599FBB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22FCB-056D-4952-8486-D2972641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DAEC6-AEED-440A-8B18-6B20719B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04670-CAFC-48FB-828B-1861D185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FF943-605E-439F-9795-C9D02824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66229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25853-34A1-4DDF-8CF0-84C397DC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E86A6-010E-44B3-B187-16FC1722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F6BCC-0711-49A3-B8B0-2241353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3CA86-8585-4F13-A808-C2E8142D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E0803-FD94-4DAC-A077-B07462CD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115A2-CCF2-4240-848F-99F30D08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Waves and their role in structural behavior: Types of wav...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6500B-2343-4262-8CD3-C27FDC35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BCEFA-BD71-4B3D-8697-C35E3044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63ED7-BF7E-4A66-8B2A-36E892C2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E183A-0702-4135-B503-79FD65C6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B1868-0BB2-4F0C-84BB-6F7CAFA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77877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4B73E-2BB7-474D-B09F-E17962BC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A08FF-4339-4C22-910F-15117DFC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56432-1720-4144-A8DF-4EC6437E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8FF48-A48B-4882-B48F-73D35AC0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951D9-74C2-425C-B429-D79E83E2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Wave propagation in beams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6C217-5EE7-4E37-AB1C-9F09C1D2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Wave propagation in beams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28746-00EA-4817-9073-1FC4AEE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9BF72-1070-4243-BCDB-D6440A8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FA429-D734-4962-9D0D-2E4C8383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FF25D-64CA-4D92-AC07-0FC3CDDF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A7B09-EE96-4D2D-83DD-9C1D874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4C4A9-8D84-4930-96E5-CD47E702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6E77C-10E7-48E3-AF70-FACAE0AF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305EA-241A-43C0-A960-6BE12365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4A4AF-028B-4A01-AFE4-09F166F5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ED69E-B038-48A6-85D6-CFC5DE81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470397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6943B-95A5-41C5-9C83-D898EB77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3BCA8-2484-444F-8172-83B30821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40F66-75DC-4BF2-BCDE-0C5DC10D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D4C13-0981-4A77-A118-4CF0E23D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0A8AF-F25F-4475-B63D-3C4C7C3F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284D8-531B-4883-8198-32FAC5A7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D45B2-9D1E-4B39-B1E2-B0CF3137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3D76C-D7D1-476B-B666-9526FBFA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70A3A-AFB9-4F91-99CB-2AF60D7B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Wave propag...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37921-BB4A-4EFE-A402-0F62543C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7799A-67B6-4985-917A-7B0F202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5207E-93C4-4B62-81E9-8F2C1B24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Wave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12C36-2E57-4213-86B0-69E33812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FCF16-C3F8-4975-A3F4-EDCCCF71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4217C-58F9-43A8-8B92-520FD9C5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Wave propaga...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9A8CB-CFD8-467C-8986-7838BD6B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32306-B300-4C2D-8201-FEC2AD59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9BEAC-5609-4BB7-9BD5-F5778E51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Wave propag...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260CE-00D0-4621-AEAE-32D940E6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7FEED-CE8F-4EAE-8CCE-CA0205DF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C50E3-09CE-49A4-8D87-E96D338F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Wave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D6B49-78B7-4132-9262-44AC1B6C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B815C-A309-44ED-8437-CF0AE15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544819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E565F-308A-4AFD-B460-86488F24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48367-B47C-4C08-BBCE-98D43E09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7B385-A27E-4894-AA7F-72533491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DBCC4-ECC5-4E84-871B-44FA0C2F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BBDEF-0C50-439F-A31D-5802DF2E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5FD60-9D31-4434-B7B7-CB08D7A6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FBC13-3B5C-4E18-8A47-A507E1F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D91CF-407E-4AE1-B9B4-9B196FCE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6786C-F3E1-4E45-853E-066FDEAA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C87BD-D93D-418F-8655-BE074274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B77E6-9BCB-4038-9144-273C239E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2C0FF-2C0A-4D9A-A043-9CA540F6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CE7D8-29D6-4BBC-886B-AA74D0B0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B171B-199B-4516-BD22-AE647E4B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83164-44D6-4E5F-8E53-2B0D01B4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229885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05451-D4AC-4C36-B8F1-EE6C704D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5D55B-D8A4-45D8-96B3-E72230CA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4229C-6022-4884-841D-7611B895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ED3F8-94D0-4BC6-A3D4-7C1D83C5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14645-4413-4D85-82B3-11E1D551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B7050-F177-4BEE-9CD0-F81930A3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Wave propagation in beams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009DF-AB15-426D-B57B-3DF5F66E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1ADED-DC3D-4DE8-A88C-DA882400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AAB30-3690-426F-97EF-8E1B6D41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7ACFF-6BB6-48FC-9301-BA47BA20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49294-81EC-4B08-941E-197516AF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939164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B2E6A-76DD-4493-B489-EE94C704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79AB0-0AF8-4E07-A3A0-D6C41054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DDA12-6397-4455-808F-F9CDA259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71383-ABFA-481C-81C1-76CA678F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AA152-998E-4CA9-8837-2743DE6D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and slabs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C2F5D-CE5D-4BDF-9A80-A7850395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and slabs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9C335-4380-4FE9-B095-BBE66251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3FCBB-CC50-4DD8-BD0E-949F5E72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5E390-AF70-4C59-B82C-C6C4AD9A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53221-FC1E-4108-AAA2-B96A8CC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A98B0-7077-4C46-AEFE-BFE09FAF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60596-513E-4BBA-8CAD-FA0F0671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B2D5B-4707-4629-893C-264A78FC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F7124-28DC-4E5D-9BF6-D45C3B5C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8A85D-106D-4D73-B9BD-4EFF2B89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A9A17-E55C-4F92-AC51-C6DE6E1E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8854015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501BC-4F59-410C-B746-74846B4A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0E686-D342-4018-9C7C-80999A3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D503B-14DD-4D54-8944-5B6064BA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C259D-3229-42FC-9570-DC6FE241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02C1C-3FF0-4CDE-B0F6-81A2DD41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378F1-5CAE-4814-B916-DFA1B835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C3928-793E-4A81-AA46-912CB187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16351-40F9-4543-BD37-3C49F940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4081A-9059-4F21-9E45-C3952041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and slabs.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81CCB-BBFD-4A12-B856-521E0949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AFFCA-DDEF-4F22-AF2A-1B025D74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4C87E-36E4-4E8C-A6AB-8C8EF72C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and sl...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D8830-5B90-495A-82B9-49AD50C9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F0FE6-6A7C-44B3-ABCE-550B54AD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ABD47-9277-40AC-B4B5-EE8C98CE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and slabs.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EA66F-16CE-4B9E-B760-B0C0BAFE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98734-F589-4B0B-A81E-BEF790B7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35487-2C96-4CEF-8950-DB268EC0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and slabs.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8F15D-8DE6-4518-82DE-5E07BFD6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37B6D-1233-4AEA-8A0B-1A1C35C7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FBED4-4E59-44E2-ABEF-96D4F20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and sl...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0BB87-1686-4984-AB80-C849CFAD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DF1EB-DC4E-46F8-A7A5-7C0EA139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936926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EB75C-8925-4052-9AD6-AC24757C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D6A27-AAA5-4937-8436-7C33174F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55E90-0D47-440C-8CB6-66E69AB8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70F91-8568-45A6-8FEE-F6B84F76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E6700-F48C-400A-97F3-99D7DFE6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B19B4-C3E6-480B-8E3E-6562E1CC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A999A-5615-4B38-B428-419414CF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54C10-DF96-4B18-8FC4-3603CC29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896E7-2538-47A3-A847-BA03CD99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04D6D-38A6-4355-AC34-93689403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6BBE6-8AD5-4DAA-8B59-F3E84366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E0F30-0E44-4DE8-839F-5969C3BB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73444-F9E9-44DB-B380-062BE7C2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B2B3A-11DC-4FDC-80C5-22332A54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01470-614D-403A-9D7A-7A76B2E4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1908381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98EA2-158D-4B5F-863B-88090DB7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E3509-1AC6-41D7-A4BE-12A9A248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9DC42-5157-4203-ABA4-E127A31A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65FFB-FE81-48FB-B608-6B47E5B8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1000C-4844-4CE9-B0ED-E19893F9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ECC80-82D9-4829-A218-E58A4668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and slabs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DDFCA-6810-4F4A-8779-6583AA05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693FE-F7FE-425A-9EC1-B8D098F9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67F06-6E9D-4F32-AA73-BED90D15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D19C5-7ADA-478F-9FE5-A9693782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0D0F0-D661-4307-9332-FE6A7AC5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128514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56717-C8CD-44C2-9240-732ABD91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0BE18-3678-4CF2-B945-D2E21D5C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E3C45-7A49-48A4-9285-5E45FC35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C6E84-EF4C-4A01-AF44-89C04819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18542-5CDA-41F9-9C75-CB5400E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Boundary effects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17CC9-C43E-46E8-AD95-EFD9CD0D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Boundary effects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131BF-5417-4BE2-9E47-896486E4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E956C-188F-42AA-9B8C-87892A67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F9530-99FD-4AB7-A3B4-6088FE0C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9496A-6409-4313-8AF8-E94FBCC9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D0620-E4AA-4DB9-82C7-D3BDEB0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E4673-0FCA-4E27-974B-1241051E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6F0E5-75FC-4B88-928D-9485968A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BF5B8-49DD-455E-B9B0-AE73096C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B3438-5D23-4A79-B056-4ADF3A79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D0D38-99EE-4AEC-8030-5372082B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8774997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B6E21-719C-4919-89EB-B587D6EB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CEDD3-7C60-4CEB-8186-A8A47EFA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F9BF4-1E82-4041-9FB4-0821D18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E2860-DCDE-4EC6-B122-4C37A74F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EAA76-4A73-41C8-BB7F-463678F5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154D9-A88A-4A12-9C37-480ECD26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7393D-E105-4B76-86B6-CAD2C5AF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1BEB8-6253-41CE-AFA0-03BF5D4D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35A89-63E2-4413-AAF4-6027F2D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Boundary ef...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481D7-9951-4B27-AC4A-21791C9B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36038-0C9F-4CE9-8CF6-38416E55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53EDE-C0DF-4931-B3A3-444DAD2F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Bounda...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BA0AB-89A5-4A84-BD2F-18A02B9F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88EA4-FCCF-44E0-B250-AE3F3B20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9A2A7-AC7E-4B72-BB5E-69DF0E73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Boundary eff...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20BAA-6349-47A9-874E-B14297A0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920C6-93FC-4841-A72A-AA6890F3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D2828-D652-4F9F-8985-BC52221D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Boundary ef...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B84A8-5042-4565-8BFF-6895BC38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6F6DD-BDDD-4B79-A261-2D20CBA3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0D581-796C-4786-B6D3-50BFD7DA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Bounda...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2D6C8-FA29-4BF6-A554-AB201E41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D6CCB-B0A8-43F4-BE2D-45199B3C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387808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CE742-E799-405C-9CFE-3FD8B666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86A7E-EC3A-46B8-A69F-014F6946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3EA7A-D68D-4291-B110-DA12F42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5DAB6-B9D4-49DB-9B31-76540AB5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E6490-7E65-4527-B376-76D92D09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262E9-1274-4910-9B8C-FAAB740E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44DF8-FAD3-4643-BCC6-9418B61C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8B315-42E6-4132-8764-E2FED3A6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7F0E1-E3F2-4459-BF15-9753BC85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E0E6E-BDA8-4465-B13D-F0C00B61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160AF-C426-405D-B205-288EA1AE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8D320-1CFC-488A-96A8-4EF3707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72DA4-1BE8-48E4-8204-2361BA26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766DD-C68D-4006-833F-346FFB77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06716-FC8E-419D-8AF7-E922D0EF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686499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74B63-40EA-466F-9287-BB6E9425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DCFB8-F113-4672-95AE-0FE6B02D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E4AE3-CC76-41AD-8F53-E92A4398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E9858-5D8C-4E20-8515-BBB00805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B7156-8C94-496E-8BD8-7513A3E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55F36-88A4-4378-9BC3-87E705AA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Boundary effects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54E33-F540-484B-9978-4AB277D2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B4C3F-CAAF-4353-A8A4-79053245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12CC0-D0D3-4AB9-96F3-A5E7DBD3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43742-2148-4C6D-8A9E-92BB1087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78365-705A-4475-8353-B715FC49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6877164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ED74C-53AF-4A5E-9C3E-47715B75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76DA3-AC42-4D74-B8D4-DEF7AE96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B75BE-5108-4A91-8DB2-A707C277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A4530-0D57-41AF-AA22-CF5EAF56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B03E1-928C-485C-9EB5-1F55A9FA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Wave dispersion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71D59-D756-4EB2-8F79-1418D507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Wave dispersion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C164B-7B81-4380-ABCE-7031D76B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06B96-4975-4AB2-BFE2-F0B74784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68AF4-C494-43BA-9031-52A22E84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66694-7219-43AF-BE64-E0CC30E9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21644-08E3-45C7-A4B6-9C0685BB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EB5B9-A7D3-48F5-9C01-C3EE0721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FBC88-CFA8-459C-8959-A24B13DE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A0866-65F9-4435-806F-1DB8D5C5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8A270-67B1-475E-B71A-E69DB6F2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427EF-EC8B-4094-8AB9-53718358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7315569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E7517-A066-47B3-8DBD-F8099763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106A6-4C69-4B79-97B1-9C3CE033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3E4D4-2880-444E-82A5-E4F3065C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C8A15-379C-4B01-A704-34C7D555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80157-1FE7-45DC-B5BA-275DD58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B4205-84BC-4532-9A29-7C6F1DAE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B4111-9B9B-458E-8B28-41A45F77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5FCD5-C785-43A8-8C94-050CB6A5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97AFA-42F3-45AE-ACAC-3BC67B25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Wave disper...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81C45-B5E1-4629-A8DD-D5C9D712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1B6F0-5B9F-4306-B0AC-9B7F4D0C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65DE9-C408-48DB-9022-603CD125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Wave 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42AE1-51B3-4D38-9136-E3EDBC79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4B4DA-0875-4CC0-A4ED-2D98FF36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8DB4D-F8C6-44D7-BB31-A2127638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Wave dispers...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8A30B-7015-46E2-A431-87EDD493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98BA4-4D76-405F-BF24-4A7D1AA3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71ACE-6AE0-4875-A4E1-EE35B50D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Wave disper...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3A8E3-BE82-44C3-BDA5-5E4D59FE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A5407-1763-465C-A0E2-86A7F50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D2CC0-C5BA-43A7-AFB8-51EA0E50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Wave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8C1C5-50D5-4B05-91A0-01E029A8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04D77-C352-4CAD-B110-5BE3409E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409085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7EAFA-7500-415A-ADA7-DB32368D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73E2D-5E7E-49C7-B620-3BD7FDEB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54AE9-27E1-4CAA-BDEC-41DE01FF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53668-AACB-482C-9E4E-D35C697C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AF502-E593-4939-ABE1-27EA0716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440F7-C9A2-4AA9-A092-EC4C855A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0D6BD-693A-4380-B630-1508CBE1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260CD-2E68-4508-B81E-2D728606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3F6E4-6CE0-4CF5-8894-AF4C77D7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9F2EE-2E8D-43FA-BBE2-7C7F335E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94E54-49C5-4F13-B9C4-3B735C5B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1DC20-3B6B-43C6-A65A-0C0BC35A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7D25F-0BA8-4146-94A5-DBECDA8C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4FC97-2F2A-4400-BE64-EF79D73A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1CF20-E45A-4980-8E77-831862D1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591675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DF06D-09CD-43E5-850C-0C2D629C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60DD9-CF14-47F6-8CEB-B9293D79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D34B4-A382-4EA9-9B82-00D61D36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CABEE-73B3-4EF4-ABF3-273AC770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C6C65-98FB-412C-A73B-4C41A460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224E1-A60C-4E34-8A1E-A5A300FF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Wave dispersion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08A8F-27D9-41C9-B3D0-E921DB58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29821-9EB8-41A2-A1D3-C78CEB42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4A4E4-38A1-4201-902B-028A84F5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94849-BF7B-45B5-9E65-0353B2C7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4B1E0-1528-429E-8F22-180D9930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959548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CA4FA-9C34-4823-9520-F6540C8D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6669B-4A70-486D-803D-68069C5E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C1577-AF1E-4355-B7D6-1040974C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077F5-B87E-4FAC-B57D-7CE0DEA2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230C3-2EF5-4FD7-B831-4AF2543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Damping in 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59C81-1374-4356-A7E0-779AE24F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Damping in structures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FFBFC-0FF5-4E58-8078-18556E20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CC1FD-69A2-4A02-83E8-984CF835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5C174-9F51-4775-94EA-2D5A5C73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845D4-5B91-471A-8527-96FD3240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5D27A-A285-4467-9880-0FA45536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0387C-80AB-4FC0-9D03-F6C7D5D5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FB1DD-2691-4D10-9F71-0E4A4DFB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56B8F-97F8-4935-AF37-C4F91516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CDADF-2905-46CB-867E-87C4674E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7ABD5-5F41-4CC7-9F7E-4AF63DA1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902831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0D8A9-3B40-416D-81F0-7D10B019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28715-BCAA-41E9-B0F7-5824E091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D570C-9B56-426A-BC7C-4F719841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78358-6A1F-46A8-9A84-A7F1D0DC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FB87D-5CA9-46FD-A96D-D9202601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28392-0FFC-4EFB-9447-FEFFF605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AE65C-60B0-423F-B986-62F54CAF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40CB4-E478-4F82-8620-86AB3554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F608A-5694-4315-9426-7F9D6AE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Damping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5230B-0EFA-4A7E-A6A3-2E540C09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04841-778B-4DAA-B982-6D637A8E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11988-673D-4636-8E3C-04E3C9AF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Dampin...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38390-4C21-4E4A-8C65-CFAA11D6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CDC0C-D129-4ECD-A52F-7FC8AC27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D75AC-998B-4875-A869-13107125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Damping in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29604-01F8-4223-B143-76A55921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BB210-D396-4627-A33A-E00D63FE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8B72F-E673-4783-91D0-D0F67F02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Damping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7A4E3-7E9B-4153-8E6B-A7BBF9A0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19A73-FA05-467C-8146-BE5F65C0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46D50-585C-4937-99D8-ACEAFE26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Dampin...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6FA6C-55C4-4294-83DE-BD0382D3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C21A4-185B-4B3C-9929-1DD49C86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807803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32F7E-42AB-4F5D-91F2-4D2C9510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B9F74-73A2-4CB3-B59B-2B831FDF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5A8ED-ABA1-48E3-AEE2-BC9CEC85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DED34-FE7E-4F7C-864B-6DB68B1D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8E061-BA05-4D10-A773-AE503C3A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9FE8B-59D7-4967-9ED1-B8DC5604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7CBCA-4DE8-4581-9CA4-9249F1B9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326AB-AD90-4C8B-98D9-CCC0C3C2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6E7FD-A6D6-4F4C-8198-1BC0E025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FC0DD-9F3F-4755-8D07-494C830B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C4E53-59ED-4F6A-9DAA-ECFD592D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FEC7C-EFF6-4244-BBC6-9B640390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F6633-62D3-4C79-B5E5-D76D7788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8DE30-47FF-481F-BC72-0DCC1018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A9D76-EDF1-40A6-9E88-AF483BEC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623095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68784-F7B2-4DB2-BEDF-C4F192B1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B28B4-D1FC-4773-BA01-5A504A13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E6D40-8381-4BD0-9B3F-1B7AC926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5B36F-910C-44E5-A382-F6FE2D8A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99288-37F2-410F-9C4E-5C18ECE4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B1D2A-97F7-4711-880A-148B013D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Damping in structures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B955C-49DC-40BE-829C-B65703D2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E0CC6-3FBD-49BD-A496-5702731F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34F0A-758F-40B4-BCB7-4D90570C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6474D-0142-4978-9AC8-94FD4B1D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750BC-A57E-494D-B2D6-8C6BBDCD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8279477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41BE1-F2ED-4B02-8EDA-3441C82E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34663-B397-4BD0-9D19-620111E2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908C3-30BD-4CB7-A893-74F21E3A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E32E3-F680-4483-8BFC-474EAAAF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C3B95-8EAF-44D4-85AB-1B709522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Energy dissipation techniques in 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0ECD3-F8A4-4116-8F7B-410A5D4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Energy dissipation techniques in structur...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2A10C-3F10-4171-B74A-3FF2C2CA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3807B-AC06-4EDC-A295-B0E46B35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430AA-0C4E-4966-B736-AD058DF7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C0BAB-C581-4307-89A0-C7328FEA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4714E-774F-48DC-B287-53D326DD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46E4A-E865-43B4-B6F5-0C3D4C94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B19B1-E573-41D4-8E5A-F71F58BF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437EE-DA4D-4711-A5D9-A791F78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1694A-188C-4398-8BC9-97D9CE64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E9950-5FBF-4C74-975C-ACB80B27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95743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4B4E0-C586-488F-9E89-48569B7B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BCA32-0CE6-4C1A-A37A-D3D4DB98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FCC51-94D7-4CE6-B9FA-2CCEC66E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4408A-05A9-40F2-8771-100AF62B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C7CEA-424E-46E5-8F31-03303C43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E888E-0F93-4773-9E19-973FDE9F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23E67-1038-4926-A245-94346074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7BD57-044D-4133-83F2-6B807F1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39248-0BEC-4AB7-A23C-CA0ECCBD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Energy diss...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2EA35-4B2A-445B-A067-11418A31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BD225-150D-4F23-83F0-3F691999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502AA-BA19-490E-B657-003DE4ED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Energy...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6322F-C7DF-402C-9637-274FB0F5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AC2FE-D3EC-4D52-BC9E-50FC4B30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BB5C1-FC9C-414C-AF89-2717E3E8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Energy dissi...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A04F4-790A-4FE2-A136-52415AD2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AFDAE-EF31-40A6-8952-60336E6C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7C0B4-218B-4598-A32C-033F7A18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Energy diss...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8336F-3C55-47A3-A89A-B65CF2D2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FC1FE-0B20-4AEA-AE2D-5E3F3B84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CEAFC-BA72-4A6D-95FB-8744C706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Energy...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51CC3-B859-4CE0-A0AF-F39FD2D0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30131-06BE-4C44-8037-90546485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635963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17DF5-2B7A-4F79-AC4B-65F2E355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29F6D-DD28-416B-B91A-DDC2716E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CBB8C-07FF-45CA-BBB9-75926EF1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DD991-112A-4109-A796-4169A4ED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0E065-A55E-4733-9A24-B4C1793B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BFABB-E2C5-4BDB-A93E-176C245A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A5CCE-ACD0-49C8-B167-59077D6C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AAEEF-9F4D-4E29-8E2C-318B815C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45C42-69B1-4DA0-B9F4-892E5F12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84191-4F59-4A63-B95E-D699A982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DE14F-46FF-4B8A-B90D-FFCA5948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E656D-3E8F-4203-9F4F-B29323FF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A8C03-1E1E-48CF-A5B5-4DD6A9C6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CB687-3486-491B-A9F7-CA9234E5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37006-9E6E-4C24-894E-EAEF0E9A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4562741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B27E0-EFBB-4F51-B555-677E9098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8930A-05AB-4F1A-BAAD-B6A38794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5153C-1F40-41D1-9D09-62C68DC5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01341-9A27-4BD7-81D3-9D6C5CD5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B4BA3-1652-4A72-AD20-8DF68789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3E212-1D76-4F15-B9AD-DE469752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Energy dissipation techniques in structures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44C1B-0E0C-4E61-A788-7A79213C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A3E38-C1CB-424F-A979-50AE54A7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1C29C-35D0-4D35-90EA-9A08733D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026D9-84C9-4691-A2FA-547AA727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56262-789D-4E5F-85BD-3BD9BCB1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932733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338C7-F7A3-445A-AEA0-2F13569F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55ACA-922D-45BE-B9D8-EB099D8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90439-B4BE-4E31-9A91-C5DAAF70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06685-5357-4978-9745-03D27D8A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7A03B-0DE4-4438-A72B-8ACE796F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earthquakes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3747E-0C6D-4B7A-94A3-580DC486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Introduction to earthquakes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41DEE-F0DF-4B7C-A601-8F9C4442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951ED-00DF-445A-9432-63B70121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7FC7C-9044-4DBB-99C9-031631B0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66EE6-F27C-4D08-AFE3-4CF6F90D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926BF-EE6B-4555-B65A-7D2093B6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B4B59-327A-4F6A-9B75-3AFF27C2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F1A32-E64A-41F4-A15F-E94885FE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07566-45A3-49BE-8870-EED60409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67117-7579-4EBA-AD3A-FCEC3D57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53361-1F28-4173-BBF1-2BD99080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885552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922DD3-9CAD-4284-AE6F-F6DF39FA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733BF-409E-41C1-B888-D64487A0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926E8-23D4-423E-A1FE-F8D997B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1A6C7-AE9E-4EDD-9D60-D48C601A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A1EDF-2AD2-44A3-B29D-4D432204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FB086-F6AB-49A0-A684-02B44766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FAAE1-B797-453E-B7AC-23E315D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34B41-13B7-4D4D-B4BB-51A95A1D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A40D3-0BB3-4BD0-B8BB-E73D369B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Introductio...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3A56B-E2B2-422B-BBEC-2C56D51A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F32E3-CB26-4099-AB14-C87CE4E3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5C3AE-7082-428D-B2AB-9E45AA9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Introd...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D7628-9122-46D8-86CF-F2B2890D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F0236-6AE6-4D6F-B992-88322312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770EC-5D63-4A35-9A2F-580DC156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Introduction...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164BE-7CA5-4E32-884C-190C1DD6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BC3C5-77EF-4B6E-AFAF-2711AC96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FB632-8FDD-4DCF-A0A0-F7DF0A3E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Introductio...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4B70D-9CFA-4895-A66A-D26E7278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16FC1-1F56-4EF2-A7AB-A24233B1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3FA55-443D-427E-9B84-D9A83EB5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E1D77-2705-4EA4-AABD-AF15F6A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098AB-A468-41B0-8CC1-5B111E54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9361686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94001-9FFB-4EA6-BCBC-7926C6D2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AE6F3-E21D-4B68-9CC3-37346767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8B888-E992-4450-8B18-66182967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2B78B-5122-4140-A1CA-2E003CA7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EC985-CF1E-4294-9EF0-129C9801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E9AE4-3D26-4088-B730-8508C2E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002B7-48CA-489F-82B7-F69CCD63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A5E05-9155-4341-99E0-3B44E8A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F816E-921F-4809-908D-B0A43860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826B3-072D-4DD9-8AF0-AE40979B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2AB40-2CD6-4C0B-9EA6-B2C4F19A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B29AE-BEAA-4EFD-9587-7D9BA8E9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7D4D1-EDA5-420E-B86A-D8EAD588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89179-1544-4E10-916A-B86F5DC8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BD90A-7937-4403-8213-5122D2ED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907497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3C3EB-DAC8-4336-B0CC-2C002D7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ED8B0-CC5D-45C2-B56F-94E31224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6A804-9258-47FA-B352-84BF7165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944C3-AE8E-4B52-976D-9EDD8C9A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3BEF5-015A-48E8-BE37-9A76E1D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1F9B0-D8DB-445A-B272-AAABF8FB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earthquakes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29E72-E65C-4A22-B24D-9A769A4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5D4CA-05F7-42FA-9633-73F215D5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C7CFF-E353-4188-9134-91AFBB51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F1838-5B43-4107-A8D5-6D4C8B49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3CE8D-B162-48CF-BEB4-FDA46397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3548403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41F0F-1AB7-4968-9CAA-F36C0E8D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C532C-355A-46AE-98E8-F2930642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943F2-313F-4F2A-9B9F-2385A0C2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0CFF4-E8A5-447F-A74C-3E6E8806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62690-E66B-47D5-93B5-9C3EBEC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FCDAB-E8CB-4C53-9DD3-A0C44FA9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5345297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5DEC9-B851-4077-9D00-8D37DBE9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D83DF-028B-4F11-9A8C-3FF2C21E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9085A-9021-4926-8438-575AE8EB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7A967-B352-484B-BA91-BE688242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5EEDE-E2D8-4BF5-BB43-F8313FBF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their: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behavior: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19487-7805-442B-BE73-5116E8DE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1145618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11035-5D53-49BB-AEA2-B82129EB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8AF1D-FBAD-48F9-B37E-8F134177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16202-9D0C-402F-9C02-485DEBA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2AB05-450B-41FF-8D37-E325FF22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0B45E-A779-477D-A49C-E133862A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F8365-F134-4AA1-8FF5-155F2759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0836599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AFD3F-3343-480A-9C2A-1B94F9CE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DFBA6-61E7-42A0-88F9-5370C355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D3642-638E-4818-BCDB-876B9F8D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B1779-5F68-4AED-8A56-04941DCB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C3F66-3372-4ABE-B228-0F016C45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03A6A-36D6-425B-94B2-FDB49064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0651973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DD9FC-5A09-4FF2-9B3E-D2AA119D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5E025-60FA-4741-AB1D-38968017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50595-A101-42C1-A31E-CDF6ED63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1B97F-3170-4928-AF4F-1E92AC21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59A35-BE5D-46E7-81F0-C990C3C5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Waves and their role in structural behavior: Types of waves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Wave propagation in beams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and slabs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Boundary effects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Wave dispersion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091B1-E53D-4B46-B343-6418AA2C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4FDE2-AC25-49C4-BEBA-8DB5EDB2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F206B-F972-411A-8A35-93F9AE7E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26156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2026-08-24T16:03:10.1100000Z</dcterms:created>
  <dcterms:modified xsi:type="dcterms:W3CDTF">2026-08-24T16:03:10.1100000Z</dcterms:modified>
</coreProperties>
</file>