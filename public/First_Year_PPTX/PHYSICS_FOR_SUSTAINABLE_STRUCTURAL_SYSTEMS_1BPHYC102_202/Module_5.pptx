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900c9397b94f47" /><Relationship Type="http://schemas.openxmlformats.org/officeDocument/2006/relationships/extended-properties" Target="/docProps/app.xml" Id="R3d13cbf2e5574d6f" /><Relationship Type="http://schemas.openxmlformats.org/officeDocument/2006/relationships/officeDocument" Target="/ppt/presentation.xml" Id="Rb32725b15064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0672b13d4741e3"/>
  </p:sldMasterIdLst>
  <p:notesMasterIdLst>
    <p:notesMasterId xmlns:r="http://schemas.openxmlformats.org/officeDocument/2006/relationships" r:id="R3f7847a07d434c5e"/>
  </p:notesMasterIdLst>
  <p:sldIdLst>
    <p:sldId xmlns:r="http://schemas.openxmlformats.org/officeDocument/2006/relationships" id="256" r:id="Re5da4bae57bf45b5"/>
    <p:sldId xmlns:r="http://schemas.openxmlformats.org/officeDocument/2006/relationships" id="257" r:id="Re7ed6cae26904a24"/>
    <p:sldId xmlns:r="http://schemas.openxmlformats.org/officeDocument/2006/relationships" id="258" r:id="R061929e9d15a480a"/>
    <p:sldId xmlns:r="http://schemas.openxmlformats.org/officeDocument/2006/relationships" id="259" r:id="R25684ee71fa24a0f"/>
    <p:sldId xmlns:r="http://schemas.openxmlformats.org/officeDocument/2006/relationships" id="260" r:id="R2828ead784bb49f2"/>
    <p:sldId xmlns:r="http://schemas.openxmlformats.org/officeDocument/2006/relationships" id="261" r:id="R2e087e0d62eb407d"/>
    <p:sldId xmlns:r="http://schemas.openxmlformats.org/officeDocument/2006/relationships" id="262" r:id="R132a06c49354407d"/>
    <p:sldId xmlns:r="http://schemas.openxmlformats.org/officeDocument/2006/relationships" id="263" r:id="Rda12e7a3080c4612"/>
    <p:sldId xmlns:r="http://schemas.openxmlformats.org/officeDocument/2006/relationships" id="264" r:id="Rde1afd382cb243dc"/>
    <p:sldId xmlns:r="http://schemas.openxmlformats.org/officeDocument/2006/relationships" id="265" r:id="Rf14a9c1a87dc4fa3"/>
    <p:sldId xmlns:r="http://schemas.openxmlformats.org/officeDocument/2006/relationships" id="266" r:id="Rb63009fe3c574813"/>
    <p:sldId xmlns:r="http://schemas.openxmlformats.org/officeDocument/2006/relationships" id="267" r:id="Rbd17591df09b4e97"/>
    <p:sldId xmlns:r="http://schemas.openxmlformats.org/officeDocument/2006/relationships" id="268" r:id="R6831f7b06d38441f"/>
    <p:sldId xmlns:r="http://schemas.openxmlformats.org/officeDocument/2006/relationships" id="269" r:id="R457722eb5d0542b7"/>
    <p:sldId xmlns:r="http://schemas.openxmlformats.org/officeDocument/2006/relationships" id="270" r:id="Ra660b643e9114280"/>
    <p:sldId xmlns:r="http://schemas.openxmlformats.org/officeDocument/2006/relationships" id="271" r:id="Rc27b0eeb26084209"/>
    <p:sldId xmlns:r="http://schemas.openxmlformats.org/officeDocument/2006/relationships" id="272" r:id="Rcd7b15dac4a445da"/>
    <p:sldId xmlns:r="http://schemas.openxmlformats.org/officeDocument/2006/relationships" id="273" r:id="R0c7052827c5b46e5"/>
    <p:sldId xmlns:r="http://schemas.openxmlformats.org/officeDocument/2006/relationships" id="274" r:id="R1c672515f20e4e1b"/>
    <p:sldId xmlns:r="http://schemas.openxmlformats.org/officeDocument/2006/relationships" id="275" r:id="R92da790007cb4a07"/>
    <p:sldId xmlns:r="http://schemas.openxmlformats.org/officeDocument/2006/relationships" id="276" r:id="Rc6b0d67fe5ba4e22"/>
    <p:sldId xmlns:r="http://schemas.openxmlformats.org/officeDocument/2006/relationships" id="277" r:id="R241a7038c49544e3"/>
    <p:sldId xmlns:r="http://schemas.openxmlformats.org/officeDocument/2006/relationships" id="278" r:id="Ra8de0bf3071b4b80"/>
    <p:sldId xmlns:r="http://schemas.openxmlformats.org/officeDocument/2006/relationships" id="279" r:id="Rd5be0ee5ac264b27"/>
    <p:sldId xmlns:r="http://schemas.openxmlformats.org/officeDocument/2006/relationships" id="280" r:id="R56705cc77b0e4550"/>
    <p:sldId xmlns:r="http://schemas.openxmlformats.org/officeDocument/2006/relationships" id="281" r:id="Ra281ea43e73c40b0"/>
    <p:sldId xmlns:r="http://schemas.openxmlformats.org/officeDocument/2006/relationships" id="282" r:id="R939a6f2df2c641b7"/>
    <p:sldId xmlns:r="http://schemas.openxmlformats.org/officeDocument/2006/relationships" id="283" r:id="R3dc3a10d942f4d1e"/>
    <p:sldId xmlns:r="http://schemas.openxmlformats.org/officeDocument/2006/relationships" id="284" r:id="Rbc09f2058dbe4110"/>
    <p:sldId xmlns:r="http://schemas.openxmlformats.org/officeDocument/2006/relationships" id="285" r:id="Rc9084d58e79844de"/>
    <p:sldId xmlns:r="http://schemas.openxmlformats.org/officeDocument/2006/relationships" id="286" r:id="R86127d9711c24ceb"/>
    <p:sldId xmlns:r="http://schemas.openxmlformats.org/officeDocument/2006/relationships" id="287" r:id="R3d307027e1984fc3"/>
    <p:sldId xmlns:r="http://schemas.openxmlformats.org/officeDocument/2006/relationships" id="288" r:id="R5c9e5af8bbf64081"/>
    <p:sldId xmlns:r="http://schemas.openxmlformats.org/officeDocument/2006/relationships" id="289" r:id="Ra4f59a8e4bec4faf"/>
    <p:sldId xmlns:r="http://schemas.openxmlformats.org/officeDocument/2006/relationships" id="290" r:id="Re25a80a83ab443fc"/>
    <p:sldId xmlns:r="http://schemas.openxmlformats.org/officeDocument/2006/relationships" id="291" r:id="R0f272bf6a053452c"/>
    <p:sldId xmlns:r="http://schemas.openxmlformats.org/officeDocument/2006/relationships" id="292" r:id="R5b8a96fb5bee4230"/>
    <p:sldId xmlns:r="http://schemas.openxmlformats.org/officeDocument/2006/relationships" id="293" r:id="Rea1d767594b640dc"/>
    <p:sldId xmlns:r="http://schemas.openxmlformats.org/officeDocument/2006/relationships" id="294" r:id="Rc1b4aad64524439e"/>
    <p:sldId xmlns:r="http://schemas.openxmlformats.org/officeDocument/2006/relationships" id="295" r:id="Rd6930d45180b4298"/>
    <p:sldId xmlns:r="http://schemas.openxmlformats.org/officeDocument/2006/relationships" id="296" r:id="Rda69ede1d51d4bdd"/>
    <p:sldId xmlns:r="http://schemas.openxmlformats.org/officeDocument/2006/relationships" id="297" r:id="R54643e9ddc9249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e7e1654a324463" /><Relationship Type="http://schemas.openxmlformats.org/officeDocument/2006/relationships/slideMaster" Target="/ppt/slideMasters/slideMaster1.xml" Id="R2a0672b13d4741e3" /><Relationship Type="http://schemas.openxmlformats.org/officeDocument/2006/relationships/notesMaster" Target="/ppt/notesMasters/notesMaster1.xml" Id="R3f7847a07d434c5e" /><Relationship Type="http://schemas.openxmlformats.org/officeDocument/2006/relationships/presProps" Target="/ppt/presProps.xml" Id="R8bc6eec27d8844e5" /><Relationship Type="http://schemas.openxmlformats.org/officeDocument/2006/relationships/tableStyles" Target="/ppt/tableStyles.xml" Id="R52379b3974b340a2" /><Relationship Type="http://schemas.openxmlformats.org/officeDocument/2006/relationships/slide" Target="/ppt/slides/slide1.xml" Id="Re5da4bae57bf45b5" /><Relationship Type="http://schemas.openxmlformats.org/officeDocument/2006/relationships/slide" Target="/ppt/slides/slide2.xml" Id="Re7ed6cae26904a24" /><Relationship Type="http://schemas.openxmlformats.org/officeDocument/2006/relationships/slide" Target="/ppt/slides/slide3.xml" Id="R061929e9d15a480a" /><Relationship Type="http://schemas.openxmlformats.org/officeDocument/2006/relationships/slide" Target="/ppt/slides/slide4.xml" Id="R25684ee71fa24a0f" /><Relationship Type="http://schemas.openxmlformats.org/officeDocument/2006/relationships/slide" Target="/ppt/slides/slide5.xml" Id="R2828ead784bb49f2" /><Relationship Type="http://schemas.openxmlformats.org/officeDocument/2006/relationships/slide" Target="/ppt/slides/slide6.xml" Id="R2e087e0d62eb407d" /><Relationship Type="http://schemas.openxmlformats.org/officeDocument/2006/relationships/slide" Target="/ppt/slides/slide7.xml" Id="R132a06c49354407d" /><Relationship Type="http://schemas.openxmlformats.org/officeDocument/2006/relationships/slide" Target="/ppt/slides/slide8.xml" Id="Rda12e7a3080c4612" /><Relationship Type="http://schemas.openxmlformats.org/officeDocument/2006/relationships/slide" Target="/ppt/slides/slide9.xml" Id="Rde1afd382cb243dc" /><Relationship Type="http://schemas.openxmlformats.org/officeDocument/2006/relationships/slide" Target="/ppt/slides/slide10.xml" Id="Rf14a9c1a87dc4fa3" /><Relationship Type="http://schemas.openxmlformats.org/officeDocument/2006/relationships/slide" Target="/ppt/slides/slide11.xml" Id="Rb63009fe3c574813" /><Relationship Type="http://schemas.openxmlformats.org/officeDocument/2006/relationships/slide" Target="/ppt/slides/slide12.xml" Id="Rbd17591df09b4e97" /><Relationship Type="http://schemas.openxmlformats.org/officeDocument/2006/relationships/slide" Target="/ppt/slides/slide13.xml" Id="R6831f7b06d38441f" /><Relationship Type="http://schemas.openxmlformats.org/officeDocument/2006/relationships/slide" Target="/ppt/slides/slide14.xml" Id="R457722eb5d0542b7" /><Relationship Type="http://schemas.openxmlformats.org/officeDocument/2006/relationships/slide" Target="/ppt/slides/slide15.xml" Id="Ra660b643e9114280" /><Relationship Type="http://schemas.openxmlformats.org/officeDocument/2006/relationships/slide" Target="/ppt/slides/slide16.xml" Id="Rc27b0eeb26084209" /><Relationship Type="http://schemas.openxmlformats.org/officeDocument/2006/relationships/slide" Target="/ppt/slides/slide17.xml" Id="Rcd7b15dac4a445da" /><Relationship Type="http://schemas.openxmlformats.org/officeDocument/2006/relationships/slide" Target="/ppt/slides/slide18.xml" Id="R0c7052827c5b46e5" /><Relationship Type="http://schemas.openxmlformats.org/officeDocument/2006/relationships/slide" Target="/ppt/slides/slide19.xml" Id="R1c672515f20e4e1b" /><Relationship Type="http://schemas.openxmlformats.org/officeDocument/2006/relationships/slide" Target="/ppt/slides/slide20.xml" Id="R92da790007cb4a07" /><Relationship Type="http://schemas.openxmlformats.org/officeDocument/2006/relationships/slide" Target="/ppt/slides/slide21.xml" Id="Rc6b0d67fe5ba4e22" /><Relationship Type="http://schemas.openxmlformats.org/officeDocument/2006/relationships/slide" Target="/ppt/slides/slide22.xml" Id="R241a7038c49544e3" /><Relationship Type="http://schemas.openxmlformats.org/officeDocument/2006/relationships/slide" Target="/ppt/slides/slide23.xml" Id="Ra8de0bf3071b4b80" /><Relationship Type="http://schemas.openxmlformats.org/officeDocument/2006/relationships/slide" Target="/ppt/slides/slide24.xml" Id="Rd5be0ee5ac264b27" /><Relationship Type="http://schemas.openxmlformats.org/officeDocument/2006/relationships/slide" Target="/ppt/slides/slide25.xml" Id="R56705cc77b0e4550" /><Relationship Type="http://schemas.openxmlformats.org/officeDocument/2006/relationships/slide" Target="/ppt/slides/slide26.xml" Id="Ra281ea43e73c40b0" /><Relationship Type="http://schemas.openxmlformats.org/officeDocument/2006/relationships/slide" Target="/ppt/slides/slide27.xml" Id="R939a6f2df2c641b7" /><Relationship Type="http://schemas.openxmlformats.org/officeDocument/2006/relationships/slide" Target="/ppt/slides/slide28.xml" Id="R3dc3a10d942f4d1e" /><Relationship Type="http://schemas.openxmlformats.org/officeDocument/2006/relationships/slide" Target="/ppt/slides/slide29.xml" Id="Rbc09f2058dbe4110" /><Relationship Type="http://schemas.openxmlformats.org/officeDocument/2006/relationships/slide" Target="/ppt/slides/slide30.xml" Id="Rc9084d58e79844de" /><Relationship Type="http://schemas.openxmlformats.org/officeDocument/2006/relationships/slide" Target="/ppt/slides/slide31.xml" Id="R86127d9711c24ceb" /><Relationship Type="http://schemas.openxmlformats.org/officeDocument/2006/relationships/slide" Target="/ppt/slides/slide32.xml" Id="R3d307027e1984fc3" /><Relationship Type="http://schemas.openxmlformats.org/officeDocument/2006/relationships/slide" Target="/ppt/slides/slide33.xml" Id="R5c9e5af8bbf64081" /><Relationship Type="http://schemas.openxmlformats.org/officeDocument/2006/relationships/slide" Target="/ppt/slides/slide34.xml" Id="Ra4f59a8e4bec4faf" /><Relationship Type="http://schemas.openxmlformats.org/officeDocument/2006/relationships/slide" Target="/ppt/slides/slide35.xml" Id="Re25a80a83ab443fc" /><Relationship Type="http://schemas.openxmlformats.org/officeDocument/2006/relationships/slide" Target="/ppt/slides/slide36.xml" Id="R0f272bf6a053452c" /><Relationship Type="http://schemas.openxmlformats.org/officeDocument/2006/relationships/slide" Target="/ppt/slides/slide37.xml" Id="R5b8a96fb5bee4230" /><Relationship Type="http://schemas.openxmlformats.org/officeDocument/2006/relationships/slide" Target="/ppt/slides/slide38.xml" Id="Rea1d767594b640dc" /><Relationship Type="http://schemas.openxmlformats.org/officeDocument/2006/relationships/slide" Target="/ppt/slides/slide39.xml" Id="Rc1b4aad64524439e" /><Relationship Type="http://schemas.openxmlformats.org/officeDocument/2006/relationships/slide" Target="/ppt/slides/slide40.xml" Id="Rd6930d45180b4298" /><Relationship Type="http://schemas.openxmlformats.org/officeDocument/2006/relationships/slide" Target="/ppt/slides/slide41.xml" Id="Rda69ede1d51d4bdd" /><Relationship Type="http://schemas.openxmlformats.org/officeDocument/2006/relationships/slide" Target="/ppt/slides/slide42.xml" Id="R54643e9ddc92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efef50f004b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879fc5222443e1" /><Relationship Type="http://schemas.openxmlformats.org/officeDocument/2006/relationships/notesMaster" Target="/ppt/notesMasters/notesMaster1.xml" Id="Re483b4e8b5304d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d104831c1044b7" /><Relationship Type="http://schemas.openxmlformats.org/officeDocument/2006/relationships/notesMaster" Target="/ppt/notesMasters/notesMaster1.xml" Id="R176e880fd8b442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0cbae84c4e4d00" /><Relationship Type="http://schemas.openxmlformats.org/officeDocument/2006/relationships/notesMaster" Target="/ppt/notesMasters/notesMaster1.xml" Id="Rcf33a58a0ede47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1b39ea58944b6" /><Relationship Type="http://schemas.openxmlformats.org/officeDocument/2006/relationships/notesMaster" Target="/ppt/notesMasters/notesMaster1.xml" Id="R071f3d1c587e45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f9154bdaf2423c" /><Relationship Type="http://schemas.openxmlformats.org/officeDocument/2006/relationships/notesMaster" Target="/ppt/notesMasters/notesMaster1.xml" Id="R32e92bfab9b649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7ab9d31a604e42" /><Relationship Type="http://schemas.openxmlformats.org/officeDocument/2006/relationships/notesMaster" Target="/ppt/notesMasters/notesMaster1.xml" Id="R59c6ad9d367641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c9aa4c367d4cb5" /><Relationship Type="http://schemas.openxmlformats.org/officeDocument/2006/relationships/notesMaster" Target="/ppt/notesMasters/notesMaster1.xml" Id="R5d74763c8eb846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7797afebab4558" /><Relationship Type="http://schemas.openxmlformats.org/officeDocument/2006/relationships/notesMaster" Target="/ppt/notesMasters/notesMaster1.xml" Id="R9faac0ea50ca44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18119e468742a5" /><Relationship Type="http://schemas.openxmlformats.org/officeDocument/2006/relationships/notesMaster" Target="/ppt/notesMasters/notesMaster1.xml" Id="R28bee9a505664b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2145f1b912491b" /><Relationship Type="http://schemas.openxmlformats.org/officeDocument/2006/relationships/notesMaster" Target="/ppt/notesMasters/notesMaster1.xml" Id="R2fd4ce49d8de4f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8fca143e214e84" /><Relationship Type="http://schemas.openxmlformats.org/officeDocument/2006/relationships/notesMaster" Target="/ppt/notesMasters/notesMaster1.xml" Id="Rd8df7ba1ea0e4b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d7f5df67574107" /><Relationship Type="http://schemas.openxmlformats.org/officeDocument/2006/relationships/notesMaster" Target="/ppt/notesMasters/notesMaster1.xml" Id="Rb8adf88572874d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cb176340954fc4" /><Relationship Type="http://schemas.openxmlformats.org/officeDocument/2006/relationships/notesMaster" Target="/ppt/notesMasters/notesMaster1.xml" Id="R76502f3e5a1447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a6e224fc034edf" /><Relationship Type="http://schemas.openxmlformats.org/officeDocument/2006/relationships/notesMaster" Target="/ppt/notesMasters/notesMaster1.xml" Id="Rf207080cfaf742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77648ae7b14440" /><Relationship Type="http://schemas.openxmlformats.org/officeDocument/2006/relationships/notesMaster" Target="/ppt/notesMasters/notesMaster1.xml" Id="R8fe663289a1b4a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2e6bdbea884737" /><Relationship Type="http://schemas.openxmlformats.org/officeDocument/2006/relationships/notesMaster" Target="/ppt/notesMasters/notesMaster1.xml" Id="Rf1b8826910ba4d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08312ce5104ace" /><Relationship Type="http://schemas.openxmlformats.org/officeDocument/2006/relationships/notesMaster" Target="/ppt/notesMasters/notesMaster1.xml" Id="R7ddbdde6c3c549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32c8c04b364007" /><Relationship Type="http://schemas.openxmlformats.org/officeDocument/2006/relationships/notesMaster" Target="/ppt/notesMasters/notesMaster1.xml" Id="R57e70d7ef73d4b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99e71b445e4bab" /><Relationship Type="http://schemas.openxmlformats.org/officeDocument/2006/relationships/notesMaster" Target="/ppt/notesMasters/notesMaster1.xml" Id="R36e028483aee45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2c2ca38d8c44bc" /><Relationship Type="http://schemas.openxmlformats.org/officeDocument/2006/relationships/notesMaster" Target="/ppt/notesMasters/notesMaster1.xml" Id="R90a8621b69f54d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060b9ee87b4acd" /><Relationship Type="http://schemas.openxmlformats.org/officeDocument/2006/relationships/notesMaster" Target="/ppt/notesMasters/notesMaster1.xml" Id="R39d0bd7759334d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b69b3b41f74cb6" /><Relationship Type="http://schemas.openxmlformats.org/officeDocument/2006/relationships/notesMaster" Target="/ppt/notesMasters/notesMaster1.xml" Id="Rb8a6e3a605e7473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f5d75a053949b0" /><Relationship Type="http://schemas.openxmlformats.org/officeDocument/2006/relationships/notesMaster" Target="/ppt/notesMasters/notesMaster1.xml" Id="Rc9b1dae4a61849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3185a9c2fb468b" /><Relationship Type="http://schemas.openxmlformats.org/officeDocument/2006/relationships/notesMaster" Target="/ppt/notesMasters/notesMaster1.xml" Id="R4eba9707abea48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b8c1a90134426b" /><Relationship Type="http://schemas.openxmlformats.org/officeDocument/2006/relationships/notesMaster" Target="/ppt/notesMasters/notesMaster1.xml" Id="R33c7298a48d2484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b9bee4dd9f14045" /><Relationship Type="http://schemas.openxmlformats.org/officeDocument/2006/relationships/notesMaster" Target="/ppt/notesMasters/notesMaster1.xml" Id="R8c20f97954ac4b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1c28b4bfae4084" /><Relationship Type="http://schemas.openxmlformats.org/officeDocument/2006/relationships/notesMaster" Target="/ppt/notesMasters/notesMaster1.xml" Id="Rec7775f973fe4a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c45fdeeee0144de" /><Relationship Type="http://schemas.openxmlformats.org/officeDocument/2006/relationships/notesMaster" Target="/ppt/notesMasters/notesMaster1.xml" Id="R1cc080398d6e43d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f10fb279cc94336" /><Relationship Type="http://schemas.openxmlformats.org/officeDocument/2006/relationships/notesMaster" Target="/ppt/notesMasters/notesMaster1.xml" Id="R37118f61cbb045e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050836e9eb84fea" /><Relationship Type="http://schemas.openxmlformats.org/officeDocument/2006/relationships/notesMaster" Target="/ppt/notesMasters/notesMaster1.xml" Id="Re5d4e60a7e6149a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8ec81cbb6d849d4" /><Relationship Type="http://schemas.openxmlformats.org/officeDocument/2006/relationships/notesMaster" Target="/ppt/notesMasters/notesMaster1.xml" Id="R840b141752ef4f3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cacdef9e9a44856" /><Relationship Type="http://schemas.openxmlformats.org/officeDocument/2006/relationships/notesMaster" Target="/ppt/notesMasters/notesMaster1.xml" Id="R9450d07bc305453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4a77a0c5a284ef1" /><Relationship Type="http://schemas.openxmlformats.org/officeDocument/2006/relationships/notesMaster" Target="/ppt/notesMasters/notesMaster1.xml" Id="Rbe1ae88a2d58474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78305133d3d44f6" /><Relationship Type="http://schemas.openxmlformats.org/officeDocument/2006/relationships/notesMaster" Target="/ppt/notesMasters/notesMaster1.xml" Id="R63d5d6b34c76478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c662f789f4d4e83" /><Relationship Type="http://schemas.openxmlformats.org/officeDocument/2006/relationships/notesMaster" Target="/ppt/notesMasters/notesMaster1.xml" Id="Rfc2f3ec8dcaa468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e78126ac1a4edc" /><Relationship Type="http://schemas.openxmlformats.org/officeDocument/2006/relationships/notesMaster" Target="/ppt/notesMasters/notesMaster1.xml" Id="R7bb704f3ec514d0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ac08878fef4d17" /><Relationship Type="http://schemas.openxmlformats.org/officeDocument/2006/relationships/notesMaster" Target="/ppt/notesMasters/notesMaster1.xml" Id="Rc0f38701b31e4ab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b63583013834ea3" /><Relationship Type="http://schemas.openxmlformats.org/officeDocument/2006/relationships/notesMaster" Target="/ppt/notesMasters/notesMaster1.xml" Id="Rd86b08277c124c9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359760dde03428d" /><Relationship Type="http://schemas.openxmlformats.org/officeDocument/2006/relationships/notesMaster" Target="/ppt/notesMasters/notesMaster1.xml" Id="R762c2e515c2440e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afdddce58764516" /><Relationship Type="http://schemas.openxmlformats.org/officeDocument/2006/relationships/notesMaster" Target="/ppt/notesMasters/notesMaster1.xml" Id="R41758d73460846c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8753a5d68c249c2" /><Relationship Type="http://schemas.openxmlformats.org/officeDocument/2006/relationships/notesMaster" Target="/ppt/notesMasters/notesMaster1.xml" Id="Rcec92037892645f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d652527a933466f" /><Relationship Type="http://schemas.openxmlformats.org/officeDocument/2006/relationships/notesMaster" Target="/ppt/notesMasters/notesMaster1.xml" Id="R3b17b027b08c41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66e6c359b48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8e03ce87e442fa" /><Relationship Type="http://schemas.openxmlformats.org/officeDocument/2006/relationships/slideLayout" Target="/ppt/slideLayouts/slideLayout1.xml" Id="R32ec2f6971664e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c2f6971664e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35185d96d41ce" /><Relationship Type="http://schemas.openxmlformats.org/officeDocument/2006/relationships/notesSlide" Target="/ppt/notesSlides/notesSlide1.xml" Id="R23925f3582424d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5dbefb9cf4d38" /><Relationship Type="http://schemas.openxmlformats.org/officeDocument/2006/relationships/notesSlide" Target="/ppt/notesSlides/notesSlide2.xml" Id="R9ea86b10aaa8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cfd8ab08a483e" /><Relationship Type="http://schemas.openxmlformats.org/officeDocument/2006/relationships/notesSlide" Target="/ppt/notesSlides/notesSlide3.xml" Id="R69ef8650057444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42dd7182246e0" /><Relationship Type="http://schemas.openxmlformats.org/officeDocument/2006/relationships/notesSlide" Target="/ppt/notesSlides/notesSlide4.xml" Id="R88e72214d1a949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ec895baaa4aad" /><Relationship Type="http://schemas.openxmlformats.org/officeDocument/2006/relationships/notesSlide" Target="/ppt/notesSlides/notesSlide5.xml" Id="Rfcf59fef00fd4a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d436a5d0e4ad7" /><Relationship Type="http://schemas.openxmlformats.org/officeDocument/2006/relationships/notesSlide" Target="/ppt/notesSlides/notesSlide6.xml" Id="R3ce56f4c2e7a49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9395e91dd47b2" /><Relationship Type="http://schemas.openxmlformats.org/officeDocument/2006/relationships/notesSlide" Target="/ppt/notesSlides/notesSlide7.xml" Id="R4d6864666ad44e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c7574e1274dfc" /><Relationship Type="http://schemas.openxmlformats.org/officeDocument/2006/relationships/notesSlide" Target="/ppt/notesSlides/notesSlide8.xml" Id="R8455bf6fe38246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ee98d5aac4483" /><Relationship Type="http://schemas.openxmlformats.org/officeDocument/2006/relationships/notesSlide" Target="/ppt/notesSlides/notesSlide9.xml" Id="R73201349a51645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f175ddc1240d3" /><Relationship Type="http://schemas.openxmlformats.org/officeDocument/2006/relationships/notesSlide" Target="/ppt/notesSlides/notesSlide10.xml" Id="Rd428d09ae5f944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6dd51c9aa4b1e" /><Relationship Type="http://schemas.openxmlformats.org/officeDocument/2006/relationships/notesSlide" Target="/ppt/notesSlides/notesSlide11.xml" Id="R45114f2eda7c4a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cf57cf7ce4b62" /><Relationship Type="http://schemas.openxmlformats.org/officeDocument/2006/relationships/notesSlide" Target="/ppt/notesSlides/notesSlide12.xml" Id="R812ed29e719247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86fd2caf84596" /><Relationship Type="http://schemas.openxmlformats.org/officeDocument/2006/relationships/notesSlide" Target="/ppt/notesSlides/notesSlide13.xml" Id="R037b28cea25940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0c4a7b181418a" /><Relationship Type="http://schemas.openxmlformats.org/officeDocument/2006/relationships/notesSlide" Target="/ppt/notesSlides/notesSlide14.xml" Id="R2bad13010db244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26a0eb80f4d01" /><Relationship Type="http://schemas.openxmlformats.org/officeDocument/2006/relationships/notesSlide" Target="/ppt/notesSlides/notesSlide15.xml" Id="R1c6fc488f22442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7a924c492474f" /><Relationship Type="http://schemas.openxmlformats.org/officeDocument/2006/relationships/notesSlide" Target="/ppt/notesSlides/notesSlide16.xml" Id="R54652114449b43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b7fb8ae844e69" /><Relationship Type="http://schemas.openxmlformats.org/officeDocument/2006/relationships/notesSlide" Target="/ppt/notesSlides/notesSlide17.xml" Id="Re299040f0e4845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08c0145ba4b97" /><Relationship Type="http://schemas.openxmlformats.org/officeDocument/2006/relationships/notesSlide" Target="/ppt/notesSlides/notesSlide18.xml" Id="R6c939895f4b74f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bb337307b4c99" /><Relationship Type="http://schemas.openxmlformats.org/officeDocument/2006/relationships/notesSlide" Target="/ppt/notesSlides/notesSlide19.xml" Id="Rcbd03c13ab5347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96c0f712a42ed" /><Relationship Type="http://schemas.openxmlformats.org/officeDocument/2006/relationships/notesSlide" Target="/ppt/notesSlides/notesSlide20.xml" Id="R6020533382244e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b3419a3ba4bdc" /><Relationship Type="http://schemas.openxmlformats.org/officeDocument/2006/relationships/notesSlide" Target="/ppt/notesSlides/notesSlide21.xml" Id="R658c96ea3d594e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18869588743c0" /><Relationship Type="http://schemas.openxmlformats.org/officeDocument/2006/relationships/notesSlide" Target="/ppt/notesSlides/notesSlide22.xml" Id="Rdbc445a1887e4c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ba6443076440b" /><Relationship Type="http://schemas.openxmlformats.org/officeDocument/2006/relationships/notesSlide" Target="/ppt/notesSlides/notesSlide23.xml" Id="Rf6d23c065ce140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b46acf68e4b5a" /><Relationship Type="http://schemas.openxmlformats.org/officeDocument/2006/relationships/notesSlide" Target="/ppt/notesSlides/notesSlide24.xml" Id="Re2a9bc8b48b742b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79072f1724334" /><Relationship Type="http://schemas.openxmlformats.org/officeDocument/2006/relationships/notesSlide" Target="/ppt/notesSlides/notesSlide25.xml" Id="Re9cc31329fa941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1f940af734256" /><Relationship Type="http://schemas.openxmlformats.org/officeDocument/2006/relationships/notesSlide" Target="/ppt/notesSlides/notesSlide26.xml" Id="R8205086f64b044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7dd939fdf4169" /><Relationship Type="http://schemas.openxmlformats.org/officeDocument/2006/relationships/notesSlide" Target="/ppt/notesSlides/notesSlide27.xml" Id="R67fbd64f34f94c9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16a0b38394f82" /><Relationship Type="http://schemas.openxmlformats.org/officeDocument/2006/relationships/notesSlide" Target="/ppt/notesSlides/notesSlide28.xml" Id="Reb7a638febaa46d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8c83bd22b42b3" /><Relationship Type="http://schemas.openxmlformats.org/officeDocument/2006/relationships/notesSlide" Target="/ppt/notesSlides/notesSlide29.xml" Id="R06b38e196ddf40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7f51c0c704e06" /><Relationship Type="http://schemas.openxmlformats.org/officeDocument/2006/relationships/notesSlide" Target="/ppt/notesSlides/notesSlide30.xml" Id="R2299945b8ae34f6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6a764fcab4b03" /><Relationship Type="http://schemas.openxmlformats.org/officeDocument/2006/relationships/notesSlide" Target="/ppt/notesSlides/notesSlide31.xml" Id="R84c97904f0e14b3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fb07a3fd94d18" /><Relationship Type="http://schemas.openxmlformats.org/officeDocument/2006/relationships/notesSlide" Target="/ppt/notesSlides/notesSlide32.xml" Id="Re342d14c0d11410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0c202c10f4214" /><Relationship Type="http://schemas.openxmlformats.org/officeDocument/2006/relationships/notesSlide" Target="/ppt/notesSlides/notesSlide33.xml" Id="R838ab923546a4b0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26a7ccd0849f1" /><Relationship Type="http://schemas.openxmlformats.org/officeDocument/2006/relationships/notesSlide" Target="/ppt/notesSlides/notesSlide34.xml" Id="Ra23926d499744c8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7402b5ccd4773" /><Relationship Type="http://schemas.openxmlformats.org/officeDocument/2006/relationships/notesSlide" Target="/ppt/notesSlides/notesSlide35.xml" Id="R1308ab73dd97443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9db22634e4462" /><Relationship Type="http://schemas.openxmlformats.org/officeDocument/2006/relationships/notesSlide" Target="/ppt/notesSlides/notesSlide36.xml" Id="R51830205eea0406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1413d52804aa2" /><Relationship Type="http://schemas.openxmlformats.org/officeDocument/2006/relationships/notesSlide" Target="/ppt/notesSlides/notesSlide37.xml" Id="Re89ef452dc79489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1bb8d585f469f" /><Relationship Type="http://schemas.openxmlformats.org/officeDocument/2006/relationships/notesSlide" Target="/ppt/notesSlides/notesSlide38.xml" Id="Rfec59ca89fc7484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f593c939f4f1b" /><Relationship Type="http://schemas.openxmlformats.org/officeDocument/2006/relationships/notesSlide" Target="/ppt/notesSlides/notesSlide39.xml" Id="Ref6fa00467974b7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a28f335444bdf" /><Relationship Type="http://schemas.openxmlformats.org/officeDocument/2006/relationships/notesSlide" Target="/ppt/notesSlides/notesSlide40.xml" Id="R674dccffd2374b6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1ef745c574990" /><Relationship Type="http://schemas.openxmlformats.org/officeDocument/2006/relationships/notesSlide" Target="/ppt/notesSlides/notesSlide41.xml" Id="R5f6b1d16b9cb449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cb53fbdd44bda" /><Relationship Type="http://schemas.openxmlformats.org/officeDocument/2006/relationships/notesSlide" Target="/ppt/notesSlides/notesSlide42.xml" Id="Rdd51806c6f7248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96B42-1C92-4BBD-8CFB-E6611D90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8A154-909B-4936-9D71-DE8D47CF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Smart Materials for Sustainable Structures: Types of smart materials, Piezo, Magnetostrictive, Electrostrictive, Electro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CF0E7-0081-476C-A28E-5388E2A4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63D61-35E2-4AE2-99C2-8F59BD42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0A99E-2661-4BD2-A8C1-8744BDDE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5AC9C-35AC-4588-916D-53F1E506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F6EB0-1AC5-40A6-B9D0-5CD2D58A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097D5-F106-44D1-A0E8-AFC9CDD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34EB9-0095-4A09-818F-3074CDD1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AD18E-9906-4D4B-8FBA-1878E88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D44ED-DB9C-4963-B41A-7A224CCC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FC8EC-D5E2-4E12-811F-582260C9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9F88C-C9AA-4387-AFF3-F54B9EA7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88880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FDBDA-5FA0-4028-8854-C4DF1A09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0857B-B2FB-4307-884F-702C954D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55282-11B9-4576-B164-FD378ED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61A39-6C68-44A4-BA6E-742080B3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FE038-A108-4BE7-A454-B2526A9C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C1454-7E76-4F79-9AAE-BEC13DE0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DF0D4-0023-4D5C-A665-CB98BC6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CDC15-3682-4A20-8A0E-033EC327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EBAA4-5C9D-4518-936E-634D07A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6171E-3B0E-44F7-BAFA-5663BE0D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C2901-A502-4047-9048-7664D97B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88403-3FA7-4D06-8D21-E70E14F5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42361-086A-4889-A0A1-F5DEC2D8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04A96-1C9A-48BD-8D30-027C7F59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C25F1-964B-4BAD-82D6-AC1F4357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17863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E17BDC-B8FF-445E-ACFA-162BF4D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D1440-8FAE-4B45-831A-F2908368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E9C5B-B9E6-4BC0-A823-CE7D5DE3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9B425-3D4A-4765-BB44-D902CC95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D655C-7C8E-4BAF-BFF2-7C99E92A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FB767-96B4-4F51-8E4E-3580BB73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5ABBC-1D5B-4BA2-94EF-CF43C7F5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C715B-707A-488C-8645-FA0B2C27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99CFA-E267-4FAD-8E06-1DFF857E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Smart Materials for Sustainable Structures: Types of smar...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59A2A-5E4C-4200-BEB5-BF69904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DEDD1-3FB1-43EF-94F6-39E1B6BC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DDDA8-D551-4B78-9890-F87E8F6A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Magnetostrictive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2A334-DA40-42BA-A9A1-69878F2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E1BF9-C17B-4AAC-91E9-08DFBDF7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6999F-423E-45C8-94E4-E8974649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Electrostrictive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AF3F1-6069-4CE3-8623-546D0391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AB54D-3D20-4AC9-862A-45D46A7C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F09E9-FD0F-4964-917C-7941B39C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Electro -rheological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79DA0-39B2-4658-93A6-F36B03B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4D940-1395-4482-8A64-8A83CE3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E0B89-6E4E-4BC9-AB34-1FFF2C2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Magneto -rheological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6B108-27BC-45C0-B5FA-8F52BCB2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923C6-7F0E-4AD9-B105-93FC94C7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013E9-CAE0-4B8E-BE20-7D6AE1D6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Shape memory alloys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380CA-53A7-45AF-B432-3CD70CD4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82A46-7E3A-4B23-8097-1710684B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FC5F7-F196-4D21-8E55-F55EEF6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Phase transformation in shape memory alloys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E6B10A-3B06-4498-93BA-61458B89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3A332-A676-429D-B42F-3DFC94BA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1501A-9DB2-49B5-86E9-61844BDE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Overview of sensor technology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3B3C0-AC50-4E6C-9050-CECBAA83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947B3-F2D8-4DD4-9F79-F9C27AD9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5454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4E4FD-4BBE-45A3-9629-9A5BC32C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E511A-349B-4C9C-8DAF-052D80F8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DDA6F-10D9-442C-8967-12071FE7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0C921-EF74-4341-9ACF-F2F58D98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2F2EF-4E40-4751-B059-C2C1709A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CD378-340D-48BE-9BAD-C893B758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31082-07CD-4FBC-8117-EEAE13D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1F517-24FC-4CE5-BF5A-7FDE1A39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Smart Materials for Sustainable Structures: Types of smar...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FDBAB-12B9-445C-A814-EB9063F7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B2D21-00F8-429B-9F5D-4227C281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F2370-B0FA-4FD8-8DF5-5477A2BD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Magnetostrictive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0136A-5E5C-4150-A06E-23DA1BA0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18180-A385-4D48-8323-7AA19831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9DE47-0754-40A5-8F98-AFB3CDEC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Electrostrictive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C37AA-3733-4162-BDDF-D4584317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87F67-0EF4-4B79-997B-98F5BCFD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99E89-C084-414F-82E4-7FA8E9CF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Electro -rheological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F6678-8C01-428A-A6CC-993D7949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69747-2B0D-4DA2-A346-0EBF798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BFE1E-AC48-40A8-92BB-75C0436A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Magneto -rheological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1F370-F5AF-4E01-8490-19899073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0FF49-18AC-4C1E-86AD-39504677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823E6-29B9-4C3B-BD10-E3C65C28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Shape memory alloys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A0595-EDC0-44E8-A49E-1B915394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EC676-D185-4A29-998B-8B6199D9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FF5A3-1FF9-4082-B74E-5E6ACFC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Phase transformation in shape memory alloys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4CA94-1435-4E30-A24D-67D1EF81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91F0B-B318-45B2-B170-DAAF892B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32855D-EAC3-40DF-80D1-8F71954C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780542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D2046-E63F-4B31-B644-D033CCB8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4C1E7-19A5-46E1-A230-BB22286C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1C7CB-894B-473D-BA03-2D3D602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AA547-7337-4EE2-A5A9-942E7578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01017-8752-46AB-AA3D-932593FD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Smart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7DDD0-E318-482E-8F1C-44072A7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0C45E-2526-407A-AA74-E14FC387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Sustainable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89D4E-8466-441F-A4A0-34553521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A3F0D-9279-450E-9594-54AF57E3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FF453-4471-4D6E-9BD6-3E69F0C0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Piezo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1422F-7CA3-43FB-A105-F1F465E9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Magnetostrictive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27975-9C17-4BE6-B9EB-5FE6F5E8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Electrostrictive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A8F26-A138-492E-95B0-4E5C177F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53978-EDF2-4CAC-9E92-E2374AC7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rheological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43A3F-AD60-49CC-AED6-C255D26F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BA5A3-199D-429A-A021-AC453302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27539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9ACF3-A7B7-4CE8-AA23-319F5E1B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3FA00-A088-42BE-84F0-2A59F22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D084F-8E14-4C27-9AC3-5756517C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E1217-2A1B-4309-82E1-ADF4B1C0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E2DCE-3617-4015-A589-12B80EA1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Smart Materials for Sustainable Structures: Types of smart 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F3C6D-8D9E-4B1B-B0F7-45D394D3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Smart Materials for Sustainable Structure...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E8C0B-5285-4407-A2D9-321901C4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F8411-0F35-4629-A16E-AD89914D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ACB1A-CF14-4033-85FF-9128B57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881E0-C0E3-4C17-8423-C0C4D0D1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42DC-9BF2-4081-8275-EB61D0B5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B4F80-899B-4C00-AD1D-104B1B72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2DEA8-4BAE-4611-9268-82163B5C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4300E-E894-4684-9D3D-360E03D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189FF-CB48-43D7-A0E5-F02E55D8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0284E-A4EB-4FD8-BC61-A81EA29B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40651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56DE3-A29C-48E9-A133-2C5D8D0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8E3CA-9533-426B-B1EE-F158D3A7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11F05-95BA-453A-BF84-8BC76125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21AC0-942F-4FA9-95B4-AD58B051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CAD2F-425A-4036-B9F4-1A5037AB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F1E88-7A14-4D50-9DDC-7254D6E8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2CF98-1CB5-4963-9C4B-C8548DE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4598B-EBA6-46B5-AA95-83C88A2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BF25C-BEA2-4403-8070-35B00FFE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Smart Mater...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182BF-4DB4-46C4-B6AC-058DFA2B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1B847-9618-4F00-AFD5-A91F7D41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0A031-1EF5-49A2-A82F-1B657C3C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Smart...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CC81C-D4A6-48CB-A540-374F35E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B37CA-B12D-4174-B3FB-A906DDA0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D5A6A-C46A-46FD-A69C-CD31A3CF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Smart Materi...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7EE7F-BB4A-4A5B-A216-1C91D95C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191BC-4A59-4809-897A-877A959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8FC6F-7891-466E-A2AA-FD686AB4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Smart Mater...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8001A-8E80-4E82-BE7B-6607B26D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E1D93-D107-4DFA-8233-FD6C2736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3B0E2-5BAC-42BB-9CF0-AAD48DB5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Smart...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FB774-1B26-49F5-A1D1-B216E0B5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008D2-234B-409B-A094-A9B4DC3C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09454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7023E-01BA-4FC2-BBCA-FDB59C65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892A1-CDE7-42AE-94E9-A5DDB6D6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39FC6-3947-4882-8FA8-4BFF8643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98C2-D277-4011-8485-927EA9A3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04DE8-DC27-4EB1-A37D-5D0B3B19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4D160-B917-4226-9E13-7788437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0FBE6-DB8C-4BD9-9EF0-97C286B3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40FCF-CBFB-4D5B-9E00-AACE9481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598E1-2413-4116-89FD-DE7724FE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AF5C1-CA48-44A3-ABC2-452F3153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94848-D686-47C6-9337-7EEECAC8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CF718-539B-4179-A168-E284239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615F1-C3AD-4F8F-8FAD-619F747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EABA0-B293-4A2C-A268-3D7B27E9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39EDB-FF56-4207-BC4C-786DFD82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79524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A25C6-9AB1-45C0-A6FE-9318E3B4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57176-A956-46C6-8621-C3FA9990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00000-9EC7-44E8-B984-B9FFC52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B9528-3D23-4DE9-9796-549E5D7D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117E6-6AC8-4FEE-BA15-7B8F3F97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0B7FE-0A73-49A3-A586-CEA47926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Smart Materials for Sustainable Structures: Types of smar...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B5936-DE1F-4268-A37A-0769715E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E32AD-DA8A-4F83-AA7E-7FE5FA86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AD567-93AB-40C2-970A-3156DB1A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2B0D8-7C07-4AB4-8C99-0EAABA9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EC828-2276-43DA-BFAE-32EE481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26099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88842-3BEB-4F4F-8721-88A0849A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02465-C2E5-492C-AB75-1C4092E8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8629B-7198-4E2B-BDC6-C124417D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4EA3-E90F-40A5-94A5-83CCAF9C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C9730-C917-4209-B085-96208F4A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Magnetostrictive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96452-BE91-4A68-AD69-3A86AA7A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Magnetostrictive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21314-54FF-4E5B-A614-F3E7FE3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C1232-7DD9-45B2-9368-ABB9064F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1449D-FBE4-4E77-AC01-7B35140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AAA1D-9084-4AC6-941D-A5BF5793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8292A-B894-48D9-84F9-EE77FC1E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D7508-5429-42C3-A4C8-C9A1E87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4D466-6405-4083-9D16-8311DDE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405EC-2BD2-4A40-8F42-0F4B7D1A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D80C9-D886-497A-A1FD-2AEE619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B9DB3-9B89-4769-8338-B926C9E7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84567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1F575-7B5A-4BE5-8D75-A84EE695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ED56B-BF9D-499D-8D82-641D9A16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02721-B715-4F73-B5C2-13D62097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57C0F-F951-46E1-855D-448C5827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C03F4-751E-4CCF-B337-00C4FEF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E31AB-B42D-46D4-844F-449A661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3C935-D47C-491C-9862-8683CF22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5592E-89B1-4BCC-93E7-86D83050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06956-707C-4B61-8A9F-BF69F1C8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Magnetostri...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BCAD5-8185-4F3F-92D3-B0B7CEA7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AC594-1CEF-46EC-B772-88B7C1FD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E4BFC-9EC1-47CC-83C1-3B23E8F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Magnet...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7B9D9-38E8-4315-A2F2-116C03CA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3B104-E985-4910-B0E2-513D5D4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F0936-59AC-4D55-B407-FF7F3EB5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Magnetostric...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61394-B6CF-4507-9448-B5ECE56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12BC7-1F67-4A51-91AA-137A6E19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7FD49-A176-43CB-A61A-9247603D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Magnetostri...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5CDD2-4C85-4B49-90B8-7FEFBE8E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76289-EA00-4C08-B40B-5A20D288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ADDF1-3150-4B02-BBD1-6192A928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Magnet...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65DEE-7FE6-4F45-9C1F-C20B0A25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CCA8B-2F34-47FD-9903-D24F4306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792838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1CB20-2CEB-4271-A057-2D303C48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DF7AB-2733-4CA5-8D50-E0048F9F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3A966-1343-49F8-878D-F4227F4C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F230B-79C6-4850-9D7E-3C1B3564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5DE56-0076-4F2D-8A04-3C657AB5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B48DD-C82B-40C4-AEC9-77ABE1BC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EDADC-48C3-444F-82B4-5DC53716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77979-2FE7-4371-A071-D5F328B0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24015-0B32-4D80-A27A-D906CDFA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062DD-4120-48B4-BDC3-FD3F1BAA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7810E-B8ED-4191-9C48-B0AEC35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177E8-FE68-4872-9038-66796D6A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5FD45-9D20-4360-8479-3B07E0A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4D865-AE48-4FAD-8A42-C59BBC1F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F0632-72D9-411C-962C-18758BD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646974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30605-C838-489A-96B5-0F36C2A7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24326-139A-4495-BF59-4D2C76E7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79FDD-F9F0-4710-A2C3-AEAC41C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188C2-0FC7-472C-B24D-D427327F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A451C-D780-45E0-A2A4-9063A12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FE5EF-8764-4626-9073-4FA624C3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Magnetostrictive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3EEE5-568D-46FC-B7CB-F7F8841F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629E9-4ED0-4A4D-BC66-AA38D336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7DDB5-21CA-475E-B3D2-B19DD0A9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420DD-E828-4F6C-ADC3-7B1572D0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769BD-EFEC-4F02-85B5-4499DEB3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110659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1F415-5122-4032-A219-57893504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9B02E-660E-426A-886D-D580675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33FBD-2DD9-41AD-BAF2-CB0C0D1E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DE1CA-E338-4F57-AC53-3A2E8688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FA5BD-346F-4E97-97DC-7CEADBB0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Electrostrictive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08C11-7602-4F44-A03C-B794273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Electrostrictive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091F7-AB7E-4E79-9616-84E08A36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84C3F-385E-4170-B26D-D439AD3B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96F74-4037-46FD-975D-A2AE23A4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BC809-E750-40AE-AC22-3C322D51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ACE33-9441-4EA5-B63C-023503CD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9BEAC-478A-4402-A7AD-517BE1C0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FDDE0-420F-4090-910B-2C9D5CB8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96605-30C7-4C5B-A381-97A74630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3407B-FF19-4FA1-9A74-7083D23E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6AAE4-0E2E-4212-93AE-5A86F579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858717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B9ADC9-9D0A-4503-B60D-26362138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A3659-6628-45F4-949E-7589E0E9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9736C-326D-49F3-B210-FB09C1C4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3D805-EFC9-4E0C-AA5D-DF7EA9F9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4236D-F136-47EE-A418-3BA7CB34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4D36-D4BD-4918-BA6E-01017E49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ABCE2-2296-4925-AC31-E34AD7E2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1D159-AC1A-423E-A330-B256FFB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73C1-6BD6-4BE0-BC31-63724AC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Electrostri...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003BA-4831-42FF-99BB-A01466E0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D6510-BA35-4D64-BC47-EACF03CF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2B26F-35D8-4912-B556-D5EE599B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Electr...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63829-25D4-43E6-AD95-0879E142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A6B5C-7017-4ADF-9014-74EEE181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7E16F-7581-455C-9FEC-11639FB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Electrostric...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3492A-6C39-4973-9E38-2F3E386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4A5D4-4D8A-4396-A85A-A6E14E25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1862B-4B14-496B-81D6-7A123598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Electrostri...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E6533-3C3A-46CD-8DD6-75DC609D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E895F-E535-4538-8E89-B050811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D6089-59EA-4A88-A75D-000AF7D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Electr...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4EAF9-B555-4917-99F2-04817C0C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F968F-8E23-4718-9E23-D8AA7C50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539834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522C9-63BC-4D3D-99DE-ACA7858F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4CC69-9EEA-4EAD-BB1B-ACE9562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7C436-A0C0-41D5-A0A9-64E0A99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E93BB-1AD0-42EB-96A3-8150A4E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9FB34-97A4-4E83-8C17-4E31F192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EF4AA-CE3B-409F-9B1C-55471098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EE24B-A553-4B61-B48B-02045372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2D502-FEE3-45C0-B612-94F5B3E9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F3F4A-B217-4523-B581-5053229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F90DB-02E8-4D48-8A38-C1904BC0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7A096-B0F1-438F-9DB2-4B3DCBD1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9BDB6-C901-4466-B46D-93C16775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AF607-4215-439A-8552-396D69D2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46480-C4C9-4046-BA76-BD1F1FB9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89C90-06C1-4C7B-9DCF-A0BEDFA0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646093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1F531-9F48-4C03-B172-00D42DC3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FD020-F585-4676-B887-702AE859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ED808-AB61-425E-9624-5B82F76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1B781-4755-4553-A5AB-0E7A907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8CFB3-5919-421C-8D4A-869FA9F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984A0-0FA4-4E58-B906-38B947E1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Electrostrictive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F142B-D746-4B50-A0D4-2952A488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CE061-D66C-4735-AC62-D0A7CC62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FC14E-C1EE-4A4A-9775-D2E20317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33BE3-84C5-4479-A1D1-99A94AA4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D4652-8AFF-42F4-8FEE-65F6B74F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610006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A2779-3F71-4229-8A66-4FC621C6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1FBE0-877E-49AA-9ABF-165ECF71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00DFD-600A-4B37-9322-5F24106C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B460A-ED6C-4E4C-B2A8-71AE42D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15F23-5162-4BDE-8C28-20599FD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Electro -rheological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C6B45-09FC-4AC4-BF7A-1A809942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Electro -rheological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30336-5C73-4B92-8CB0-475F7341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E2B6D-8CD5-4F9E-94EF-BB8C5070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16CB5-CBEE-484D-8218-D6E1B5F9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F685D-3168-4318-8038-E71C1439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3C4A6-DCB0-4902-9E01-0A572068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82B48-D740-42C1-884F-270501F8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54625-FCCC-4EAE-9877-1F6B9966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69967-8C5F-4041-8FE5-4EE82A57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5AE3B-0AFB-4604-A5CD-9F8A7493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9B123-2799-4BE6-9B6A-5C526585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841599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93EF5-5FC9-40DD-B2C2-B53A17DE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B81C9-EB22-446B-8562-47DB6806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7A9B6-71A8-4AC4-B3CC-1E9A1D29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59307-ABFB-44AF-953E-8EB3E91B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02BA2-8A24-467A-8573-326C115E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FD800-5450-4694-B685-CF86E640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1ACFB-D60B-4365-BD14-5B278044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C0D0C-DD75-4F96-BC23-E83E42F3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5047E-1DA1-4129-A344-CC9BA84F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Electro -rh...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9FD4B-23B5-4D5E-B72E-A10737AD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5A12E-8CF7-4A13-BBE9-7F0D5E8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24646-D63A-4852-8904-0532A900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Electr...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1259B-F34B-453F-AB9D-58DCAC45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2BF4B-9BB9-44E7-8865-767D5F8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70B7F-E389-464F-B7A5-854C04B5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Electro -rhe...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C37EA-08C4-48CD-AE05-6EC1C055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0324A-430F-48EB-8F05-B7E778AD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08BBE-95B1-400D-B19E-A35FA96C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Electro -rh...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6B6E3-220A-4FF4-B987-4C41105A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F826C-1E28-48BD-8874-9A298A0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8B4A8-C385-4DBE-8507-B91D1F9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Electr...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792B1-7EBE-4D5F-A33F-6B013C63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147E0-F8A3-40FA-B53B-7E02224E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231186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7F67F-1B99-4E0C-BAA0-5F3EF10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8DAFA-776E-48D0-B8B2-331C6C6D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28B17-28FB-4EC0-A3CF-05226777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9383D-94EA-42FE-BA2B-26054B32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862A4-E9B6-4A92-A43B-C2AF5A28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F0BE-C328-4E28-8F34-A91AFA6D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A9588-699E-473F-A43E-6D98191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8F8D7-48DC-4D4A-A986-3B3CA30B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1B3-365F-48B8-84B0-159BD6D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5D8AD-C1DA-4EBB-B48A-7878E761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9D698-BE85-40B9-A13A-D98223C8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4D24C-F6B2-4812-9ADC-02941211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EE728-17D2-418B-858E-DE1AD706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8C4AB-B489-407B-BA7F-03A09905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DA6B0-0457-4B11-87E1-B1803D9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110868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EA0A9-2069-4242-8C59-D2F062A7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EFA7D-E5FF-4B81-9E95-53F33B89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B5867-579B-4923-8FDC-4884887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B73FE-153F-4124-9AA2-D1C5A183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F5917-ED73-4298-AB5D-F05E86F3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3B8D2-BC6E-4468-840D-93BDD502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Electro -rheological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323CB-41FC-4A32-A8A3-7234A0F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BFBD0-8DC2-4AC8-8A30-15AF40B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10970-96D9-4D52-AE34-CE55E54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FD340-A4FD-434B-BE26-470FC655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E583A-EFD6-4B8A-919C-85E5AC65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303739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39449-3355-4C18-B4D6-575AE129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A714C-7011-4972-8CD6-DA239E8B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3D843-C8D5-492F-9CB9-672C0884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F297E-A98A-4C4A-B99F-50E79669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727FA-1FBB-4576-8196-69392D4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Magneto -rheological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4005D-04C3-472F-8214-0FA82B2B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Magneto -rheological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CCA7A-1345-4BA2-97D5-7A83C4E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2406B-AB7A-4F86-AFA9-1F0D3D1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2DDB9-1D28-4C03-A11C-0316658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D3EBB-1027-4A36-BFCA-4CD2542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99000-E04B-4F8C-B08D-8637BBC1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04256-50CC-43F3-A367-D16A9760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AF958-C471-458E-AC0C-BA8E534D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2BC9F-F7C2-41CF-A364-0CB6A02C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E07EA-A9CA-4D50-98BC-BCA0B9A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5A402-409F-4DE4-B68F-AC878F1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924808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3826E-B805-4FC5-8459-DE74F450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2E3D9-CABB-4784-B5F8-3739873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5546A-496E-4AFA-A575-DB6A81A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9F820-E329-41E7-85E5-8D278EE9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400D5-AC87-463E-AB15-47E8CB29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91D85-3CBF-42B8-A9F7-2F336372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1B24D-ACFD-4815-8298-BC4E3EB7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0308F-7A90-4EBB-84B9-005D325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0A2AF-D6B5-451D-9D57-A0207171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Magneto -rh...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E3C2B-FDB9-4A60-81BA-1E5CA82C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61E1F-8840-4DF1-859C-1C88EAB1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51E3A-A4D9-4AB5-BD55-5845D1FA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Magnet...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51A9F-9EAB-40DC-BB6F-4B2DC95E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A9995-A7C4-4003-BC38-3A0D0830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979AC-0EA3-4BD4-998E-65828F4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Magneto -rhe...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1343E-9EA0-47A6-8191-8E1B6E63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B3460-87EC-4AEF-ABFD-CEC24A84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BAD85-1F45-49F9-831C-61660435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Magneto -rh...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DAF71-49A3-4E92-B87A-BC3A6A59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379F3-F55E-485B-AFA0-6858112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3C58E-20C2-456F-8EE1-CD9FD011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Magnet...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B48A25-855C-4B46-8CD5-C71978A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7F8FE-DB2A-459C-9DF9-C578E0EF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083060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E965C-64F9-4A8A-B478-569228D2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967B3-3EC4-42C4-AE88-F07BA7E5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8A6B3-AED0-4DB9-A17D-84ECCEA2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3EF3B-202F-40A0-89A4-00E73584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69954-2D4E-41BD-B372-A27D5AE4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243A3-63E1-4858-A60D-EF16E621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449A7-E989-4816-B939-F8C1FC8F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18388-F982-4D7E-90EC-DBDF4F60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F9D4D-73B5-471D-9C32-06ACF7BE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631B6-0752-4C31-A682-9B39CF84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96832-06BD-47E7-9454-C21FB86C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3E7BC-CDD1-4047-BF55-B413A81F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18F07-B53D-40EF-A52C-93778750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D1F75-C9DC-4480-8A45-780E18BB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52DE2-B09B-4190-B9DA-3CE2DB3D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204127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7DA9C-DD48-42E0-AD8A-F7C2575B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17BAB-D9E0-4374-B5D1-CC213611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1361C-5253-44EF-97C4-B15D101C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F8E6B-BF62-4685-9324-6E849C49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AEF00-0FEB-44A5-98FD-AB0BE93C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74BD4-0C6B-4792-817A-EB2C538D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Magneto -rheological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E5F31-A2CB-4281-B502-24017DFA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80C10-7C50-48EF-AC88-C746F2F1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F2483-B967-47BA-AEE6-8D0F907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D69B4-77C3-4F49-B985-A2F7330F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B114D-60B1-4DD6-8D44-751B5843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0728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B8C0D-0EAC-466C-8156-D29D783E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D786A-22F0-4DD0-BBD7-4AF4BD69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F19CE-3FA4-48C2-8E4D-E1E185DA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FD38B-3A98-4B77-A909-8A1B19C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68A1C-5C84-446C-9B9F-BCEC7283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Shape memory alloys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1877E-AD96-42F0-BE5F-5429B3D9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Shape memory alloys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4F265-836A-481C-984C-9B93CB96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EA3FC-2DBE-4DD6-9038-BEAF0048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6BBAB-56FE-4BA1-93B2-D1F84A0C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22A5B-1AC2-4D5C-A547-48A08ED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5D9E8-5919-4511-A4A5-971D3497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E91A8-8EE9-4E7B-8B7B-6F45D47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2D38A-F31E-44FF-9CDC-25EAACD6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D0C9A-B15C-40F0-B66A-C26B1A22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7C491-C2B7-4F5E-8A7D-5960E551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5A59C-B546-4DB7-BFCB-5FB28469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810066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82DC1-CBD8-4F61-8B2B-1CC90C54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7C045-8B92-4C1A-A60A-E7954AF0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169D2-4D2A-4EC1-9FF6-662DB69C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987F4-570C-4448-B438-7D0BE269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01F3A-E7C8-43AF-AB2B-B092CEAF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C9E02-B991-4EA2-8E27-593CCE37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406B4-17F2-47F7-BB3C-D8902827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EBA5C-4BF7-4153-A69F-CEDF01CB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7E30F-1858-4C65-9566-90762DC3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Shape memor...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E738E-7532-46DE-A659-B2118B32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D961E-809F-47C6-9644-2C49D7D3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E8EC5-CD8E-4C43-B49E-D344DC93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Shape...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D9517-F2CC-4AEF-98CE-55E8EEFA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6AB41-9E2D-48B8-B421-A7FDDE9D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62B70-85A9-46E0-B295-50164E55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Shape memory...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E5EBF-8BBB-4686-B3F5-0E5D594D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FB04A-2616-4C22-91EB-866D6189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9251D-785F-4AC0-8798-B84234B0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Shape memor...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56016-B37C-4633-8192-D59F5B7A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3E98A-F79F-49E0-ACAB-58B6AA58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FF07E-76D8-44E5-863A-79C623B3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Shape...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ECF67-B958-47D9-BC58-E8ECBC7A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70313-5C1A-42D4-86BB-7441FFC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248864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8BC50-FD2A-41FB-AA48-BD30B869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09198-88CD-40D2-AA2A-948417FF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03445-70F1-452F-8915-338DACC3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A013A-22D5-4F27-9E00-352A9D47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58591-B5CD-4CDA-8E43-41251B18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6098C-57B6-408D-9809-5B624460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F95F4-8D0C-4BF0-A24B-AEF2A309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60192-ACC5-4310-B776-6887617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72498-26A3-4903-92AF-297FE70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4C31A-B215-4A35-AAA1-7DA7A600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3E17A-0245-4144-B2AA-9E94EEA9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7D67A-AB04-47C3-A0A0-BA009E0D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149E7-7044-43FA-9C6D-2854D94D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BF7ED-86FB-4637-BC21-A582601E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16835-26C7-45C4-8D80-8F09C07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631852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F7B98-AD5D-492A-BF2B-802326F5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15DCE-2FE6-48AF-84FA-5DB946C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6F409-B23E-4FD7-AF4A-63260972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A6640-81E7-4F20-ABCA-A59D128E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02BBB-5EBC-4C65-87B0-8FB68EB0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B1F43-DF34-4E7D-8497-D7B4013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Shape memory alloys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D9DFE-E0C1-4F59-A536-D7FB1C6A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11EFA-2D31-46F7-B581-BA3657C0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E0819-53AA-4ECB-BFD6-546607F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E27B0-0289-41FC-B43D-A9D8D929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18E9-F083-4EAF-B2B0-952BD8E0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7274418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141B8-F2F6-4129-B6D2-9E6C7828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36770-48E8-429E-9C41-7897B3A9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0B555-FD50-47D2-AC28-2390BAC6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CFB94-5274-46DD-977C-4C77856F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8D8AF-1ACA-43C4-B517-0C13DC3A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Phase transformation in shape memory alloys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B4651-3F5E-4883-8F14-34ECFF46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Phase transformation in shape memory allo...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5DFB6-0D5B-47BB-8342-134D3320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8F297-087E-474B-BFA5-8037EF4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42C2E-0023-40CD-BC20-EFADC26A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2AF3F-BF7B-400C-B5CC-270D937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34591-4F87-4DE6-8632-C43D4FAF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CD8D6-28F5-41C4-9616-CB840E43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FC36A-3FAC-413D-901A-4400E39C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5DC0F-16D4-4559-803A-D40EFAB3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C30FF-DFE4-4497-8226-4C81EB0F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7B35C-DC80-4BC5-AC4F-D807F28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17453444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18712-C5A4-4E66-B493-4EB1D20D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DAFF4-9F76-4D7C-9D2A-B79C003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0D50C-9451-4540-93FD-1CD5D8E9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83643-A01D-4A97-A0E1-5698F2DC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832FA-A458-47AA-8E09-41D812AB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237FD-90E7-47B7-8DED-2BD3EAA9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7D750-7440-4176-A838-C9A99B2C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7D924-D44A-4F7A-B5DB-DD51A14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93232-3413-4D41-B793-72D50316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Phase trans...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24FD6-6604-4452-91A1-37E33880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FE8CE-AC25-46E0-99A3-FFA31382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B42B4-1FC7-45D7-8C2D-D0C2750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Phase...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F9D74-16C5-41FE-9724-95D3D6BE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1B532-27C4-4721-8630-B3C662F2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675ED-CBD0-4468-BFDD-D2F8893F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Phase transf...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E2B46-AFE1-4BA0-858A-405D9D23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50436-54E2-4C50-A156-B65C8A9D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F4759-CD5C-401A-B372-57C61A61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Phase trans...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FF69D-5F30-4716-A525-D5A0126C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BEADD-856B-4C09-9124-9B4457D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9A7A5-544E-4EC9-B47C-C8B1886A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Phase...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996D4-F96B-4531-A815-84AF3936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2D8B7-C3EE-4237-A86C-A8CB68E6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814484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7EB67-B667-4DD9-AB0E-5790ABDC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C8012-A3D3-465A-9D1A-05141C2D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9FB9B-93E6-416D-ACEF-0E4FD0F2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658A1-7CB9-478B-8B8C-4F0B2FD6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46718-B1AA-497C-A164-39BADA43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7FEE6-9988-4151-89FC-95DA7411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B2F97-A131-4A38-A247-82F0C2DF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8397E-BCC3-4209-BB67-2BA839AF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1027D-77F5-47EC-AD63-C77813F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72424-A85E-411E-96EC-DD44A38B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DABBE-3382-4669-9570-71EDCD4A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3A23E-7DA6-4C47-880C-03EBE7DF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A6D5F-BBC9-4F80-A21E-93E1900F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F0E4B-5C86-4F6B-BE4F-D8AE29F0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EC317-F7B1-4D61-B5DC-CC3B61C0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909841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5929F-FE60-42FB-9856-683C9D4C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DFE65-A5D0-46F2-AD8A-1D7EF09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0307F-851C-4394-AECF-FEF1355A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7467C-4E9A-41BB-B265-9845B478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06E93-C191-4CF5-8FA6-D48752B2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62CF5-B120-4924-A4F2-568C514B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Phase transformation in shape memory alloys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07EF6-283E-4037-B8A7-6B0F04CA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BFA17-F999-46C0-AEDD-F5929EFC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AD19A-F5AD-45B5-9400-AD324F33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23DCA-7200-4F26-A259-F7E4E203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76AAD-FB04-4B0C-A832-1E6E2807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7311305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4A621-DC17-4FE3-90A1-95730161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0C325-0767-4EA7-BFC8-D90868A1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22368-5031-4C85-B72A-D09192BF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BB12C-40AE-4505-A996-8314F4AD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D104-03A9-4182-AF82-C1F9A18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Overview of sensor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11C1C-989C-4B67-A3BF-C7A0381B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Overview of sensor technology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4608C-1648-4621-8D3E-50BDD6B3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31556-8E70-44B4-B2F7-0B018711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78F8E-516A-4C53-94AF-83DF2A2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CA503-5CB9-48A6-B940-554849EE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F83F0-2E15-4F15-A09A-A4116614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11D56-42FF-432B-B107-72CAA52B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FAB07-CCEC-4766-A936-0B4DA101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E492B-1AAD-4ECB-AEE9-31EDC5E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EDEF0-8AEC-45ED-B48F-BDF51C36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79225-97BF-4F1A-952A-24F8E538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948256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82CD6-BDEF-41D9-BCCB-696523CC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59AF7-0EB3-4E0C-B2FF-AB89A595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E3721-EF93-4923-8062-216916DD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CAD1B-7E82-4D3D-B44D-CF534E84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45BD7-8A6F-495C-8E97-57F2BCF1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46E13-C67D-4201-9920-BFB93ECD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86302-09B5-41BF-B7EF-F249FA2A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6AF13-2BB8-45C8-9751-BE987DEA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CE489-3AE2-4140-89B1-361450A6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Overview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4E45D-403E-4073-9526-48ECB533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0B127-283D-4915-B2E6-FB4D42F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CEFD7-E3B0-4FCE-8FFF-D057FFC7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Overvi...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1EC10-7F10-4E2B-8617-0577E016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50DAA-7B67-45AC-9C72-7DF96F68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362CC-EA59-4328-B5AB-638BBA3D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Overview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EA871-1EEA-49B3-BDF0-3933C0E3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E3E1E-A516-45DD-B533-21E58AFF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BC240-A1CF-46D9-9D8B-4A621E2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Overview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F6390-7A69-467E-943F-B986DA0D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F4BAE-0390-47A2-AD72-C3A1FA0C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B84DD-A89C-4D5C-950F-8F8F2B60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Overvi...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1CA35-C313-4BFB-AB6F-495B8838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311FF-E908-421B-9720-862CABF3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598410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80013-B7F1-4AEE-8322-45A85313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FF6D4-96C0-4E1D-9FE4-5089F2D5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D759B-68EC-4B36-A537-79E870C5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F45D6-A397-4D94-A5A7-C39E52C2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84022-E03C-4CF5-ADD9-31A00504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AC071-0CF6-47B8-BC80-A6773352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DB8EA-41C8-4FAD-B511-183BEDA5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0112F-40A5-4381-81DC-CA889340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9F879-2533-43AA-B408-6815B7F5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389E6-9C91-47FC-A67B-22DDAB8D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A8658-0BF4-44B1-9431-BD4FFED7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FC7D1-A6A3-4732-ACDF-CB3C8C94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732B5-6C2F-404C-A281-7189A27D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DE95D-475C-437D-AD4A-AE5544A4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0CE7B-1E63-497C-8803-B986593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0169815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B6EA7-CA5D-4878-8BD8-0E34DD46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5EF63-7DB8-4962-9A73-6EFEA2C7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82DFB-5A73-4213-8AD7-DCB5AAFD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B3838-B1D2-45FC-8C11-A142483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5A5C4-2867-41D3-AB21-4000F1C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BE85-4391-4520-9B44-D648AB5A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Overview of sensor technology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E8FF2-C908-4BC1-9923-748CE6C1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8BD22-5C0A-4C77-87BD-3E50D6C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82103-957D-4217-85F3-CD6CA72E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7EF71-EAAA-4112-BFCD-B082B611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5525B-5BF8-4A5D-8C07-A4D73BB1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5849712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69E0E-439E-433A-95C5-569B8763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EDAA1-27D9-4F06-A643-63942ABC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4E8C5-B424-469E-BAD6-63AB0A18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D19C0-13BA-440F-8D13-56C115F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806D7-4814-49AB-AF46-ED24C0CC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3E651-8575-4EEA-A15A-7E48D761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334102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10AF2-A8F7-4DB9-A9D1-3281CB7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CC034-0B0D-4F45-9D02-478DFB94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8F716-29EE-40F6-A8A9-62297917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3075-1699-4F1E-BDB4-C60825F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97CA9-A5BB-44A3-8148-821196E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Smart: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Sustainable: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EFAC3-2599-4B34-9407-1986A2B8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0400595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47FE2-BDA2-4332-8EF3-ED7E0B78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87A0-AF32-45E4-B642-EAAAB3EC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28828-A80B-4D48-B6EB-8780DA7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AD9C7-E11D-46AE-9CA1-1139640E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B829C-8F05-42FA-B566-B160B066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60B2B-EB0A-4623-B226-793C43B6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837776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E91FB-0F12-4BCB-AA6F-5770E029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5CEF7-238D-4670-AD4B-4A96C9CC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9D7E7-3FEA-4174-9B04-CBFCC397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6805B-D483-49E5-B763-5FA7595D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8C7CE-719C-45E2-BACB-CDE16E3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2AE5-EA0A-470C-AD9A-93111E72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3712302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2FD35-1D1E-4D26-A5BD-981753B3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CBD80-140A-4C1D-A62F-9D8D7CD0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18491-F2BA-448C-A86E-CE4E607D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703CC-45B5-4795-A540-C436DF06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28E12-BE3B-4162-B411-915CB7C8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Smart Materials for Sustainable Structures: Types of smart materials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Magnetostrictive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Electrostrictive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Electro -rheological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Magneto -rheological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0BEAE-E08B-4CC3-B16A-91E6F55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0AABD-6154-4217-BC15-A6D04119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2F4BB-6BB7-4794-A9AE-9B67D7A1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55685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2026-08-24T16:03:10.8250000Z</dcterms:created>
  <dcterms:modified xsi:type="dcterms:W3CDTF">2026-08-24T16:03:10.8250000Z</dcterms:modified>
</coreProperties>
</file>