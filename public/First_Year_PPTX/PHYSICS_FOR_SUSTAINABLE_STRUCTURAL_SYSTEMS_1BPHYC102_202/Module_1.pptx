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3d8efec5014115" /><Relationship Type="http://schemas.openxmlformats.org/officeDocument/2006/relationships/extended-properties" Target="/docProps/app.xml" Id="R4479eb88b87741a9" /><Relationship Type="http://schemas.openxmlformats.org/officeDocument/2006/relationships/officeDocument" Target="/ppt/presentation.xml" Id="Ra55fe93d174b47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58743484174a7d"/>
  </p:sldMasterIdLst>
  <p:notesMasterIdLst>
    <p:notesMasterId xmlns:r="http://schemas.openxmlformats.org/officeDocument/2006/relationships" r:id="R715ee9092dbc4cae"/>
  </p:notesMasterIdLst>
  <p:sldIdLst>
    <p:sldId xmlns:r="http://schemas.openxmlformats.org/officeDocument/2006/relationships" id="256" r:id="Re3a9b5398d5c46ac"/>
    <p:sldId xmlns:r="http://schemas.openxmlformats.org/officeDocument/2006/relationships" id="257" r:id="R7733648002bd4d48"/>
    <p:sldId xmlns:r="http://schemas.openxmlformats.org/officeDocument/2006/relationships" id="258" r:id="R9e2e04f9098b44aa"/>
    <p:sldId xmlns:r="http://schemas.openxmlformats.org/officeDocument/2006/relationships" id="259" r:id="R205f67b991a3448a"/>
    <p:sldId xmlns:r="http://schemas.openxmlformats.org/officeDocument/2006/relationships" id="260" r:id="R147fde6e1cd34afb"/>
    <p:sldId xmlns:r="http://schemas.openxmlformats.org/officeDocument/2006/relationships" id="261" r:id="R68004ab2537748dc"/>
    <p:sldId xmlns:r="http://schemas.openxmlformats.org/officeDocument/2006/relationships" id="262" r:id="R01ffc7263d674f1e"/>
    <p:sldId xmlns:r="http://schemas.openxmlformats.org/officeDocument/2006/relationships" id="263" r:id="Rfd2fa52bc3924580"/>
    <p:sldId xmlns:r="http://schemas.openxmlformats.org/officeDocument/2006/relationships" id="264" r:id="Rfdb17ea629044983"/>
    <p:sldId xmlns:r="http://schemas.openxmlformats.org/officeDocument/2006/relationships" id="265" r:id="Rd226a6d3b63d4297"/>
    <p:sldId xmlns:r="http://schemas.openxmlformats.org/officeDocument/2006/relationships" id="266" r:id="Rf460d011fa674a3a"/>
    <p:sldId xmlns:r="http://schemas.openxmlformats.org/officeDocument/2006/relationships" id="267" r:id="Re9fb2205bde34356"/>
    <p:sldId xmlns:r="http://schemas.openxmlformats.org/officeDocument/2006/relationships" id="268" r:id="Rb78cec0630f84ab5"/>
    <p:sldId xmlns:r="http://schemas.openxmlformats.org/officeDocument/2006/relationships" id="269" r:id="R0aad08dfa93a415b"/>
    <p:sldId xmlns:r="http://schemas.openxmlformats.org/officeDocument/2006/relationships" id="270" r:id="R3351645d4ba04c0f"/>
    <p:sldId xmlns:r="http://schemas.openxmlformats.org/officeDocument/2006/relationships" id="271" r:id="Rf2dcacc0c6224832"/>
    <p:sldId xmlns:r="http://schemas.openxmlformats.org/officeDocument/2006/relationships" id="272" r:id="R814b29c8435a49ea"/>
    <p:sldId xmlns:r="http://schemas.openxmlformats.org/officeDocument/2006/relationships" id="273" r:id="R04afc3b577364b16"/>
    <p:sldId xmlns:r="http://schemas.openxmlformats.org/officeDocument/2006/relationships" id="274" r:id="R35b60d65f0b240b2"/>
    <p:sldId xmlns:r="http://schemas.openxmlformats.org/officeDocument/2006/relationships" id="275" r:id="Rfbd917562e824266"/>
    <p:sldId xmlns:r="http://schemas.openxmlformats.org/officeDocument/2006/relationships" id="276" r:id="R36dc3cf8c34a454a"/>
    <p:sldId xmlns:r="http://schemas.openxmlformats.org/officeDocument/2006/relationships" id="277" r:id="R12550a7bc83a4df5"/>
    <p:sldId xmlns:r="http://schemas.openxmlformats.org/officeDocument/2006/relationships" id="278" r:id="R9a11b466390744f7"/>
    <p:sldId xmlns:r="http://schemas.openxmlformats.org/officeDocument/2006/relationships" id="279" r:id="R78ee0ced71c74ed6"/>
    <p:sldId xmlns:r="http://schemas.openxmlformats.org/officeDocument/2006/relationships" id="280" r:id="R617f73a6a87940cf"/>
    <p:sldId xmlns:r="http://schemas.openxmlformats.org/officeDocument/2006/relationships" id="281" r:id="R9aa858020f554061"/>
    <p:sldId xmlns:r="http://schemas.openxmlformats.org/officeDocument/2006/relationships" id="282" r:id="Ra3e915b4cd544685"/>
    <p:sldId xmlns:r="http://schemas.openxmlformats.org/officeDocument/2006/relationships" id="283" r:id="R31a01aae5b6e42f8"/>
    <p:sldId xmlns:r="http://schemas.openxmlformats.org/officeDocument/2006/relationships" id="284" r:id="Rd32b2cd0367e46df"/>
    <p:sldId xmlns:r="http://schemas.openxmlformats.org/officeDocument/2006/relationships" id="285" r:id="Re6e29ce7d0904b9a"/>
    <p:sldId xmlns:r="http://schemas.openxmlformats.org/officeDocument/2006/relationships" id="286" r:id="R16cb1a7e62304ecf"/>
    <p:sldId xmlns:r="http://schemas.openxmlformats.org/officeDocument/2006/relationships" id="287" r:id="R464b826d57344f19"/>
    <p:sldId xmlns:r="http://schemas.openxmlformats.org/officeDocument/2006/relationships" id="288" r:id="R9352acb30e8c4c84"/>
    <p:sldId xmlns:r="http://schemas.openxmlformats.org/officeDocument/2006/relationships" id="289" r:id="Rcf13544a126d4764"/>
    <p:sldId xmlns:r="http://schemas.openxmlformats.org/officeDocument/2006/relationships" id="290" r:id="R3252296528534dd9"/>
    <p:sldId xmlns:r="http://schemas.openxmlformats.org/officeDocument/2006/relationships" id="291" r:id="Rb71214a4f40a4998"/>
    <p:sldId xmlns:r="http://schemas.openxmlformats.org/officeDocument/2006/relationships" id="292" r:id="R1057997419964798"/>
    <p:sldId xmlns:r="http://schemas.openxmlformats.org/officeDocument/2006/relationships" id="293" r:id="Rd9bfb5091b6c41b1"/>
    <p:sldId xmlns:r="http://schemas.openxmlformats.org/officeDocument/2006/relationships" id="294" r:id="Re3633917c0db4c82"/>
    <p:sldId xmlns:r="http://schemas.openxmlformats.org/officeDocument/2006/relationships" id="295" r:id="R6693fbb7a8c344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27159bf30849c5" /><Relationship Type="http://schemas.openxmlformats.org/officeDocument/2006/relationships/slideMaster" Target="/ppt/slideMasters/slideMaster1.xml" Id="R4058743484174a7d" /><Relationship Type="http://schemas.openxmlformats.org/officeDocument/2006/relationships/notesMaster" Target="/ppt/notesMasters/notesMaster1.xml" Id="R715ee9092dbc4cae" /><Relationship Type="http://schemas.openxmlformats.org/officeDocument/2006/relationships/presProps" Target="/ppt/presProps.xml" Id="Rdb81f8feda534842" /><Relationship Type="http://schemas.openxmlformats.org/officeDocument/2006/relationships/tableStyles" Target="/ppt/tableStyles.xml" Id="Raf10701308974e64" /><Relationship Type="http://schemas.openxmlformats.org/officeDocument/2006/relationships/slide" Target="/ppt/slides/slide1.xml" Id="Re3a9b5398d5c46ac" /><Relationship Type="http://schemas.openxmlformats.org/officeDocument/2006/relationships/slide" Target="/ppt/slides/slide2.xml" Id="R7733648002bd4d48" /><Relationship Type="http://schemas.openxmlformats.org/officeDocument/2006/relationships/slide" Target="/ppt/slides/slide3.xml" Id="R9e2e04f9098b44aa" /><Relationship Type="http://schemas.openxmlformats.org/officeDocument/2006/relationships/slide" Target="/ppt/slides/slide4.xml" Id="R205f67b991a3448a" /><Relationship Type="http://schemas.openxmlformats.org/officeDocument/2006/relationships/slide" Target="/ppt/slides/slide5.xml" Id="R147fde6e1cd34afb" /><Relationship Type="http://schemas.openxmlformats.org/officeDocument/2006/relationships/slide" Target="/ppt/slides/slide6.xml" Id="R68004ab2537748dc" /><Relationship Type="http://schemas.openxmlformats.org/officeDocument/2006/relationships/slide" Target="/ppt/slides/slide7.xml" Id="R01ffc7263d674f1e" /><Relationship Type="http://schemas.openxmlformats.org/officeDocument/2006/relationships/slide" Target="/ppt/slides/slide8.xml" Id="Rfd2fa52bc3924580" /><Relationship Type="http://schemas.openxmlformats.org/officeDocument/2006/relationships/slide" Target="/ppt/slides/slide9.xml" Id="Rfdb17ea629044983" /><Relationship Type="http://schemas.openxmlformats.org/officeDocument/2006/relationships/slide" Target="/ppt/slides/slide10.xml" Id="Rd226a6d3b63d4297" /><Relationship Type="http://schemas.openxmlformats.org/officeDocument/2006/relationships/slide" Target="/ppt/slides/slide11.xml" Id="Rf460d011fa674a3a" /><Relationship Type="http://schemas.openxmlformats.org/officeDocument/2006/relationships/slide" Target="/ppt/slides/slide12.xml" Id="Re9fb2205bde34356" /><Relationship Type="http://schemas.openxmlformats.org/officeDocument/2006/relationships/slide" Target="/ppt/slides/slide13.xml" Id="Rb78cec0630f84ab5" /><Relationship Type="http://schemas.openxmlformats.org/officeDocument/2006/relationships/slide" Target="/ppt/slides/slide14.xml" Id="R0aad08dfa93a415b" /><Relationship Type="http://schemas.openxmlformats.org/officeDocument/2006/relationships/slide" Target="/ppt/slides/slide15.xml" Id="R3351645d4ba04c0f" /><Relationship Type="http://schemas.openxmlformats.org/officeDocument/2006/relationships/slide" Target="/ppt/slides/slide16.xml" Id="Rf2dcacc0c6224832" /><Relationship Type="http://schemas.openxmlformats.org/officeDocument/2006/relationships/slide" Target="/ppt/slides/slide17.xml" Id="R814b29c8435a49ea" /><Relationship Type="http://schemas.openxmlformats.org/officeDocument/2006/relationships/slide" Target="/ppt/slides/slide18.xml" Id="R04afc3b577364b16" /><Relationship Type="http://schemas.openxmlformats.org/officeDocument/2006/relationships/slide" Target="/ppt/slides/slide19.xml" Id="R35b60d65f0b240b2" /><Relationship Type="http://schemas.openxmlformats.org/officeDocument/2006/relationships/slide" Target="/ppt/slides/slide20.xml" Id="Rfbd917562e824266" /><Relationship Type="http://schemas.openxmlformats.org/officeDocument/2006/relationships/slide" Target="/ppt/slides/slide21.xml" Id="R36dc3cf8c34a454a" /><Relationship Type="http://schemas.openxmlformats.org/officeDocument/2006/relationships/slide" Target="/ppt/slides/slide22.xml" Id="R12550a7bc83a4df5" /><Relationship Type="http://schemas.openxmlformats.org/officeDocument/2006/relationships/slide" Target="/ppt/slides/slide23.xml" Id="R9a11b466390744f7" /><Relationship Type="http://schemas.openxmlformats.org/officeDocument/2006/relationships/slide" Target="/ppt/slides/slide24.xml" Id="R78ee0ced71c74ed6" /><Relationship Type="http://schemas.openxmlformats.org/officeDocument/2006/relationships/slide" Target="/ppt/slides/slide25.xml" Id="R617f73a6a87940cf" /><Relationship Type="http://schemas.openxmlformats.org/officeDocument/2006/relationships/slide" Target="/ppt/slides/slide26.xml" Id="R9aa858020f554061" /><Relationship Type="http://schemas.openxmlformats.org/officeDocument/2006/relationships/slide" Target="/ppt/slides/slide27.xml" Id="Ra3e915b4cd544685" /><Relationship Type="http://schemas.openxmlformats.org/officeDocument/2006/relationships/slide" Target="/ppt/slides/slide28.xml" Id="R31a01aae5b6e42f8" /><Relationship Type="http://schemas.openxmlformats.org/officeDocument/2006/relationships/slide" Target="/ppt/slides/slide29.xml" Id="Rd32b2cd0367e46df" /><Relationship Type="http://schemas.openxmlformats.org/officeDocument/2006/relationships/slide" Target="/ppt/slides/slide30.xml" Id="Re6e29ce7d0904b9a" /><Relationship Type="http://schemas.openxmlformats.org/officeDocument/2006/relationships/slide" Target="/ppt/slides/slide31.xml" Id="R16cb1a7e62304ecf" /><Relationship Type="http://schemas.openxmlformats.org/officeDocument/2006/relationships/slide" Target="/ppt/slides/slide32.xml" Id="R464b826d57344f19" /><Relationship Type="http://schemas.openxmlformats.org/officeDocument/2006/relationships/slide" Target="/ppt/slides/slide33.xml" Id="R9352acb30e8c4c84" /><Relationship Type="http://schemas.openxmlformats.org/officeDocument/2006/relationships/slide" Target="/ppt/slides/slide34.xml" Id="Rcf13544a126d4764" /><Relationship Type="http://schemas.openxmlformats.org/officeDocument/2006/relationships/slide" Target="/ppt/slides/slide35.xml" Id="R3252296528534dd9" /><Relationship Type="http://schemas.openxmlformats.org/officeDocument/2006/relationships/slide" Target="/ppt/slides/slide36.xml" Id="Rb71214a4f40a4998" /><Relationship Type="http://schemas.openxmlformats.org/officeDocument/2006/relationships/slide" Target="/ppt/slides/slide37.xml" Id="R1057997419964798" /><Relationship Type="http://schemas.openxmlformats.org/officeDocument/2006/relationships/slide" Target="/ppt/slides/slide38.xml" Id="Rd9bfb5091b6c41b1" /><Relationship Type="http://schemas.openxmlformats.org/officeDocument/2006/relationships/slide" Target="/ppt/slides/slide39.xml" Id="Re3633917c0db4c82" /><Relationship Type="http://schemas.openxmlformats.org/officeDocument/2006/relationships/slide" Target="/ppt/slides/slide40.xml" Id="R6693fbb7a8c344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0818e6fb534a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a2f100cce747ce" /><Relationship Type="http://schemas.openxmlformats.org/officeDocument/2006/relationships/notesMaster" Target="/ppt/notesMasters/notesMaster1.xml" Id="R6fe3849bf7ff4f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cd88ced2584ad8" /><Relationship Type="http://schemas.openxmlformats.org/officeDocument/2006/relationships/notesMaster" Target="/ppt/notesMasters/notesMaster1.xml" Id="R7aa863f4ee7446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f1fe7bf62044d7" /><Relationship Type="http://schemas.openxmlformats.org/officeDocument/2006/relationships/notesMaster" Target="/ppt/notesMasters/notesMaster1.xml" Id="R2877eb76c3e94c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9451bca3e74b96" /><Relationship Type="http://schemas.openxmlformats.org/officeDocument/2006/relationships/notesMaster" Target="/ppt/notesMasters/notesMaster1.xml" Id="R0456542abbb746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ce4b8452ac4dc6" /><Relationship Type="http://schemas.openxmlformats.org/officeDocument/2006/relationships/notesMaster" Target="/ppt/notesMasters/notesMaster1.xml" Id="Rdac97198cb544e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64bf4b85944c45" /><Relationship Type="http://schemas.openxmlformats.org/officeDocument/2006/relationships/notesMaster" Target="/ppt/notesMasters/notesMaster1.xml" Id="Ra36799b9c6834b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8ff67de87442a1" /><Relationship Type="http://schemas.openxmlformats.org/officeDocument/2006/relationships/notesMaster" Target="/ppt/notesMasters/notesMaster1.xml" Id="R6ca7c230fd8448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f8a12d01724bd5" /><Relationship Type="http://schemas.openxmlformats.org/officeDocument/2006/relationships/notesMaster" Target="/ppt/notesMasters/notesMaster1.xml" Id="R08dec4c125c341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ad1f2144d345cb" /><Relationship Type="http://schemas.openxmlformats.org/officeDocument/2006/relationships/notesMaster" Target="/ppt/notesMasters/notesMaster1.xml" Id="R060e69d453a241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3b24a07cba4b9a" /><Relationship Type="http://schemas.openxmlformats.org/officeDocument/2006/relationships/notesMaster" Target="/ppt/notesMasters/notesMaster1.xml" Id="R5762a9468ce04d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ce018ff91a48e8" /><Relationship Type="http://schemas.openxmlformats.org/officeDocument/2006/relationships/notesMaster" Target="/ppt/notesMasters/notesMaster1.xml" Id="R5a9d77e024c44a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3285433b0e423f" /><Relationship Type="http://schemas.openxmlformats.org/officeDocument/2006/relationships/notesMaster" Target="/ppt/notesMasters/notesMaster1.xml" Id="R88af7af5bd4248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d4a0d735894743" /><Relationship Type="http://schemas.openxmlformats.org/officeDocument/2006/relationships/notesMaster" Target="/ppt/notesMasters/notesMaster1.xml" Id="R62bc2566695846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29eec17c214ac8" /><Relationship Type="http://schemas.openxmlformats.org/officeDocument/2006/relationships/notesMaster" Target="/ppt/notesMasters/notesMaster1.xml" Id="Rf4ac5852f72949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ba0d6155e44c28" /><Relationship Type="http://schemas.openxmlformats.org/officeDocument/2006/relationships/notesMaster" Target="/ppt/notesMasters/notesMaster1.xml" Id="Rfdde0de64c7349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c077f8e7ded440e" /><Relationship Type="http://schemas.openxmlformats.org/officeDocument/2006/relationships/notesMaster" Target="/ppt/notesMasters/notesMaster1.xml" Id="R85805aaf579a4c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ac3ef666304cbf" /><Relationship Type="http://schemas.openxmlformats.org/officeDocument/2006/relationships/notesMaster" Target="/ppt/notesMasters/notesMaster1.xml" Id="Rfb2b4a8f5c56464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1cc859213c84f76" /><Relationship Type="http://schemas.openxmlformats.org/officeDocument/2006/relationships/notesMaster" Target="/ppt/notesMasters/notesMaster1.xml" Id="R2dbe14b9bcd5486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85f132ca184f62" /><Relationship Type="http://schemas.openxmlformats.org/officeDocument/2006/relationships/notesMaster" Target="/ppt/notesMasters/notesMaster1.xml" Id="R029b6f9c62ad43b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4a7a7a4e11d4696" /><Relationship Type="http://schemas.openxmlformats.org/officeDocument/2006/relationships/notesMaster" Target="/ppt/notesMasters/notesMaster1.xml" Id="R54d133f39d2c4b3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e3873eae9b048f6" /><Relationship Type="http://schemas.openxmlformats.org/officeDocument/2006/relationships/notesMaster" Target="/ppt/notesMasters/notesMaster1.xml" Id="R6e9ecd2f053e49d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8e84f6444b74232" /><Relationship Type="http://schemas.openxmlformats.org/officeDocument/2006/relationships/notesMaster" Target="/ppt/notesMasters/notesMaster1.xml" Id="R690cdea63cb3464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408408994b8407c" /><Relationship Type="http://schemas.openxmlformats.org/officeDocument/2006/relationships/notesMaster" Target="/ppt/notesMasters/notesMaster1.xml" Id="R5647f5e96e984e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9d0867a60d54658" /><Relationship Type="http://schemas.openxmlformats.org/officeDocument/2006/relationships/notesMaster" Target="/ppt/notesMasters/notesMaster1.xml" Id="Re1c56c8b3ec842d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881863aafe0451c" /><Relationship Type="http://schemas.openxmlformats.org/officeDocument/2006/relationships/notesMaster" Target="/ppt/notesMasters/notesMaster1.xml" Id="Rc5edaf055e4747d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e2e958cc1f44efa" /><Relationship Type="http://schemas.openxmlformats.org/officeDocument/2006/relationships/notesMaster" Target="/ppt/notesMasters/notesMaster1.xml" Id="R207032734b9d40a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87d6729085f4612" /><Relationship Type="http://schemas.openxmlformats.org/officeDocument/2006/relationships/notesMaster" Target="/ppt/notesMasters/notesMaster1.xml" Id="R3b758351402343c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3d627b62a3c4bb2" /><Relationship Type="http://schemas.openxmlformats.org/officeDocument/2006/relationships/notesMaster" Target="/ppt/notesMasters/notesMaster1.xml" Id="Rf307e4be09974c0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29b664576704425" /><Relationship Type="http://schemas.openxmlformats.org/officeDocument/2006/relationships/notesMaster" Target="/ppt/notesMasters/notesMaster1.xml" Id="R3418541067be4c7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b942f8e0c864f4a" /><Relationship Type="http://schemas.openxmlformats.org/officeDocument/2006/relationships/notesMaster" Target="/ppt/notesMasters/notesMaster1.xml" Id="Rc3a5c9fffaba477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7da305d3f934423" /><Relationship Type="http://schemas.openxmlformats.org/officeDocument/2006/relationships/notesMaster" Target="/ppt/notesMasters/notesMaster1.xml" Id="R77771c85df06465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b211f1b209b4885" /><Relationship Type="http://schemas.openxmlformats.org/officeDocument/2006/relationships/notesMaster" Target="/ppt/notesMasters/notesMaster1.xml" Id="Rb6afb04d8704434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bc475c79ce448f3" /><Relationship Type="http://schemas.openxmlformats.org/officeDocument/2006/relationships/notesMaster" Target="/ppt/notesMasters/notesMaster1.xml" Id="R4973b8ecebe8434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e3c92035cf3433b" /><Relationship Type="http://schemas.openxmlformats.org/officeDocument/2006/relationships/notesMaster" Target="/ppt/notesMasters/notesMaster1.xml" Id="Rb1a2082e1843489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9618ecd57724f42" /><Relationship Type="http://schemas.openxmlformats.org/officeDocument/2006/relationships/notesMaster" Target="/ppt/notesMasters/notesMaster1.xml" Id="Raecd7f6b1726430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2bcebf18c054dcf" /><Relationship Type="http://schemas.openxmlformats.org/officeDocument/2006/relationships/notesMaster" Target="/ppt/notesMasters/notesMaster1.xml" Id="R38c38cb5da7c40b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57a73a281dd4fc4" /><Relationship Type="http://schemas.openxmlformats.org/officeDocument/2006/relationships/notesMaster" Target="/ppt/notesMasters/notesMaster1.xml" Id="Rc67ca2e3addd4e9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5094926ce094be3" /><Relationship Type="http://schemas.openxmlformats.org/officeDocument/2006/relationships/notesMaster" Target="/ppt/notesMasters/notesMaster1.xml" Id="R5b2899e03dc04c3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facf5d9f1ba46dc" /><Relationship Type="http://schemas.openxmlformats.org/officeDocument/2006/relationships/notesMaster" Target="/ppt/notesMasters/notesMaster1.xml" Id="Raf1a7f0c00444ce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332f94c62784f3d" /><Relationship Type="http://schemas.openxmlformats.org/officeDocument/2006/relationships/notesMaster" Target="/ppt/notesMasters/notesMaster1.xml" Id="Rc0eb9ebdfc9147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9014cb09bd42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4bce820e0f479e" /><Relationship Type="http://schemas.openxmlformats.org/officeDocument/2006/relationships/slideLayout" Target="/ppt/slideLayouts/slideLayout1.xml" Id="Ra7e587ebc4734e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e587ebc4734e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87b882ec54326" /><Relationship Type="http://schemas.openxmlformats.org/officeDocument/2006/relationships/notesSlide" Target="/ppt/notesSlides/notesSlide1.xml" Id="R84bd4f28026343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f969d36d24e15" /><Relationship Type="http://schemas.openxmlformats.org/officeDocument/2006/relationships/notesSlide" Target="/ppt/notesSlides/notesSlide2.xml" Id="Re97f780ae04240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386264dd84311" /><Relationship Type="http://schemas.openxmlformats.org/officeDocument/2006/relationships/notesSlide" Target="/ppt/notesSlides/notesSlide3.xml" Id="R25c2be619d724c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aa26c08be41e1" /><Relationship Type="http://schemas.openxmlformats.org/officeDocument/2006/relationships/notesSlide" Target="/ppt/notesSlides/notesSlide4.xml" Id="R66f5fbbe580644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a30b468db4f04" /><Relationship Type="http://schemas.openxmlformats.org/officeDocument/2006/relationships/notesSlide" Target="/ppt/notesSlides/notesSlide5.xml" Id="Re3491560102e49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2eac5b1a64837" /><Relationship Type="http://schemas.openxmlformats.org/officeDocument/2006/relationships/notesSlide" Target="/ppt/notesSlides/notesSlide6.xml" Id="Rfda5dc0e738842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f86f401e448c4" /><Relationship Type="http://schemas.openxmlformats.org/officeDocument/2006/relationships/notesSlide" Target="/ppt/notesSlides/notesSlide7.xml" Id="Rb611234a2f9047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21fd45ddf4ec2" /><Relationship Type="http://schemas.openxmlformats.org/officeDocument/2006/relationships/notesSlide" Target="/ppt/notesSlides/notesSlide8.xml" Id="Rd5726b519cef4d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d260a2e414f07" /><Relationship Type="http://schemas.openxmlformats.org/officeDocument/2006/relationships/notesSlide" Target="/ppt/notesSlides/notesSlide9.xml" Id="Red59c2d23b684e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671bb83744da7" /><Relationship Type="http://schemas.openxmlformats.org/officeDocument/2006/relationships/notesSlide" Target="/ppt/notesSlides/notesSlide10.xml" Id="R580d7aec488a4b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32dc8fa484d70" /><Relationship Type="http://schemas.openxmlformats.org/officeDocument/2006/relationships/notesSlide" Target="/ppt/notesSlides/notesSlide11.xml" Id="Re338dc69acbb47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642e818de4087" /><Relationship Type="http://schemas.openxmlformats.org/officeDocument/2006/relationships/notesSlide" Target="/ppt/notesSlides/notesSlide12.xml" Id="R542d3e77208743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5c898a52945d1" /><Relationship Type="http://schemas.openxmlformats.org/officeDocument/2006/relationships/notesSlide" Target="/ppt/notesSlides/notesSlide13.xml" Id="R22671e58f8f148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dee75a220415a" /><Relationship Type="http://schemas.openxmlformats.org/officeDocument/2006/relationships/notesSlide" Target="/ppt/notesSlides/notesSlide14.xml" Id="Red92144a5c5742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75ec79064454a" /><Relationship Type="http://schemas.openxmlformats.org/officeDocument/2006/relationships/notesSlide" Target="/ppt/notesSlides/notesSlide15.xml" Id="Rf612f32e845045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c25964f104aef" /><Relationship Type="http://schemas.openxmlformats.org/officeDocument/2006/relationships/notesSlide" Target="/ppt/notesSlides/notesSlide16.xml" Id="R3f095dcb25ef4e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ea7b5f0d74be4" /><Relationship Type="http://schemas.openxmlformats.org/officeDocument/2006/relationships/notesSlide" Target="/ppt/notesSlides/notesSlide17.xml" Id="Rc1372391808f4f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cee2249e642da" /><Relationship Type="http://schemas.openxmlformats.org/officeDocument/2006/relationships/notesSlide" Target="/ppt/notesSlides/notesSlide18.xml" Id="Rb685db9f43a448c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2e3ef9f7f4a78" /><Relationship Type="http://schemas.openxmlformats.org/officeDocument/2006/relationships/notesSlide" Target="/ppt/notesSlides/notesSlide19.xml" Id="R75425d2186d4429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36850ad9148d5" /><Relationship Type="http://schemas.openxmlformats.org/officeDocument/2006/relationships/notesSlide" Target="/ppt/notesSlides/notesSlide20.xml" Id="R2efba36523c5435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4d28419b84865" /><Relationship Type="http://schemas.openxmlformats.org/officeDocument/2006/relationships/notesSlide" Target="/ppt/notesSlides/notesSlide21.xml" Id="Rab333d7d4885453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dce9125e945eb" /><Relationship Type="http://schemas.openxmlformats.org/officeDocument/2006/relationships/notesSlide" Target="/ppt/notesSlides/notesSlide22.xml" Id="Rcd12136b3894424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ba0b676fb49a2" /><Relationship Type="http://schemas.openxmlformats.org/officeDocument/2006/relationships/notesSlide" Target="/ppt/notesSlides/notesSlide23.xml" Id="Rdf8c0609a051419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fa58acd664b93" /><Relationship Type="http://schemas.openxmlformats.org/officeDocument/2006/relationships/notesSlide" Target="/ppt/notesSlides/notesSlide24.xml" Id="Ra344d75a81774d3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6e61560184038" /><Relationship Type="http://schemas.openxmlformats.org/officeDocument/2006/relationships/notesSlide" Target="/ppt/notesSlides/notesSlide25.xml" Id="R1ab12686ff8b432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8789acf8645d2" /><Relationship Type="http://schemas.openxmlformats.org/officeDocument/2006/relationships/notesSlide" Target="/ppt/notesSlides/notesSlide26.xml" Id="R87f36d98cdaa4ee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b45afa87e4d5d" /><Relationship Type="http://schemas.openxmlformats.org/officeDocument/2006/relationships/notesSlide" Target="/ppt/notesSlides/notesSlide27.xml" Id="Rf40f4fca9d2a433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d22122c154efc" /><Relationship Type="http://schemas.openxmlformats.org/officeDocument/2006/relationships/notesSlide" Target="/ppt/notesSlides/notesSlide28.xml" Id="R4a4195349551441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fdb7e10e34f92" /><Relationship Type="http://schemas.openxmlformats.org/officeDocument/2006/relationships/notesSlide" Target="/ppt/notesSlides/notesSlide29.xml" Id="Rdd3328c1adef448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8854c12fc4ec3" /><Relationship Type="http://schemas.openxmlformats.org/officeDocument/2006/relationships/notesSlide" Target="/ppt/notesSlides/notesSlide30.xml" Id="Rbc5a6037176f421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795c2bcdc435f" /><Relationship Type="http://schemas.openxmlformats.org/officeDocument/2006/relationships/notesSlide" Target="/ppt/notesSlides/notesSlide31.xml" Id="R1542792e5dc3449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5fa58b255422d" /><Relationship Type="http://schemas.openxmlformats.org/officeDocument/2006/relationships/notesSlide" Target="/ppt/notesSlides/notesSlide32.xml" Id="R8b8f9fbe323c4c7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588bb65b7413a" /><Relationship Type="http://schemas.openxmlformats.org/officeDocument/2006/relationships/notesSlide" Target="/ppt/notesSlides/notesSlide33.xml" Id="Rd6c685217a5a411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5acc4ebb84748" /><Relationship Type="http://schemas.openxmlformats.org/officeDocument/2006/relationships/notesSlide" Target="/ppt/notesSlides/notesSlide34.xml" Id="Ra429067b444942b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cbaa43dee4a7e" /><Relationship Type="http://schemas.openxmlformats.org/officeDocument/2006/relationships/notesSlide" Target="/ppt/notesSlides/notesSlide35.xml" Id="Rd83e1dd81aa8480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713ecb77d4b09" /><Relationship Type="http://schemas.openxmlformats.org/officeDocument/2006/relationships/notesSlide" Target="/ppt/notesSlides/notesSlide36.xml" Id="Rc3f2c8c001ba4c2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64a427c1b4e35" /><Relationship Type="http://schemas.openxmlformats.org/officeDocument/2006/relationships/notesSlide" Target="/ppt/notesSlides/notesSlide37.xml" Id="Ra35b0dffdb2e4a6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207f2dc2a4d67" /><Relationship Type="http://schemas.openxmlformats.org/officeDocument/2006/relationships/notesSlide" Target="/ppt/notesSlides/notesSlide38.xml" Id="R9776227bfb9d44e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4ee0baea04ba6" /><Relationship Type="http://schemas.openxmlformats.org/officeDocument/2006/relationships/notesSlide" Target="/ppt/notesSlides/notesSlide39.xml" Id="R873a244e3550466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9d2f7ee504102" /><Relationship Type="http://schemas.openxmlformats.org/officeDocument/2006/relationships/notesSlide" Target="/ppt/notesSlides/notesSlide40.xml" Id="Rf4fa7db6609242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82283-7A8D-4354-AE82-EB3C6E6B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EB346-D31B-4E3E-9E85-B13442AB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Oscillations: Simple harmonic motion (SHM), Differential equation for SHM, Spri ngs: Stiffness factor and its physical 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C711A-FF80-4BAC-AA23-1576793D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PHYSICS FOR SUSTAINABLE STRUCTURAL SYSTEMS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1BPHYC102/202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2F881-4A86-4E36-88E8-CB33927C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ACA27-9714-4E0A-BF98-05B29F12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DA687-01B9-404F-B58C-35E4F5D4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72B92-51C6-49E9-A631-0B04EEAD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D20D8-6117-40C7-AFE9-EF71A197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DDC0F-3A8A-40CE-838E-8C6B1AFF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3A384-E72D-44E9-9180-A8B5985A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2B232-ADEE-474B-BDC8-C8C5F8DB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515F3-8D90-4F23-A5C0-C28525DF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FAF81-F374-428A-9DC0-3D0AAAC9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7435682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5C247-1ACE-4F14-B8B7-EE3868AC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45919-C85C-43AE-BDA4-6E665826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D8223-F043-47E4-80D5-CACE7768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E914B-1E58-41CE-B267-EA931EEF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13A08-9CF9-42B3-81D7-B0D254F7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5A35D-4938-4DF5-9AB5-6008C792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FBC8E-F4EB-47C9-856D-183C681C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12C93-2532-4A59-BB19-948DD495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DF732-EC4A-491D-8A3D-6F07E39B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07A10-1719-49BA-B38A-44D917F6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76E4A-ADA1-4FA6-A82A-9D45CC70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B9CE1-76BC-407B-B78A-F08025BE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C2B5B-1239-4324-A5A5-146B1DE9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1CA7E-C879-4FE8-BB4B-D0A3C4B7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AF796-B5D9-45DC-8271-47D66F72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016721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9A40EF-EB26-4494-A3C3-DA7CE252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A96D5-75CF-4D8C-86C8-F2454A7B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B7F3C-9397-4CCB-809C-51C3F58E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40E57-805E-4F8B-B971-2A4C41F2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B799B-C1DB-47CB-ABD7-99CD5880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B8169-74ED-4BA3-9315-DF09DE7E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A1920-D2D9-46D4-84DD-D6060AD8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7891B-A279-4154-B3DE-4120A225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49F83-D6A8-4D47-BEFF-650FE735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Oscillations: Simple harmonic motion (SHM), Differential...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CB9D5-49A1-4FF8-9426-EF796708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5DEE2-F7AA-4349-9569-E17A7A93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D2A89-4CDD-4D68-8C4A-6192E8E0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Spri ngs: Stiffness factor and its physical significance,...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61D3B-2009-4D9C-B6B3-0FCB8A0F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E329D-4456-472D-8850-A69EC38E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9E397-7248-4204-BC39-BD99953C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Theory of damped oscillations (Qualitative), Types of dam...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DC17A-219A-4ED0-9394-C1C958AF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B71CF-8CC6-41EB-8979-7FE2F2B8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DBD0A-8493-4AEB-BED3-F936B139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Engineering applications of Damped oscillations, Theory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43472-6D07-4B68-AA1D-9E154A94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3359E8-CE03-4A06-9BEF-808B62C7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F4CEC3-50DA-4334-B3BE-67AB08A1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Resonance in LCR Circuits (Qualitative), Numerical Proble...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76928-11B1-4A24-BDF5-66D00CF7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43D16-AB3F-4D84-B222-5778D257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028C7D-F8A5-43A4-8295-5D79EF31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Book : 1 (Forced Oscillations)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453E3D-89C9-4415-8EC0-45B96161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9D5D3E-5CB6-47DD-87A9-C32890D9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5948457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189448-32B3-45CA-B0C9-9C24F9BC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6CEFE-0398-470E-A8CD-9CD9EFBB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0BCD7-67FD-4824-8E72-A1750072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6B2C8-0B24-4A30-A3DE-5469C818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4B7A7-2B4C-483D-B4C2-A2C96BCF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E4048-47BB-4229-9D86-E73253B6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C7186-284A-4167-8743-16EECC9F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8AB48-22E2-4B1B-B2D1-3516AED0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Oscillations: Simple harmonic motion (SHM), Differential....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B3E28-A15D-4888-8E1A-4DEB0986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58894-22BE-4EB7-B025-EEAED62C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FD780-F669-4146-862A-F9DF8A6E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Spri ngs: Stiffness factor and its physical significance,...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EACD6-D9DA-463F-92D0-C9964894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E3C11-46BC-413E-A6C6-7CBC5D50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0CCC6-8E5B-47E2-B767-41573155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Theory of damped oscillations (Qualitative), Types of dam...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2FC73-37BE-47B2-884B-6170BE49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5C04BF-0003-4644-AA1A-54143EC4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3849C-D44A-4AFD-A704-FF1D40AE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Engineering applications of Damped oscillations, Theory o...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7CF7A-B595-4515-BFE4-8BCF45F9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65397-A5BC-425A-8D5B-C29A8C00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194D21-CC3C-48E2-8D61-92A51483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Resonance in LCR Circuits (Qualitative), Numerical Proble...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B3D16-41AF-4AA4-8A22-A03A9F73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080142-F813-4606-A7ED-FAE3D350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4243FA-A5D7-4E45-871D-FC1C0490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Book : 1 (Forced Oscillations)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93E40F-995D-4461-80AA-E5F13B64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296247-D29E-4A13-9394-0E9C00F1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FCC678-05EF-41D8-8263-9D661532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2991873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C791C-FF0E-4BA4-B17E-FB0769FA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43388-051E-4107-81F4-03776C5A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C064F-EF3E-429B-A51F-E9EAF9F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017FF-727D-4A28-932C-C45AA870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079CC-79D4-4384-B963-D49EC09F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Oscillations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86775-8638-425E-8719-9A36DF6D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harmonic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200E4-EEA9-4EFB-9FA1-F5C6540D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29747-1B6A-4203-B177-28B5A4A3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SHM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D41EA-16B6-40D5-86EB-1D465F47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51DC3-12E7-45E6-A946-87B5678C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466E0-F7C5-4129-A83A-92BAA353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Spri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C99D6-9FEF-4016-BFA6-5C49F726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Stiffness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FBFF1-0FE2-45C7-B4FB-E363535D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factor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305E1-101C-4548-B476-D68A4FC5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physical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F3C15-9703-4A43-A19D-AF01A96D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6016B-B4C3-404B-8678-059DEC45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5396952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27D38-1AC2-4629-ABEE-E0E3736F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7800F-8B19-4396-988C-7ABCA1D6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F1634-E03C-451A-96FC-81FE02D3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45BB5-4093-4862-89FF-A30C2417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2D514-0358-457A-A644-5EB23B7A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Oscillations: Simple harmonic motion (SHM), Differential equation for SHM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D9DAB-73F4-454E-BE4C-F85BCC12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Oscillations: Simple harmonic motion (SHM...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48BB4-9760-4BCE-990F-59F9C9B5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4EA6B-F433-4BC2-80EF-420536E7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DAC18-0F48-46D7-A435-9EE9D74C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32657-5C7B-49A8-8002-1C06E4CD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7AD4A-1CC8-457A-A899-E62F5D39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E3433-08E0-4714-9F54-9F1B6B51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E95ED-0A91-4206-83DB-85D097F1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079EF-3A22-4D64-8D87-374FA6DE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8EEB8-6175-4C98-842C-564C27C5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B18D2-D0E9-4D3C-99F4-A582874D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3915249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394E88-22C9-4E2F-A200-44870FDF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8330C-DBC0-442E-BBFE-222603B1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8A298-76C5-4204-A79E-F015B4C1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7A2F9-E186-43FA-BD2B-D2E91B1E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5E7F7-DCBF-46B5-BD8D-180C979B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59A10-732B-48F6-B808-937BBB55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B4F46-B7B3-4C3E-B146-F9CFDAEF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1A681-4B8D-4951-889E-39494ABA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D63E7-420B-4CFD-B1E9-27E1A277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Oscillation...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FC123-8F9A-4BB8-883D-8B139ACC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A2BC4-B4FF-48D0-BF58-6CAE2A94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FC6E3-957D-4131-85CA-0F19510E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Oscill...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C820E-720E-41D8-9AF9-8CD8BE55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1FEC3-75AC-4848-952D-21F58ED2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37626-4799-4F90-A798-D32120F4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Oscillations...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ABE61-FCE8-4ED5-BAE1-559B829F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0054C-107D-4F9E-B6B6-8D48D11D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F7A55-6CD1-4D7C-8D50-4F912FAF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Oscillation...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13AFDE-8510-430E-9D55-C010719A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768A53-78C1-45CD-9F61-7F3A088A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D1D202-E282-49F7-A308-C84A5979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Oscill...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53D09F-A21C-4B37-8C9F-0DF1A8A5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4A3454-1A9B-4F5F-B33B-0F300363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9782351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F8A32-801A-43BA-B68A-D3D120DD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FCEBD-1DB7-41F0-B6E2-0394D565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AE71C-696F-4ECA-A556-28D1B213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234B3-04EA-4B4B-9B15-BA6C44EE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E826A-B3E2-4F79-8BA1-0A292D42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21CC0-3DEC-4CB7-9563-FA8EC546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F4CFD-D6DC-40F4-AEF2-33429538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E0F47-2F6A-48C3-AFD7-FE6EE6A4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43904-2B74-4FEC-9A87-CDC2878F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D3D8A-3E11-4558-AD7C-C885D027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870C5-80AF-4414-A04D-B6EDB492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92E52-F228-419E-838B-00C376A4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8C0B6-7CB8-489C-B024-950A4C9C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4E00B-3CE3-4655-90D5-A8AEA23C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33B54-178C-488C-B6A7-FEB660D4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8128695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EDCB0-8F37-4062-9E92-021AB2D5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E8DEC-9C0B-4295-8102-191207D8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18A77-C1D9-438B-9ECC-B62F8655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660D4-EE31-4506-99F0-91443E98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8EB0E-647E-4676-916B-5125C169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C3610-1CAD-4987-80CF-972B1E51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Oscillations: Simple harmonic motion (SHM), Differential...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78ABE-D8C8-4D6A-AB36-3E589800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D66C0-E764-40E8-838C-EADF9659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5B3A6-8907-4A00-A42B-9BC06E6E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D5C13-1B65-4AC6-9CFE-792ACFE0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37173-017B-4364-B8F4-2DF39B7F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4229088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72C372-CDD2-42D7-8B88-45EE85DD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ECC1E-73BD-45D2-8133-39EBCF47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48AD9-917B-477D-951A-E2D51A80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1E8A1-BDA4-4B66-AA00-ACF2A9BF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9624A-157F-4CD5-8E37-12FFEE0E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Spri ngs: Stiffness factor and its physical significance, Series and Parallel combination of springs (Derivatio...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6E6A5-CEDD-4F8F-9FE6-95E0479F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Spri ngs: Stiffness factor and its physic...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02025-DB63-4036-B276-83C75423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2F5C1-C41E-4823-8314-16E99436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FBC99-D224-4141-83F0-41B15C24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64DAF-8F28-414A-A538-5896EB82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1733B-D09D-450B-9BD9-015981F2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2BAAF-76F2-4D79-A9F7-CFA7F20A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61D36-6EFF-43DF-9725-9F36B254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E4197-074B-4B84-B09E-1ABCF3FE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14E76-BCDC-4D7C-9BD8-DCDED4F4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87276-80A3-4252-9DEE-E9642127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6210138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EB9CBC-CA65-435D-80EA-6C31C976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7DDBA-7E3D-4059-A331-68883B66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6D4D3-133E-4427-A1D2-28145492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FDA9D-7005-4BE3-8807-0F1C1FD5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C36A4-A1D2-40DE-9731-2EFD1E6A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EF415-263A-402A-AC38-3DBF092A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94965-1AE3-413D-9951-12A89B75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C00FC-5633-495E-B1C0-7E06A3A8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1BD0B-62C4-4DC6-8147-B05A4AF0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Spri ngs: 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05F0C-E98E-4CAC-B5ED-18395C3E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21E90-323B-48AE-9961-664725AF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3C8CD-8023-417C-B02C-FDE19873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Spri 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60B19-BD99-43BD-B1A9-A96AF676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EDDED-A29F-4D95-8439-8DBD1F2C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CFA59-1CA6-4A69-8E6F-0F72EC88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Spri ngs: St...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C1161-AAAB-4D19-828E-6479D3D4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BC1891-8911-4084-9533-7ED414F6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E705E-90F3-4C59-A363-E4E75BC6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Spri ngs: 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28B545-D3A1-4952-9789-7C08D538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41B243-81FD-451B-849D-C7E1062A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101E7-C1F9-49E8-980F-A892394C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Spri 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93D897-B70A-4E38-ADD5-5726A6EB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841273-DC7C-4E60-AEDC-8009BF03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6632796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220EC-F5A5-48C9-AD78-A5AD30C7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BB54F-7D6F-4A9A-843A-6E58588B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CF83C-FF61-4242-9AB8-306D0EC0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F829D-64E3-41A7-B508-A85E8F56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A525E-D842-44B8-9E33-B5DD8B67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E4DE6-BF41-4214-AD2B-0EF7E0A6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282E0-103D-45F0-B94A-57CBE716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01080-F984-40E5-B642-EB2B8F04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0AAB6-2EF3-4EAD-A569-B7A9201A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CB2B0-623F-4510-A3C4-FA14CA94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C2321-0887-436F-BA09-FB1EC982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A9F43-759F-498E-85FC-1E6EAF7C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258C2-45FE-463D-AD0D-962BC98C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E6407-84B2-4CDC-9AFB-94AE04B8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6FFF6-2093-46BB-96B0-1AFCCA9C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7928168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86DBC-EB19-4C00-81E7-CC87AC79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F4EC0-107F-4885-B4FB-F08A8D15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CDC53-9E75-45FB-B53D-ACE04046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5D539-301A-4C7A-B8DE-3F023FE3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6D823-FDB1-43F7-9568-7BDD5A84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AE075-D647-4AE0-A530-19207FB7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Spri ngs: Stiffness factor and its physical significance,...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80601-FC8E-4B8B-988B-72C2375B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153BF-DAD2-4A68-BD76-01F9AB7C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341F0-32D4-41A7-886E-FF10CC58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0C00E-07AE-4CDE-B66D-7EB15178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7C718-9533-4922-9C4F-15415D2A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203232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3735B-B035-46F8-829C-421F2D00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F5FB0-C158-4604-8B9B-66A79B28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2E5C0-EEBA-4637-9C58-AD8DDCB8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F3C2C-34CC-4864-AA6D-C25274E5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6FF35-CB8A-40FD-BC41-CDC178B5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Theory of damped oscillations (Qualitative), Types of damping (Graphical Approach)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DB872-0D53-4C44-BF77-1DC764E8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Theory of damped oscillations (Qualitativ...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F7DF6-D034-40BC-8E0C-BA28E638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AF727-A72A-4D2A-BDD1-E0B96B58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56263-2FF2-45B5-8DA7-DAA7A8E8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3BC91-B768-409F-9CF9-BC05568C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43915-93F8-4F32-B8E5-45E32270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43EFA-914F-4CA3-B940-6DE2F5F6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4D59C-7B48-415D-8DEF-F2922B18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B644D-4A9F-4237-8C9B-8571F4AD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814F4-C6AC-44E1-BE0A-9DC526A8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4AEAA-5673-4495-91CC-734A21DD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320274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EA1D26-8092-49B9-BE88-420F7D34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CC477-D0EA-4298-88DA-8F4487BF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ACC1A-08F8-47D7-9268-8253B02E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43694-092E-44B4-8756-C21468DF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1A58E-526F-4558-A0DC-2A5FE107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6799F-3233-4B03-A895-D3D93A1E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5F707-51BC-42A8-9BD5-74A35996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2891C-7F44-40D5-87CC-583D4ACC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C4F57-FB7B-4AC7-8B05-CDD06470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Theory of 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6E637-440E-4461-820F-9F41F5C2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7AD73-DF48-48FE-B7D6-CA78B30A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64350-A7AC-43CF-B586-F08EFA06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Theory...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F121F-6D3F-4868-9F73-E0044BE2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0A47D-3DB3-433D-99D1-96505244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3F44B-B955-4730-B775-9E1448BC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Theory of da...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D5598-FBD7-4190-93E8-52C8B9A0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A1945-CE7D-4544-9001-75AE66C3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844BD-750A-47AD-8E1B-7646A364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Theory of 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4FBA17-B163-438D-AC2C-81F4C1A6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326A3-08C5-4F3B-B031-A5E5EA60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B29AD6-21EA-44C7-8CF5-57209F44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Theory...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828264-882D-4258-B628-30F9FE1C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5DAEF-6422-4559-9145-C1C895F1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3555858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BA6A7-470C-4738-8E12-C75F7523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D3E99-C91E-43A3-8C14-A7CA7450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6D5FD-F6D9-479B-8032-EF769215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C60F7-D0D0-4F7D-BDDA-1FCFFAFC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9231B-3DE6-4E51-BBCB-1A56E9B4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DE4DB-7595-4270-8746-B3B3B6F1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3B062-74AB-4554-912C-BD4DC182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B27B6-FC3D-45A1-B78E-BFD0F648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88322-DFA8-4956-AB1C-C48A8AE4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436F2-AC8F-4060-B775-F8CBF90F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0DB28-9C7F-4272-B7F4-FFD14B44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34410-4732-4B2C-B02B-FACEE3D7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6970D-1CCF-458B-A933-16B3C702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2F95D-097E-483F-9BA6-2966373A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73311-C8E4-4AD3-B788-31A71BDC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4569383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BEDA2-E6C0-46FD-B70C-1A264A37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EC9F5-5C24-4A26-827B-E130E6B2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C8670-5357-4D99-80CE-7C66FACC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E6476-00F6-4666-98B1-49FB983F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364BF-4C1B-4E1D-9F22-593581F9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5D78D-8A44-4173-B5BA-20E823A2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Theory of damped oscillations (Qualitative), Types of dam...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1C400-C9A8-49EE-A7E0-9C38B3B8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16D07-FB01-4CB8-B969-5C8D8707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96AFB-E92A-47D3-AC3C-180E93F2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0CD0C-CA9F-4E25-BCA4-CED0CEDC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354A8-5AEA-4A4A-8BD9-0D7634F2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5183512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A7244-3BD2-4222-9BF0-49471396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37540-647C-4319-AE3D-4E695DDB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75D2E-2ECF-4420-B9D2-1C4D4FB2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BF81A-40E2-435E-A96C-BC44A0E5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EE1CD-C49F-4D8C-920A-2CDE048B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Engineering applications of Damped oscillations, Theory of forced oscillations, Resonance, Sharpness of resonan...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19AC6-2C77-4831-A8ED-966578FE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Engineering applications of Damped oscill...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F21A6-B787-4A92-9D01-3A7BB10C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E1FDF-8124-4FC6-8EFA-BDDAD2B7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11A14-EE2A-4C7C-B10B-CB9ACB7E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7AD99-6BC2-4378-9762-300A8FBC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284EC-2A83-4D0A-B370-A3251510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DBA0E-4BF9-4B25-B04E-C2DE4362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A0723-AF37-41D4-9D5D-017F4791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A8F1B-3BD6-4245-8053-A499A182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1D846-A332-40E5-A9AA-4B25667B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FAC61-B89B-4B6C-B2B5-C9C3984A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6378599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8E18E5-BCC5-438D-B735-2567A016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53CA1-5858-43B2-8273-9F179637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56CBA-F419-42AE-891E-E5FF955E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4FCD7-3B48-4BCE-BCDF-5902C711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B4F1E-99FE-40CC-8A7B-20A19778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D9895-2C14-491F-BB9B-C924A45F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D3754-9686-4467-BE28-01CCECC2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8706E-C232-43E6-8851-A54DFF14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D0D12-79A7-428D-B13E-6428E70A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Engineering...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6041D-2771-454C-9128-5BA56E71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A5F00-FD77-4DAD-AA0D-68E5DFFD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ED895-E8C7-41B8-B47F-5BAE5309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Engine...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C52E5-9FC9-4194-A65B-91F98F60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B1C14-01B3-4612-8E3D-7BB3C1D9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8FC6E-FA31-47DB-92AC-F4525436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Engineering...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189B5-8840-4F0D-9E9C-5E9E9642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D52CF-C89C-4B6E-B519-EFC433D3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2F8CC-5258-4EFC-8D9A-C658ADDC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Engineering...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C4E75-E956-46CA-907D-196F0DA8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7F1C7-0B6A-453D-8DF3-7AB6838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0C053-5D69-4908-9DE9-574F4337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Engine...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07806-D15A-4399-AE6A-FF207E47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F08773-B36C-4060-B973-2F0115E0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9396857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0CA9A-66C5-482E-9F5F-792603C3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762A8-63D4-4CDE-81AA-ACCE8A54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67104-BE25-484F-B4AF-A4721CBC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2E299-8DED-472C-8E86-310B7B33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D63B8-C468-4499-BBF7-2D696DB4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B376A-63CE-48C4-8344-53CEFE59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5DD97-2632-4AC3-B811-106C021B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4D30D-669A-4A6E-8B56-2FAB40E9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01B47-8F72-427E-9B82-588970FA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7AB45-840A-481B-B3F9-8F867466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12326-D89E-4DE1-B266-7CE4FAFE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46B75-EE9D-4983-A2A3-B7B0479B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9F678-6CBC-4452-B297-DDC3536F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9C676-D3AE-49C9-8DD8-069F7CB2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4717C-F1C0-44C8-99AA-1F057F81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46878492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84D1D-0369-494C-8A1B-71B8A8D6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FAFB6-AA34-454F-B756-FB1D7881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96C7D-1080-4DEC-93B9-A6FBBD67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7C47B-D46F-4EF3-881A-D3FD7881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6AC0D-5DF3-43EC-B9A5-98CA3385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ADC8F-BD8D-4552-BF39-5E086FF8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Engineering applications of Damped oscillations, Theory 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08E58-40C1-4452-A3EC-28980F97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9BDFC-E099-471A-BF5F-84D366C7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A8890-A6AC-4792-B290-5760EDF6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7CA0E-17A3-4FA0-B90D-73CAE790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17D23-AB3F-4337-B86C-486A4E91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1358756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02324-4887-4CE4-B26C-C4E9E8A2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A99CC-1BB5-4E3F-8F5A-0F80C4D7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0FB0C-9AC9-4CA2-897A-4A08C919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6B521-14E8-4C3C-AD32-3B35C167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4AE21-B22A-4E03-8643-A1EB878C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Resonance in LCR Circuits (Qualitative), Numerical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3F4E1-D893-4282-AEE5-0CC4A255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Resonance in LCR Circuits (Qualitative),...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C8574-F411-476A-B470-06868EB9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EBC91-88DD-4A76-B038-9005B543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C70D5-6B3F-4BEF-A5E2-C3B38329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7DBC6-F7FD-4FC3-8D6D-530A9368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71D00-3E13-45EA-AF25-82AB24A8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4D129-7122-4028-B85A-61FC01EF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1EA59-F048-422F-B31A-E8BBFF0F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D554C-F32E-4A91-A561-76EEB17B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E79BA-B02E-4C2E-96AD-D49AB6D9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7D0CE-4386-49BF-835E-C44F10F5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8379766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9C8A1C-4D15-4FFD-B451-24E721FC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654EC-4BFA-41F5-80E2-8B87E3A7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E04EE-38C2-4B8E-8CF6-4DEBBA2F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166C1-4398-406F-800D-E58805FF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F886E-3665-4D86-96E4-A6AF0B75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DA61A-9923-4964-A4F4-0FCAA7A4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408E2-FF02-49CC-B70A-2C884753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BBB39-30FA-4BAB-B8E5-F9E8208A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E58DE-E7DD-4A8E-8922-D841156D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Resonance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77864-36D3-49AB-A129-7948DB83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85E6A-F518-4541-B84D-65E5523E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A57D7-2BA9-4FFE-AFFC-CAAD4B3B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Resona...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D149A-3FB3-4CB0-99E4-5CE6F34D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B5374-2201-45AC-BCA3-2DD10B6F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FA0FD-753D-4874-96FD-73CFB6E3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Resonance 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1C451-AEE8-4D77-8B88-0416DEC6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86783E-D3E0-4410-83B9-0F1B09FB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781DD-09AA-4760-8A2F-48090EAC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Resonance 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398BD-8423-4832-80EE-D9A01508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2937A-86F0-43C2-9E36-143619C2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4E12C-1455-471B-B7B0-3E8F9DB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Resona...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E945BC-00B9-46A4-85B1-E905BADB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79F242-5A94-48C6-ADA1-DC904DC8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54838485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6A756-5022-4D49-B850-4E66C257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18D39-F16B-455C-A66D-050D6C09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E7CDE-DFA1-4195-B56C-FA963529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F3B38-5C82-4061-B0C9-67D6300E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8F8AB-3044-4C03-8EB3-53EC8360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EF5D1-5485-4ECE-8031-C657DF15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5E218-10FF-4C27-9406-4C66EBB9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C0FB3-7D78-4504-BDA1-132F330D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97E49-2585-4FAD-A013-B40A1244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329BE-6B65-4880-96B0-D629BDA0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768EE-B0CB-4DFF-975C-A23FDD65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6DAB1-5D76-4993-A1AE-18BCE5F9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B9797-D77A-4B15-BB6E-BE950DF8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F0B1F-C76A-473C-80BC-56AB1C4B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18E5A-A213-4D34-8F46-816E5324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478816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AC988-4E3C-4A6B-A7C2-0CB248E9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D13D1-2131-4C45-8F1C-6A8BE7C6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EC4B4-64AF-4B9D-9DF5-4EB91AD8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8C37A-BE42-480A-9FE2-BBCCBE26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D9A9E-7F89-4970-98E6-E9A04DEE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E0B19-9C36-4FA4-9DDF-0D0A0781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Resonance in LCR Circuits (Qualitative), Numerical Proble...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21C7D-A544-40C1-B88C-DBEC334B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36470-032C-495B-A60C-46C1A113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DC38E-FBB7-4B1C-8B89-BB623342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B643B-E56E-4B2A-95BE-27F0ABDE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EC14E-54BD-4D38-B01B-8A1E932C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38934273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B68ED6-1DB3-4536-BFA6-815D12EE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DA0D5-962A-425A-ACCD-F736EB0A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C604C-48F3-4DAA-BD8C-5C55C5B8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5F87D-E99E-46A6-B0ED-0DB18257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3386C-BC5B-47F1-B800-20F0FC9E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Book : 1 (Forced Oscillations)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1D4A8-9514-4B8D-816C-32A5C4C1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Book : 1 (Forced Oscillations)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ACDCE-2D7E-40C0-9BD7-08137BE0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8F71C-2E09-4F9B-85B7-5B5FC234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6C1A8-E231-4069-802B-ED89275D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943D6-29C4-418C-849F-6D355861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4C225-A904-4019-8BCB-9B928D96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C2F9D-3512-4BA6-A868-85616B3C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E9FE6-D814-40AF-9279-E2BC6ECF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870360-BE0B-4238-9713-E3069C0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7CE7A9-EF57-4B09-88A2-43CAF174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AC5F6-EF28-40F2-8D51-E5893BAB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9284081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D4BFD2-4C3E-4442-BCC4-E106EA02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BEB4A-C2B7-4F2F-B456-47964BA0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6CB6D-D972-48D5-98D5-9AE7F6A7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11C56-A11C-49DC-BDD6-D7FF121D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E22D5-1F3A-4D79-9689-0D778EF6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CA4E4-0939-4B06-81C9-6C8FBEF0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01746-65DA-425A-9CC5-58F9233B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2A04D-0F94-48D3-A475-26FF9E39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3A745-1FB0-4242-954F-ACCD7356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Book : 1 (F...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04F65-642C-4C34-8FB7-4C4F3063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2DBD2-341A-4B9A-96A9-E04831E9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C695C-177D-40E1-BFDD-5328465A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Book 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04EC3-9998-46A6-988C-878F798C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FB71B-9DBE-42F7-AC30-42F3DF86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766FE-DF6D-4DAD-AA41-39943FE0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Book : 1 (Fo...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F8E4E-ACED-4005-A8A8-A4D708FB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9C58B-9DB4-4A6E-AD13-9716D6F6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B7F73-9008-4026-8289-FE6180A1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Book : 1 (F...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FDCF6-B275-417E-A2D1-7B90568E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E073F-8CF8-4B87-9A90-BFF55788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025427-09D5-431E-9E78-4F206166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Book 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03BB66-01BC-4F53-A346-A0DC704E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2F49BA-740E-42F8-AA3E-068595D9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9258473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72D93-E8D9-4CA9-82ED-9F7497D8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287B1-F7E8-4B19-B0EE-9B1FEF49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C0C7B-FDDB-4BAD-8C5B-04559A43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D2FEF-1190-4848-A373-69B31567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5890B-9258-43CF-BC60-92BEA56A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EA031-E8D8-47E2-A0CA-CD4A8938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A0353-6E68-4DB9-BCD4-D079A4B1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15C60-BC23-48F8-B32A-2D3873E1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A3F3A-56CB-4204-8C16-CE13CB6A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0019D-A745-4CEE-8ACB-B6694303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DF045-1338-4A0B-BD7C-FD77FF20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C1427-D316-423A-BC4F-459ECD29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CEA4D-CA9E-47FB-BD54-9161BC97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B5CAC-D053-4F99-BA81-234E86CC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92DA2-7D03-4FC9-8548-00BD6082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6241084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0F41A-45A6-47B1-BA48-E6895DC2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78366-1B1F-4BD4-88D9-561C1DFF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76198-67DA-498E-B19F-A66DADBE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98EA0-FC56-4580-9BF3-E12136FD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EFB15-3E45-4947-9FA7-94E37A03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9A141-4348-45FF-8253-2C9348F5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Book : 1 (Forced Oscillations)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AC27F-FAEC-4471-82E3-4F274603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9DE26-E70C-4E20-9FCC-14793D1E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441FF-5779-4A77-B031-AB85391F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8F7EF-B6C9-4A0B-8237-0A96634F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18AAC-FDCE-4AD1-A23D-4B0DDBCF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5538571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97554-A459-489D-9CFB-EDF19C2B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E168F-BC2F-4C01-800C-179B3F70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8D5FA-EFF0-4D3A-9CCB-D56C6274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D2DB2-9C7D-4B36-9966-7C79262C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7F452-3F4F-49C0-AB29-F10B67D6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4C473-E655-4C19-B08C-FB3F03FF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4543203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4AEB5-6048-49C9-AB27-B5FB50B1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BEA6B-0B08-4523-8356-13EB2978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20A72-7438-48E0-AC55-BFEFBB78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58C21-7C21-4380-AF7F-C4B2A572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0545D-74B1-48E3-A7DC-92180984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Oscillations: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harmonic: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SHM: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Differential: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CC623-7829-40EF-89C3-0AA96DE0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5631424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F366C-D5FD-4A72-9275-C1CAB80F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A5CEB-99BD-4390-B9E5-11F874D2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E0DC3-A4B9-4FED-A80C-45654283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79967-DEC7-4DEC-AB98-7A1DB87D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8BD37-D489-4508-A312-3E7F9EB5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9329F-FA9C-4558-961A-F2634173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13364685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B487B-6E6D-406B-9CFB-CDEA7A5F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9CF81-9861-4402-998D-BFB86D04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981D3-EDCC-49CC-8FB3-B773BF23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F0400-BF55-4891-9294-1095C148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FBCCE-38FC-471B-AB0D-D6991983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BBFB7-B712-475B-972D-CD00BA9F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2114359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FBF50-9A68-4418-9D0C-1293365C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C2AA5-4B34-466D-83A3-6BBB8DD3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F6F68-863D-4EA0-8AFB-792319BB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AFA0F-03F1-4B28-9BC0-BB4457D3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63E5C-F284-4066-BF57-251F72BB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Oscillations: Simple harmonic motion (SHM), Differential equation for 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Spri ngs: Stiffness factor and its physical significance, Series and Pa...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Theory of damped oscillations (Qualitative), Types of damping (Graphica...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Engineering applications of Damped oscillations, Theory of forced oscil...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Resonance in LCR Circuits (Qualitative), Numerical Problems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AA1AF-A7FA-4A36-9E53-4F2ED03D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D425E-D678-42DC-91AB-04382C04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C9A51-60F1-400F-9D32-29FC48DB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63379451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906F75-52D7-4E73-8E72-617F6FF1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37A4F-FF78-4248-9C6F-EBB655A0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Book : 1 (Forced Oscillations)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03FD9-069B-4DEB-82AF-148E14DE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0E449-276C-4072-80A9-94AC275B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AE241-2070-4024-9604-B3F7CF31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D1309-99A1-453E-933A-B5B298A7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E898D-94D0-41F0-916F-A9347EDB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9889C-236B-41DD-8D65-B817600B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23069-1A81-4C59-BCA6-600BE5C7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6FFED-7481-4F07-B7F4-D8F726A6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152C9-E1AA-4180-8E38-2FFA86CF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82F99-CAA2-4C59-807E-8C93106E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995B4-CDE9-4BBE-B18E-C6E6132E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25341-7D21-4515-B9A6-A89B44DF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3F564-A8D2-4B8E-8618-00D350E9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3B00F-DA20-4528-A1F9-FA5553D6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3CFF3-2238-47A1-B4AF-DB2228A2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2883C-A109-461A-A8F4-1A089DCC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C3CBE-88C7-4E77-B2F6-533CE184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1A51D-12C4-4847-B1A6-0AEB1660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6F00E0-0786-441D-B55D-7950F92D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106213-E6F3-4E88-8434-068D56CD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19A31-806A-434C-95BE-CE8BCBC2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BB4100-4AB7-4EB1-9719-EEAE94B4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2C7B24-9E5B-4ED9-AADB-BAF3649F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F8A256-BBF1-4CD8-BD81-C92CC1A7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AB78F1-2697-496E-B7F0-89933632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99902D-A039-4516-B625-2230FFA8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E33BA2-2598-4E6D-9AD0-87562E88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11C977-4472-4879-9286-B15335D3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63E9D4-C685-455B-9ACF-F7009CF8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FD76C3-0C7B-4DD6-8DBB-9E100F6A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98757010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FCA09A-F8D2-4389-8389-2D7A2C56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FA962-0F31-4AF3-9397-510A23C1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Oscillations: Simple harmonic motion (SHM),...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C38C9-E82F-4926-8505-A4F02988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438F5-022D-4336-8F77-0905BE45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4A11E-2D2C-4DBC-A585-D1783149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1627B-4460-450A-B376-BCD90C5F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5CD79-9C65-44DE-9332-7C7FBC4C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E146D-47A0-4489-A747-FE11F469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1EC52-D702-4952-88AB-A8F8326C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99B93-ABAE-414F-B533-21ABB87E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9D848-BCEF-4E53-8F48-DBE42DFD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41541-07E4-49D4-80A3-0C8EED5C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89ED4-B883-4098-9E99-CB7559AF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E3E67-A9B0-47F2-9D86-90C02A23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F6477-8215-48F3-B236-2521F7C2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D73EE-E988-4358-B5BF-0FC6E4B5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FEC13-363C-4E79-AEF5-6ACED600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E9B65-1FD3-478C-8560-521BBF39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BBC38-9FBF-4F25-AC5C-93E76D3F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9EF44-78FB-45DA-ABC1-B16856A3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D4C66-0078-4343-84FD-0817C815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0446E4-FB37-4585-A9D1-146BE7D6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650E94-D0D4-4FE0-A8A2-9365997F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1F75F7-2191-4F64-BF55-621270D9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1441D4-E7AF-4183-87B7-51104D6B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94D41E-FC64-47E8-8543-3B27DC89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DE5482-075B-4EBA-9E78-CD5217EF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D83DA1-923F-4BD4-9C65-AC720276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B32ED-CCE9-454B-961F-8EF64F15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EBF262-27A3-47BA-8583-87ED0539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6C0976-2EB2-4134-BD81-BB9A921B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E891B2-BA2E-4046-85E6-B86D5C9E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406060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0C3B41-2647-409A-965D-3E2ADFDE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6E0E0-EFFE-4890-B0B5-B961E6B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Spri ngs: Stiffness factor and its physical...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A2911-A861-462B-8178-1D016D26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DCA3B-FE5E-4268-ABFD-8A2E0A49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BD6E0-7E08-4D3A-BA1F-D8D9FB6B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0E869-7FE0-4541-A495-DABD3FAC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077ED-2EC8-4248-9531-782A5297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E228C-0A42-4F6F-8F34-D2537FCD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719A0-1B5B-443B-A7DD-2B2E74D0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FFD9C-5614-42E5-BA18-2C2C0EEC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8A355-5B6D-4376-AC31-44300657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8C1B2-E97A-445C-9D59-634BE326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83F7D-4E8C-4220-BC86-055BC73C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54614-9121-4447-A145-AB95D4B0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41205-6761-4330-8AA8-B83A76C4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6B91E-2C17-4005-8048-A861A769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19017-74D0-468A-9B6E-5E051866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68656A-4E70-4DDA-A323-33F8C146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0B1D0-ECD4-44E0-B539-69693D32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E0615-D6EE-487D-AC62-4A46ABE5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F74AD3-214B-4A19-A93F-434D095B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D2A87A-9917-4A11-A839-7AC081FC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B33363-AD61-4577-BF17-B85339BC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E611A9-928A-4BE1-BEDD-B77CF311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3BDDFF-2198-4F67-9476-A21B53C0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72EE5B-71C6-4719-A839-2F6ED445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979095-254D-47DF-A3D3-206161FA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AB7C9-48D4-47F7-B88D-88513EB7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69F4B4-F9A1-41CE-912B-E80EFBEC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A8821D-F42C-48AC-869E-D3FCD0A8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797018-1F73-4D43-B69B-B8AE3302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69A279-B7B1-47F0-B42C-5AB02D73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07628709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BA1B76-A0F1-417E-B0EA-B8BF9457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95B62-6F3A-48C4-BB5B-4180EC0E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Theory of damped oscillations (Qualitative)...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1170C-AD1E-436E-8D50-DA06B17C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45203-9478-410F-B721-DBF349D5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0E386-2302-4EBA-885F-AA5D5277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3CB16-62E2-4F4D-A8A8-46E71CCF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A1168-C32B-48AA-A6BA-F174D130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7D1D9-7A9B-44B5-9F6D-217E3754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5A7D8-4D9E-4991-87C0-CE8856F9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A70C9-46B1-4E44-98C6-45D9CA29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1433E-6FD9-4AAB-9A53-B4A5697A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CA156-9D74-486E-9870-DA9DC3F3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E9664-D15A-4B3A-A577-9A915D23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B9C26-4386-4674-B1F0-373ECD24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1E7DF-8D01-40A5-8871-B7560E1B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70736-CAE2-4455-9968-943EFC34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3BDAD-1A78-4A48-AEE5-D03E1343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B2350-450B-424A-97F4-7C202B8D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B34B8-BF90-441B-97F2-1946FB15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F9A8F-5D36-4BD8-94CD-FCE50377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6DFA1-F423-4063-B8E0-5BE98548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BD6959-E3D4-415A-B1C4-FC8952FD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77769E-C02D-4B53-AE01-38F34188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87CFA3-4393-4642-88DD-D427CAE2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AC1B24-376D-47B3-8D4F-848A1D9E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27B414-47B3-4490-A812-D6BC876A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ECDF68-B97D-45AC-8E15-4156F085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CC665D-F220-4EDF-825D-52ABD22E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7523CF-3362-4F90-B6F8-02C0B3CF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357B29-75ED-470C-8B78-8AF62B33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06493F-7BCE-4D7B-B5B7-76AD96BB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F33F99-A095-431B-BD19-2EE30DFC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84021997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166741-CE57-45E0-8092-59CDBFC0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EB358-B5D7-4719-892A-A41D7C03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Engineering applications of Damped oscillat...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2B716-5B26-4EE6-8E58-BACC5D64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D784F-E0A6-4E9F-9DC6-E8BF2148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F4C33-12E2-4374-8186-AF29C413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419EE-9EB3-40FF-BCFF-30C480F2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05A2B-DCC7-4CFE-9E92-6B47F4FF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B7E7D-F123-4D1D-97B4-49A3D55F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CF106-C6B9-47DC-A053-615007DD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21E9F-9294-4EA2-9C51-B554F344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A64F3-12F2-40B6-BC09-2C5FDA79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87F32-1154-4972-B246-34B550F4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7FCA9-3375-4561-854C-CA838748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3F863-849A-4C13-8156-2A252ADA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B8307-40B3-49FF-986F-5429B5F1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69908-538A-4993-B222-CA08D49B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6CF60-C6A1-457F-98C7-8A70912B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87076-0DBB-44B1-87AD-AB19D207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77EB2-321B-4D64-AE6A-769A1020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197A77-3588-4CF0-943F-36A22E07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96E58-C451-425D-9413-3BCCFE56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4CE5D4-B4E8-486C-BE2C-62CE4CBA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B6E635-BC2E-4509-95C5-7B6501EF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85D100-CF60-453C-91D8-F8A60C87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316F5D-47A6-485E-AB84-42D29D84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9820EB-20E7-4630-B56C-032BAAC6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76A12E-A4E5-40EC-BAF8-0AA28024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F6819E-DEF7-41B9-8D1E-958D0251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70D8A0-D959-47B6-A023-875FA1F9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239C29-4150-4303-B076-07E51661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82B889-9440-4EE0-9F5E-694E185F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BCEBC9-0765-42B9-9331-287303C0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08066223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3B5D69-2145-458F-A7B8-52BF943B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55C73-220B-4474-A210-28C84B2F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Resonance in LCR Circuits (Qualitative), Nu...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B4058-5EB0-4C08-A527-9ED055D4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F2732-4851-481E-ADA5-8189DEBE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5C07B-DE91-4F04-ABA2-A8CCEDDB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7894A-C2E0-4286-B1DB-30593B23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FEF79-0427-423A-8483-C8900CA6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7F040-DF35-445E-A775-32F09371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2456F-CEAF-4DA8-BEFD-86A36672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D5B97-03E9-41C1-B713-A0ED3B65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BC743-A1DA-44E3-8209-F26898C3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770E7-C9AE-4887-925A-6B8F314B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AC758-077E-4F86-8AA8-2AD9A040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6416B-477B-4C9F-B47C-DF5CF5F5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AAB2B-2938-4210-A085-EB0C28CD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2E199-EBED-4CCF-AEF4-E1BC2842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4EB51-39E7-4501-9D01-E4637B70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1DF8D-93EC-4A79-8F1D-F343F3C9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9B5AE3-AE49-4492-8869-52D2636E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5B7E9-15EB-4D88-8BE0-EFC68B48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F1D1C3-7397-4FA9-9102-F5FCA8F4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ED3D90-7AE7-43C0-AC65-EF3682F6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806BA1-AF80-474A-B116-9E2859CE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E8D42B-973F-428D-A771-9AC93760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3E3404-0D50-4B86-AD88-F4B3323D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576FAA-CE41-4EF8-9078-A2D6513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09BBE4-F83D-4555-B9CC-4FADB147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F55870-FE2B-4835-AB07-038604FD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588A06-4366-46DD-AC09-FCA81BEC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E5B09F-BB16-4CB2-BAC7-1DB77622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3DE877-EBBD-4F07-8BA3-C26F4400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946205-0976-452A-B5EF-28D8B1D3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807509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2026-08-24T16:03:09.8690000Z</dcterms:created>
  <dcterms:modified xsi:type="dcterms:W3CDTF">2026-08-24T16:03:09.8690000Z</dcterms:modified>
</coreProperties>
</file>