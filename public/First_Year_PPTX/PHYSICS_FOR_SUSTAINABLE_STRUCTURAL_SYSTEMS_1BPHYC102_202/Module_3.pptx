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d2518e9f2497f" /><Relationship Type="http://schemas.openxmlformats.org/officeDocument/2006/relationships/extended-properties" Target="/docProps/app.xml" Id="Rfcd6eeaf9fbf4f46" /><Relationship Type="http://schemas.openxmlformats.org/officeDocument/2006/relationships/officeDocument" Target="/ppt/presentation.xml" Id="Rcd3f74b20d5e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26775210e64a64"/>
  </p:sldMasterIdLst>
  <p:notesMasterIdLst>
    <p:notesMasterId xmlns:r="http://schemas.openxmlformats.org/officeDocument/2006/relationships" r:id="R9227d30a7a024967"/>
  </p:notesMasterIdLst>
  <p:sldIdLst>
    <p:sldId xmlns:r="http://schemas.openxmlformats.org/officeDocument/2006/relationships" id="256" r:id="R9e8c6e1a56824f60"/>
    <p:sldId xmlns:r="http://schemas.openxmlformats.org/officeDocument/2006/relationships" id="257" r:id="Refffcc2bbf3d4953"/>
    <p:sldId xmlns:r="http://schemas.openxmlformats.org/officeDocument/2006/relationships" id="258" r:id="Reec6bb7f2dcd427b"/>
    <p:sldId xmlns:r="http://schemas.openxmlformats.org/officeDocument/2006/relationships" id="259" r:id="R6acd1b7fdc8b4f90"/>
    <p:sldId xmlns:r="http://schemas.openxmlformats.org/officeDocument/2006/relationships" id="260" r:id="R3aeb931e1591452a"/>
    <p:sldId xmlns:r="http://schemas.openxmlformats.org/officeDocument/2006/relationships" id="261" r:id="R7a5ed09ae1244a8a"/>
    <p:sldId xmlns:r="http://schemas.openxmlformats.org/officeDocument/2006/relationships" id="262" r:id="Re0df791ea4e64e89"/>
    <p:sldId xmlns:r="http://schemas.openxmlformats.org/officeDocument/2006/relationships" id="263" r:id="R1b85d0d06e16453b"/>
    <p:sldId xmlns:r="http://schemas.openxmlformats.org/officeDocument/2006/relationships" id="264" r:id="R90f3a9b7b8224d35"/>
    <p:sldId xmlns:r="http://schemas.openxmlformats.org/officeDocument/2006/relationships" id="265" r:id="R09d707cc75d84ca2"/>
    <p:sldId xmlns:r="http://schemas.openxmlformats.org/officeDocument/2006/relationships" id="266" r:id="R3d7748a73ed945e5"/>
    <p:sldId xmlns:r="http://schemas.openxmlformats.org/officeDocument/2006/relationships" id="267" r:id="R7183e1f8e8404d18"/>
    <p:sldId xmlns:r="http://schemas.openxmlformats.org/officeDocument/2006/relationships" id="268" r:id="Ra835ea574e714cbd"/>
    <p:sldId xmlns:r="http://schemas.openxmlformats.org/officeDocument/2006/relationships" id="269" r:id="R444a1347328444b1"/>
    <p:sldId xmlns:r="http://schemas.openxmlformats.org/officeDocument/2006/relationships" id="270" r:id="R304ff78077864e65"/>
    <p:sldId xmlns:r="http://schemas.openxmlformats.org/officeDocument/2006/relationships" id="271" r:id="R76a9cbf9e5b34f35"/>
    <p:sldId xmlns:r="http://schemas.openxmlformats.org/officeDocument/2006/relationships" id="272" r:id="R95fc04e449ce4f52"/>
    <p:sldId xmlns:r="http://schemas.openxmlformats.org/officeDocument/2006/relationships" id="273" r:id="Rcf869ce1ea534475"/>
    <p:sldId xmlns:r="http://schemas.openxmlformats.org/officeDocument/2006/relationships" id="274" r:id="R6f96fe2b15a047d6"/>
    <p:sldId xmlns:r="http://schemas.openxmlformats.org/officeDocument/2006/relationships" id="275" r:id="R90d065bc5ffe46c7"/>
    <p:sldId xmlns:r="http://schemas.openxmlformats.org/officeDocument/2006/relationships" id="276" r:id="R5990539710f9461b"/>
    <p:sldId xmlns:r="http://schemas.openxmlformats.org/officeDocument/2006/relationships" id="277" r:id="R1dccfff20a814df6"/>
    <p:sldId xmlns:r="http://schemas.openxmlformats.org/officeDocument/2006/relationships" id="278" r:id="R909d8924d8844d84"/>
    <p:sldId xmlns:r="http://schemas.openxmlformats.org/officeDocument/2006/relationships" id="279" r:id="R653104a3166341f7"/>
    <p:sldId xmlns:r="http://schemas.openxmlformats.org/officeDocument/2006/relationships" id="280" r:id="Ra8532f1030b14bde"/>
    <p:sldId xmlns:r="http://schemas.openxmlformats.org/officeDocument/2006/relationships" id="281" r:id="R43bd3144128a444e"/>
    <p:sldId xmlns:r="http://schemas.openxmlformats.org/officeDocument/2006/relationships" id="282" r:id="Rcc62b2d72d244388"/>
    <p:sldId xmlns:r="http://schemas.openxmlformats.org/officeDocument/2006/relationships" id="283" r:id="R74039080793f4d42"/>
    <p:sldId xmlns:r="http://schemas.openxmlformats.org/officeDocument/2006/relationships" id="284" r:id="R2fb8226fe979480f"/>
    <p:sldId xmlns:r="http://schemas.openxmlformats.org/officeDocument/2006/relationships" id="285" r:id="R8a4f9baffeba46a5"/>
    <p:sldId xmlns:r="http://schemas.openxmlformats.org/officeDocument/2006/relationships" id="286" r:id="R97d1d8806e724481"/>
    <p:sldId xmlns:r="http://schemas.openxmlformats.org/officeDocument/2006/relationships" id="287" r:id="R33721812d0324c78"/>
    <p:sldId xmlns:r="http://schemas.openxmlformats.org/officeDocument/2006/relationships" id="288" r:id="Rad9e206b131643ad"/>
    <p:sldId xmlns:r="http://schemas.openxmlformats.org/officeDocument/2006/relationships" id="289" r:id="R6d3712617cc6473d"/>
    <p:sldId xmlns:r="http://schemas.openxmlformats.org/officeDocument/2006/relationships" id="290" r:id="R676beac7941f45aa"/>
    <p:sldId xmlns:r="http://schemas.openxmlformats.org/officeDocument/2006/relationships" id="291" r:id="R6e7381d6c9864448"/>
    <p:sldId xmlns:r="http://schemas.openxmlformats.org/officeDocument/2006/relationships" id="292" r:id="R9f0a0aad46da457d"/>
    <p:sldId xmlns:r="http://schemas.openxmlformats.org/officeDocument/2006/relationships" id="293" r:id="R94e35f04f1b34059"/>
    <p:sldId xmlns:r="http://schemas.openxmlformats.org/officeDocument/2006/relationships" id="294" r:id="R6c5bdcce1b204019"/>
    <p:sldId xmlns:r="http://schemas.openxmlformats.org/officeDocument/2006/relationships" id="295" r:id="Rc9ed11078f6d4288"/>
    <p:sldId xmlns:r="http://schemas.openxmlformats.org/officeDocument/2006/relationships" id="296" r:id="R0c0227953f6b48eb"/>
    <p:sldId xmlns:r="http://schemas.openxmlformats.org/officeDocument/2006/relationships" id="297" r:id="Rff4f1863855347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f869448ba4b02" /><Relationship Type="http://schemas.openxmlformats.org/officeDocument/2006/relationships/slideMaster" Target="/ppt/slideMasters/slideMaster1.xml" Id="R6b26775210e64a64" /><Relationship Type="http://schemas.openxmlformats.org/officeDocument/2006/relationships/notesMaster" Target="/ppt/notesMasters/notesMaster1.xml" Id="R9227d30a7a024967" /><Relationship Type="http://schemas.openxmlformats.org/officeDocument/2006/relationships/presProps" Target="/ppt/presProps.xml" Id="Rbde26e97c19e47fd" /><Relationship Type="http://schemas.openxmlformats.org/officeDocument/2006/relationships/tableStyles" Target="/ppt/tableStyles.xml" Id="Re1fa5629d9744ef8" /><Relationship Type="http://schemas.openxmlformats.org/officeDocument/2006/relationships/slide" Target="/ppt/slides/slide1.xml" Id="R9e8c6e1a56824f60" /><Relationship Type="http://schemas.openxmlformats.org/officeDocument/2006/relationships/slide" Target="/ppt/slides/slide2.xml" Id="Refffcc2bbf3d4953" /><Relationship Type="http://schemas.openxmlformats.org/officeDocument/2006/relationships/slide" Target="/ppt/slides/slide3.xml" Id="Reec6bb7f2dcd427b" /><Relationship Type="http://schemas.openxmlformats.org/officeDocument/2006/relationships/slide" Target="/ppt/slides/slide4.xml" Id="R6acd1b7fdc8b4f90" /><Relationship Type="http://schemas.openxmlformats.org/officeDocument/2006/relationships/slide" Target="/ppt/slides/slide5.xml" Id="R3aeb931e1591452a" /><Relationship Type="http://schemas.openxmlformats.org/officeDocument/2006/relationships/slide" Target="/ppt/slides/slide6.xml" Id="R7a5ed09ae1244a8a" /><Relationship Type="http://schemas.openxmlformats.org/officeDocument/2006/relationships/slide" Target="/ppt/slides/slide7.xml" Id="Re0df791ea4e64e89" /><Relationship Type="http://schemas.openxmlformats.org/officeDocument/2006/relationships/slide" Target="/ppt/slides/slide8.xml" Id="R1b85d0d06e16453b" /><Relationship Type="http://schemas.openxmlformats.org/officeDocument/2006/relationships/slide" Target="/ppt/slides/slide9.xml" Id="R90f3a9b7b8224d35" /><Relationship Type="http://schemas.openxmlformats.org/officeDocument/2006/relationships/slide" Target="/ppt/slides/slide10.xml" Id="R09d707cc75d84ca2" /><Relationship Type="http://schemas.openxmlformats.org/officeDocument/2006/relationships/slide" Target="/ppt/slides/slide11.xml" Id="R3d7748a73ed945e5" /><Relationship Type="http://schemas.openxmlformats.org/officeDocument/2006/relationships/slide" Target="/ppt/slides/slide12.xml" Id="R7183e1f8e8404d18" /><Relationship Type="http://schemas.openxmlformats.org/officeDocument/2006/relationships/slide" Target="/ppt/slides/slide13.xml" Id="Ra835ea574e714cbd" /><Relationship Type="http://schemas.openxmlformats.org/officeDocument/2006/relationships/slide" Target="/ppt/slides/slide14.xml" Id="R444a1347328444b1" /><Relationship Type="http://schemas.openxmlformats.org/officeDocument/2006/relationships/slide" Target="/ppt/slides/slide15.xml" Id="R304ff78077864e65" /><Relationship Type="http://schemas.openxmlformats.org/officeDocument/2006/relationships/slide" Target="/ppt/slides/slide16.xml" Id="R76a9cbf9e5b34f35" /><Relationship Type="http://schemas.openxmlformats.org/officeDocument/2006/relationships/slide" Target="/ppt/slides/slide17.xml" Id="R95fc04e449ce4f52" /><Relationship Type="http://schemas.openxmlformats.org/officeDocument/2006/relationships/slide" Target="/ppt/slides/slide18.xml" Id="Rcf869ce1ea534475" /><Relationship Type="http://schemas.openxmlformats.org/officeDocument/2006/relationships/slide" Target="/ppt/slides/slide19.xml" Id="R6f96fe2b15a047d6" /><Relationship Type="http://schemas.openxmlformats.org/officeDocument/2006/relationships/slide" Target="/ppt/slides/slide20.xml" Id="R90d065bc5ffe46c7" /><Relationship Type="http://schemas.openxmlformats.org/officeDocument/2006/relationships/slide" Target="/ppt/slides/slide21.xml" Id="R5990539710f9461b" /><Relationship Type="http://schemas.openxmlformats.org/officeDocument/2006/relationships/slide" Target="/ppt/slides/slide22.xml" Id="R1dccfff20a814df6" /><Relationship Type="http://schemas.openxmlformats.org/officeDocument/2006/relationships/slide" Target="/ppt/slides/slide23.xml" Id="R909d8924d8844d84" /><Relationship Type="http://schemas.openxmlformats.org/officeDocument/2006/relationships/slide" Target="/ppt/slides/slide24.xml" Id="R653104a3166341f7" /><Relationship Type="http://schemas.openxmlformats.org/officeDocument/2006/relationships/slide" Target="/ppt/slides/slide25.xml" Id="Ra8532f1030b14bde" /><Relationship Type="http://schemas.openxmlformats.org/officeDocument/2006/relationships/slide" Target="/ppt/slides/slide26.xml" Id="R43bd3144128a444e" /><Relationship Type="http://schemas.openxmlformats.org/officeDocument/2006/relationships/slide" Target="/ppt/slides/slide27.xml" Id="Rcc62b2d72d244388" /><Relationship Type="http://schemas.openxmlformats.org/officeDocument/2006/relationships/slide" Target="/ppt/slides/slide28.xml" Id="R74039080793f4d42" /><Relationship Type="http://schemas.openxmlformats.org/officeDocument/2006/relationships/slide" Target="/ppt/slides/slide29.xml" Id="R2fb8226fe979480f" /><Relationship Type="http://schemas.openxmlformats.org/officeDocument/2006/relationships/slide" Target="/ppt/slides/slide30.xml" Id="R8a4f9baffeba46a5" /><Relationship Type="http://schemas.openxmlformats.org/officeDocument/2006/relationships/slide" Target="/ppt/slides/slide31.xml" Id="R97d1d8806e724481" /><Relationship Type="http://schemas.openxmlformats.org/officeDocument/2006/relationships/slide" Target="/ppt/slides/slide32.xml" Id="R33721812d0324c78" /><Relationship Type="http://schemas.openxmlformats.org/officeDocument/2006/relationships/slide" Target="/ppt/slides/slide33.xml" Id="Rad9e206b131643ad" /><Relationship Type="http://schemas.openxmlformats.org/officeDocument/2006/relationships/slide" Target="/ppt/slides/slide34.xml" Id="R6d3712617cc6473d" /><Relationship Type="http://schemas.openxmlformats.org/officeDocument/2006/relationships/slide" Target="/ppt/slides/slide35.xml" Id="R676beac7941f45aa" /><Relationship Type="http://schemas.openxmlformats.org/officeDocument/2006/relationships/slide" Target="/ppt/slides/slide36.xml" Id="R6e7381d6c9864448" /><Relationship Type="http://schemas.openxmlformats.org/officeDocument/2006/relationships/slide" Target="/ppt/slides/slide37.xml" Id="R9f0a0aad46da457d" /><Relationship Type="http://schemas.openxmlformats.org/officeDocument/2006/relationships/slide" Target="/ppt/slides/slide38.xml" Id="R94e35f04f1b34059" /><Relationship Type="http://schemas.openxmlformats.org/officeDocument/2006/relationships/slide" Target="/ppt/slides/slide39.xml" Id="R6c5bdcce1b204019" /><Relationship Type="http://schemas.openxmlformats.org/officeDocument/2006/relationships/slide" Target="/ppt/slides/slide40.xml" Id="Rc9ed11078f6d4288" /><Relationship Type="http://schemas.openxmlformats.org/officeDocument/2006/relationships/slide" Target="/ppt/slides/slide41.xml" Id="R0c0227953f6b48eb" /><Relationship Type="http://schemas.openxmlformats.org/officeDocument/2006/relationships/slide" Target="/ppt/slides/slide42.xml" Id="Rff4f1863855347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b1bd7ae44c42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60d4699c44424f" /><Relationship Type="http://schemas.openxmlformats.org/officeDocument/2006/relationships/notesMaster" Target="/ppt/notesMasters/notesMaster1.xml" Id="Rc87e270d273f4d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40f438ad29428b" /><Relationship Type="http://schemas.openxmlformats.org/officeDocument/2006/relationships/notesMaster" Target="/ppt/notesMasters/notesMaster1.xml" Id="R92c1995bc1594b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852d76e4549d1" /><Relationship Type="http://schemas.openxmlformats.org/officeDocument/2006/relationships/notesMaster" Target="/ppt/notesMasters/notesMaster1.xml" Id="Rfbabe6f41d1049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29aacda896487e" /><Relationship Type="http://schemas.openxmlformats.org/officeDocument/2006/relationships/notesMaster" Target="/ppt/notesMasters/notesMaster1.xml" Id="R39727420162946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513d07d8cc4ab1" /><Relationship Type="http://schemas.openxmlformats.org/officeDocument/2006/relationships/notesMaster" Target="/ppt/notesMasters/notesMaster1.xml" Id="Rb7fbe14708a74d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608d757d284cef" /><Relationship Type="http://schemas.openxmlformats.org/officeDocument/2006/relationships/notesMaster" Target="/ppt/notesMasters/notesMaster1.xml" Id="R5c9473a760a446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84eb44f9dd46fe" /><Relationship Type="http://schemas.openxmlformats.org/officeDocument/2006/relationships/notesMaster" Target="/ppt/notesMasters/notesMaster1.xml" Id="Rb9823aca9ee747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9c9107c3fc49c5" /><Relationship Type="http://schemas.openxmlformats.org/officeDocument/2006/relationships/notesMaster" Target="/ppt/notesMasters/notesMaster1.xml" Id="R7a44fa26de9a44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f404a1877f404e" /><Relationship Type="http://schemas.openxmlformats.org/officeDocument/2006/relationships/notesMaster" Target="/ppt/notesMasters/notesMaster1.xml" Id="R918d86b3c46646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8f365fe6ca4bc5" /><Relationship Type="http://schemas.openxmlformats.org/officeDocument/2006/relationships/notesMaster" Target="/ppt/notesMasters/notesMaster1.xml" Id="R4ee7e4dc24dd41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afebeccf874e35" /><Relationship Type="http://schemas.openxmlformats.org/officeDocument/2006/relationships/notesMaster" Target="/ppt/notesMasters/notesMaster1.xml" Id="Ra012d9c30bee4c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e746e366014327" /><Relationship Type="http://schemas.openxmlformats.org/officeDocument/2006/relationships/notesMaster" Target="/ppt/notesMasters/notesMaster1.xml" Id="R1a4a55fc029d45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488152e3b24054" /><Relationship Type="http://schemas.openxmlformats.org/officeDocument/2006/relationships/notesMaster" Target="/ppt/notesMasters/notesMaster1.xml" Id="R6b516069a40241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6200e630534dc5" /><Relationship Type="http://schemas.openxmlformats.org/officeDocument/2006/relationships/notesMaster" Target="/ppt/notesMasters/notesMaster1.xml" Id="R24b98962753846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b76b6944904d93" /><Relationship Type="http://schemas.openxmlformats.org/officeDocument/2006/relationships/notesMaster" Target="/ppt/notesMasters/notesMaster1.xml" Id="R5c996bc411444d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491ab320a1407f" /><Relationship Type="http://schemas.openxmlformats.org/officeDocument/2006/relationships/notesMaster" Target="/ppt/notesMasters/notesMaster1.xml" Id="Rde7ea42eca5b47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e0b6f810de495e" /><Relationship Type="http://schemas.openxmlformats.org/officeDocument/2006/relationships/notesMaster" Target="/ppt/notesMasters/notesMaster1.xml" Id="R68885969f55c40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63e292d2a44112" /><Relationship Type="http://schemas.openxmlformats.org/officeDocument/2006/relationships/notesMaster" Target="/ppt/notesMasters/notesMaster1.xml" Id="Rcc3ffa378e7744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2db2bb3cc8449c" /><Relationship Type="http://schemas.openxmlformats.org/officeDocument/2006/relationships/notesMaster" Target="/ppt/notesMasters/notesMaster1.xml" Id="Rbf1f5127719a4b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b2c73f776048f7" /><Relationship Type="http://schemas.openxmlformats.org/officeDocument/2006/relationships/notesMaster" Target="/ppt/notesMasters/notesMaster1.xml" Id="R31e0bb59d0c840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680226b12444cf" /><Relationship Type="http://schemas.openxmlformats.org/officeDocument/2006/relationships/notesMaster" Target="/ppt/notesMasters/notesMaster1.xml" Id="R9d4b3cfee4a844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16d8351e7749e5" /><Relationship Type="http://schemas.openxmlformats.org/officeDocument/2006/relationships/notesMaster" Target="/ppt/notesMasters/notesMaster1.xml" Id="R71f02e71dfaa4c2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55d01ce44048e4" /><Relationship Type="http://schemas.openxmlformats.org/officeDocument/2006/relationships/notesMaster" Target="/ppt/notesMasters/notesMaster1.xml" Id="Rbe60bc6dda2847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740214c74574c44" /><Relationship Type="http://schemas.openxmlformats.org/officeDocument/2006/relationships/notesMaster" Target="/ppt/notesMasters/notesMaster1.xml" Id="R1b9e50623e5049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669d1e1a5241c4" /><Relationship Type="http://schemas.openxmlformats.org/officeDocument/2006/relationships/notesMaster" Target="/ppt/notesMasters/notesMaster1.xml" Id="Rc804c596573644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1c24be2ef74b36" /><Relationship Type="http://schemas.openxmlformats.org/officeDocument/2006/relationships/notesMaster" Target="/ppt/notesMasters/notesMaster1.xml" Id="Reb50fc2574bf43f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ce6e853b3864ddb" /><Relationship Type="http://schemas.openxmlformats.org/officeDocument/2006/relationships/notesMaster" Target="/ppt/notesMasters/notesMaster1.xml" Id="R71f7cf5ae0e7405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9a7e95d14b4bfb" /><Relationship Type="http://schemas.openxmlformats.org/officeDocument/2006/relationships/notesMaster" Target="/ppt/notesMasters/notesMaster1.xml" Id="Rdd4b1c197f384c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c02408ed8b14bf3" /><Relationship Type="http://schemas.openxmlformats.org/officeDocument/2006/relationships/notesMaster" Target="/ppt/notesMasters/notesMaster1.xml" Id="Rab57b8afe7b343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c8f7f2b7a224c31" /><Relationship Type="http://schemas.openxmlformats.org/officeDocument/2006/relationships/notesMaster" Target="/ppt/notesMasters/notesMaster1.xml" Id="Rc9195aba8d6f422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1f4f124d70457f" /><Relationship Type="http://schemas.openxmlformats.org/officeDocument/2006/relationships/notesMaster" Target="/ppt/notesMasters/notesMaster1.xml" Id="R49142ba71a3a4be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411627d32e34a18" /><Relationship Type="http://schemas.openxmlformats.org/officeDocument/2006/relationships/notesMaster" Target="/ppt/notesMasters/notesMaster1.xml" Id="R4515959308cc496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c8d0b205694c8c" /><Relationship Type="http://schemas.openxmlformats.org/officeDocument/2006/relationships/notesMaster" Target="/ppt/notesMasters/notesMaster1.xml" Id="R5f6b06f5a7844f8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3e9eced44eb455a" /><Relationship Type="http://schemas.openxmlformats.org/officeDocument/2006/relationships/notesMaster" Target="/ppt/notesMasters/notesMaster1.xml" Id="R0e8b598a23dc4c9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3ed4f11fb474ccd" /><Relationship Type="http://schemas.openxmlformats.org/officeDocument/2006/relationships/notesMaster" Target="/ppt/notesMasters/notesMaster1.xml" Id="Rc47e1d92f112489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8bcb24d27854df2" /><Relationship Type="http://schemas.openxmlformats.org/officeDocument/2006/relationships/notesMaster" Target="/ppt/notesMasters/notesMaster1.xml" Id="R31a923c5baf74fb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f0f7bff3c4c4628" /><Relationship Type="http://schemas.openxmlformats.org/officeDocument/2006/relationships/notesMaster" Target="/ppt/notesMasters/notesMaster1.xml" Id="Ra3d0fdf646cb47b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13183c5824a4aee" /><Relationship Type="http://schemas.openxmlformats.org/officeDocument/2006/relationships/notesMaster" Target="/ppt/notesMasters/notesMaster1.xml" Id="R876d9a525e83495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7f099fb875f43d2" /><Relationship Type="http://schemas.openxmlformats.org/officeDocument/2006/relationships/notesMaster" Target="/ppt/notesMasters/notesMaster1.xml" Id="Ra47fc755dab5458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f02bfbca3714d30" /><Relationship Type="http://schemas.openxmlformats.org/officeDocument/2006/relationships/notesMaster" Target="/ppt/notesMasters/notesMaster1.xml" Id="Rc9f2e7a9b3c64d4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1ba69e163e7421b" /><Relationship Type="http://schemas.openxmlformats.org/officeDocument/2006/relationships/notesMaster" Target="/ppt/notesMasters/notesMaster1.xml" Id="R5f0d0c316d6f468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a6d7f6fa5864577" /><Relationship Type="http://schemas.openxmlformats.org/officeDocument/2006/relationships/notesMaster" Target="/ppt/notesMasters/notesMaster1.xml" Id="R9904b6da58a74c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b6fb9cb8045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fa74b441844b5c" /><Relationship Type="http://schemas.openxmlformats.org/officeDocument/2006/relationships/slideLayout" Target="/ppt/slideLayouts/slideLayout1.xml" Id="Rccf4f286e22f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f4f286e22f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a28809b3d4c3f" /><Relationship Type="http://schemas.openxmlformats.org/officeDocument/2006/relationships/notesSlide" Target="/ppt/notesSlides/notesSlide1.xml" Id="Rac1fde6d361d49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abce05aeb4152" /><Relationship Type="http://schemas.openxmlformats.org/officeDocument/2006/relationships/notesSlide" Target="/ppt/notesSlides/notesSlide2.xml" Id="R5b7cb908d912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1a20d52da4d53" /><Relationship Type="http://schemas.openxmlformats.org/officeDocument/2006/relationships/notesSlide" Target="/ppt/notesSlides/notesSlide3.xml" Id="R8647529b4e654a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9be6b1ed4456b" /><Relationship Type="http://schemas.openxmlformats.org/officeDocument/2006/relationships/notesSlide" Target="/ppt/notesSlides/notesSlide4.xml" Id="R6afb433f249640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f6a26f089431f" /><Relationship Type="http://schemas.openxmlformats.org/officeDocument/2006/relationships/notesSlide" Target="/ppt/notesSlides/notesSlide5.xml" Id="R184773babbcd48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ae85146a741e9" /><Relationship Type="http://schemas.openxmlformats.org/officeDocument/2006/relationships/notesSlide" Target="/ppt/notesSlides/notesSlide6.xml" Id="R20d0e02f385545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9757620654fcd" /><Relationship Type="http://schemas.openxmlformats.org/officeDocument/2006/relationships/notesSlide" Target="/ppt/notesSlides/notesSlide7.xml" Id="R0eb63b3fd54f41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4caba2a5b437b" /><Relationship Type="http://schemas.openxmlformats.org/officeDocument/2006/relationships/notesSlide" Target="/ppt/notesSlides/notesSlide8.xml" Id="Rf5c929275a464a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34ce184994a7b" /><Relationship Type="http://schemas.openxmlformats.org/officeDocument/2006/relationships/notesSlide" Target="/ppt/notesSlides/notesSlide9.xml" Id="R647b81ed864644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f15b7b7de4bf1" /><Relationship Type="http://schemas.openxmlformats.org/officeDocument/2006/relationships/notesSlide" Target="/ppt/notesSlides/notesSlide10.xml" Id="R36dffcae31c34c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3fe7a30ea4ff6" /><Relationship Type="http://schemas.openxmlformats.org/officeDocument/2006/relationships/notesSlide" Target="/ppt/notesSlides/notesSlide11.xml" Id="Rd5a05a8b0a7e45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e19413a81441a" /><Relationship Type="http://schemas.openxmlformats.org/officeDocument/2006/relationships/notesSlide" Target="/ppt/notesSlides/notesSlide12.xml" Id="R254cf34045bc49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c2e16548b434d" /><Relationship Type="http://schemas.openxmlformats.org/officeDocument/2006/relationships/notesSlide" Target="/ppt/notesSlides/notesSlide13.xml" Id="R5e0fe8464aad42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244e5e74f4d0c" /><Relationship Type="http://schemas.openxmlformats.org/officeDocument/2006/relationships/notesSlide" Target="/ppt/notesSlides/notesSlide14.xml" Id="R1d1cae79969f46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a60ebfbe44882" /><Relationship Type="http://schemas.openxmlformats.org/officeDocument/2006/relationships/notesSlide" Target="/ppt/notesSlides/notesSlide15.xml" Id="Rd54bdd94c9f14f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fa664ad0e4f3f" /><Relationship Type="http://schemas.openxmlformats.org/officeDocument/2006/relationships/notesSlide" Target="/ppt/notesSlides/notesSlide16.xml" Id="Re15dc479654d41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25b8a846d4c9f" /><Relationship Type="http://schemas.openxmlformats.org/officeDocument/2006/relationships/notesSlide" Target="/ppt/notesSlides/notesSlide17.xml" Id="R8768f99471c740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442cf2bc84047" /><Relationship Type="http://schemas.openxmlformats.org/officeDocument/2006/relationships/notesSlide" Target="/ppt/notesSlides/notesSlide18.xml" Id="R7373c91d24ff4a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61c3898bc415e" /><Relationship Type="http://schemas.openxmlformats.org/officeDocument/2006/relationships/notesSlide" Target="/ppt/notesSlides/notesSlide19.xml" Id="R53c6a96bbcf046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972d52cd04842" /><Relationship Type="http://schemas.openxmlformats.org/officeDocument/2006/relationships/notesSlide" Target="/ppt/notesSlides/notesSlide20.xml" Id="R26884f03d4d245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000b99b74cef" /><Relationship Type="http://schemas.openxmlformats.org/officeDocument/2006/relationships/notesSlide" Target="/ppt/notesSlides/notesSlide21.xml" Id="Rb7966fd5936e43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c96e55794008" /><Relationship Type="http://schemas.openxmlformats.org/officeDocument/2006/relationships/notesSlide" Target="/ppt/notesSlides/notesSlide22.xml" Id="R2b2bf059859a4e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38569525442b3" /><Relationship Type="http://schemas.openxmlformats.org/officeDocument/2006/relationships/notesSlide" Target="/ppt/notesSlides/notesSlide23.xml" Id="Re78aeef811984b1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7a6cfeab14907" /><Relationship Type="http://schemas.openxmlformats.org/officeDocument/2006/relationships/notesSlide" Target="/ppt/notesSlides/notesSlide24.xml" Id="Rab47ab46f9ac4d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0ffd918ef40fd" /><Relationship Type="http://schemas.openxmlformats.org/officeDocument/2006/relationships/notesSlide" Target="/ppt/notesSlides/notesSlide25.xml" Id="R3fbe5e85c7a4417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55a280d1c4559" /><Relationship Type="http://schemas.openxmlformats.org/officeDocument/2006/relationships/notesSlide" Target="/ppt/notesSlides/notesSlide26.xml" Id="R014e6d76270e4a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64c2dae884f49" /><Relationship Type="http://schemas.openxmlformats.org/officeDocument/2006/relationships/notesSlide" Target="/ppt/notesSlides/notesSlide27.xml" Id="R3672cffd1af74c5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b967079284a86" /><Relationship Type="http://schemas.openxmlformats.org/officeDocument/2006/relationships/notesSlide" Target="/ppt/notesSlides/notesSlide28.xml" Id="R78107d1bf420497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70620d7b4471e" /><Relationship Type="http://schemas.openxmlformats.org/officeDocument/2006/relationships/notesSlide" Target="/ppt/notesSlides/notesSlide29.xml" Id="R4f157dc6cc6f4ed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e3cf8ad244f28" /><Relationship Type="http://schemas.openxmlformats.org/officeDocument/2006/relationships/notesSlide" Target="/ppt/notesSlides/notesSlide30.xml" Id="R22ccb3b44193416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06c765e064f63" /><Relationship Type="http://schemas.openxmlformats.org/officeDocument/2006/relationships/notesSlide" Target="/ppt/notesSlides/notesSlide31.xml" Id="Ref8d123933f1466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99f903e4e42a7" /><Relationship Type="http://schemas.openxmlformats.org/officeDocument/2006/relationships/notesSlide" Target="/ppt/notesSlides/notesSlide32.xml" Id="Rc67214a9d5a548a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83d436ddb4bb8" /><Relationship Type="http://schemas.openxmlformats.org/officeDocument/2006/relationships/notesSlide" Target="/ppt/notesSlides/notesSlide33.xml" Id="R7f31c4bee56b4a6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6a23bbfd749fb" /><Relationship Type="http://schemas.openxmlformats.org/officeDocument/2006/relationships/notesSlide" Target="/ppt/notesSlides/notesSlide34.xml" Id="Rd5e9dc5bcb0b42b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46b543f854624" /><Relationship Type="http://schemas.openxmlformats.org/officeDocument/2006/relationships/notesSlide" Target="/ppt/notesSlides/notesSlide35.xml" Id="R81a732fe238c41f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29205d9484945" /><Relationship Type="http://schemas.openxmlformats.org/officeDocument/2006/relationships/notesSlide" Target="/ppt/notesSlides/notesSlide36.xml" Id="R3a200eba8438482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c05bae9094e55" /><Relationship Type="http://schemas.openxmlformats.org/officeDocument/2006/relationships/notesSlide" Target="/ppt/notesSlides/notesSlide37.xml" Id="Rbffc921fc7fd43d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250fd02a84171" /><Relationship Type="http://schemas.openxmlformats.org/officeDocument/2006/relationships/notesSlide" Target="/ppt/notesSlides/notesSlide38.xml" Id="R84c7aa74c7ec468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5100758f14c92" /><Relationship Type="http://schemas.openxmlformats.org/officeDocument/2006/relationships/notesSlide" Target="/ppt/notesSlides/notesSlide39.xml" Id="R1a6b8e9004b54ab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e53b8656849a8" /><Relationship Type="http://schemas.openxmlformats.org/officeDocument/2006/relationships/notesSlide" Target="/ppt/notesSlides/notesSlide40.xml" Id="Ra680479526c04f6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a71c176844021" /><Relationship Type="http://schemas.openxmlformats.org/officeDocument/2006/relationships/notesSlide" Target="/ppt/notesSlides/notesSlide41.xml" Id="R008a19229d37431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2512c8494407a" /><Relationship Type="http://schemas.openxmlformats.org/officeDocument/2006/relationships/notesSlide" Target="/ppt/notesSlides/notesSlide42.xml" Id="R888fbdee8df14c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CE4F8-2641-46EA-98B9-16C2879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B09EA-C258-4CEE-9C3A-0BC807F5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Acoustics, Radiometry and Photometry: Acoustics: Introduction to Acoustics, Types of Acoustics, Reverberation and reverb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FC5D8-E24C-4CE4-86EB-834BC8B0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8C328-EDAC-42F0-8B08-FE70FCF0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49865-E361-4EC5-BC0E-C0CDA477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44028-6E07-471A-BD46-B71FA450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9CE10-3054-443C-BACE-73D82BDB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CE001-2412-4EFA-A6A7-F519E3D6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CDD55-9FE5-4227-95D8-DCCF668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845B9-CBCB-4BD5-8264-2FA6AB66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CB7D5-6B7C-4692-B61F-BE99BB8B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53FE9-0CD2-47CF-BAE2-9E9620E8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D7B0B-9962-495A-BA3E-74CE26FD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548693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593A8-D414-47F8-8663-7473C48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A2CDE-37FB-4B7C-9ADA-3CAF152D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470DA-D90C-4651-9734-091E98D5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A2281-A5FE-42A6-8B87-21040566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98A50-C5A2-4F12-A86C-E1932B87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595C5-FEE2-4864-875C-0F16D314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C5D68-2CD3-416A-B887-EA4C3E2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9D13D-EBAA-4870-9844-67271A20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6F926-7509-4CED-86E0-F5D68A4A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226A2-2562-4082-8E5B-FDA352B0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E2F7F-7238-4B75-8FF4-D3A20E4B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3EA3A-FF9B-4D6F-8697-B2AA85F0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8A77-36F5-4082-90FF-A46C1354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7B1E5-E02F-4CDE-BFEB-7E9B2A9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B4A48-B7C3-407D-AC5A-DD873378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582759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6444C-ADD2-4942-ACDD-9FA65C3C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73ED8-88CA-439E-AFF7-9F8A1292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3EB00-5E12-402F-A0EE-CBEE523B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D20AA-DA2A-412B-A21D-23FA6E0A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346F9-411A-491A-85E7-5071314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6036D-2860-4F98-8B21-A9E415D3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7610F-FF5C-48CA-87C9-940D9226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3FC06-D073-415B-9C70-F2231CA8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AA8A-86BD-4A1B-A064-81500B49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Acoustics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08297-29AE-41EA-818D-294432A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70B03-52F3-4471-B1F0-BCB8573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9B0B6-E5EF-4CCF-AD87-E793401B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Radiometry and Photometry: Acoustics: Introduction to Aco...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1EEFF-454A-4A11-A5FD-9077A4AD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547CF-3249-4C4E-A220-0A009563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EC789-85B2-4FC8-9D44-2A2124C5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Types of Acoustics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CF3C8-A278-4923-9F7C-DECC308F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966A5-BF54-4C67-B652-8BED8760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A2EB6-3CF0-41AC-8FD2-6AC047A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Reverberation and reverberation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2D496-8A66-4DB1-BCB6-D904F10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5F53F-B78E-4566-A39F-23038E64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0F54E-C9EC-41A8-84A7-EF001C92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Absorption power and Absorption coefficient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B82B1-A0C1-432A-828D-36C456F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2840F-5710-4CAB-BED5-C7C0B56F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DB7B9-73EB-4F53-B3F3-226D2A40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Requisites for acoustics in auditorium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E6003-AD29-447C-8884-525793F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A137C-3027-479F-9387-4470E59D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E503B-B8F2-4CD9-B027-6633EB7E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Sabine's formula (derivation)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E0672-3626-4900-8354-5EA1DDF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A8E11-C4A1-4E21-8769-B6CF9BF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7B960-4F2B-4617-8A79-BF1B817E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Measurement of absorption coefficient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CA7560-C1EA-437B-A1F1-72E86B2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DA8CD-54EF-453A-8950-910ABD86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0806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EFA201-B952-41A9-9B00-5B951D58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76A10-DF39-45D8-8348-2050206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5ACE7-A358-42FF-9D1C-CD49F700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FCE24-17E5-4089-A198-56BD6F3C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E4388-926A-4627-B448-CB529C43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340BF-C5C9-4CAA-A6AF-E77AB446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9FA5B-F7B3-4BB6-8D27-E3E12F49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8E9D1-EA41-4E61-AA6A-9FD512E1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Acoustics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9079F-A50F-4F2A-9E88-AA859CF0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7CCC0-16B1-4A4B-B06D-E5A769A5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FDDA8-C500-4B4C-BC77-9E53A20C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Radiometry and Photometry: Acoustics: Introduction to Aco...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2CF9D-CD0D-4151-9224-F5DFF35C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FF6DC-E00F-4C15-918B-D5D4FAF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9F5F0-70ED-41EA-B99D-2C9B74F2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Types of Acoustics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6BB3D-81F5-46F6-9806-C3E03010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D60B4-BB3B-414E-B4CE-5DFDE3BD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B97CA-C29E-4E01-934E-1E3D3623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Reverberation and reverberation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45C53-19B0-421B-9CAE-A11F89CC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24A51-55BF-4B87-AE72-C9413F78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B9197-F7A5-4AFA-8664-6B4384E9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Absorption power and Absorption coefficient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3A964-3AD9-4E42-BF6C-6EE831C3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FF98D-3637-4071-AA71-4FFCFA87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BFDA9-45ED-4327-9DE2-8BEBCCC5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Requisites for acoustics in auditorium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2FCCD-7225-4ED5-A911-E1C6AC71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C37E8-52FF-4E8A-A13F-BD35222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6A223-ED3E-4224-B5FE-C73EBDE2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Sabine's formula (derivation)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83975-08DC-43A4-A0EE-926C7438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B63AE-0A2A-45D8-97D7-252C22C0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28E7A-7E56-4B5B-AFA9-05B5CB55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25843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21D8A-1923-4F90-8D6B-0C9EFA0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D496C-2286-4B1F-8A19-ACB95331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38CE0-DBA5-4DCD-8F83-13566921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12490-BFB2-46E6-916C-60A490C6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A69C0-8DE7-49F3-8EED-94011CB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Acoustics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58E38-657C-4D38-90A7-78B27F20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Radiometry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10C0E-8C25-4E90-B434-B867704C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Photometry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89114-4912-48DB-8D40-9EA0F606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34E36-1D84-4DBE-98A2-84FFEC1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Reverberation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9BD73-4DB7-40B6-BAB4-D2D69F2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reverb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689C4-DFBC-4EE3-A1ED-24F25E9F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BC993-2216-4F35-93FD-AA544F99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Absorption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DB6BB-644E-4C00-8254-139A1128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647CA-C8A9-4E90-BD44-23B6F4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coefficient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F227E-B029-498B-A9D0-C58EA70E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368A7-A468-4A4F-B973-1E63EDD9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37727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818AC-9AAC-4DEC-843C-C2E7F443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8ACBB-A7B1-45BE-9B16-5D71875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CF0C4-B77A-4334-9D6E-5B822992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49AE5-8ED7-4B85-85B3-B1863E1A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36ABA-4C97-4587-BABA-AC72887A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Acoustics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A1847-3375-42F6-BDBC-A70E6896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Acoustics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FA6AF-9A13-45A6-8E10-D1A4AEF7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EF21F-AE8F-4FB8-8036-B0C9586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18079-DBB6-45BB-8F46-97F6322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D4430-34A6-49AF-9E1B-A4332A8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04309-B5C2-4A80-B166-60D32DBE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1EFA6-B226-4A46-9D80-DEC97C59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0AD3C-1C44-4FF6-BE04-1F5D75D6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F0A55-ECA8-4DBC-BCC9-83BED93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E4E2D-E527-4BC5-A0BC-98A6D6C1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468B0-34E5-4A8C-84BB-BD6FA24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838239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FCF53-7658-460A-8B10-0A95CF3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D8860-21CB-4BFD-8E80-17BBA3C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1A366-99A3-41D6-AF37-86F427AD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E90DB-D754-4BA2-87D1-A5957A25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830B0-F916-4142-8FE5-98ED5C87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3153-0061-474C-A0CD-EB2383A0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4A75E-DF25-4CDB-89D8-05BF6E7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70E58-AE8E-49D6-A048-06EE4C82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9ECEB-183D-493D-8ADB-BE4F599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Acoustics.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352F8-3EEE-47F5-BFC1-66341509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08A64-BDE6-4D2B-BE63-7DD65B5D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0F4B0-D263-4156-A29F-9AA614E5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Acoust...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3F606-21BD-42AF-A9FC-41CD555A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66311-6E21-4077-B337-E61EAAA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2B2C8-1C71-4AEA-8DFF-2A9CED6E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Acoustics.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1A64A-F4A3-487D-8F9E-AE8E2C23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3DC1A-5EE4-43BC-8CD7-48301B8D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A5F53-C913-4BB0-BDB5-7FDB6554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Acoustics.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82642-BF50-4D26-A8AB-8A45B0FA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1CA2D-3CD8-483E-A748-B9C52360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FAAF3-3FD0-477F-A543-DC8FAA11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Acoust...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B1684-6AC4-4C98-A85F-19C7E8BA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A12BE-0AB5-4296-BAA0-79E1753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10452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DA0CA-A65C-4F30-8C7A-7872AF61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B235E-3895-4169-ACFD-52E9B3A9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64D86-6C3F-4C1E-B767-F7F13F98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DDC51-825B-49AD-87B0-66FC8BF5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3153A-757C-49EA-8EAD-6DD2D15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799CF-62E9-4CC1-B4FD-8D33D769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05CC7-09FD-4B40-97DD-45E05CE4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3D6F5-E091-43A8-BB74-2023F260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CABCC-3949-4C6E-AF86-5F95191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8ACD3-0FB6-4C26-9EDB-419109F6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9CE9E-7CD9-4093-95B3-89E5501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43B2B-6F0C-4C73-94BA-F31918A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75C63-1B8A-46C4-8685-93112991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8A14F-727E-4758-A9DF-A424ADB4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A368F-4982-4773-A9BC-A3C5CBC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136871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09AE8-DA09-4974-B948-F1E98B93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82189-F794-41FA-838F-D957D7CD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9B31F-BF13-4194-AB38-9DE9B1CF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43D5C-2E2C-4F14-A004-D5874C1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BFFFC-4096-48B4-BEE1-A9964D8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9D9D1-7958-4244-975F-B48E95B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Acoustics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996E8-1A68-4FC0-A336-E354067B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96EF6-E541-49C1-AD3D-C453F0A0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B1135-C75A-49A4-9BEC-DD332D7F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4187F-729D-43C9-BF3B-19150843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20BA5-A8F5-4862-9BA6-0C99FF7B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535746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F0218-4391-4D74-BE1E-0D39E0E5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FD32C-C69B-48C9-8588-92B5B973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D83AF-0BF7-414E-BC0C-DF2D2B9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9FF8B-6A87-460E-93F9-5B2AFEC0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BC780-4C66-45EC-92B8-18ED1A24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Radiometry and Photometry: Acoustics: Introduction to Acoustics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A153E-299A-4859-B2C5-1DFD50B9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Radiometry and Photometry: Acoustics: Int...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9B047-4419-4147-857E-35D44A67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0CCAC-F061-4D1A-B48F-23D47B6B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2BCDE-2FFD-4DED-A36B-A2B7474D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E2C4B-C6AE-46A7-8FB8-926A5922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6AAC1-59D8-45DC-A155-E0F08D37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CDEC9-4826-423D-B1F8-C94D3431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ADB7F-0028-4DCE-B410-B96C25F8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3B4D7-B5D3-46FE-938F-42515379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2F369-0B80-411A-A66B-EE0A2CB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0490E-4312-426F-8363-670D4298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53405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56762-9B36-461C-B90E-F2EA015F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7BF55-BD5F-438A-8D6F-0086AB3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FD5C4-0592-4BA6-A070-EA716443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E5049-CE18-4B0D-A5EE-96400DD0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084C9-7788-4668-B8CF-9D02FE4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AE0BC-75B7-42FC-B69F-74E99E42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77261-98C9-451C-837D-3469DFAC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7AC08-DAE0-44A0-8BFF-9AB15652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1CD89-A277-4BCE-AFAF-87F48FAB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Radiometry...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3F5E0-B7FC-4155-8394-EA96CF30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7A9B4-F481-4E1B-98AE-ECD0449E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3C720-F181-41DA-9AC5-39DDE6EE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Radiom...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24C68-75D9-4AF1-8F28-BD753077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4B6AF-BEE9-4480-B4E7-63AA8EBE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E16B7-6348-4ABC-8E46-BD1DC41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Radiometry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69233-F964-4AEC-9DE7-D1CC3651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57246-D252-4515-983F-D693E7C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40611-21AF-4D69-9568-C6E067E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Radiometry...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F46D9-ED73-4513-A3CC-2CDA7AF8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0466E-24BC-4D92-8145-4B1F4652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CC913-3709-4287-B442-F8B3EE07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Radiom...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80D66-0D3B-45E6-A454-CD83E55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858A1-64FF-46E8-90B8-8C300AA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142619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F0AF1-A1E7-4333-B929-38146D4A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8B498-A119-4093-B857-4276E059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11313-F7C7-4DA0-A389-598059BC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01F23-DCE7-4675-A885-4D15A4AB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DC639-3AD9-4A7B-8381-0347210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5C7F8-8911-4C6E-A354-04117502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08FEE-9F8D-4C35-8958-D3B8B61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7EC26-8213-4ADB-AACB-A6372AC9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ED59B-5B42-4FD8-89D8-0317F63A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AE194-791B-4313-9F7F-48BC7F6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3BD8A-EA1F-47FE-B0D2-88B7C89B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603D8-414F-4CDB-A078-80D37DBA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75F16-F97F-4E12-82C9-32A1F8F3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228BD-6AD7-4844-BF5B-836EA7DB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75CC3-C7F8-4E2B-B7B7-03AE2F3A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81032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05340-B752-45A6-842C-B9672226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FEFFC-81D8-4EDD-BE84-550E12FA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9B29A-4A76-4C75-A579-F85DF516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EAF63-78AE-4863-AB84-D446ADB9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5BE8C-6DE0-4A36-AC16-E1476C08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9C686-A392-4BD3-A82C-B4FCA705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Radiometry and Photometry: Acoustics: Introduction to Aco...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8EED1-509D-4A02-B29E-C6A75EF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BAA65-A6B1-4E0A-B948-3193C97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1D9EE-1E16-4492-ABE0-E76D6CD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FBC4E-FCF5-445E-86A0-A765D0FA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40F88-97E2-44F7-8B98-F4929626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877725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0570F-0F62-4DC2-AFF6-A01005BE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7D1A9-468D-4C95-A88F-3DA8D2B3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46153-7B73-4FC3-95F1-B141B16A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2FB6D-A8BE-4476-B69B-069A3882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337CE-17C5-4488-BF3A-41FED7B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Types of Acoustics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448BC-FAA4-4EEA-BCCD-A9AC27FF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Types of Acoustics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A6022-1131-471F-9C7F-EB3CA8D1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3E481-7E73-4F5B-9B38-BA2C13AB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15DEF-E233-4BE4-831A-E1348F7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9FF6E-C1FA-4846-8C68-C73044E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3DCE1-3B4E-4844-98D9-285CF79B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88E58-50F4-46A9-903E-D1A8811B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06F04-BAF6-47B8-9F26-2B67D286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F1605-88FB-4989-8B42-3CEE767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D6B9D-24F7-4F2E-9330-05FDEB40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5A7DF-63D6-4BA8-8686-F8AD27B8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609867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4C45D-8A83-4063-98BF-E4B14406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0B8E6-8751-4D1D-9F46-BDE0AE16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07973-E648-4060-BA01-F51CF2EF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FDFE3-D60C-41E8-8F0A-D7E3FB2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6764D-C444-4262-9B61-4770C960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51B31-978D-48C1-9393-4C03DF72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24457-DB22-42EE-AF21-C4AAE95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4B78F-DCEA-49A7-8AE1-48711A07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F3749-407F-454A-9353-6568135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Types of Ac...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FF8BC-0E88-470E-9463-6DCB094C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40EE7-2797-49A1-8760-3EF1D28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08FCC-4AF0-45D3-94C0-D9BFF93E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Types...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BABC9-F27E-4225-BD43-5D5B6C9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A0207-E044-49EE-85BA-09C90B4E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CF696-1033-4065-819A-27E1FB6B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Types of Aco...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6E9CB-D294-4F70-8175-E8C6E78A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8C538-6D7C-4132-AAAF-71FD8FF9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9B424-6C35-4259-9CAC-4F424C86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Types of Ac...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A92B1-DC40-4D47-B6AD-BBAC6937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DCDE5-BA32-4D44-8347-2718386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6451-3080-4678-8FB2-2DB7558E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Types...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9E887-427C-433A-B8BF-94E71B25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F42B9-0767-4C5F-991A-64BA0CF0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446674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EB8CC-E3A9-42FD-903D-0E5AECC3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90A45-D4F9-4917-807A-20E400DB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4D7A9-8DEB-4E13-85E4-A269D3CA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B577F-3428-4870-B3DD-F368ED35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7BF27-045A-4677-8496-5441C634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EA421-0DF2-4CAD-9CFD-34C4843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50DFE-7152-4F59-B0CF-727223A4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3E278-5B12-4DA3-BCC9-ED3285BF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D4DBB-3BF7-4F66-BD09-149E0B71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57867-48EB-4441-BDC0-E23F122A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1CA8A-51A8-4DF4-ACE6-932FFE79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057F6-35FB-4816-89C8-FC9C06BD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B6FD0-4495-4DDC-A9D8-E49AC012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C618A-D5A4-4503-AB73-CB55121C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FFB20-2E62-48A6-A7E5-67BC2266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162954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82CE3-9D0E-44AA-919E-5EB2C98F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92640-C319-41D2-BEFF-3F19AA23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23E85-F6B0-40A7-A93B-43744816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2444F-EBB6-4BF1-89C0-2F900E88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99895-CEB9-49EE-9206-2172698D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848A2-06E2-49A2-98C4-A131014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Types of Acoustics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812E2-4F3C-4A05-9C77-54FD3BB9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6032A-2FDA-43F1-8D27-E2D0D870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B8D57-C66F-4AC1-BF00-55A86937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451B4-EF83-472C-AB34-87AC3C24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B1ADF-FA36-4338-BD87-82428100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089188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10F59-1D18-49E1-9B1F-2743F32B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80779-BDA0-4438-92E9-0B04152F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29557-A8FE-4BBE-9FC8-23BF095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7EF8F-1003-4E20-916A-264FCAD3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938F0-947C-4E87-AB9A-2E3D902B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Reverberation and reverberation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D5D4F-DD82-4AC0-8838-604D48E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Reverberation and reverberation time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38799-FBCA-4AFF-8C11-AD138AD2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C2F84-76F2-44B2-9A08-16A5C9E7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8DD80-3967-42A6-82B3-98FCA651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6180D-6B60-46F7-84A0-7EA92852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70D5A-BD99-4EB2-BCB1-4E3019FB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EE2B6-5DD5-4808-885E-B0FF0C96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C7B75-B47A-4F62-B925-1B6B558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80997-E08A-49F2-A2A9-57D1C0F6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FEDC2-10DB-4356-B979-5070C9B2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1B52A-2403-445C-A8EF-E06ADD6D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59880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1B071E-0C95-4FF4-B3FF-FBE6BB04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680FE-883F-4EE9-A0BE-24C48255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9AE83-CAA5-40CE-A3C1-4945D8DF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A3C66-58E2-43D0-BE36-2EFAF4C5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C20FB-C504-4DEE-9BE7-A97EF5EA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BEEFB-99CA-4C78-AD65-5470E7EA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45FD4-89C4-4674-BF1A-8C257AC2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1C8E9-542A-4672-804E-6F1384DB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23DC2-DC32-4D85-881C-8BA19730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Reverberati...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5B1CD-2544-4A58-A6C0-C74E7C23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A6CDC-8B1D-458C-A468-7D8C8BD9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85F31-A520-45CD-BD30-C3DF882C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Reverb...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1656C-CAA8-49FF-AA48-D0EB05D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6FA1B-19F1-42CD-9922-B9A13538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EB12C-AC1A-4EF5-8C04-310599D7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Reverberatio...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BCE68-7530-4606-9E4E-920A10EA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D1693-3189-4321-A679-EBE48909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069B9-A71C-4A7E-9F98-30A1800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Reverberati...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716CF-4CDC-4D17-AD88-9CD29425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FF4AF-056A-46E0-A3A6-F3C5A112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088F6-BB80-4679-A635-9E2108A4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Reverb...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F6E95-B1D2-4477-86A3-5A92120C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1E00E-7445-4065-AE09-627B9D77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936046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FA631-7E77-479B-93C1-D0DB2915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DC7E4-97C2-4065-B8A9-8DDDCFD6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FDC63-BDBF-4D30-B32B-9608887A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96806-542C-47EB-A914-8B2252AA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46B24-8A4C-48BC-90C0-457E2660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3E8AA-4D2D-47E0-8978-6135C1FE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5CDB2-59E6-4A9B-A845-C036F1C6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747A9-E2F2-422E-A133-121216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878D2-E67D-49EC-8A16-BB7F68F4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CA000-5F4A-473C-B902-C85BA6D3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2B8EE-0AB5-49B0-B50F-E92401BC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94EC2-EFE5-4839-984C-54A8880D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50E33-F303-4CC8-8292-15DB4519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7CD97-47D2-464B-A35D-0B304899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3F57F-4B49-485F-AD99-0E1D839B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507224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4D898-9568-401E-8480-32A77BAB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F31CD-97C1-487B-B4BB-72737F77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B1145-A9C9-414E-84EB-1F6EE82B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E542E-5D41-4258-ABCC-066DC967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E6CC1-A365-495D-B53A-93F1B3A2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66346-2FF9-41DD-9F33-E21AEF29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Reverberation and reverberation time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EEF74-5542-4AAD-ACB4-89D8C2A9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6F30B-42E7-41F4-8167-B5605C44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0EFB6-0AD3-4C4B-9CD8-166F1949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7B126-4817-4F68-A654-B914B2F6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2617A-9969-4F52-BAB7-156BCDF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850056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ECF3D-4B93-43B5-A57D-4FFF2362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83F53-B928-416F-B0B4-834F2FEA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07FF6-26B0-4572-AEF9-338DFC9D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47CE7-F1E7-4ECC-87DA-D9EB6778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9DF08-0A51-4D9C-9F2F-A99391B8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Absorption power and Absorption coefficient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3C498-F389-45D5-9872-D00E65E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Absorption power and Absorption coefficie...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98837-84D5-4F8D-AC2F-60466F7B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9E340-58CA-4FE1-8DA5-EBAD2114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EA15D-77D7-4D2A-9704-8A3CFCF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5ABA1-EA3C-413C-95F9-469C2CD2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E7AC5-1AC8-4FD7-9BBC-3D78BD72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450BA-A769-4F18-8087-35E7AD0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D5E04-265A-4E59-9347-6E744712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53C6D-3C18-4A9F-9629-BDDCB0E3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0BE08-C941-4787-88F4-16641DEA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9BA5C-83E7-4643-91FE-9B4FDB68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70166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A1FD4-688D-4F89-BF55-BCCDB3D7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9823-1E51-4A9A-BD86-076CE946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F20E4-97B5-42A2-8903-DEFEF63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AC226-EDD8-403E-BDFF-EF370029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0EDF5-8A88-47A2-8BE1-6BFD5044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E3952-E911-4D5C-A27E-9E53462E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6210E-B578-4CF0-BD92-623A9C68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4E86B-264A-46D2-B378-88CDEC93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D4359-8DD0-4AF8-AF9C-F5333B73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Absorption...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186AF-1D90-4A2E-8753-E9B0808E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C3A60-9E16-4DFE-838D-24F6511E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79889-2FA0-4248-8A59-8A773A76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Absorp...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B01C6-E1F4-4CF5-A8EE-BB5CC1D7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3ABD4-2690-45EA-BC96-55F5C73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0A3C0-BB37-4E66-9645-5B848944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Absorption 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630D1-F082-4A80-9E73-6FF77C88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94968-4300-4573-B483-1A21F3EC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3BD1A-5C5A-4AA2-AAF7-6A22AE18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Absorption...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991B0-9DBF-4CD1-B5B4-CE4B46BC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66E18-8D46-4904-93A0-47DAAFA8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6673F-0F7E-434B-9607-EBA62790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Absorp...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DC791-8754-4EB2-8216-FA8DF81A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F1FC8-C05D-4E8F-928D-1877D33F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5837342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AF579-0BD5-4DE4-8781-00D367C9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D0CA6-94E3-42B4-AE7A-EB4A801A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9E562-124C-4F58-857C-A3FCEBB8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5A6DC-464F-4F99-A624-7E3CCFCA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0C0A6-D59C-4FA3-B9D9-78C9327F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E4E3A-22BA-4F13-B206-3D277FF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E594D-D607-4BC7-9F3C-E4C911D5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5962A-83C5-43EB-8C65-6CC17699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6F3DD-F41C-44BD-92DB-B2DBDDD1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D38DC-818F-4ABC-B7D1-03DBE2A6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26635-BB54-41DE-A06E-06E5443C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C7F28-A007-40C2-9FC4-A7253239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BEA43-6120-4470-B611-BA28F6DF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202C6-5CF9-4DE8-A28E-1C8E8916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720FF-CA3F-4388-B10C-1F2740E0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601285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884F9-5CB3-4FB7-A1AE-9CEBA09B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39902-038D-4532-B3C1-778A5666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84BD4-D050-44DB-AFB3-D54A6357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1C451-23BE-4B77-ADF4-4355A607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391D1-40E0-4A69-A9CB-60726F81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66B14-07C6-455B-A605-949BEBF9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Absorption power and Absorption coefficient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746EB-01BE-4465-9CD3-FBDFB67F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85C14-734C-4FF7-A723-9FA633C5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FDBB0-206E-4C59-932A-92AEBB77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37CBC-04DB-4D5D-9B86-848DBAED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0D9BA-BF8D-4CB1-809F-BADFB3DA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224767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7C12E-5068-413C-A5B8-19719153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6837E-6C13-4324-BAB2-54BD2C4A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83F55-DAE1-4957-A4A4-0D45C8AB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6EAD2-8BC7-4DBE-B741-E44E467E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23EAE-476E-4FD5-9836-1769E445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Requisites for acoustics in auditorium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94634-A8F5-468B-9836-08ECB36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Requisites for acoustics in auditorium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336A1-693E-43EE-942B-DC968514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F2FDB-B5A9-4F3C-86F4-CC565BF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AA088-ECA3-4A46-A17F-9EE31B1E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4F01B-EF74-4412-9DA8-BD48313E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A9F88-B53B-49F1-8A67-029F2DB1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FB928-F422-45DB-8771-E8683318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53F43-C727-4D74-B8D8-FE9EB068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77542-E9CD-4692-B54D-2B62C980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6EE3B-9045-4C3B-A6DD-0E01E1AF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1D3F4-5184-412A-9B6E-E11614AE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772048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E5FDD-B68C-42BD-AE79-6C6E0EDF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4C30E-F1F4-446E-9AA6-8D0547AF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99BAA-F94B-4A0C-A534-7F0E282A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43A23-8463-4457-BFEE-FB057A1F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2E3DA-6C1E-48E6-86D0-630400FB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FB19B-F140-427C-8BED-56682A8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151DA-7671-4C36-9549-3456CA4B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1F84C-0119-4F54-B92D-18765CF9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5DC59-F35F-4770-B349-6DA85AEF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Requisites...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9BEBC-E857-4B75-A34F-683BE244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1D5D2-3D1B-49EA-A029-4A967268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D773A-6BC2-43A6-8DCE-410298B9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Requis...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A8A27-3890-4C90-AD7F-DFDE31D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226FF-A075-4658-9675-00162EF3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ED0B9-521B-4A33-9EEC-A827FA19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Requisites 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FD8A9-DE0F-4C73-B18B-D2DD67C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D4467-14EE-4E6A-A66A-951FD11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D59F6-D6DC-4066-B23A-ED3B347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Requisites...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02E77-C2F9-4877-AE13-9382C4A7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0C0F4-6D04-43A7-8CFB-B7FF0CB9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A2295-11E9-46C9-98E2-83E7FA92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Requis...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AC233-209D-4C8A-8197-2ECD894D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165BC-8B6E-4DC4-AA97-9DA6AD83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149706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0B5FD-244A-4110-9248-DDE5D7C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1B412-FCAC-439F-8CA3-C491E74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DF504-55FD-499C-BD43-B860156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72784-199B-4CF6-8FB0-FD42BAD7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3913F-CBE9-4304-B2F0-1072C6C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01CF7-A2DF-425D-B1C5-1A3DD8D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089B-DC58-475E-9E7D-76FD085A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D07B8-4C0D-4EC5-9C5C-A8273E89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58412-F695-4305-92FA-5BF1BD1B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08644-81D1-410A-9C00-D10E8BC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5780F-7A65-4288-B454-8F07007B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27B19-296A-4921-A81B-2FC97E22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DFF7F-45D0-4E75-AB8F-BA838752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316B5-6166-431A-A1A0-74B9C215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B6245-34D0-4098-A4A0-B535EB19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477366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66174-2FEB-4B22-B3E9-BD44E783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D7360-3533-41FB-AE14-E72748FC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F9D31-0D09-497E-95F6-988E31FB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CAA54-6A3D-4929-8120-4B63F936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952D7-6AD2-4BE4-BABC-57E10A8F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FEF6A-15D0-489A-8AC8-9FDA44D5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Requisites for acoustics in auditorium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BEFF0-5CA7-43B3-8ADD-01BF643C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26419-73D6-497A-84F8-ECF08D16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8DC5B-1A1A-472D-A90E-80A8892F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75FBB-F02F-42A6-8EAA-12A055BB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068DE-EA9A-4345-84FD-3F3520B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514007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6DFC8-A9E0-49E5-8A57-551392AA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7D5B3-886D-4452-A51D-3C97A80D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E12DE-26F6-464C-8BFC-99EF702E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0AED7-42F7-41B3-B7F6-47BD59BE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3A2AB-4CD8-4BEB-AFB2-63E6C31E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Sabine's formula (derivation)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50392-A94E-40BE-800E-1A8517B9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Sabine's formula (derivation)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B9821-8313-4237-92B4-F215558E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43FE0-1230-4D59-B8B5-84852B4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3CDEE-B64A-4F3B-835D-2238204E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DDDA1-5A0C-448F-A538-9350B9E3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97BD-CC66-4D7C-8FC9-06678362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33894-1C81-416C-9A05-0BA2E83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69FD1-E5BF-440F-B2A2-88BCB28E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694C1-5793-44AC-82C9-ED3407D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00AF0-7E1C-4BED-BAB7-C3ECD538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6D211-BC9E-431E-B43B-3E711BED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5239715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EAF5E-2C79-45F4-8DEC-13A5435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10C29-3610-4B51-85BC-18A5B51B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4231E-E6DA-4D86-A80B-E0A68EE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52F3B-5C67-468F-8805-99F8800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3F0EC-25BC-49E4-9647-9D6F1B97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59159-3ECF-4B7A-B7E5-4178ADB1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3B95A-B346-4E00-8D33-A12D1B4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7E21C-9F81-41EB-89AA-E6C96DBD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86530-B3BD-4DFE-B46E-19A9E5E1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Sabine's fo...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E00E9-9E38-40E9-88B3-ABE743DA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2FA40-F442-463C-9B21-D4565E1F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30074-5194-47D1-AFFC-BB7A4456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Sabine...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B55F1-9C66-4123-9365-3AC0088C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A9CF3-C132-4CBC-8C79-F6DC176A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4C8F1-C229-4127-8439-893FBF47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Sabine's for...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A1626-9167-4697-B9C3-6240F4CC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CA693-C20A-4764-9EF1-0A09DE5E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68F22-791F-471B-9997-E705986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Sabine's fo...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66579-2819-4BB1-9011-AFE11D74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3A458-C492-4062-A33F-9D925EC1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572AF-10B4-40AB-9CB6-4334CD75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Sabine...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F9637-5748-4EA9-9418-D5211C7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924B2-7CE4-4EB2-BBEC-1766C25A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360892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0C882-B5D9-41E1-B021-56B75E5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70D3B-2175-4223-9482-E9D1804D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641DD-647D-4B1E-9DC1-364F353A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B6DE1-5CA0-4BBC-B163-0175A9B9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343A2-1F9E-4258-9465-5F00E779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7B2D6-026F-46BC-BD8C-2D505C85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9528D-D9F2-4BE2-A44B-89392355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8CE9E-0EFA-40EA-926B-9DA6ED92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C20C1-C939-4AF1-B201-DCF2737F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2A600-4F0A-4FC3-973F-0A50829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B07B7-1258-4D6F-A1E9-DB66C9A5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D710D-DDAB-496A-AFDC-5DBA5266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E0F4F-4B6B-4F6B-A2C9-C21FE1A1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D7E93-5337-46EC-9045-ED99F206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A4E06-A5D8-4A6D-B3E7-01041F65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518389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15A8E-475C-4C93-AC6A-B9899D10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5E09D-BBBC-4B60-BA98-93F98996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F6355-F51F-41E5-8999-2BE77036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E04F4-EF0D-4967-8D1F-305FF9D8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8771C-64C9-4C17-B203-5D2257F3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A7B0-A5E7-493E-8901-8E2B599D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Sabine's formula (derivation)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7076C-9AB0-4AEB-B4D7-A271146B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9CA75-6551-47DC-BA2E-7FBDE836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CB60A-49A7-48C7-BD87-563392B3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CFF01-FCB4-445F-988B-C209907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5D168-9C7F-43E6-BCDF-B583CA97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404568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10DF-84A2-4406-B2F5-2C20735D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95474-7D66-42A2-9FC2-34964EF3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E5EC8-4232-46AE-87EF-E69294EA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6B010-C661-449D-9FB6-698CB85C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A19F3-E4C8-43C5-A4C8-E864F82F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Measurement of absorption coefficient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89FBA-D2C4-4733-BF2A-31D12D1B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Measurement of absorption coefficient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ED56D-7E35-4127-AA58-DAEE27BA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CB3CF-6768-466B-A91F-4EE01D3B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F8D70-00F2-40E6-8D8C-58A4FA8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C88B1-6BF5-4275-AA86-5DFA136A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52432-3057-48BA-8EB0-9D6CB3ED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11362-CE08-4427-985D-E2651CC0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19332-BE62-4F16-B7E6-6E8EF06E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F95C2-83D6-4029-987F-E867B6E3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18248-A649-439D-9E85-3BA14550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6D3A2-99EE-4814-A052-9D4C2F25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581988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2F825-FF27-47CE-B2F5-90D1169E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52DD9-9215-44DB-908F-365381B0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380E8-C29C-4EA5-9645-7F13FA5A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EA7DE-CC85-4318-8792-ABEB37AE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6CA98-F192-41E2-A5B3-6B04F1E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2FA11-E27F-4FE1-9D56-9352AF29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68E09-6F97-4D2D-AF96-2DD6BCD4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DE851-4746-400E-95E2-807FEF0A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40D1D-D8BD-4372-9B3D-5648287B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Measurement...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CE957-653E-445F-A358-DB8258CA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1EF54-5544-4926-BBCD-A234258A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0A8BF-6AC8-45D1-ACD0-611D2567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Measur...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053A7-3F91-4387-B3A7-F69FB29A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DBAC9-829E-4E6D-A8ED-CC626018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A0274-27F2-43F3-88D4-95A7FEBE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Measurement...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7707C-CA1B-4835-90B6-8FEA76BC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173D8-1731-4D0E-B827-4CDB441E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B9D59-0CEC-45B8-8E71-BD00762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Measurement...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5E5B7-9CAD-4D9A-B76B-A87EEDE4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79ABD-684F-472D-A9A8-8A46DE4C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89909-3E6F-418F-B995-F85D25C8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Measur...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BF31D-1FC9-4957-9D83-38F290E2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E7197-A55B-4498-919F-3D8CCD8C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5175653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E3DEB-5431-4DAA-8A48-EA90894E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23536-A660-4190-BCF8-A27B148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ECDBF-6358-4097-8690-54A8FA52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19098-26E8-48C6-B114-02735520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7EF2D-10D1-4EB5-846D-F608129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808AE-9EF8-41ED-9CD4-A4AD5159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FA0B4-4433-40B9-85FD-A8E9E70F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06328-E3CB-4761-B07C-B47D70A3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847B0-20D3-4176-85AA-861271E7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FB616-8254-474F-A0B4-AA657092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08995-850C-43EF-B575-A638D356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54CA5-8958-4C94-BDF3-1427451B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C58A0-0A7E-4E30-A76E-9C2EBB23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EE754-FA26-41B0-ABDF-F06FBF2D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91530-DEF6-4281-8727-3B1C0C01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537755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0BD4B-AD7A-463E-82CD-4207464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F7C60-4E4D-4044-8D52-A0AD341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8B68A-F97E-42B1-B685-7EFF557E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4E24A-4561-4873-B7C5-4E30EB55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305FE-EE47-4A4C-9697-9C188B81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F10A0-E560-4469-B318-23054BED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Measurement of absorption coefficient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0FDD5-7DDA-4BA4-8BCD-8C6F5FD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388CA-8303-4CBC-81BE-9CB7903A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C3481-19AE-4802-8D2A-9A0BD992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1EBF1-07A6-4197-BD82-12190A9B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5B076-2DB1-4ACD-8BEF-90BF1400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732710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875D2-C167-49E4-95B2-E10C7A47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0CD37-B380-41F3-BF25-E0650D7A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D3C8B-82FB-4E4C-9AE5-BA176030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BD14C-1A87-42C3-BF44-E9DFA221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C1DCC-8471-43B6-902D-DEF1EA46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235BF-C813-4A6F-90F4-9A8A53B6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72007343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04456-8CB8-4899-85E4-D624555B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C9530-5706-4AFE-B82E-D0404876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F1768-8B27-44DE-A159-92A06185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8C839-FACD-4EC1-929B-7AA0B677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22AD7-E266-4B36-8417-D5323856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Acoustics: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Radiometry: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Photometry: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Reverberation: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6853F-9446-460D-AA4F-442EB3CF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10347657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D5409-F985-4406-9DF0-8F4B5DEF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5161-6F2E-4EB8-94BC-4BD4CA53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86024-66E7-4400-B83F-3008667D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04748-10C2-4A2C-8506-85D93A07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7B36C-3F1D-439F-AB60-FA6947B9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1791B-23A6-4532-B97B-620B1642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5088121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6CBD1-F09F-481D-B807-DAE5FA1C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75254-59E3-4C92-A6CA-EF00115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4084F-5435-4923-B8EF-856333E0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77AD8-D3E2-4FEA-90F7-8024588A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5BDCF-75A7-4D2B-B522-D37237FF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BC5C4-A089-4A83-BC31-06B38D0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5956100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94178-68E0-4F27-BCFD-12DAC7A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FF3E3-A3CE-4AC3-90A8-7103FA55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E945D-9884-4161-87BB-69E4D7C3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6409B-F0F3-47E9-9C38-7A5333A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EAC5F-22A7-4645-8103-F5CC8CBA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Acoustics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Radiometry and Photometry: Acoustics: Introduction to Acoustics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Types of Acoustics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Reverberation and reverberation time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Absorption power and Absorption coefficient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3FD24-5993-4C49-B6C9-D8DCCEF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C17AF-C747-4087-BB3D-3AFB114F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2ADC9-3540-4FA3-8B32-B5E21645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72355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2026-08-24T16:03:10.3440000Z</dcterms:created>
  <dcterms:modified xsi:type="dcterms:W3CDTF">2026-08-24T16:03:10.3440000Z</dcterms:modified>
</coreProperties>
</file>