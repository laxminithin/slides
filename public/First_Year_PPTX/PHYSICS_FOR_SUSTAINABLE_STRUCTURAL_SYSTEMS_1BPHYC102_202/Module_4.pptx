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38d09cd69e94c1f" /><Relationship Type="http://schemas.openxmlformats.org/officeDocument/2006/relationships/extended-properties" Target="/docProps/app.xml" Id="R5eb327f95ada4239" /><Relationship Type="http://schemas.openxmlformats.org/officeDocument/2006/relationships/officeDocument" Target="/ppt/presentation.xml" Id="R54b373e77cfe444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c8dfd545bf4ed7"/>
  </p:sldMasterIdLst>
  <p:notesMasterIdLst>
    <p:notesMasterId xmlns:r="http://schemas.openxmlformats.org/officeDocument/2006/relationships" r:id="R5b5733bbdc9048e7"/>
  </p:notesMasterIdLst>
  <p:sldIdLst>
    <p:sldId xmlns:r="http://schemas.openxmlformats.org/officeDocument/2006/relationships" id="256" r:id="Rdcc6b8c4ef314e2f"/>
    <p:sldId xmlns:r="http://schemas.openxmlformats.org/officeDocument/2006/relationships" id="257" r:id="Re4ed47c69e884149"/>
    <p:sldId xmlns:r="http://schemas.openxmlformats.org/officeDocument/2006/relationships" id="258" r:id="R8d6f21686cb84463"/>
    <p:sldId xmlns:r="http://schemas.openxmlformats.org/officeDocument/2006/relationships" id="259" r:id="R05dcd17a39d14c41"/>
    <p:sldId xmlns:r="http://schemas.openxmlformats.org/officeDocument/2006/relationships" id="260" r:id="R563b87f165f44b92"/>
    <p:sldId xmlns:r="http://schemas.openxmlformats.org/officeDocument/2006/relationships" id="261" r:id="R132b9ccba1b3429a"/>
    <p:sldId xmlns:r="http://schemas.openxmlformats.org/officeDocument/2006/relationships" id="262" r:id="R4fedc7d2edde405c"/>
    <p:sldId xmlns:r="http://schemas.openxmlformats.org/officeDocument/2006/relationships" id="263" r:id="R55700287cdd44170"/>
    <p:sldId xmlns:r="http://schemas.openxmlformats.org/officeDocument/2006/relationships" id="264" r:id="R867fe049560841ad"/>
    <p:sldId xmlns:r="http://schemas.openxmlformats.org/officeDocument/2006/relationships" id="265" r:id="R6167e17887bc45cc"/>
    <p:sldId xmlns:r="http://schemas.openxmlformats.org/officeDocument/2006/relationships" id="266" r:id="Rd4237cf458504d3b"/>
    <p:sldId xmlns:r="http://schemas.openxmlformats.org/officeDocument/2006/relationships" id="267" r:id="R0f45c690d2e64a89"/>
    <p:sldId xmlns:r="http://schemas.openxmlformats.org/officeDocument/2006/relationships" id="268" r:id="R82ae8df67d444bbb"/>
    <p:sldId xmlns:r="http://schemas.openxmlformats.org/officeDocument/2006/relationships" id="269" r:id="Rbf1f6237813f4ff9"/>
    <p:sldId xmlns:r="http://schemas.openxmlformats.org/officeDocument/2006/relationships" id="270" r:id="Rab1a90a1e0624ef6"/>
    <p:sldId xmlns:r="http://schemas.openxmlformats.org/officeDocument/2006/relationships" id="271" r:id="Rae77a43d25ab4b98"/>
    <p:sldId xmlns:r="http://schemas.openxmlformats.org/officeDocument/2006/relationships" id="272" r:id="R50e1eded460c442b"/>
    <p:sldId xmlns:r="http://schemas.openxmlformats.org/officeDocument/2006/relationships" id="273" r:id="R7b3c1cc7d9ae42bf"/>
    <p:sldId xmlns:r="http://schemas.openxmlformats.org/officeDocument/2006/relationships" id="274" r:id="R3cdad4e6fbee4c6e"/>
    <p:sldId xmlns:r="http://schemas.openxmlformats.org/officeDocument/2006/relationships" id="275" r:id="Ra425d303918f46fd"/>
    <p:sldId xmlns:r="http://schemas.openxmlformats.org/officeDocument/2006/relationships" id="276" r:id="Rf818dd185e0742e7"/>
    <p:sldId xmlns:r="http://schemas.openxmlformats.org/officeDocument/2006/relationships" id="277" r:id="Rac1c03cbbd634e14"/>
    <p:sldId xmlns:r="http://schemas.openxmlformats.org/officeDocument/2006/relationships" id="278" r:id="Re52df5e281c44aa6"/>
    <p:sldId xmlns:r="http://schemas.openxmlformats.org/officeDocument/2006/relationships" id="279" r:id="R5d47e6bbe52e4618"/>
    <p:sldId xmlns:r="http://schemas.openxmlformats.org/officeDocument/2006/relationships" id="280" r:id="Ra04e24dfc92946fd"/>
    <p:sldId xmlns:r="http://schemas.openxmlformats.org/officeDocument/2006/relationships" id="281" r:id="R9b98e4954c5a4855"/>
    <p:sldId xmlns:r="http://schemas.openxmlformats.org/officeDocument/2006/relationships" id="282" r:id="R28f8ac2ee0be43f7"/>
    <p:sldId xmlns:r="http://schemas.openxmlformats.org/officeDocument/2006/relationships" id="283" r:id="R28fe557b91704be1"/>
    <p:sldId xmlns:r="http://schemas.openxmlformats.org/officeDocument/2006/relationships" id="284" r:id="R78c8d2ba2d104bc5"/>
    <p:sldId xmlns:r="http://schemas.openxmlformats.org/officeDocument/2006/relationships" id="285" r:id="R74e65e658dc54257"/>
    <p:sldId xmlns:r="http://schemas.openxmlformats.org/officeDocument/2006/relationships" id="286" r:id="R13d08337b8cc4931"/>
    <p:sldId xmlns:r="http://schemas.openxmlformats.org/officeDocument/2006/relationships" id="287" r:id="Ra7d37c28230f4881"/>
    <p:sldId xmlns:r="http://schemas.openxmlformats.org/officeDocument/2006/relationships" id="288" r:id="R44fda97c603d4b8c"/>
    <p:sldId xmlns:r="http://schemas.openxmlformats.org/officeDocument/2006/relationships" id="289" r:id="Rd438d28d647d4c8a"/>
    <p:sldId xmlns:r="http://schemas.openxmlformats.org/officeDocument/2006/relationships" id="290" r:id="R0303c4f498f34f81"/>
    <p:sldId xmlns:r="http://schemas.openxmlformats.org/officeDocument/2006/relationships" id="291" r:id="R45847af842f64a90"/>
    <p:sldId xmlns:r="http://schemas.openxmlformats.org/officeDocument/2006/relationships" id="292" r:id="Rc663ec14cef8485b"/>
    <p:sldId xmlns:r="http://schemas.openxmlformats.org/officeDocument/2006/relationships" id="293" r:id="R2cdcb82c40444c80"/>
    <p:sldId xmlns:r="http://schemas.openxmlformats.org/officeDocument/2006/relationships" id="294" r:id="R9f9bb77e22964b49"/>
    <p:sldId xmlns:r="http://schemas.openxmlformats.org/officeDocument/2006/relationships" id="295" r:id="Rfd0e043a598e4d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70f1edb13ae42fe" /><Relationship Type="http://schemas.openxmlformats.org/officeDocument/2006/relationships/slideMaster" Target="/ppt/slideMasters/slideMaster1.xml" Id="Rc2c8dfd545bf4ed7" /><Relationship Type="http://schemas.openxmlformats.org/officeDocument/2006/relationships/notesMaster" Target="/ppt/notesMasters/notesMaster1.xml" Id="R5b5733bbdc9048e7" /><Relationship Type="http://schemas.openxmlformats.org/officeDocument/2006/relationships/presProps" Target="/ppt/presProps.xml" Id="R7b8fef53796a4252" /><Relationship Type="http://schemas.openxmlformats.org/officeDocument/2006/relationships/tableStyles" Target="/ppt/tableStyles.xml" Id="R557894dc924341c9" /><Relationship Type="http://schemas.openxmlformats.org/officeDocument/2006/relationships/slide" Target="/ppt/slides/slide1.xml" Id="Rdcc6b8c4ef314e2f" /><Relationship Type="http://schemas.openxmlformats.org/officeDocument/2006/relationships/slide" Target="/ppt/slides/slide2.xml" Id="Re4ed47c69e884149" /><Relationship Type="http://schemas.openxmlformats.org/officeDocument/2006/relationships/slide" Target="/ppt/slides/slide3.xml" Id="R8d6f21686cb84463" /><Relationship Type="http://schemas.openxmlformats.org/officeDocument/2006/relationships/slide" Target="/ppt/slides/slide4.xml" Id="R05dcd17a39d14c41" /><Relationship Type="http://schemas.openxmlformats.org/officeDocument/2006/relationships/slide" Target="/ppt/slides/slide5.xml" Id="R563b87f165f44b92" /><Relationship Type="http://schemas.openxmlformats.org/officeDocument/2006/relationships/slide" Target="/ppt/slides/slide6.xml" Id="R132b9ccba1b3429a" /><Relationship Type="http://schemas.openxmlformats.org/officeDocument/2006/relationships/slide" Target="/ppt/slides/slide7.xml" Id="R4fedc7d2edde405c" /><Relationship Type="http://schemas.openxmlformats.org/officeDocument/2006/relationships/slide" Target="/ppt/slides/slide8.xml" Id="R55700287cdd44170" /><Relationship Type="http://schemas.openxmlformats.org/officeDocument/2006/relationships/slide" Target="/ppt/slides/slide9.xml" Id="R867fe049560841ad" /><Relationship Type="http://schemas.openxmlformats.org/officeDocument/2006/relationships/slide" Target="/ppt/slides/slide10.xml" Id="R6167e17887bc45cc" /><Relationship Type="http://schemas.openxmlformats.org/officeDocument/2006/relationships/slide" Target="/ppt/slides/slide11.xml" Id="Rd4237cf458504d3b" /><Relationship Type="http://schemas.openxmlformats.org/officeDocument/2006/relationships/slide" Target="/ppt/slides/slide12.xml" Id="R0f45c690d2e64a89" /><Relationship Type="http://schemas.openxmlformats.org/officeDocument/2006/relationships/slide" Target="/ppt/slides/slide13.xml" Id="R82ae8df67d444bbb" /><Relationship Type="http://schemas.openxmlformats.org/officeDocument/2006/relationships/slide" Target="/ppt/slides/slide14.xml" Id="Rbf1f6237813f4ff9" /><Relationship Type="http://schemas.openxmlformats.org/officeDocument/2006/relationships/slide" Target="/ppt/slides/slide15.xml" Id="Rab1a90a1e0624ef6" /><Relationship Type="http://schemas.openxmlformats.org/officeDocument/2006/relationships/slide" Target="/ppt/slides/slide16.xml" Id="Rae77a43d25ab4b98" /><Relationship Type="http://schemas.openxmlformats.org/officeDocument/2006/relationships/slide" Target="/ppt/slides/slide17.xml" Id="R50e1eded460c442b" /><Relationship Type="http://schemas.openxmlformats.org/officeDocument/2006/relationships/slide" Target="/ppt/slides/slide18.xml" Id="R7b3c1cc7d9ae42bf" /><Relationship Type="http://schemas.openxmlformats.org/officeDocument/2006/relationships/slide" Target="/ppt/slides/slide19.xml" Id="R3cdad4e6fbee4c6e" /><Relationship Type="http://schemas.openxmlformats.org/officeDocument/2006/relationships/slide" Target="/ppt/slides/slide20.xml" Id="Ra425d303918f46fd" /><Relationship Type="http://schemas.openxmlformats.org/officeDocument/2006/relationships/slide" Target="/ppt/slides/slide21.xml" Id="Rf818dd185e0742e7" /><Relationship Type="http://schemas.openxmlformats.org/officeDocument/2006/relationships/slide" Target="/ppt/slides/slide22.xml" Id="Rac1c03cbbd634e14" /><Relationship Type="http://schemas.openxmlformats.org/officeDocument/2006/relationships/slide" Target="/ppt/slides/slide23.xml" Id="Re52df5e281c44aa6" /><Relationship Type="http://schemas.openxmlformats.org/officeDocument/2006/relationships/slide" Target="/ppt/slides/slide24.xml" Id="R5d47e6bbe52e4618" /><Relationship Type="http://schemas.openxmlformats.org/officeDocument/2006/relationships/slide" Target="/ppt/slides/slide25.xml" Id="Ra04e24dfc92946fd" /><Relationship Type="http://schemas.openxmlformats.org/officeDocument/2006/relationships/slide" Target="/ppt/slides/slide26.xml" Id="R9b98e4954c5a4855" /><Relationship Type="http://schemas.openxmlformats.org/officeDocument/2006/relationships/slide" Target="/ppt/slides/slide27.xml" Id="R28f8ac2ee0be43f7" /><Relationship Type="http://schemas.openxmlformats.org/officeDocument/2006/relationships/slide" Target="/ppt/slides/slide28.xml" Id="R28fe557b91704be1" /><Relationship Type="http://schemas.openxmlformats.org/officeDocument/2006/relationships/slide" Target="/ppt/slides/slide29.xml" Id="R78c8d2ba2d104bc5" /><Relationship Type="http://schemas.openxmlformats.org/officeDocument/2006/relationships/slide" Target="/ppt/slides/slide30.xml" Id="R74e65e658dc54257" /><Relationship Type="http://schemas.openxmlformats.org/officeDocument/2006/relationships/slide" Target="/ppt/slides/slide31.xml" Id="R13d08337b8cc4931" /><Relationship Type="http://schemas.openxmlformats.org/officeDocument/2006/relationships/slide" Target="/ppt/slides/slide32.xml" Id="Ra7d37c28230f4881" /><Relationship Type="http://schemas.openxmlformats.org/officeDocument/2006/relationships/slide" Target="/ppt/slides/slide33.xml" Id="R44fda97c603d4b8c" /><Relationship Type="http://schemas.openxmlformats.org/officeDocument/2006/relationships/slide" Target="/ppt/slides/slide34.xml" Id="Rd438d28d647d4c8a" /><Relationship Type="http://schemas.openxmlformats.org/officeDocument/2006/relationships/slide" Target="/ppt/slides/slide35.xml" Id="R0303c4f498f34f81" /><Relationship Type="http://schemas.openxmlformats.org/officeDocument/2006/relationships/slide" Target="/ppt/slides/slide36.xml" Id="R45847af842f64a90" /><Relationship Type="http://schemas.openxmlformats.org/officeDocument/2006/relationships/slide" Target="/ppt/slides/slide37.xml" Id="Rc663ec14cef8485b" /><Relationship Type="http://schemas.openxmlformats.org/officeDocument/2006/relationships/slide" Target="/ppt/slides/slide38.xml" Id="R2cdcb82c40444c80" /><Relationship Type="http://schemas.openxmlformats.org/officeDocument/2006/relationships/slide" Target="/ppt/slides/slide39.xml" Id="R9f9bb77e22964b49" /><Relationship Type="http://schemas.openxmlformats.org/officeDocument/2006/relationships/slide" Target="/ppt/slides/slide40.xml" Id="Rfd0e043a598e4d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736c3b3705427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584864b9c04d76" /><Relationship Type="http://schemas.openxmlformats.org/officeDocument/2006/relationships/notesMaster" Target="/ppt/notesMasters/notesMaster1.xml" Id="Re46f3b49b80c426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92a4da845524f86" /><Relationship Type="http://schemas.openxmlformats.org/officeDocument/2006/relationships/notesMaster" Target="/ppt/notesMasters/notesMaster1.xml" Id="R4ac65f27c24e47d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c826b663e54b84" /><Relationship Type="http://schemas.openxmlformats.org/officeDocument/2006/relationships/notesMaster" Target="/ppt/notesMasters/notesMaster1.xml" Id="Rd44f26ada49043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2558217f074c0f" /><Relationship Type="http://schemas.openxmlformats.org/officeDocument/2006/relationships/notesMaster" Target="/ppt/notesMasters/notesMaster1.xml" Id="R75ef8587c46546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4e317872e904ff4" /><Relationship Type="http://schemas.openxmlformats.org/officeDocument/2006/relationships/notesMaster" Target="/ppt/notesMasters/notesMaster1.xml" Id="R32ac529d3e2d41d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ed9408f439c4c93" /><Relationship Type="http://schemas.openxmlformats.org/officeDocument/2006/relationships/notesMaster" Target="/ppt/notesMasters/notesMaster1.xml" Id="R6c32f5d92ca342e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2d1302c0e4b4194" /><Relationship Type="http://schemas.openxmlformats.org/officeDocument/2006/relationships/notesMaster" Target="/ppt/notesMasters/notesMaster1.xml" Id="R89d5540230ef4e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e8d6b4d14b7460b" /><Relationship Type="http://schemas.openxmlformats.org/officeDocument/2006/relationships/notesMaster" Target="/ppt/notesMasters/notesMaster1.xml" Id="R456719a640914a7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6a68d15dd6d4e22" /><Relationship Type="http://schemas.openxmlformats.org/officeDocument/2006/relationships/notesMaster" Target="/ppt/notesMasters/notesMaster1.xml" Id="R6bc303bf974f4a8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cfe968b53094e5e" /><Relationship Type="http://schemas.openxmlformats.org/officeDocument/2006/relationships/notesMaster" Target="/ppt/notesMasters/notesMaster1.xml" Id="R5ec8f468c1de4f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e9e8118c6bd468c" /><Relationship Type="http://schemas.openxmlformats.org/officeDocument/2006/relationships/notesMaster" Target="/ppt/notesMasters/notesMaster1.xml" Id="R99c8fd88d2df41f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152fc9f0a7146c7" /><Relationship Type="http://schemas.openxmlformats.org/officeDocument/2006/relationships/notesMaster" Target="/ppt/notesMasters/notesMaster1.xml" Id="R64d6d549c4e542a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9e403d1c0294f3d" /><Relationship Type="http://schemas.openxmlformats.org/officeDocument/2006/relationships/notesMaster" Target="/ppt/notesMasters/notesMaster1.xml" Id="Rd03a7e2544e94a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7ce5dd6e66944f3" /><Relationship Type="http://schemas.openxmlformats.org/officeDocument/2006/relationships/notesMaster" Target="/ppt/notesMasters/notesMaster1.xml" Id="Rbfb02700847249a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ace088ebf314337" /><Relationship Type="http://schemas.openxmlformats.org/officeDocument/2006/relationships/notesMaster" Target="/ppt/notesMasters/notesMaster1.xml" Id="Ref1ca5881570490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e0b023f90954bd3" /><Relationship Type="http://schemas.openxmlformats.org/officeDocument/2006/relationships/notesMaster" Target="/ppt/notesMasters/notesMaster1.xml" Id="R89b6d6dccde4488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490f91f2fe14b43" /><Relationship Type="http://schemas.openxmlformats.org/officeDocument/2006/relationships/notesMaster" Target="/ppt/notesMasters/notesMaster1.xml" Id="R518aa33aa7dd49e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f31a2a9fe644fc4" /><Relationship Type="http://schemas.openxmlformats.org/officeDocument/2006/relationships/notesMaster" Target="/ppt/notesMasters/notesMaster1.xml" Id="R491a99e45e1d409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447eb28039714484" /><Relationship Type="http://schemas.openxmlformats.org/officeDocument/2006/relationships/notesMaster" Target="/ppt/notesMasters/notesMaster1.xml" Id="Rf9e949c3ba1b43e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6a49c67cb3c47c0" /><Relationship Type="http://schemas.openxmlformats.org/officeDocument/2006/relationships/notesMaster" Target="/ppt/notesMasters/notesMaster1.xml" Id="Ra5a235d6f949437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6df7e3e639e44e8" /><Relationship Type="http://schemas.openxmlformats.org/officeDocument/2006/relationships/notesMaster" Target="/ppt/notesMasters/notesMaster1.xml" Id="R48701b12c0af4c7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801134d7481c4b50" /><Relationship Type="http://schemas.openxmlformats.org/officeDocument/2006/relationships/notesMaster" Target="/ppt/notesMasters/notesMaster1.xml" Id="Rb43bb04276a944db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05e7457564c4dc3" /><Relationship Type="http://schemas.openxmlformats.org/officeDocument/2006/relationships/notesMaster" Target="/ppt/notesMasters/notesMaster1.xml" Id="R154f0eb23df6446b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5f4ba07f7324bdb" /><Relationship Type="http://schemas.openxmlformats.org/officeDocument/2006/relationships/notesMaster" Target="/ppt/notesMasters/notesMaster1.xml" Id="R1da32bdb70b44215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74b545bf98094054" /><Relationship Type="http://schemas.openxmlformats.org/officeDocument/2006/relationships/notesMaster" Target="/ppt/notesMasters/notesMaster1.xml" Id="R8579c8e37cb048e0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82926e84c3b4ed7" /><Relationship Type="http://schemas.openxmlformats.org/officeDocument/2006/relationships/notesMaster" Target="/ppt/notesMasters/notesMaster1.xml" Id="R1be3a51184bd4704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2b1fb7865e8f41c1" /><Relationship Type="http://schemas.openxmlformats.org/officeDocument/2006/relationships/notesMaster" Target="/ppt/notesMasters/notesMaster1.xml" Id="Re1a214043684412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8e9c2efe52b44ddc" /><Relationship Type="http://schemas.openxmlformats.org/officeDocument/2006/relationships/notesMaster" Target="/ppt/notesMasters/notesMaster1.xml" Id="Rd4501171276c4745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1356deb4fa74445" /><Relationship Type="http://schemas.openxmlformats.org/officeDocument/2006/relationships/notesMaster" Target="/ppt/notesMasters/notesMaster1.xml" Id="Rde38ce8db5d442b0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bec1b68ac7a04d00" /><Relationship Type="http://schemas.openxmlformats.org/officeDocument/2006/relationships/notesMaster" Target="/ppt/notesMasters/notesMaster1.xml" Id="Rfea8e68d78214a02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0715ff42dd4e4890" /><Relationship Type="http://schemas.openxmlformats.org/officeDocument/2006/relationships/notesMaster" Target="/ppt/notesMasters/notesMaster1.xml" Id="R0b7cfbf01a2447c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792125a7eb4b52" /><Relationship Type="http://schemas.openxmlformats.org/officeDocument/2006/relationships/notesMaster" Target="/ppt/notesMasters/notesMaster1.xml" Id="Ra6927f81483d4b3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3a5bbd0693df4968" /><Relationship Type="http://schemas.openxmlformats.org/officeDocument/2006/relationships/notesMaster" Target="/ppt/notesMasters/notesMaster1.xml" Id="R856827820e5a4c7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2d7be0365a9e4b3c" /><Relationship Type="http://schemas.openxmlformats.org/officeDocument/2006/relationships/notesMaster" Target="/ppt/notesMasters/notesMaster1.xml" Id="R9f25248ab01b400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dab0a4a708a0469a" /><Relationship Type="http://schemas.openxmlformats.org/officeDocument/2006/relationships/notesMaster" Target="/ppt/notesMasters/notesMaster1.xml" Id="Rdd137ee34aa44486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fa9703e0c8c4dc7" /><Relationship Type="http://schemas.openxmlformats.org/officeDocument/2006/relationships/notesMaster" Target="/ppt/notesMasters/notesMaster1.xml" Id="R08b96e911b224587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ca08d5d137074e69" /><Relationship Type="http://schemas.openxmlformats.org/officeDocument/2006/relationships/notesMaster" Target="/ppt/notesMasters/notesMaster1.xml" Id="R8267337381db46b5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20654c9b29e94ae3" /><Relationship Type="http://schemas.openxmlformats.org/officeDocument/2006/relationships/notesMaster" Target="/ppt/notesMasters/notesMaster1.xml" Id="R6389f34779914957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33c01bcc9c9f4cc9" /><Relationship Type="http://schemas.openxmlformats.org/officeDocument/2006/relationships/notesMaster" Target="/ppt/notesMasters/notesMaster1.xml" Id="R74cc7dec51fa460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323fdbfed90e4f9a" /><Relationship Type="http://schemas.openxmlformats.org/officeDocument/2006/relationships/notesMaster" Target="/ppt/notesMasters/notesMaster1.xml" Id="Rc9514cbf8a054b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cd468de2ee44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72736251e284d24" /><Relationship Type="http://schemas.openxmlformats.org/officeDocument/2006/relationships/slideLayout" Target="/ppt/slideLayouts/slideLayout1.xml" Id="Re787c19d7a1a473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87c19d7a1a473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5c041ab3454dcd" /><Relationship Type="http://schemas.openxmlformats.org/officeDocument/2006/relationships/notesSlide" Target="/ppt/notesSlides/notesSlide1.xml" Id="R7927b28db82d4a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579f9a0fd64d73" /><Relationship Type="http://schemas.openxmlformats.org/officeDocument/2006/relationships/notesSlide" Target="/ppt/notesSlides/notesSlide2.xml" Id="Rdb51a528522341c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4e33cf270d45aa" /><Relationship Type="http://schemas.openxmlformats.org/officeDocument/2006/relationships/notesSlide" Target="/ppt/notesSlides/notesSlide3.xml" Id="R089c19a8fabb4eb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9484760dbd40c6" /><Relationship Type="http://schemas.openxmlformats.org/officeDocument/2006/relationships/notesSlide" Target="/ppt/notesSlides/notesSlide4.xml" Id="R28e03bd9ac9d475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737fb7ea445cc" /><Relationship Type="http://schemas.openxmlformats.org/officeDocument/2006/relationships/notesSlide" Target="/ppt/notesSlides/notesSlide5.xml" Id="R05439b129eec4d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e7c2fd710c4dd5" /><Relationship Type="http://schemas.openxmlformats.org/officeDocument/2006/relationships/notesSlide" Target="/ppt/notesSlides/notesSlide6.xml" Id="R8aade4982c4544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0849c3f2643a7" /><Relationship Type="http://schemas.openxmlformats.org/officeDocument/2006/relationships/notesSlide" Target="/ppt/notesSlides/notesSlide7.xml" Id="R935ae0f4d44a44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fcd17d7a24d12" /><Relationship Type="http://schemas.openxmlformats.org/officeDocument/2006/relationships/notesSlide" Target="/ppt/notesSlides/notesSlide8.xml" Id="R3d1ba923c7314a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9e486e5fba46e9" /><Relationship Type="http://schemas.openxmlformats.org/officeDocument/2006/relationships/notesSlide" Target="/ppt/notesSlides/notesSlide9.xml" Id="R969a25b2128547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8d8cb99d8241c2" /><Relationship Type="http://schemas.openxmlformats.org/officeDocument/2006/relationships/notesSlide" Target="/ppt/notesSlides/notesSlide10.xml" Id="R2590f5f98923401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f85890ee704aed" /><Relationship Type="http://schemas.openxmlformats.org/officeDocument/2006/relationships/notesSlide" Target="/ppt/notesSlides/notesSlide11.xml" Id="R79dc9b24c3b34fb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1aefea13348fe" /><Relationship Type="http://schemas.openxmlformats.org/officeDocument/2006/relationships/notesSlide" Target="/ppt/notesSlides/notesSlide12.xml" Id="R520a905461d14ba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689820da1b4ba9" /><Relationship Type="http://schemas.openxmlformats.org/officeDocument/2006/relationships/notesSlide" Target="/ppt/notesSlides/notesSlide13.xml" Id="Ra910f1cea68347a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974e001f64ce0" /><Relationship Type="http://schemas.openxmlformats.org/officeDocument/2006/relationships/notesSlide" Target="/ppt/notesSlides/notesSlide14.xml" Id="R45718c837f17439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4bb1fa17eb4364" /><Relationship Type="http://schemas.openxmlformats.org/officeDocument/2006/relationships/notesSlide" Target="/ppt/notesSlides/notesSlide15.xml" Id="Ra02bc235c66f4f2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e0ec425ff94226" /><Relationship Type="http://schemas.openxmlformats.org/officeDocument/2006/relationships/notesSlide" Target="/ppt/notesSlides/notesSlide16.xml" Id="R8eca8b9702f04fb7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0040974601417b" /><Relationship Type="http://schemas.openxmlformats.org/officeDocument/2006/relationships/notesSlide" Target="/ppt/notesSlides/notesSlide17.xml" Id="Rfd2c057a493249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f7f335ad604ae3" /><Relationship Type="http://schemas.openxmlformats.org/officeDocument/2006/relationships/notesSlide" Target="/ppt/notesSlides/notesSlide18.xml" Id="R7e9a83633e6a4cbf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dbbc06a54a48c9" /><Relationship Type="http://schemas.openxmlformats.org/officeDocument/2006/relationships/notesSlide" Target="/ppt/notesSlides/notesSlide19.xml" Id="R6c529ebc7aad4dc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0affb9daeb4743" /><Relationship Type="http://schemas.openxmlformats.org/officeDocument/2006/relationships/notesSlide" Target="/ppt/notesSlides/notesSlide20.xml" Id="Re3a67dff8475429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b1ec09f084ff1" /><Relationship Type="http://schemas.openxmlformats.org/officeDocument/2006/relationships/notesSlide" Target="/ppt/notesSlides/notesSlide21.xml" Id="Re6085a6a5e3c490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276b98bd6493e" /><Relationship Type="http://schemas.openxmlformats.org/officeDocument/2006/relationships/notesSlide" Target="/ppt/notesSlides/notesSlide22.xml" Id="R690621f43838476f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0af409b2a4b27" /><Relationship Type="http://schemas.openxmlformats.org/officeDocument/2006/relationships/notesSlide" Target="/ppt/notesSlides/notesSlide23.xml" Id="Rddf5721bf48a4ef5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9a62aa86b4318" /><Relationship Type="http://schemas.openxmlformats.org/officeDocument/2006/relationships/notesSlide" Target="/ppt/notesSlides/notesSlide24.xml" Id="R1d44f1757d4841f6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8973c5139a14f23" /><Relationship Type="http://schemas.openxmlformats.org/officeDocument/2006/relationships/notesSlide" Target="/ppt/notesSlides/notesSlide25.xml" Id="R612288a834774ffa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4e0b0dcdc44176" /><Relationship Type="http://schemas.openxmlformats.org/officeDocument/2006/relationships/notesSlide" Target="/ppt/notesSlides/notesSlide26.xml" Id="Re00f8603e20c42c3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6db7ff5aed457a" /><Relationship Type="http://schemas.openxmlformats.org/officeDocument/2006/relationships/notesSlide" Target="/ppt/notesSlides/notesSlide27.xml" Id="R778f4ee2d5b04e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3ecec9ae4548b6" /><Relationship Type="http://schemas.openxmlformats.org/officeDocument/2006/relationships/notesSlide" Target="/ppt/notesSlides/notesSlide28.xml" Id="R8fe64cd0560e4bb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ff8fb96d5e4460" /><Relationship Type="http://schemas.openxmlformats.org/officeDocument/2006/relationships/notesSlide" Target="/ppt/notesSlides/notesSlide29.xml" Id="R4192b7c5eb5245b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7810522694a67" /><Relationship Type="http://schemas.openxmlformats.org/officeDocument/2006/relationships/notesSlide" Target="/ppt/notesSlides/notesSlide30.xml" Id="R7ae00e5ebff8406e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aba5456f9f4f0d" /><Relationship Type="http://schemas.openxmlformats.org/officeDocument/2006/relationships/notesSlide" Target="/ppt/notesSlides/notesSlide31.xml" Id="R0236b49588cc4e08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805074771d41bc" /><Relationship Type="http://schemas.openxmlformats.org/officeDocument/2006/relationships/notesSlide" Target="/ppt/notesSlides/notesSlide32.xml" Id="R2d6422a1144a45e5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1a8d0db2374f2b" /><Relationship Type="http://schemas.openxmlformats.org/officeDocument/2006/relationships/notesSlide" Target="/ppt/notesSlides/notesSlide33.xml" Id="R19319b0ca9ec47c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c4a65107ed41e8" /><Relationship Type="http://schemas.openxmlformats.org/officeDocument/2006/relationships/notesSlide" Target="/ppt/notesSlides/notesSlide34.xml" Id="Rda9f6d72851c4219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999c13ecf44f0d" /><Relationship Type="http://schemas.openxmlformats.org/officeDocument/2006/relationships/notesSlide" Target="/ppt/notesSlides/notesSlide35.xml" Id="Rcb010f1804cc4ff3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5179af19d64a0e" /><Relationship Type="http://schemas.openxmlformats.org/officeDocument/2006/relationships/notesSlide" Target="/ppt/notesSlides/notesSlide36.xml" Id="R50ee687fd2d94e3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4fa43041f048d8" /><Relationship Type="http://schemas.openxmlformats.org/officeDocument/2006/relationships/notesSlide" Target="/ppt/notesSlides/notesSlide37.xml" Id="R0e46f2ef609b427d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cabc1429a34695" /><Relationship Type="http://schemas.openxmlformats.org/officeDocument/2006/relationships/notesSlide" Target="/ppt/notesSlides/notesSlide38.xml" Id="R2df927fb994a4e6f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00330f09a54a63" /><Relationship Type="http://schemas.openxmlformats.org/officeDocument/2006/relationships/notesSlide" Target="/ppt/notesSlides/notesSlide39.xml" Id="Rb89494b26021400f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0dcdd74d874964" /><Relationship Type="http://schemas.openxmlformats.org/officeDocument/2006/relationships/notesSlide" Target="/ppt/notesSlides/notesSlide40.xml" Id="R10ad20275c17488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EFD482-2A59-4F0A-A6E2-4CAD5A41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6BD5A3-3697-4031-AD1F-9B88954C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15092025 2 2 Non-Destructive Testing: Introduction to NDT, Need for inspection, Types of inspection system, Benefits of 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F6541-5E1C-4280-915B-7192D2D4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PHYSICS FOR SUSTAINABLE STRUCTURAL SYSTEMS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1BPHYC102/202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16068D-1578-41B3-B936-DE0446B5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23EFC-1E2A-49C6-A1AF-FC35E9E22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40E2C3-1D63-4584-B741-F2BD5BF20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CD5EF4-D38A-4F18-8348-4F1B61293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C8D89D-6469-4EC9-AC95-4415FEBD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258883-B5B8-45B9-8B1E-1E5C69AE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AD7E2D-518B-445C-9776-6841DA495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5AD333-9B38-4D09-A5AC-CF04439E8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7F20F8-A046-4B64-9C45-AF40A92BA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0F67DD-9FD3-4085-B5AF-94DFD702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171512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0008C0-62B8-48B7-A932-C47ABBD67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0A4BBF-691A-490F-907E-3C98345AD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5B68681-F218-400E-9238-5DA40F314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6F3413-4087-4334-8A26-82F56E64B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857B76-0289-49E1-B81F-4AE266B08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B45A98-6A4B-431B-8188-81B59FBE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6813DC-4ADF-4767-8F56-50F2BD8A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1ABF5F-EF6F-45F1-BD3D-FF77903F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EBF456-3397-4837-97CB-F3516127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BDA3A1-72CA-4D19-870E-E8E31E81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7C11A5-6008-482F-8ED4-0CF9405EA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CAEC08-AFEA-4311-8B51-7BAC272A8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76C052-641F-49D8-80CE-EF8E645FE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09C3A5-B0DB-4F28-8D9C-72A206CD6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BE983F-D2F0-4E45-9AA0-420A89F5E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6641306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EF285F-2937-4F5A-852C-FBE4F4E0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E2C6D7-EB64-48F1-8250-D6A27FD22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DD05DB-BD58-4ADB-824C-3512CC0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D9CB58-5EC0-44FC-8EED-D33538F49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2316E-EA96-4E79-8EAA-762F88950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25A847-0B8B-4510-A212-8A3D9DAB9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C26BAF-4D74-4803-9BD8-FC95F3C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E27B25-84E8-4206-87ED-AFA1B7023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353417-C69B-4979-84AE-2AC0A35D8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Testing: Introduction to NDT, Need for inspection, Types...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2CAA38-73AB-488A-9ED7-BFD30C91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B55DA7A-4105-4109-998A-1F2A15FAF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F9B4E-526F-4C43-8B00-635708C3E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Liquid penetration test: Principles surface preparation,...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709FBD-1090-43AD-B966-A0B33BC5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459181-C94A-47A4-9BBB-D0A2A67B3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51A65C-499E-4E40-BDEC-E5EC0BEE5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Eddy present testing: Inspection probes, Display methods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5849F-D9D7-408C-A149-F2AED380C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A3345-2D61-4BB6-969F-776A9FEEF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FBE505-AEC8-41BB-BDA6-92D002E4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Ultrasonic testing: Principle, Generation of Ultrasonic,...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DADDAC-B274-4AE6-87C8-25867191B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8BE558-4DD1-439E-8F8B-55AD9955E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2B2DC9-7CE1-42E2-93AB-A40B4E489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Radiography: Radiation sources, Attenuation of radiation,...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4B0A52-B757-4E1D-BB1D-49D36C60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F011F6-7CC9-4028-A9DC-D6F9D39D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004653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64248B-2E80-4F88-844B-F8DA49C5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26FB5-FC8A-4686-AAA5-01373889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BF3F61-79E7-4114-920C-9B3DB2261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053F31-3FE3-4EA4-A5AD-6CB5081C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BA2EF6-0B60-4A23-9823-A5CE863E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F5E2DF-9D49-4C61-B065-DD34BA2F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C01F2-E368-4451-B097-656E5CA5C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3210F4-48CA-4581-BD1D-BF1361890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Testing: Introduction to NDT, Need for inspection, Types....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D38DDD-7EBA-4B2F-A2DF-8B5DC403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984F80-7805-495F-9383-68A4A3A9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2F6537-5B71-4CFB-9A7E-FB3BF93BF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Liquid penetration test: Principles surface preparation,....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3EAB60-69CE-47A4-BBA1-09CA6E74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50D014-5EFA-4DB0-AC54-ADFF932D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71B301F-0FC3-4505-9A86-6D7BEE2C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Eddy present testing: Inspection probes, Display methods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FD17BE-B016-463C-AB14-7DB94F7DA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D1784E-D8D7-450F-9322-257DF46D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8383CBB-E690-4AFD-A302-6FBCB824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Ultrasonic testing: Principle, Generation of Ultrasonic,....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EC0C21-1A73-4B7C-AFB2-0E56A7718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2F05A3-8C0E-47B6-9FFA-4D57CD48D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0745876-7EF4-43EE-8633-00DE6C4EA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Radiography: Radiation sources, Attenuation of radiation,...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A6C6DE0-ADAE-420E-A21C-0A0DF4AD9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F0A904-5630-4686-A1FE-891BF0C53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026043-124D-4934-BA26-F41B986F6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59092672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D6F73-7141-4F8D-8480-6A5A5B91D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9D3FF8-381E-42A6-8FCA-9EB17804C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5D5775-F4F5-4D50-AA1E-4012791C6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5327A-75FE-4592-A6DC-178DDB1E9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2CFB5F-DD73-4A97-B487-9BBAFAED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Non-Destructive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D7B7F-A03B-4584-A583-975F6959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Testing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D30AB7-03A5-4F1B-851D-B8268517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Need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CBC872-005F-4AEE-BA1D-F8F2C8B3B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inspection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19FFFD-F34E-4F04-A1F2-4C19D9DC1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Types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C5A04B-FE71-4B62-AD59-76C1BF9D1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Benefits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717E17-2A2C-428D-8528-709D01AF5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Visual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137690-B00E-4407-8CAB-82417968B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Liquid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F0E964-8C46-4077-96E2-745549A15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penetration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E2DE94-41D5-4BA8-8C0A-DBF80C0C8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E78DA0-33B5-4918-9716-AAE0A7B73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29C110-9037-4FEE-AD0A-0A1FAA9E8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171505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2A0AD2-A838-417B-9710-0384B9EE7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CD9D8C-9ACE-4307-AAB9-F7C421A8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42A22-042A-4332-88B8-ED59686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29DA6-BA42-4DD0-B8FB-3E829FF45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CA8BA2-D1AD-4F1D-9944-3030B23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Testing: Introduction to NDT, Need for inspection, Types of inspection system, Benefits of NDT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783297-292F-44F6-9E3A-B43D1B17B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Testing: Introduction to NDT, Need for in...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E6FEFE-F4D9-459C-9270-11B5671B7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72812-A90F-4ADD-B889-B7574553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F8AAAE-8A8A-4F54-BCE0-AD74D3669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70EBAD-9AB8-4D14-B7F5-DE9CCF56D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F0E97F-E5DC-43FE-B1D9-6E04074AE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E3E8DD-BEB2-49E2-8DD8-FE37FA040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B9EB8A-CDBE-4D0C-B696-4A4F573A6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B0C9D-0BA4-45BC-9E1B-04D64A287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BBDE79-AFBF-44FC-9EF1-A0B2ECBF1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9C58F4-B291-4DB9-A4D7-291FE1C11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406263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973738F-5A23-4DF6-82A9-E1F7CE64A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6DC816-542A-41F2-AB94-73F71668A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CA4294-1C79-4D99-9B6E-247F99B9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C91DE-81AB-4BFF-852D-62AD78AAD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EF6752-9E40-45C2-AC6F-4B624A0F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CE1B90-AB6D-45CB-A714-1C3B97BE8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C998E0-CBFC-4542-B9B9-3FF454CBB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CBF884-CF38-45B1-BDE9-2CC7AE242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1F6C6-861B-42F1-B8AC-DC59C22EE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Testing: In...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9B47F6-CC95-4C5D-AC3F-1A66F59E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66AE0-C66A-46BF-8077-1F2F2DF9E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0DB1D-E7A9-4086-B887-F162CDB64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Testin...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3EBBDF-4B0D-4507-8980-45EB1F461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D667D2-0A06-4843-AE18-C35B98C23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649B5-AA35-488C-A024-DF2AA20C3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Testing: Int...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541495-CA10-4021-A8C2-08ADB25AC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AB4F2-90BE-446F-AA86-74E6367F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97D743-2545-433A-B991-EF429D484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Testing: In...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C983E7-4CDC-4608-8AB7-AEED7E8C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41A26A0-2587-4888-9185-ABA439246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87E37E-E89D-42D3-8801-862CD6A4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Testin...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3C57CD-6CBA-4856-867D-5BF6D8EC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4E5423B-BA28-448D-8D31-EDBB8F40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9430285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77E63D-DD00-4882-8DFA-559690807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F5E99-BD8E-4650-BB0A-10033DA80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AC9F24-CE5C-427B-B830-493A64F1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EE3B6-44E4-4AE0-8DF0-1448C759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153886-2FDB-4627-85D3-20631AEA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CC2303-91B9-461A-A80D-569F7428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964053-F4F9-46BA-B595-6E129A45F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8B7582-6B1C-4EC6-9A29-98A5C411B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4BC632-9F0D-40BB-8983-0FD861C8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A85D18-3B5F-4EDD-8E75-F20E8384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C8621F-D781-4ACC-A980-3CE6282F1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B70AF4-0025-4900-951E-53EFA5CD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388043-C619-40FE-8F15-7B72A21A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5B5E8-8FB2-4FDB-840B-9E48B0A2D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A2F7C2-2DC2-4159-8643-908323A69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8199229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D068C1-C810-4481-9BB0-843D6238A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DF8BD4-FA4C-439C-BA1E-127B10A9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26E086-F36A-46E3-952E-C13DFC44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779C6-AB6C-4E2D-8AA1-1E746655A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ADFA98-9D07-4152-9517-9BC144D6B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0A91A7-0828-4B6D-BE37-9434D943C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Testing: Introduction to NDT, Need for inspection, Types...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84E9F2-CA30-4709-9CEA-75D984FA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A735D-79A2-4D5C-9037-7348B77B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E5D12D-93C3-4623-8D3C-0994D4DBB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E252E9-577F-480F-BBCD-25466767E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42BBBE-4286-433B-9B82-A1B3A94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74453049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99889D-BE42-497B-A357-A385D688D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E9E22A-1493-4ECF-BA8C-A2287CF3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785564-72EF-4339-9B99-3853C1059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6DBC1C-42F7-457C-9323-1DA464A44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7375EC-7D43-4259-84CF-CFD18B8DF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Liquid penetration test: Principles surface preparation, Penetrant application and development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4AEAD7-0D4A-4D62-ADC1-68C33C0AB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Liquid penetration test: Principles surfa...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03C277-9990-4315-8458-12C94E47C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DD19D-F0A7-4E98-A6E0-617455E39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CDC8C7-CF35-4493-92EC-A8402EE8E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908E4C-5CD3-4D38-9AAD-9635AB487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EC5CA9-E4E4-4B43-9393-0F3F5912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C4895B-484E-442E-8DA2-6939CDE4E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FA1460-DE77-401D-903F-9A13FB3A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19A6B9-3E1D-471D-9C20-6F241081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35D840-5C40-475F-B65A-165322B97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6E977A-0EF5-4D94-83B2-53AA2753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3736960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8DF9D4-7110-4C6A-ADA4-B27D7EE48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A63E7B-90F7-42F3-9EF4-6A2113C12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0CEE2C-5AC8-45E4-9CBF-E13D885C3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E99F00-7204-4A51-B083-B1C62C151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B018AC-D612-4016-BF7C-8A1198A54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B3F00C-F688-4062-A92C-EAA8BD8B0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EB779-0535-4DAD-849F-4717250B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DE1EE0-AE60-4A3E-88DA-BC2AF799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139F8C-60ED-4780-BF4D-E720693C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Liquid pene...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71890D-50B0-4B0E-87FB-77E410969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7CDF8-A94D-4832-8813-B213DBDF3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903C26-C055-4A32-BB6C-822DCF0CA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Liquid...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AE514F-A47D-422F-B887-DE0C4EC62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623D96-1C17-42B3-AC75-493FAC221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A85B8A-0E9D-4F6D-87FF-CD29C28E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Liquid penet...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7EB9CF-32EC-4DF8-BAF3-B85740EE6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E4C589-AF00-4500-9195-74ECCBD1A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9F1ABA6-6A7B-47F0-8A95-698D2C222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Liquid pene...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5825B1-3A04-4CB7-A432-92C8C85D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E73CB2-08A0-4576-AF3A-3F0381D3D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40E67E-6232-47FA-9C51-01C229D82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Liquid...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08AAD5-1029-490D-8446-A1B93983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4D3C69-9B93-4F18-95F1-55D99C26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08445531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7EC232-C7D9-4173-97C0-CEB1FA5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73BAE8-A604-4689-B782-7B3E00C5E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D943008-51C3-4F87-A4A6-4A628F6B0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C2410B-19FD-4E1A-9567-DDA6A1F88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BBF169-52CD-4252-BE02-B7A8B08FA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7E46CE-1CFB-40A4-B341-BB16C0435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8237F8-A2C2-4DDC-BBC1-622D4934B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07FBD1-4E31-4DB7-AAF0-96EA1C23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DC94A5-76EB-4491-B4B9-0C051C605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D8B30D8-2DE6-4E7D-8396-9470CD30B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CE3056-B457-452B-BC3A-53A71FFF1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23AA97-CE01-4807-B40D-DB260020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2F882D-8E62-441B-AA44-8D20CB90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A6CF9-A632-471B-9085-A375E72AB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809FF1-0F89-4C83-A54D-740A1D09B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10109726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2055A-0888-473A-8EC7-17C50BF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28C05-BF7B-40BA-B91E-3F9AFDF6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125391-9AA3-4A57-A0B8-24136C58F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FC294A-0D5D-4EFB-B185-BFA0D1DF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EDC307-59F9-40EF-859B-23BD5FC33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460A84-B912-4A82-908A-0E8BCFC2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Liquid penetration test: Principles surface preparation,...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A75E07-4C6B-4E6D-AE29-5B035D22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BDC18-D0EC-4A84-A324-C43D7D42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CF6DCD-8F24-49B2-9D16-504829461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A1B504-1A89-4334-BC15-A3F79A1F8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FE9F9E-BE4D-4A77-8ADC-CBAE0FDD0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5917828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DE58E1F-82C9-467F-83DB-A5E6DC96B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ABD78C-E06A-45D0-96E7-2531FC42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9247E2-9A50-4F0E-ACEC-3C7314425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3FA2E75-143F-4D6C-B7C3-069F6254D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C69A60-D3D0-4CDA-8A29-13683A697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Eddy present testing: Inspection probes, Display methods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C8E908-5659-4600-BE4D-DEF78CA5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Eddy present testing: Inspection probes,...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0B49B9-F94E-4A3C-AF59-B77591C97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CA9D39-37B9-414E-B8C9-21E0CE58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F3FADD-17D7-4AFC-931C-4FBC09EA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7D0A07-6452-40C0-BFB4-707C675F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E3722CB-709D-4C4D-8954-D88FC404C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53E13E-B1C6-40FC-9A97-F4588B4D8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B3643C2-B95C-4A4E-89B0-6B8DD485F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D1EB7B-1914-454C-AB34-C1C37589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E813D3-E1D9-4E65-9F1A-4541AD7B1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20B85B-E7EA-4C09-93E6-BC23EF52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7888638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FFF840A-56CB-44BB-8172-8EB2A6A58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2131FA-97F7-459C-A156-22EA5F61F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51312-B6A6-4719-8572-7B5545718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EF31B5-282C-444F-9C5E-1B29F1254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402CD8-BAC5-42BA-8A25-CB867646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2EB415-0855-4B8B-9925-5666F9D2B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926C6C-8B32-498F-91C0-CE97ADE71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CE10DE-9F87-48F1-A6C6-516655310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5844E0-F14F-4A30-B11B-9EFAEF05B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Eddy presen...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3C3D-AA3C-4523-AE9E-3B6A53BA9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B9CB17-163C-426B-9DE0-68DE3267E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F06F7B-32EE-4F52-8645-D75C5C204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Eddy p...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AFC76C-0E95-40CD-8220-155EC64E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C628A-EEE7-4BC4-8325-94B63011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8DF9E2-21E4-4C2C-B0CC-D8BA0EC0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Eddy present...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1E8611-146C-4F49-A168-77EB2688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F38C92-E775-4587-9C3E-3E5091A9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643CD3-14C2-4D16-8FC9-4D12CD200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Eddy presen...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1E89C7F-C4F7-445A-93BD-7E2F98C4C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8BA9F-0DAE-46FC-99F4-CA0178753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C1E1AE-1602-4CC0-832E-DC98DAB6F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Eddy p...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5CD2B-F151-45A8-9655-16F4834C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5E624E-4E2F-4801-9702-7F7F00B21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838056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470EC4E-0FB4-4E76-819E-7C1D740F5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29F440-19D3-4301-AE80-0C552E08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8B2612-D75C-4DEC-A133-4572EC5E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205270-2483-4492-B2C7-2972D123F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A8755E-B4A6-4758-A754-05D5B6756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22F89A-A8D0-42CB-AFCB-471E625CF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59B38-A5B7-48BC-A1CF-6CB04157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FD92CA-0164-4A4A-A113-683C46FD8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808306-C5DE-4DD8-8A6D-A390BC5A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CB161C-56B2-4F03-80E3-1C752CE83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6D53EF-FFB9-45B1-BC3E-2349EF82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DF34F5E-D647-4FD1-A709-8AA8FC86D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1ADD2-8FC0-4BFF-9E58-202352E28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491E8-DDF7-4F71-8D42-585EF6088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385673-2DF9-4E59-869A-BBD42F48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2069636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9309D6-E705-44E5-BA00-342F68853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C68E0E-5A03-4015-9CD5-774E70D4A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9188FC-9BD0-4593-88AD-76832EA3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F847B9-5FF6-419C-B830-63006A06C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6F5F96-F49A-44B4-8DCD-5938E29C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87A09-EC92-45BC-A04E-95D9FD17B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Eddy present testing: Inspection probes, Display methods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CB4B3C-4282-4E5B-9BFB-25443FDD4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C8F44-59FC-4AD6-9596-1312ADF6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23F71B-3A21-4460-9E32-F887E362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FF7D796-3398-4159-9B39-65F82B3C9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E636E-FC04-446F-97D8-1B26E8F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907367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FF1C82-04A4-42B0-A3AF-541DFBDB9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FC2266-442C-4783-A834-8E39DC7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781A94-3924-4217-A0DE-E780449B4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4B204-7C48-445F-A07C-0191B3B37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9874DD-8220-4BF5-8FFB-D29A09BF4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Ultrasonic testing: Principle, Generation of Ultrasonic, Probes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DBD473-8379-4013-95F3-E9AA65C2C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Ultrasonic testing: Principle, Generation...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F06007-7074-4071-B78C-69863F54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7D4C72-D56E-418B-93EF-526529012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84B4E5-0AD7-4C59-AF86-560FFAA96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EFF029-D2AE-49A1-B6E3-97097A47C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A7E25F3-B1C4-4B48-9921-02AB6B051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02460D-78E6-4E0C-BE42-8E0AD6766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5FB241-EEBE-4E9E-AE99-F6C29FBA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590566-A652-4182-9DD5-CB9676BED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E594FA-7E9C-48CE-B897-DAF6151CF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1885CC-29B0-4F6B-A460-323B25BB1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1583857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8943A7-3D9E-446F-A953-CAD1D9E4B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622252-A23A-4BEC-8AC6-E09C5687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C88AE7-8FB8-49E2-AF86-D64BC0D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81F48B-F0CA-4E59-B6D9-C9BB9ECD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15052C-0EDA-4A84-B9BB-E965AF57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4E26E9-8E15-433E-AB5F-895277ACF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EC76D9-9639-4974-9E72-1C81F0044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790A2-4D06-4131-8BCB-ADF823B71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83B41D-C8E2-43F7-94DB-D6770217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Ultrasonic...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1F8F97-8572-4D00-B789-C4C07FCB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311150-C2EE-4B2E-8555-05AFB6F1E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AC91CF-F4B9-4AE6-8629-667033899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Ultras...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4F64C9-0D8D-4676-9A73-7F0D8F061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B10D70-408C-4243-B93A-D813E0A62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4CF56-8F50-49A2-A823-5362A1D52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Ultrasonic t...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9015F7-3934-4EE7-A2F6-4D2727535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6B8564-7DB5-4A74-8AC0-62518C58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61658E-A7D4-4890-A1F3-95FF2ED9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Ultrasonic...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5D37E-53E2-4EEA-8D24-A2E58588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C4B7D1A-1E87-4257-8CE9-ED52EE15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CFD415-3A9C-4495-AFCC-8D9FB069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Ultras...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89D909-08CD-4A31-81D1-7D5676AE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1706D7-E788-4227-9DD7-095A3751B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64154475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181EA-926D-46C9-A2B6-D861F4EE4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765A66-1961-4E86-BA21-BA3B8599B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255399-17D4-4646-927E-C58C345F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CF24A6-B7A6-480A-886B-E79D284D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836D07-1B5A-454F-AC3F-B77CDEF8D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40CEB5-2427-4B7C-AFD0-9B9C720C0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3B299E-1571-4B57-92F5-A3A812B5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477350-6F6A-4468-809B-D8022C6BE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287DC4-CEA5-41F7-89D0-CAE2BEED4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38C35A-9067-4C9F-925C-308F4F59B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BDBCF3-CA6A-4824-B5E1-A8993F2C5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4E37C5-058F-4D54-BED7-C278D110E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9DD93B-E6BC-49FB-9C87-57FE7806D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BE090-A646-46B6-8CE7-BACEAEB2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7FFA39-B955-4704-B370-96FBD690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45761094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730FCE-CCB3-4373-9B22-8C34B231A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FB8C9E-06BA-42AD-BEA7-496864FC2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CF895B9-2244-46E8-8493-96FDF9B4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5C689B-0093-4955-9DA1-C92B298C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6AE3B0-8DF5-4A69-9223-DF624968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018824-4109-426D-BCC5-111F165B4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Ultrasonic testing: Principle, Generation of Ultrasonic,...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C9742-0044-4519-B461-58FE8AD90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C2CC08-6E2D-4558-8775-A0BDE3B8D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51BB63-DF49-46BB-AA89-EBD2C47F7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7BB798-AE52-45FC-AB33-FB655F438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51F50E-2064-4296-83FD-1619D564B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622838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BAFEB78-2A66-492B-818B-5A0A660AB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E52B7-715A-4EBF-8F6C-073162EC1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E97C4C-BEC2-4D73-8509-05465F5A2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9956E2-DAA4-4B52-84C2-2CE5E34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2734F0-E569-4BE4-AD9A-0699C80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Radiography: Radiation sources, Attenuation of radiation, Shadow formation and distortion, Identification Marke...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2EE81F-6129-468B-AC68-DC23A32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must first visualize the physical behaviour behind Radiography: Radiation sources, Attenuati... before using the equation.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7EF456-655C-47BD-B0AD-284ECCA8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827EAB-BF6C-4E08-BCF9-C72872CE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898036-DA74-455C-9B95-78E5C19F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0EC4C3-7440-4520-BE6A-9B834268A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A01C00-D05A-496E-9DB9-D2F1C71E5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F7EE7-BECB-4B37-8C2C-D16BBE056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AC87EB-BF6E-436E-A9A1-773EFC1B7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22CB1B-8E02-4772-B92B-D74628E42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8B6A5A-C71D-4C6A-AE68-90418FD48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FFF6C9-654F-42B4-9A7E-7BC5868B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87638186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D728741-280E-4CEB-BDA3-AB917307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F3E9F-9847-4B33-856D-77A5836D2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C79F0D-DDC0-4053-8654-9451A2108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48B743-B8D1-49F6-A01D-F096464B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14F5A-D39D-40DB-ADC3-CAD61607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3C72C2-70E5-45CE-BA2C-3D2365D3A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532C5E-071E-4817-B668-25291A29C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2FB993-8BC1-4141-83FD-D83EA1D4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923AD8-9138-43B9-89CD-C4F915399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Physical setup explains one necessary part of Radiography...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35D608-87F2-45E9-9ED6-2C5C8BF18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7EA704-58B1-4E0B-A081-644D9613C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94AD86-1B38-49F1-9C1A-0986CA6AE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Observable quantity explains one necessary part of Radiog...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494FEE-F73D-431A-A188-70054FEA5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52692-6F10-44E9-91A7-B43B3E45B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A02E00-7241-4B25-B171-80906E125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Governing law explains one necessary part of Radiography:...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7688A8-DFE1-40C3-8A66-5982CBDC3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A7E913C-64CC-402F-868B-172C5BFA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20BBDB-7F85-4EC1-9933-B07275380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Graph/equation explains one necessary part of Radiography...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2B3BB77-90F6-495E-82CC-A8ECA9ECD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AC6E57-E377-4D2A-BE84-962EBDDE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437E510-5629-465C-AEB2-23445800D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Engineering meaning explains one necessary part of Radiog...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496529-AB86-4ACD-99ED-E7DAFFDC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BE4BC-C7A0-4325-8798-014902A94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74916271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A1D28C-EB12-45E9-BC2F-6A019EA5D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2A9C73-E13C-4FAE-A8A0-A4F3F900B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3E6B41-794E-4D0B-AFCC-90467DD4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CDE9E9-1286-4BAC-A732-611A7C5BD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3E7027-B938-46CB-A632-551014BA1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5756E6-6652-4ABC-9C81-13D2B008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EC2C3C-6874-4F00-9EEC-CED41E0DB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B4B8E-7EDF-45B6-8606-82D33C999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601045-68D2-4AB1-9B0C-900D994D2A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9B8A38-9754-435F-8162-502B77D8B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29D476-206B-4F9E-BE64-2A8FA0E1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260064-AA28-4548-B4BF-761CBD86D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C4221C-630F-4AD5-AA1D-95E79CD83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9DBBB7-BD30-43AC-A085-9AAD3DB8D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Draw setup: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Mark variables: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law: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Compute value: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Interpret physically: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Relate to device/use: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59AD6C-CD51-485B-97D4-2FC5B01FE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13574822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BD53DE-2B85-4888-9D68-B5888906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A20206-147B-4FAC-95AD-35AD8E5FA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FEED83-FC8D-414E-A5AF-61C16C4D0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61D695-754A-41AE-8C95-99E4610C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6BE154-CB7C-4E68-B882-E5372C00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08446C-B90C-47AA-89E1-556D7502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Radiography: Radiation sources, Attenuation of radiation,...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7FD6B7-14CE-43B5-9B6B-C4C7D6F7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D58D44-B14D-480E-9D36-8F4DF2DE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Memorizing the final formula without identifying what changes physically in the setup.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60B1A1-D737-42B7-B873-28F90102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11E633-1B8E-4F4D-98AD-15E248991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243DE0-EE93-43F3-8107-042438C5A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341082957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13AD3A-595D-4698-AD2F-93BF309F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D1596A-CC8E-426A-B9AE-D1695143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84240-F53B-49FD-AF08-E4405BF28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C9FA6E-FEB4-4C49-82AF-5E19DA86D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FF0773-7C6E-4765-8F4C-EDA9E216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E9E97E-D079-4DF8-922C-0B0E9A09A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82016281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9996A-891F-4AAF-8EBB-83913314F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A7313B-F0DC-4C9F-9FFF-ECBA9EC19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93C5A0-7B1B-4442-8907-29125C54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A8C929-98E5-4360-939F-256C436E0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8D1B2-0236-42D7-973F-69471E717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Non-Destructive: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Testing: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Need: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inspection: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Types: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24847F-F83A-44C0-9C3C-CEECBECFB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65933940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8B6E86-569F-4E60-9BB5-DE99637E7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246040A-D488-4104-AC2D-36351CE6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384D79-A16A-40D9-BFD5-984976357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933E35-E242-44D0-AFF3-EB95F7CB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1ACC6E-C4B2-4A54-BBF7-E7C0D51E4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Physical setup: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Observable quantity: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Governing law: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Graph/equation: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Engineering meaning: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3A1B2-A04F-4B7F-8805-255D5701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212107250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F3EDE4-D86D-46B7-905A-325D0E949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80F01B-3E13-4DEC-A718-4BF0F9A53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79A222-CA95-4F35-B137-9591A5BEC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3CA19E-10D3-479B-8550-118683EE7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2F0682-4743-4140-B448-12FCD464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Memorizing the final formula without identifying what changes physically in the setup.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A4A54B-BFEB-4B7D-8A2C-C59B0E18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847493710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D6FCB0-F7EB-4BE2-8A5A-276903F96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637BC4-0FE5-4C37-A322-BA06A872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29094-DFE2-4F14-BF5F-AB2E38104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C1D1C7-7A82-412C-ACDD-F11AB6E28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AC5F31-DD06-45CB-818E-827C47A93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Testing: Introduction to NDT, Need for inspection, Types of inspection...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Liquid penetration test: Principles surface preparation, Penetrant appl...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Eddy present testing: Inspection probes, Display methods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Ultrasonic testing: Principle, Generation of Ultrasonic, Probes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Radiography: Radiation sources, Attenuation of radiation, Shadow format...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0CB4D9-51D0-40F2-9AE7-DE23DAFF5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D1352A-13A4-42F4-B552-E8A3F9D6D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CA6DF9-0F98-4E33-B252-0678290F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716026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592D04-1D2F-49E1-9A06-C9A142392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444398-3056-450E-B563-431E3A5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Testing: Introduction to NDT, Need for insp...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B101A-0D8E-47BA-A1A5-2309B925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D8911-829D-4500-96B2-94BA497D1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C1BCCA-F51A-42C2-99F8-CB85F4910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0EFDCC-3B2B-4645-A0A4-CECA8B519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315D3-A0A1-4D1C-9D94-5556CF4D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8D4D-CD7A-4B5E-93A4-BADD8FC3F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4C8B0E-1191-464C-8776-0D8AD87AF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F115B-29D7-4799-A438-EDE799EA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3A6552-35D8-47C7-A624-D793C58D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96E6C-5361-4833-872E-68A30A72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6669FA-8138-4AA2-84BF-42AAADF9E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B67718-C3DE-43A6-913B-C0EEBFC61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578C03-77B9-4DC6-9885-30B9DE51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4EC594-3B9F-4025-9A4F-72F854DE1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957297-D900-4E2E-A0B4-7D4D36B80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51236E-4C16-4946-95B2-56173EB48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4166BC5-1CE0-465C-A9FE-2F53A2462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D81A94-6D12-4A82-BE4D-01ACD510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294F1C-129B-46F0-AB21-88A9E688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431598-3BD2-430E-8714-91D619FF5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3A54E7D-0208-426E-91D4-8A52635B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41862B-F18B-4BE9-B0E9-6FB414CA5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B6D746C-FFC2-4AA6-853F-5A52FF369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29E9B1-F5FD-4F6F-903B-30B3D967B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8AC9E4-1B83-423A-B629-3FD256E19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F417882-EC6B-4A66-BC94-8FB6914A5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529FDC-E8EC-4001-8309-5EF95C43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6BDA6C-465C-41FF-BFC7-0DC77A11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115FF1-1988-4801-B84A-8458C3D0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7940E2-3CD8-4747-8FE3-77A5FB230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39260210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DFD764-9D71-4156-908F-5FF971D7B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26A77F-1405-4429-AC3C-1B07E668C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Liquid penetration test: Principles surface...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21D23E-0AE4-4ACC-8ED7-4A2F0351A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A5C1F-CCEC-476E-99F5-AAA7F2D7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A14D8F-A7FC-4F45-B1E8-D54DAABA7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980F8-75C2-4328-B86F-32E6916C5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73EFAD-4CAE-439C-BE58-69280DEF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F4E13-7469-4D5E-8BDF-91E19D6A0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F846A-D601-4A51-AA4D-0FCB485EF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5E9CF3-492B-4F0C-A24B-6DF5B33F9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E2B44E-6A02-4F60-A20E-AE3FC2BD3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2671F-D37B-4560-9129-BF883D5F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B649CF-F805-49CD-A9B0-B522A110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00B70-EAAC-4A7B-8093-A4000B96A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591363-D4A1-4F28-B188-6C06B00C3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756405-FAEE-452C-B890-0B515DADB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37CE8C-941F-49BD-B690-9A1E1A994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44863B-0320-453D-A4AA-82B43138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6F6906-D008-40CD-B4C3-EF68A2EF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38EDC1-D960-4789-8DF2-15D2FB253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B4427-B622-492E-B450-54BEF18BB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1242BFD-AFA5-4B52-A9DD-D48E21BC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A46EF6-D7F0-445E-9573-DC17F953B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A8C347-5379-4937-A119-64235A7F8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D80DAB-0EA9-4B80-AFB4-FE87487A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0E7033-0FD2-4B6C-A8B6-6EFD7788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CCC1C0-3055-4CF7-A613-1C89E498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FC48B3-06AA-4B01-A0FC-00817A462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1CE7E0E-252C-4C43-9B5E-188667F9B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EE99A0A-981C-4501-A9CD-20248DA4F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28705A2-DD87-4F2D-9588-F4277564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65245-8232-4F2E-B5DB-4593964B3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63027762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46A692B-3851-4434-8B41-FECFDFAE3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227EB-F0D0-4151-AF2B-01413CAC8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Eddy present testing: Inspection probes, 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0646A7-6645-4B9B-9001-63CEB0D8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7A8840-353E-4E5E-AA1B-9325ECB0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19C662-1320-43A3-A446-9BDE985E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CEEB59-D609-4E99-8D6E-6A465BCE2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E123C-FCC8-447D-A58E-90B6313F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66E7FD-046A-418A-A2DE-84794C73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0B51E9-B6CF-41DC-A89D-D3150F9A5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E35EBF-A102-4E6B-A382-C8A7D1EB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46B78C-45DB-42E5-9D85-C79D3EDA2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EA3E5A-CB7F-4C37-8326-3BC25611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9F770E-8211-45FD-BFC7-AFEB7C5D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0E8F70C-B826-49C3-B1C7-EB9BF26C1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E04710-80A5-44A0-B7F5-A36330021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586B9-7A00-48CE-B78F-9FEDA9DF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B0E906-3076-4DB6-9980-13495B6F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3F1798-2A15-41D0-AB5F-004A3F056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59E77-2B9D-46B3-A881-139AE1E5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5AF2ED-058F-4B24-BCC3-88C949862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B6563ED-FE43-41BE-BFC9-60563581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5C8E1-50C4-4C14-BC0C-A9E44695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11D69E4-6689-4081-8F3B-83835D557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A32718-5630-434D-B72B-FE805FD1E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FB4F349-5B7D-4022-89DE-F84C317CC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32317A0-51C0-4D06-9635-269907CEA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3D7516-682B-4F0F-B334-FB5F654C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FC591B-29DE-4B19-8518-7159C5F3F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E624520-3F58-4AAF-8C34-4657FE36B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9A3A63-8E1A-48EE-B847-9384C50F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2D84CD8-7F35-4E37-97EB-C0CA805BB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17C10B-1CA5-46B1-82E4-6D0A1DC4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689720431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01E8A74-52A7-490F-9D5B-C36403BB4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566488-280B-4534-B16B-7EC9C74EE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Ultrasonic testing: Principle, Generation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C5509-C3E0-4EDF-82B4-2464594B7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820CDB-CBC4-427C-88C1-2C14C969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C65F55-9632-4DD5-98CC-A5CA9450E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0507B2-A587-4710-8BB5-13D509CA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33520F-3315-4CBA-96FA-C28864CB0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1E3FBE-C027-4578-8249-C857C3954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982A02-34A6-47F2-A1F1-8996F785D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7CBC52-A18A-4602-84FA-16D1F1BD2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93246B-8C11-4EAE-9543-A4528D3B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6FD670-072A-449C-A025-4D7431D84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D48187-D25C-4ABE-A5A1-D98DE19D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03276-8B00-465D-BAD1-10364425A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6F9F1-AD52-4C7C-BE65-640B40149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BBCAE3-9B66-4459-BF8A-C426B09E4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B130F6-EB26-4A3A-952E-67DB45D0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D093BB-D548-424F-9004-C07C30A56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A8CC09-3C02-40DA-8D54-F0FD3ADB0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27A6A1-BC6D-471C-B2F5-A72588572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E1CCD62-4430-4DB9-A328-7D2911FB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64F23-3727-4743-A9F4-071F13DD9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4D6AADC-08FE-4126-AEA7-29122F5F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BA3C2FC-4DBA-4348-9CC8-237582A0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F9E76E-422B-457E-8960-0BC304941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E028D9-9335-4836-B586-A2C410E87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3D3E9B-0C23-4B19-95B5-57CE264E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F5A32A5-7485-4FF7-A992-7D6BEFE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BD07C5-19E9-4421-B219-AB4D45E71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B63415-15C8-4847-97D7-BD7CCEC42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2D2043-1E49-453C-8C7A-5E55F7F2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CD453FE-6FCD-4DD3-9E19-C46C7AA38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75049384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905316-AFB2-4B31-8B83-236CC1E4A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C63F3F6-343C-45B7-883D-4A925137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Radiography: Radiation sources, Attenuation...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19FF7C-B256-4EEF-A998-4D3571CD6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608011-930F-444E-863D-964F83172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743C4E-BBAB-4165-AC7F-9B1D4F22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F5FE6-B155-489A-BB75-EC1CA862A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8C48E-4DB6-4EFA-93B8-B57ECB3AD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3A2476-4DA2-4464-9D25-81312C6C4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66E03-7874-4FB3-9027-BF01E7305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A5FCCE-0752-48DB-A78D-503C01B89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11D448-39A3-4FAE-BC8C-2C22F7BA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161A4A-E6E9-426A-AA0A-862215938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37208D-ABA9-424B-9E12-19A478AD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3FA66D-097B-469E-A9CE-FDB3705BE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18760C-C982-47CA-AB0A-3DCBC2A7F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AFD746E-E3E4-4083-830D-F1624AC89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5F21FE-45FA-47B3-A0BE-8F48853C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FD7B8E7-39E0-48D6-A9F5-DEC411782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6A936-923A-49B5-83F0-8D85A4EA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4CE842-8EBF-4F04-B312-BDA717D11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C410B9-D7B6-4AEE-B35A-B11F82A1A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30A3BA-FE6A-4FD3-A508-2656ECDEB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426A15-3C14-4DEE-B1B8-B0D8650E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795633-46AA-4CA9-A4A7-F1448D7D3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075F3D-F850-4930-8585-814D3043D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849EEA-28C8-44E5-B433-1A9E73BE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7EE3FF-860F-48C8-86EA-C815E744C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E224637-9D9B-494E-A7B5-7B7C1A091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18C665-F4B9-4D78-82E1-A3C9D6E7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FAD776F-FB50-45BA-BE4A-5EE30571F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E9882D-2AB1-4B73-8E03-754DE40FC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19CE45-3C5F-45D1-ADF0-DB69D769B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253330711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4A7F76-837B-466A-B0EE-2BA198D39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CAAA04-8349-4F2A-9BA6-9D413B171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Testing: Introduction to NDT, Need for insp...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C8C5D2-0359-4BE1-AFDE-3DE4A838A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AC0C3-68D6-4289-B928-318B813DC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DDF01-A451-45E2-B98D-79F8524EB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50BF2-D2F3-49E8-9419-5745F391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51A80D-22F2-4E9B-BC5A-6476BF8C8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AAC703-0D69-478A-849D-5850E648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147349-2D1C-4865-AE54-6EA4B01DE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15196E-68E0-47D1-914C-67B103CB9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C0AA82-463A-4AF4-B9A8-E0FD5B01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58984E-2532-4E61-A6F4-D5E8994E7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744372-D109-4A96-BB09-D53E503EA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758922-E0FF-4E13-85E6-CB4209E5B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DD31A5C-8F92-41F7-AAD1-1FFD87011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5AB558-704F-4E8B-8B3A-CDD38CA5A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FC5BE9-1C66-4F2B-BBC8-29AA9985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8D426C-B63F-48C4-B745-C9910BFD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68BBBE-ECD5-40BC-B94C-50FEB2A94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0089E-6760-44A0-B89D-733E599F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272FC2-6DAF-4D65-BD29-322064FE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1F2AC9-B2FD-49E8-89B2-9BA5A95D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CA62AB-EA82-4635-8494-86C3A9A43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DE04AAF-18F3-43EA-A5E0-22AF1555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9A33507-C51A-4B0D-B5CF-EA929332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63A134-7DE5-48DB-9FEB-D65C5F69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E95965-3F28-4225-A438-E80ADEF8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8C2B2AC-A80F-4B22-8DCD-C771BBD3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105368-F07F-4F3A-93CA-DF3EE3833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0AE0FD-4BA3-4F4E-8513-3FB768151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4C4C6F-D652-4380-BA41-151B94CF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A0511B-2D24-4436-9449-27B06C315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974632621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1AD797-8E82-4A12-858F-C0DFF225B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8D5A90-6B97-48D2-B070-FC213299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Liquid penetration test: Principles surface...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D127C8-E9BF-436C-8608-45C2EC04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C9C9A9-F8E1-4141-A549-08A09F30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E5B3D7-D28D-4B83-B5CE-CB0B8575D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7D9060-9463-477E-A09F-86687DE2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84F281-3668-4F72-9E13-E8F07E02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192BD2-42B0-4FDA-A23F-9DC13751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74C792-B606-4A4F-B4DA-A8E4A5237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D9F0BD-3EF5-4678-842D-C3518AE2E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5B47162-F65E-402E-A9FF-2D8CE6D52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9ABA2A-3952-462A-A92C-5296E20A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4B713-1CC5-492F-BDA0-AA683F06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E47684-9D17-46F7-AE59-E317BC74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3F9D64-CD9D-47B1-BA82-16B910021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59919B-C0EF-49FA-AD38-BAA3F147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80734F-BF0A-4508-B30A-CC249B332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B033A-CF53-4A68-A1E0-4DB7EEEA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F6E6B1-35C1-45C0-BEFB-65E77E0D8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BB558-6528-4EEC-B89E-BBFE6D87D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433E8D-E9F0-4B6A-9D8F-9C87CDF54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9C5A4CA-B5EE-47CA-89B5-AF9EE48D3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F5BED54-1359-4A28-A8D2-0CB9F478A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52F6679-B298-4EAC-8E67-D4310E42E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88A52F-AB8A-4D56-85C4-3F7D6827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F5F111-BBDB-4923-A6A1-D08546430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F4899-81B1-4D80-8074-75E34D733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A6B636-D744-421F-8C49-4FACDB41B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C71E87-F55B-4C49-8C56-B76347E49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F545BF-C66B-4507-B816-A8C6EE36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2D09594-18ED-4C4E-97B7-CB93894C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DB8729-3958-4901-A5B2-D4B119986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134851320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05B73A7-9E12-4860-A429-D4FF98D9A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023A12-4689-4589-8004-7B4E10A5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Eddy present testing: Inspection probes, Di...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0A1A0F-52C0-4E18-A731-AC44C6DD5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192E23-1ECC-4A99-802C-5B2096D2C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EAA662-63BC-4DDD-AD0D-12CE096C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3F363-B708-4D53-A2B8-7D35CB4A0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0D618-5DB5-4291-9E98-8C5C7DD08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F042D5-C80A-41EE-A85F-4D0236619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151484-7BC2-4D1A-A6D7-4F82E9146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450DF0-37A0-42B9-A0BA-9ACB5912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66AFEE-F9E6-43BC-8C24-3C839879E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AD83A2-3A60-4F5D-AF2A-953682D7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CC8FE-E707-424B-B473-0A57C306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B183C-3C4D-4445-8F4E-B878298C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F1A66BA-548A-441D-B08D-CE2CD249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B60F3-5175-46DC-8F03-29CC8CBD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81EE3E-77E3-4482-B589-A8FA7B91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B98E95-92BD-4EC5-9F4B-CC2AA7D9E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23A66-E775-4821-B7D2-2F8A4FA99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7C294D4-45E6-490E-820D-BF2EC321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AC920D-7EBD-4430-90D5-4672BF291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08537-DB41-44AE-AAFE-BD6C5055B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088EA1-BA08-4002-9E07-A33834D8D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2F06E9-4273-4168-AFCE-898A9546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7A75C9-AB18-42E9-BEC4-ECEFE2BD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6FDB7A-4762-4FBA-BCF7-FA282547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4DE71B6-C801-4EC4-AB2B-FC6F9540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8A1A75F-B3E6-40DA-89D0-59F40FFA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3EE929-6329-4878-8B46-2C55FF0C0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CB67632-D2AC-4E6C-8040-BFC347B12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2B19AE-FF1F-40FB-92A4-E0B1CAF1E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2E6B4CF-D8D5-4018-9768-792D58159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443171416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F25D32-097F-47F0-9AAE-F4292B5D0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607607-3C71-43CF-9138-5884A6CA5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Ultrasonic testing: Principle, Generation o...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638A34-ABBB-4D07-B0FF-20971FB9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D763E7-3B37-441E-AD55-369D564B3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D64106-182C-4DF7-97E7-5B37770F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C20ED-C847-4159-81A7-69070CC0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1D0E1-634E-4B40-9504-6746B21F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6363F4-29CA-4252-911E-DC089210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FCA96E-04D1-4AEC-897D-36DB692A3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BBC53DB-8FB8-47E4-809F-0D3CDAB2A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37F3C4-262A-4EBA-BDEA-B3613CAA9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ECBDE-91DF-4D1C-BDDF-614B5906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29FB2A-FF84-4AD9-ACD8-DF730252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607CAA-0851-4240-888B-4EA30748D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4546DE-EB6A-4E0B-83B2-60F7AA297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62483E-AAAF-4234-AFC2-52D21742B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D402E5F-1D5A-42C3-AE83-E8D385D53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3496A2-828E-424A-A7FF-2CC7FDD3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14229A-9E39-4390-9F56-B35CA9E33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538383-FE03-47EC-8184-08DAC3E45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768A25-E489-4397-B4EB-306398161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0FF771-946E-4165-BCB3-34E37AC5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FBEF4-C6EC-4131-AD6F-85D70894F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4249FCA-1E0C-43D2-84D6-B67BE063F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932A93-0D2D-413D-AE80-F58AD022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C97662-8502-4647-B1C3-8ACA92B86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EB66E45-9039-4AEA-870E-D1C02D70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0C1D652-C984-48F6-AAAC-7621857E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825467D-6DD6-426B-9847-65E0EDF7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80066B-8761-4DC1-8A49-706839ABB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73DB25-B294-486C-AC13-B824A6DC3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413326-6B05-4E2B-8D0F-6ABCD54E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013959626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750E22-649C-46E0-9B67-55E4E4B40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1BPHYC102/202 | Module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D3D94B-C8C7-43B4-BEC6-85C8992C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Radiography: Radiation sources, Attenuation...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BFCE40-DD26-41D7-910A-AF6747733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88C3E7-98E0-4EE7-A354-A86D2592B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95DC7-8F6B-4A39-8AA2-B80996A9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49B90F-88CD-4931-B4D7-D3BE80DC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0554D-91CE-4DF0-87FC-84DEDD846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704C63-FE57-4541-9885-E4511A402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81AA1-A803-4CCE-94D1-27579519E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E98511-7E77-494B-B217-455C22D3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791705-D7BB-4BA1-B1EE-93C77FA0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A2E767-A3EB-4ADB-9E08-9353BC70A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27C65A-C3C8-4004-BF51-F0C5051F2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128FD7-BE44-4883-A635-4238ADE71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6A1DAB-7211-4C07-868B-C7EF456E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330C38-CA19-42BA-890B-C5EE8F666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F0931D-0773-4F54-B3C5-92639D27C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D17E5F-7DB6-47B0-8E78-9105068AE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Draw setup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53A5CC-5119-4141-9517-38BA3413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AEF33-876A-4830-8304-1E418F4DD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BAE391-0213-4EFE-B8D3-FB673956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Mark variables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319AADA-D140-4DA4-BF34-805887B8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946EA0-E81B-4204-AE4C-4DD7BCC03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34CEF1-FB93-4237-AE34-07B4EADB9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law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F29E773-8B62-4DAA-88FC-5B7DD61C4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A06699-EDA9-4F02-B0CF-40F28A8E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EFF239-D824-4B25-AD2A-1D753730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Compute value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37035-2CCE-4F48-8DF8-A88AF024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055EF45-9979-4093-A239-CFE50E71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10A19CA-6F97-4925-BD14-F533D4BF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Interpret physically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7A5AB2-D62C-43BD-BE6C-A3745C4AB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AC5A882-549E-4A3A-A9C1-9B8B7D37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PHYSICS FOR SUSTAINABLE STRUCTURAL SYSTEMS</a:t>
            </a:r>
          </a:p>
        </p:txBody>
      </p:sp>
    </p:spTree>
    <p:extLst>
      <p:ext uri="{BB962C8B-B14F-4D97-AF65-F5344CB8AC3E}">
        <p14:creationId xmlns:p14="http://schemas.microsoft.com/office/powerpoint/2010/main" val="147606550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2026-08-24T16:03:10.5730000Z</dcterms:created>
  <dcterms:modified xsi:type="dcterms:W3CDTF">2026-08-24T16:03:10.5730000Z</dcterms:modified>
</coreProperties>
</file>