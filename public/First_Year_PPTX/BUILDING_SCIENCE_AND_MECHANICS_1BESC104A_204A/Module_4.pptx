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986740f64456f" /><Relationship Type="http://schemas.openxmlformats.org/officeDocument/2006/relationships/extended-properties" Target="/docProps/app.xml" Id="Rda3de44421e743f5" /><Relationship Type="http://schemas.openxmlformats.org/officeDocument/2006/relationships/officeDocument" Target="/ppt/presentation.xml" Id="Rc96ae89da6454b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61613cc634c5b"/>
  </p:sldMasterIdLst>
  <p:notesMasterIdLst>
    <p:notesMasterId xmlns:r="http://schemas.openxmlformats.org/officeDocument/2006/relationships" r:id="R60584b98b20d4b5e"/>
  </p:notesMasterIdLst>
  <p:sldIdLst>
    <p:sldId xmlns:r="http://schemas.openxmlformats.org/officeDocument/2006/relationships" id="256" r:id="Rcf031b327e044b82"/>
    <p:sldId xmlns:r="http://schemas.openxmlformats.org/officeDocument/2006/relationships" id="257" r:id="R219bd3a508584697"/>
    <p:sldId xmlns:r="http://schemas.openxmlformats.org/officeDocument/2006/relationships" id="258" r:id="Rec2cda56d1784d81"/>
    <p:sldId xmlns:r="http://schemas.openxmlformats.org/officeDocument/2006/relationships" id="259" r:id="R7ec67c40d9da4cce"/>
    <p:sldId xmlns:r="http://schemas.openxmlformats.org/officeDocument/2006/relationships" id="260" r:id="R0f645ddbdd0f49ff"/>
    <p:sldId xmlns:r="http://schemas.openxmlformats.org/officeDocument/2006/relationships" id="261" r:id="R76c7e69ab32b4e81"/>
    <p:sldId xmlns:r="http://schemas.openxmlformats.org/officeDocument/2006/relationships" id="262" r:id="Rf29b1509694d42c5"/>
    <p:sldId xmlns:r="http://schemas.openxmlformats.org/officeDocument/2006/relationships" id="263" r:id="Rdda9b5f5a92d42a5"/>
    <p:sldId xmlns:r="http://schemas.openxmlformats.org/officeDocument/2006/relationships" id="264" r:id="R3d9f67c608864f5c"/>
    <p:sldId xmlns:r="http://schemas.openxmlformats.org/officeDocument/2006/relationships" id="265" r:id="Ra65b0adbcfc84726"/>
    <p:sldId xmlns:r="http://schemas.openxmlformats.org/officeDocument/2006/relationships" id="266" r:id="Rc1b48eba6c8549c5"/>
    <p:sldId xmlns:r="http://schemas.openxmlformats.org/officeDocument/2006/relationships" id="267" r:id="Rfbe5bfdf19194518"/>
    <p:sldId xmlns:r="http://schemas.openxmlformats.org/officeDocument/2006/relationships" id="268" r:id="R8da7683298b4424c"/>
    <p:sldId xmlns:r="http://schemas.openxmlformats.org/officeDocument/2006/relationships" id="269" r:id="R62860b80c6014ee0"/>
    <p:sldId xmlns:r="http://schemas.openxmlformats.org/officeDocument/2006/relationships" id="270" r:id="Rad01bd0888a04f38"/>
    <p:sldId xmlns:r="http://schemas.openxmlformats.org/officeDocument/2006/relationships" id="271" r:id="Ra0dca733fce347c2"/>
    <p:sldId xmlns:r="http://schemas.openxmlformats.org/officeDocument/2006/relationships" id="272" r:id="R3f64f06b7ba7400e"/>
    <p:sldId xmlns:r="http://schemas.openxmlformats.org/officeDocument/2006/relationships" id="273" r:id="R5ca4de2bad4f43e8"/>
    <p:sldId xmlns:r="http://schemas.openxmlformats.org/officeDocument/2006/relationships" id="274" r:id="R8cbbdf9087a641b4"/>
    <p:sldId xmlns:r="http://schemas.openxmlformats.org/officeDocument/2006/relationships" id="275" r:id="Re63b055ef5044445"/>
    <p:sldId xmlns:r="http://schemas.openxmlformats.org/officeDocument/2006/relationships" id="276" r:id="Rc4a6a92f041049bd"/>
    <p:sldId xmlns:r="http://schemas.openxmlformats.org/officeDocument/2006/relationships" id="277" r:id="Rf5c72f51546e4555"/>
    <p:sldId xmlns:r="http://schemas.openxmlformats.org/officeDocument/2006/relationships" id="278" r:id="R411b185e93914ee1"/>
    <p:sldId xmlns:r="http://schemas.openxmlformats.org/officeDocument/2006/relationships" id="279" r:id="R2a2d9aeba7ce48fc"/>
    <p:sldId xmlns:r="http://schemas.openxmlformats.org/officeDocument/2006/relationships" id="280" r:id="R2aee414a4c484ee3"/>
    <p:sldId xmlns:r="http://schemas.openxmlformats.org/officeDocument/2006/relationships" id="281" r:id="Ra81efbb271854085"/>
    <p:sldId xmlns:r="http://schemas.openxmlformats.org/officeDocument/2006/relationships" id="282" r:id="R61942d1a4f414e62"/>
    <p:sldId xmlns:r="http://schemas.openxmlformats.org/officeDocument/2006/relationships" id="283" r:id="Rceb2b282c26a4c0a"/>
    <p:sldId xmlns:r="http://schemas.openxmlformats.org/officeDocument/2006/relationships" id="284" r:id="Rc7e65af9edab44e2"/>
    <p:sldId xmlns:r="http://schemas.openxmlformats.org/officeDocument/2006/relationships" id="285" r:id="R67fc939db04844bb"/>
    <p:sldId xmlns:r="http://schemas.openxmlformats.org/officeDocument/2006/relationships" id="286" r:id="R36d5c79897a84cb7"/>
    <p:sldId xmlns:r="http://schemas.openxmlformats.org/officeDocument/2006/relationships" id="287" r:id="Rb0faf9cb7a734f72"/>
    <p:sldId xmlns:r="http://schemas.openxmlformats.org/officeDocument/2006/relationships" id="288" r:id="Ra036cc514bed4480"/>
    <p:sldId xmlns:r="http://schemas.openxmlformats.org/officeDocument/2006/relationships" id="289" r:id="R2cf1a1cfffa2493c"/>
    <p:sldId xmlns:r="http://schemas.openxmlformats.org/officeDocument/2006/relationships" id="290" r:id="R73e5719dae2945dc"/>
    <p:sldId xmlns:r="http://schemas.openxmlformats.org/officeDocument/2006/relationships" id="291" r:id="R5f80b2e21e5c4856"/>
    <p:sldId xmlns:r="http://schemas.openxmlformats.org/officeDocument/2006/relationships" id="292" r:id="R55a1b420a439410e"/>
    <p:sldId xmlns:r="http://schemas.openxmlformats.org/officeDocument/2006/relationships" id="293" r:id="R7e07415b88e34a9a"/>
    <p:sldId xmlns:r="http://schemas.openxmlformats.org/officeDocument/2006/relationships" id="294" r:id="Rcd518a714ad046e7"/>
    <p:sldId xmlns:r="http://schemas.openxmlformats.org/officeDocument/2006/relationships" id="295" r:id="Rae6955dafceb47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c94e7516244423" /><Relationship Type="http://schemas.openxmlformats.org/officeDocument/2006/relationships/slideMaster" Target="/ppt/slideMasters/slideMaster1.xml" Id="R5a161613cc634c5b" /><Relationship Type="http://schemas.openxmlformats.org/officeDocument/2006/relationships/notesMaster" Target="/ppt/notesMasters/notesMaster1.xml" Id="R60584b98b20d4b5e" /><Relationship Type="http://schemas.openxmlformats.org/officeDocument/2006/relationships/presProps" Target="/ppt/presProps.xml" Id="Ref652ef6d84c479a" /><Relationship Type="http://schemas.openxmlformats.org/officeDocument/2006/relationships/tableStyles" Target="/ppt/tableStyles.xml" Id="R70037b1c80974148" /><Relationship Type="http://schemas.openxmlformats.org/officeDocument/2006/relationships/slide" Target="/ppt/slides/slide1.xml" Id="Rcf031b327e044b82" /><Relationship Type="http://schemas.openxmlformats.org/officeDocument/2006/relationships/slide" Target="/ppt/slides/slide2.xml" Id="R219bd3a508584697" /><Relationship Type="http://schemas.openxmlformats.org/officeDocument/2006/relationships/slide" Target="/ppt/slides/slide3.xml" Id="Rec2cda56d1784d81" /><Relationship Type="http://schemas.openxmlformats.org/officeDocument/2006/relationships/slide" Target="/ppt/slides/slide4.xml" Id="R7ec67c40d9da4cce" /><Relationship Type="http://schemas.openxmlformats.org/officeDocument/2006/relationships/slide" Target="/ppt/slides/slide5.xml" Id="R0f645ddbdd0f49ff" /><Relationship Type="http://schemas.openxmlformats.org/officeDocument/2006/relationships/slide" Target="/ppt/slides/slide6.xml" Id="R76c7e69ab32b4e81" /><Relationship Type="http://schemas.openxmlformats.org/officeDocument/2006/relationships/slide" Target="/ppt/slides/slide7.xml" Id="Rf29b1509694d42c5" /><Relationship Type="http://schemas.openxmlformats.org/officeDocument/2006/relationships/slide" Target="/ppt/slides/slide8.xml" Id="Rdda9b5f5a92d42a5" /><Relationship Type="http://schemas.openxmlformats.org/officeDocument/2006/relationships/slide" Target="/ppt/slides/slide9.xml" Id="R3d9f67c608864f5c" /><Relationship Type="http://schemas.openxmlformats.org/officeDocument/2006/relationships/slide" Target="/ppt/slides/slide10.xml" Id="Ra65b0adbcfc84726" /><Relationship Type="http://schemas.openxmlformats.org/officeDocument/2006/relationships/slide" Target="/ppt/slides/slide11.xml" Id="Rc1b48eba6c8549c5" /><Relationship Type="http://schemas.openxmlformats.org/officeDocument/2006/relationships/slide" Target="/ppt/slides/slide12.xml" Id="Rfbe5bfdf19194518" /><Relationship Type="http://schemas.openxmlformats.org/officeDocument/2006/relationships/slide" Target="/ppt/slides/slide13.xml" Id="R8da7683298b4424c" /><Relationship Type="http://schemas.openxmlformats.org/officeDocument/2006/relationships/slide" Target="/ppt/slides/slide14.xml" Id="R62860b80c6014ee0" /><Relationship Type="http://schemas.openxmlformats.org/officeDocument/2006/relationships/slide" Target="/ppt/slides/slide15.xml" Id="Rad01bd0888a04f38" /><Relationship Type="http://schemas.openxmlformats.org/officeDocument/2006/relationships/slide" Target="/ppt/slides/slide16.xml" Id="Ra0dca733fce347c2" /><Relationship Type="http://schemas.openxmlformats.org/officeDocument/2006/relationships/slide" Target="/ppt/slides/slide17.xml" Id="R3f64f06b7ba7400e" /><Relationship Type="http://schemas.openxmlformats.org/officeDocument/2006/relationships/slide" Target="/ppt/slides/slide18.xml" Id="R5ca4de2bad4f43e8" /><Relationship Type="http://schemas.openxmlformats.org/officeDocument/2006/relationships/slide" Target="/ppt/slides/slide19.xml" Id="R8cbbdf9087a641b4" /><Relationship Type="http://schemas.openxmlformats.org/officeDocument/2006/relationships/slide" Target="/ppt/slides/slide20.xml" Id="Re63b055ef5044445" /><Relationship Type="http://schemas.openxmlformats.org/officeDocument/2006/relationships/slide" Target="/ppt/slides/slide21.xml" Id="Rc4a6a92f041049bd" /><Relationship Type="http://schemas.openxmlformats.org/officeDocument/2006/relationships/slide" Target="/ppt/slides/slide22.xml" Id="Rf5c72f51546e4555" /><Relationship Type="http://schemas.openxmlformats.org/officeDocument/2006/relationships/slide" Target="/ppt/slides/slide23.xml" Id="R411b185e93914ee1" /><Relationship Type="http://schemas.openxmlformats.org/officeDocument/2006/relationships/slide" Target="/ppt/slides/slide24.xml" Id="R2a2d9aeba7ce48fc" /><Relationship Type="http://schemas.openxmlformats.org/officeDocument/2006/relationships/slide" Target="/ppt/slides/slide25.xml" Id="R2aee414a4c484ee3" /><Relationship Type="http://schemas.openxmlformats.org/officeDocument/2006/relationships/slide" Target="/ppt/slides/slide26.xml" Id="Ra81efbb271854085" /><Relationship Type="http://schemas.openxmlformats.org/officeDocument/2006/relationships/slide" Target="/ppt/slides/slide27.xml" Id="R61942d1a4f414e62" /><Relationship Type="http://schemas.openxmlformats.org/officeDocument/2006/relationships/slide" Target="/ppt/slides/slide28.xml" Id="Rceb2b282c26a4c0a" /><Relationship Type="http://schemas.openxmlformats.org/officeDocument/2006/relationships/slide" Target="/ppt/slides/slide29.xml" Id="Rc7e65af9edab44e2" /><Relationship Type="http://schemas.openxmlformats.org/officeDocument/2006/relationships/slide" Target="/ppt/slides/slide30.xml" Id="R67fc939db04844bb" /><Relationship Type="http://schemas.openxmlformats.org/officeDocument/2006/relationships/slide" Target="/ppt/slides/slide31.xml" Id="R36d5c79897a84cb7" /><Relationship Type="http://schemas.openxmlformats.org/officeDocument/2006/relationships/slide" Target="/ppt/slides/slide32.xml" Id="Rb0faf9cb7a734f72" /><Relationship Type="http://schemas.openxmlformats.org/officeDocument/2006/relationships/slide" Target="/ppt/slides/slide33.xml" Id="Ra036cc514bed4480" /><Relationship Type="http://schemas.openxmlformats.org/officeDocument/2006/relationships/slide" Target="/ppt/slides/slide34.xml" Id="R2cf1a1cfffa2493c" /><Relationship Type="http://schemas.openxmlformats.org/officeDocument/2006/relationships/slide" Target="/ppt/slides/slide35.xml" Id="R73e5719dae2945dc" /><Relationship Type="http://schemas.openxmlformats.org/officeDocument/2006/relationships/slide" Target="/ppt/slides/slide36.xml" Id="R5f80b2e21e5c4856" /><Relationship Type="http://schemas.openxmlformats.org/officeDocument/2006/relationships/slide" Target="/ppt/slides/slide37.xml" Id="R55a1b420a439410e" /><Relationship Type="http://schemas.openxmlformats.org/officeDocument/2006/relationships/slide" Target="/ppt/slides/slide38.xml" Id="R7e07415b88e34a9a" /><Relationship Type="http://schemas.openxmlformats.org/officeDocument/2006/relationships/slide" Target="/ppt/slides/slide39.xml" Id="Rcd518a714ad046e7" /><Relationship Type="http://schemas.openxmlformats.org/officeDocument/2006/relationships/slide" Target="/ppt/slides/slide40.xml" Id="Rae6955dafceb47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cf1b0bedb448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c2ec4a536044a5" /><Relationship Type="http://schemas.openxmlformats.org/officeDocument/2006/relationships/notesMaster" Target="/ppt/notesMasters/notesMaster1.xml" Id="R056470e4d9974f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4681c59654dbc" /><Relationship Type="http://schemas.openxmlformats.org/officeDocument/2006/relationships/notesMaster" Target="/ppt/notesMasters/notesMaster1.xml" Id="R56636bf7fbf446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e5b2431934849" /><Relationship Type="http://schemas.openxmlformats.org/officeDocument/2006/relationships/notesMaster" Target="/ppt/notesMasters/notesMaster1.xml" Id="R64a498079ab84c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f36bf12fd4dfe" /><Relationship Type="http://schemas.openxmlformats.org/officeDocument/2006/relationships/notesMaster" Target="/ppt/notesMasters/notesMaster1.xml" Id="R353fb2c0057543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ba4a9a970a4079" /><Relationship Type="http://schemas.openxmlformats.org/officeDocument/2006/relationships/notesMaster" Target="/ppt/notesMasters/notesMaster1.xml" Id="Rf53eb118c1b545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7bf2b912a45f6" /><Relationship Type="http://schemas.openxmlformats.org/officeDocument/2006/relationships/notesMaster" Target="/ppt/notesMasters/notesMaster1.xml" Id="R58ac70cd2bb04d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657a371654208" /><Relationship Type="http://schemas.openxmlformats.org/officeDocument/2006/relationships/notesMaster" Target="/ppt/notesMasters/notesMaster1.xml" Id="Rce5e46c72cba47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7e7ac19d834655" /><Relationship Type="http://schemas.openxmlformats.org/officeDocument/2006/relationships/notesMaster" Target="/ppt/notesMasters/notesMaster1.xml" Id="R0a04410f2bd846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4e9a0fcd97468a" /><Relationship Type="http://schemas.openxmlformats.org/officeDocument/2006/relationships/notesMaster" Target="/ppt/notesMasters/notesMaster1.xml" Id="R07e0a165f89b42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6d963dc8744c28" /><Relationship Type="http://schemas.openxmlformats.org/officeDocument/2006/relationships/notesMaster" Target="/ppt/notesMasters/notesMaster1.xml" Id="R095538b9926244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39e48f6e464754" /><Relationship Type="http://schemas.openxmlformats.org/officeDocument/2006/relationships/notesMaster" Target="/ppt/notesMasters/notesMaster1.xml" Id="Re5b85ee6499c4d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ff81fabcad42be" /><Relationship Type="http://schemas.openxmlformats.org/officeDocument/2006/relationships/notesMaster" Target="/ppt/notesMasters/notesMaster1.xml" Id="Rb98e139dba7145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61700f6b064163" /><Relationship Type="http://schemas.openxmlformats.org/officeDocument/2006/relationships/notesMaster" Target="/ppt/notesMasters/notesMaster1.xml" Id="Re340b7a0c26441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1b7d5153104854" /><Relationship Type="http://schemas.openxmlformats.org/officeDocument/2006/relationships/notesMaster" Target="/ppt/notesMasters/notesMaster1.xml" Id="R427524b7070d48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27ef11578d40db" /><Relationship Type="http://schemas.openxmlformats.org/officeDocument/2006/relationships/notesMaster" Target="/ppt/notesMasters/notesMaster1.xml" Id="R2dbb138c155b42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83365518964e3d" /><Relationship Type="http://schemas.openxmlformats.org/officeDocument/2006/relationships/notesMaster" Target="/ppt/notesMasters/notesMaster1.xml" Id="Rc1ef3092a91049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effd0681b64784" /><Relationship Type="http://schemas.openxmlformats.org/officeDocument/2006/relationships/notesMaster" Target="/ppt/notesMasters/notesMaster1.xml" Id="R5831da37b6784f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f06df8a7484b25" /><Relationship Type="http://schemas.openxmlformats.org/officeDocument/2006/relationships/notesMaster" Target="/ppt/notesMasters/notesMaster1.xml" Id="Rc547ba488f714d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e474c899664bae" /><Relationship Type="http://schemas.openxmlformats.org/officeDocument/2006/relationships/notesMaster" Target="/ppt/notesMasters/notesMaster1.xml" Id="R3129e80433104a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333a4801494819" /><Relationship Type="http://schemas.openxmlformats.org/officeDocument/2006/relationships/notesMaster" Target="/ppt/notesMasters/notesMaster1.xml" Id="Rdfa714c661734f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533404b6df4e4a" /><Relationship Type="http://schemas.openxmlformats.org/officeDocument/2006/relationships/notesMaster" Target="/ppt/notesMasters/notesMaster1.xml" Id="R98687c6c5b1f47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5e75c1bbbb4df9" /><Relationship Type="http://schemas.openxmlformats.org/officeDocument/2006/relationships/notesMaster" Target="/ppt/notesMasters/notesMaster1.xml" Id="R8e6afef881d64c7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49348f7bdf24a31" /><Relationship Type="http://schemas.openxmlformats.org/officeDocument/2006/relationships/notesMaster" Target="/ppt/notesMasters/notesMaster1.xml" Id="R119b1e40090945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3db24a8bc804fb0" /><Relationship Type="http://schemas.openxmlformats.org/officeDocument/2006/relationships/notesMaster" Target="/ppt/notesMasters/notesMaster1.xml" Id="R85d918df54474e4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aab38044d34769" /><Relationship Type="http://schemas.openxmlformats.org/officeDocument/2006/relationships/notesMaster" Target="/ppt/notesMasters/notesMaster1.xml" Id="R6ad4b1239c684f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bb97ad27bcc4458" /><Relationship Type="http://schemas.openxmlformats.org/officeDocument/2006/relationships/notesMaster" Target="/ppt/notesMasters/notesMaster1.xml" Id="R496bc0eb29124c5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0450f8f1ced4512" /><Relationship Type="http://schemas.openxmlformats.org/officeDocument/2006/relationships/notesMaster" Target="/ppt/notesMasters/notesMaster1.xml" Id="Rabd038df3c8e44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42dd7a79fa24cef" /><Relationship Type="http://schemas.openxmlformats.org/officeDocument/2006/relationships/notesMaster" Target="/ppt/notesMasters/notesMaster1.xml" Id="Rddfd8c05337640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018d850ed9a456c" /><Relationship Type="http://schemas.openxmlformats.org/officeDocument/2006/relationships/notesMaster" Target="/ppt/notesMasters/notesMaster1.xml" Id="R2bfcb6ddb05a47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7b04c41948e45af" /><Relationship Type="http://schemas.openxmlformats.org/officeDocument/2006/relationships/notesMaster" Target="/ppt/notesMasters/notesMaster1.xml" Id="Rf047393cb5024b7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dabfe15a80b46d9" /><Relationship Type="http://schemas.openxmlformats.org/officeDocument/2006/relationships/notesMaster" Target="/ppt/notesMasters/notesMaster1.xml" Id="Re531cf27a72843c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7ffb67b2c9f4471" /><Relationship Type="http://schemas.openxmlformats.org/officeDocument/2006/relationships/notesMaster" Target="/ppt/notesMasters/notesMaster1.xml" Id="R99ed8db6708e4d9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abd1f27da634679" /><Relationship Type="http://schemas.openxmlformats.org/officeDocument/2006/relationships/notesMaster" Target="/ppt/notesMasters/notesMaster1.xml" Id="R03103236e3d948c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88ccd39c568413b" /><Relationship Type="http://schemas.openxmlformats.org/officeDocument/2006/relationships/notesMaster" Target="/ppt/notesMasters/notesMaster1.xml" Id="R26c376d2f6614e7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0dee350a41b4a11" /><Relationship Type="http://schemas.openxmlformats.org/officeDocument/2006/relationships/notesMaster" Target="/ppt/notesMasters/notesMaster1.xml" Id="R6e74a6feae124f7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e0c9b0da4b482a" /><Relationship Type="http://schemas.openxmlformats.org/officeDocument/2006/relationships/notesMaster" Target="/ppt/notesMasters/notesMaster1.xml" Id="Rc93d21381bbf45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0c9d39e57ac461c" /><Relationship Type="http://schemas.openxmlformats.org/officeDocument/2006/relationships/notesMaster" Target="/ppt/notesMasters/notesMaster1.xml" Id="Rf4462dae075249f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418273f67e94161" /><Relationship Type="http://schemas.openxmlformats.org/officeDocument/2006/relationships/notesMaster" Target="/ppt/notesMasters/notesMaster1.xml" Id="R10ee67ad2f6a466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55e921d21854ebb" /><Relationship Type="http://schemas.openxmlformats.org/officeDocument/2006/relationships/notesMaster" Target="/ppt/notesMasters/notesMaster1.xml" Id="Rf6b50b9e753746a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70ecdf264814a58" /><Relationship Type="http://schemas.openxmlformats.org/officeDocument/2006/relationships/notesMaster" Target="/ppt/notesMasters/notesMaster1.xml" Id="R4e3dffe769294d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9e1f9e97b4f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ea4ac1d79a46b2" /><Relationship Type="http://schemas.openxmlformats.org/officeDocument/2006/relationships/slideLayout" Target="/ppt/slideLayouts/slideLayout1.xml" Id="R25b4e06cfc9448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b4e06cfc9448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14f5244a848fc" /><Relationship Type="http://schemas.openxmlformats.org/officeDocument/2006/relationships/notesSlide" Target="/ppt/notesSlides/notesSlide1.xml" Id="R2ec7c20a46a647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b1f8170ee455e" /><Relationship Type="http://schemas.openxmlformats.org/officeDocument/2006/relationships/notesSlide" Target="/ppt/notesSlides/notesSlide2.xml" Id="R058c03649af049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46b1f3ff9445e" /><Relationship Type="http://schemas.openxmlformats.org/officeDocument/2006/relationships/notesSlide" Target="/ppt/notesSlides/notesSlide3.xml" Id="R72a9726635a846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69f69a4224ec2" /><Relationship Type="http://schemas.openxmlformats.org/officeDocument/2006/relationships/notesSlide" Target="/ppt/notesSlides/notesSlide4.xml" Id="R37bc73e1707a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d756ae9a74ae8" /><Relationship Type="http://schemas.openxmlformats.org/officeDocument/2006/relationships/notesSlide" Target="/ppt/notesSlides/notesSlide5.xml" Id="R507eda9c019345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fce2c72564d37" /><Relationship Type="http://schemas.openxmlformats.org/officeDocument/2006/relationships/notesSlide" Target="/ppt/notesSlides/notesSlide6.xml" Id="R00f3c69f297d46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bd44f18024fb7" /><Relationship Type="http://schemas.openxmlformats.org/officeDocument/2006/relationships/notesSlide" Target="/ppt/notesSlides/notesSlide7.xml" Id="Rc315c85f2ec141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e2ad4317a4a7d" /><Relationship Type="http://schemas.openxmlformats.org/officeDocument/2006/relationships/notesSlide" Target="/ppt/notesSlides/notesSlide8.xml" Id="Rb3ef3cea21e047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44c52c73c4d16" /><Relationship Type="http://schemas.openxmlformats.org/officeDocument/2006/relationships/notesSlide" Target="/ppt/notesSlides/notesSlide9.xml" Id="R6b193fbaa95048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3408255e5417f" /><Relationship Type="http://schemas.openxmlformats.org/officeDocument/2006/relationships/notesSlide" Target="/ppt/notesSlides/notesSlide10.xml" Id="R62d00cecc13c4a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4db4325b549db" /><Relationship Type="http://schemas.openxmlformats.org/officeDocument/2006/relationships/notesSlide" Target="/ppt/notesSlides/notesSlide11.xml" Id="R24e340aee3b242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f3fe89f1e4026" /><Relationship Type="http://schemas.openxmlformats.org/officeDocument/2006/relationships/notesSlide" Target="/ppt/notesSlides/notesSlide12.xml" Id="R59b53dd3bbb84b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9e02ea60344bb" /><Relationship Type="http://schemas.openxmlformats.org/officeDocument/2006/relationships/notesSlide" Target="/ppt/notesSlides/notesSlide13.xml" Id="Rdaf16a13d6e341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ee35a7eeb4d54" /><Relationship Type="http://schemas.openxmlformats.org/officeDocument/2006/relationships/notesSlide" Target="/ppt/notesSlides/notesSlide14.xml" Id="Rda1b2b49c13a4c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48675989c4924" /><Relationship Type="http://schemas.openxmlformats.org/officeDocument/2006/relationships/notesSlide" Target="/ppt/notesSlides/notesSlide15.xml" Id="R010d1f49d36b48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5d66bbca741d6" /><Relationship Type="http://schemas.openxmlformats.org/officeDocument/2006/relationships/notesSlide" Target="/ppt/notesSlides/notesSlide16.xml" Id="R639b78db7c1c45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007a2d4a84bf2" /><Relationship Type="http://schemas.openxmlformats.org/officeDocument/2006/relationships/notesSlide" Target="/ppt/notesSlides/notesSlide17.xml" Id="R40aed697e83f4b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639390f2d4320" /><Relationship Type="http://schemas.openxmlformats.org/officeDocument/2006/relationships/notesSlide" Target="/ppt/notesSlides/notesSlide18.xml" Id="Rab44345e2b6d4e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f16f23670492d" /><Relationship Type="http://schemas.openxmlformats.org/officeDocument/2006/relationships/notesSlide" Target="/ppt/notesSlides/notesSlide19.xml" Id="R7aa23ae3a13c4b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0761bbad94250" /><Relationship Type="http://schemas.openxmlformats.org/officeDocument/2006/relationships/notesSlide" Target="/ppt/notesSlides/notesSlide20.xml" Id="R4183f8e5dc5040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66d7c0d354cc6" /><Relationship Type="http://schemas.openxmlformats.org/officeDocument/2006/relationships/notesSlide" Target="/ppt/notesSlides/notesSlide21.xml" Id="R259f964c8ba84f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8591031444a61" /><Relationship Type="http://schemas.openxmlformats.org/officeDocument/2006/relationships/notesSlide" Target="/ppt/notesSlides/notesSlide22.xml" Id="R6501bc51c5f84e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a9ac3958e4eb9" /><Relationship Type="http://schemas.openxmlformats.org/officeDocument/2006/relationships/notesSlide" Target="/ppt/notesSlides/notesSlide23.xml" Id="R3b5cb7465e274b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12034d4064419" /><Relationship Type="http://schemas.openxmlformats.org/officeDocument/2006/relationships/notesSlide" Target="/ppt/notesSlides/notesSlide24.xml" Id="R2b12c61b944948d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ae488e1e34687" /><Relationship Type="http://schemas.openxmlformats.org/officeDocument/2006/relationships/notesSlide" Target="/ppt/notesSlides/notesSlide25.xml" Id="Ra009fdc9744a4a7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a42107b664d13" /><Relationship Type="http://schemas.openxmlformats.org/officeDocument/2006/relationships/notesSlide" Target="/ppt/notesSlides/notesSlide26.xml" Id="R2d1b651e6f014a5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7be69d3f0415e" /><Relationship Type="http://schemas.openxmlformats.org/officeDocument/2006/relationships/notesSlide" Target="/ppt/notesSlides/notesSlide27.xml" Id="Re9c6d3dea4414e2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66ada3b1d4129" /><Relationship Type="http://schemas.openxmlformats.org/officeDocument/2006/relationships/notesSlide" Target="/ppt/notesSlides/notesSlide28.xml" Id="Rfb944535bf824ad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edf0996fd4b5d" /><Relationship Type="http://schemas.openxmlformats.org/officeDocument/2006/relationships/notesSlide" Target="/ppt/notesSlides/notesSlide29.xml" Id="Rfa392abd91614b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833b0ac424043" /><Relationship Type="http://schemas.openxmlformats.org/officeDocument/2006/relationships/notesSlide" Target="/ppt/notesSlides/notesSlide30.xml" Id="R177318b2ce2a46d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2638123974f28" /><Relationship Type="http://schemas.openxmlformats.org/officeDocument/2006/relationships/notesSlide" Target="/ppt/notesSlides/notesSlide31.xml" Id="Rda2e61b2fc01493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9c3c80c514980" /><Relationship Type="http://schemas.openxmlformats.org/officeDocument/2006/relationships/notesSlide" Target="/ppt/notesSlides/notesSlide32.xml" Id="Rd06039ae4583476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6e18be9dc4ae2" /><Relationship Type="http://schemas.openxmlformats.org/officeDocument/2006/relationships/notesSlide" Target="/ppt/notesSlides/notesSlide33.xml" Id="Re805450d293348d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622f757794910" /><Relationship Type="http://schemas.openxmlformats.org/officeDocument/2006/relationships/notesSlide" Target="/ppt/notesSlides/notesSlide34.xml" Id="R18ac8651635d429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4ce01beab4054" /><Relationship Type="http://schemas.openxmlformats.org/officeDocument/2006/relationships/notesSlide" Target="/ppt/notesSlides/notesSlide35.xml" Id="Rbd98bd6361854b5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52eb7c565466e" /><Relationship Type="http://schemas.openxmlformats.org/officeDocument/2006/relationships/notesSlide" Target="/ppt/notesSlides/notesSlide36.xml" Id="R658798cbb3a64c6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4d8035c89405c" /><Relationship Type="http://schemas.openxmlformats.org/officeDocument/2006/relationships/notesSlide" Target="/ppt/notesSlides/notesSlide37.xml" Id="R69832f13407e419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e6aea81794a47" /><Relationship Type="http://schemas.openxmlformats.org/officeDocument/2006/relationships/notesSlide" Target="/ppt/notesSlides/notesSlide38.xml" Id="R93c7b8ddb4f64d9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c0bbce38b4ece" /><Relationship Type="http://schemas.openxmlformats.org/officeDocument/2006/relationships/notesSlide" Target="/ppt/notesSlides/notesSlide39.xml" Id="Rd673047564a74ed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bca0591a246d4" /><Relationship Type="http://schemas.openxmlformats.org/officeDocument/2006/relationships/notesSlide" Target="/ppt/notesSlides/notesSlide40.xml" Id="R2455a4034362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90696-6756-4910-9F5C-39915BE2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26A43-C368-46E4-A780-8C6F797D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Equilibrium and Support Reactions Free body diagram, equations of equilibrium, Lami's Theorem, Equilibrium of Coplanar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77245-4A4E-4722-A41C-DD9B4B7A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81F7C-2991-4857-B0B4-608049A9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9312A-FCF1-4766-9ECD-53F8CC37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EC790-70A5-4843-A14F-64E5A94B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E3368-B1FD-4B5E-81F1-D320B1BC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9AA00-67F8-41E1-84CB-CCB5601F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FA512-01C6-4D75-AA12-7D71F3A7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B7534-B999-484F-87A9-3BFFD20A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9BC80-A950-4B91-9FE7-835899C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4AB6B-D648-4A45-A34E-1891E870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D8495-AFEF-4155-A682-8755CE60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9279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47C41-BFF5-4027-876C-0CAAD66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8ACFA-D368-4140-9E7F-1A7806AC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41D4-D0F1-42A0-892F-C0C06A2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443D1-A464-4B6F-AF13-FD95C15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9D098-5262-4BB2-946F-C3846DEF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0EA03-8CF8-4FAB-A529-067812A0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6D1F6-ED47-4B66-925C-79C8923C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9DAB-639F-45A1-A1AE-0EFF32AD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8668C-DA54-4E4F-8DB7-0312D7AC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5EB87-4D7C-4D6C-B769-2F874B35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1C524-7D98-41DD-9AA0-14C42FB9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F1868-551B-4F81-8801-12C6446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60A0D-640C-4CCA-9EC1-B554A6A9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26006-771B-4A63-82B1-CD41FB95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8A663-465E-4923-A8DF-5C50F603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1768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1415F-3275-4DDA-9779-0A45B60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47BCE-A86E-4D74-B62C-2B37F64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41726-CBC7-4D96-B76B-9CF07E7D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A3441-2986-4E7E-97C0-B55FC1B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DCFFB-EAEB-4337-B878-52471785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A875B-92CD-49B6-BF96-508A37E9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ED9BB-BF80-47AD-8813-4142F9D8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D11F0-E17E-43DD-83FC-EECDA01A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C1D26-BB98-49A0-8DFB-3F5A4BA0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Equilibrium and Support Reactions Free body diagram, equa...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F40FD-C9F0-447C-AB1A-C2B21417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2857A-9F6E-4240-B6CD-D51C8D4F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535CB-B152-4188-BE59-12596976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Non -concurrent force systems: Numerical examples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46A5C-EBB7-4E0A-AC28-D6FF1E73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4BC16-13CD-4514-A627-85E05443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596EA-A6BF-4E5A-A720-C1D87A5A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Types of loadings, beams and supports, Concept of Statica...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E97B5-9F22-4274-8AB2-725E74AC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9654E-D51D-4D53-8BA1-464EB101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D9BD1-32A3-4352-B2FC-5EF90B37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Support reactions : Numerical examples on Statically dete...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BBA48-9353-4360-B5F1-26DEEB45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AA99B-DD4C-4750-8478-6C712A51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99117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9DD50-BEF5-4B98-9970-EDEA1E05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7520C-2D63-413E-9333-42A27B17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4E85C-8E2F-4E79-A5FC-25AAF8F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9E8AA-B1FE-497F-8527-32FEE73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F3E51-3C2A-412C-A9F9-A14AC26F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B9150-E74A-4C37-B489-6EAF70E5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EF7AB-10CA-47AD-81FE-F5875E97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14AFE-40E6-40AC-8295-8AAB0B27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Equilibrium and Support Reactions Free body diagram, equa...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173EF-AF40-4498-BA4E-68E92890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1A8AA-58F6-46C0-BFD4-F511042C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D04A3-1537-40C0-922D-3FC37181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Non -concurrent force systems: Numerical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B282B-4AEE-418C-82A5-187F46A3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40E95-981F-4580-AFEB-6FFBB38A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6280F-78D0-4A60-B0F5-46ABF335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Types of loadings, beams and supports, Concept of Statica...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90B9E-204A-4E9E-B606-0194D1EB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13BF1-EF01-4730-822D-80032E19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B7559-9591-4653-8AFF-2DB8B579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Support reactions : Numerical examples on Statically dete...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88976-C0AF-4205-A7D1-2120AD56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FEC87-442F-4733-BEBC-B83321F1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9FCEE-63C3-4141-BB5F-10A15322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64759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3F23F-4F67-4F82-B506-AE94249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2BA22-5623-44E9-8810-18484648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9B311-8A07-4809-8A3D-185B3183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ADBF3-2168-4C40-B0EE-EAF1B62A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AA5D4-5D16-4B94-AEC7-D21731AB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Equilibrium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64CE6-C044-45BB-8169-BB86B40B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BBDC3-DD5F-4E19-B9ED-706C244C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A97FC-D9F2-48A3-9D46-87FF3DCF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C4E89-1945-4C9C-93C5-1BD478D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3B036-08C4-4BA3-B05C-71191EE3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diagram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DD736-B387-4F34-8AC5-CC949F12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8B5F7-E9F4-429A-A7E5-3065E0E3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1ECFE-755D-451A-B9D8-51C921F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Theorem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52B09-0959-4D5C-B854-495FB9A4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Coplanar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476CC-C3F9-4BFD-917B-2DA1BC0D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526FE-0D89-4012-969E-EE3F67E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48782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896E5-E23C-4251-97FD-69FB32FA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65DFB-D397-42D5-9FF9-5B6ADB6B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8FCCD-154A-4082-84CA-79657A65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8EEA4-2065-42FB-A3D7-C3B6BF2B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7E934-E715-48DF-89F7-7F7304AC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Equilibrium and Support Reactions Free body diagram, equations of equilibrium, Lami's Theorem, Equilibrium of 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A9C86-73F8-4F34-A900-ECCE5D9A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Equilibrium and Support Reactions Free bo...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F9143-DAAA-4D4B-AD17-8B06FC07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74F48-769C-4BA5-9112-AE87110B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580D1-5AF0-4825-9600-B81B35CE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E921C-1E5E-4242-8470-5E13EB3D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D9824-1D26-47B2-BEA3-9BFE3C66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6CE39-95FD-4AC8-B312-D1389882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FA2C4-5612-415A-B251-3FD26865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BF884-822D-4D4C-A4FD-FD4C0FC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E8B68-98AF-43BC-867F-DD81778A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E35F2-D6B7-43E8-AFF7-8BCE147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81206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01274-A1C1-4C24-AC5A-208F33B2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15332-E4E0-4023-8940-32581FE2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56AAD-137F-4EA0-B98D-363C602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C14B2-2D72-4B0C-8DBD-6BA4BF64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B4805-2BF7-4446-92AA-5764B469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E9807-38B5-4CD8-A5E9-BEA93E3E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0B8B-6216-4549-98F4-8BEF5216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259C0-2F17-4042-A870-129BB9C0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1AD67-2F7A-4477-A50A-3BD4A9F5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Equilibrium and Su...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C1FB5-502C-46C3-B60C-BB4EE51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48743-B10C-4860-AED4-98CFE14B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120A9-302E-4B4E-9248-182D60E4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Equilibrium...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C5A98-8777-4519-B718-01F6F31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67F54-90F3-4CF5-A98D-C1DFB522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25161-8A23-44A3-8464-01E82CCF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Equilibr...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D150B-EF7F-4BF1-BE23-1382022D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23A30-E186-4496-9761-59AB233A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30938-110F-4ECF-AD64-07F07E8A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Equilibrium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B18A0-7EE0-49BC-9947-5A6F61CA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940EE-D8B4-4F82-9516-B8B35743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20AF8-3D9D-4D5F-8257-2B879AC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Equilibrium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D440E-95ED-46A4-A60C-8DFDFEC8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51C13-DAC7-4657-A9E0-F5AF86D2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704110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642F6-A132-4918-8C38-1598DE84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4C9BB-B110-4EC3-9CA5-D8A238EE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B0EF9-17D9-4BD1-A865-47238D95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24332-3E55-4B73-88A6-9616B2F6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15E1D-D028-4CD5-91D3-0C1B4EE0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A16C9-C341-43E4-A742-58B0CA26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DF46C-2008-4B4C-A969-D6AACB21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8A9FF-1D3D-4232-8F90-629FC48F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C5792-5838-4D99-B6BC-56C3D4A0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3A73B-1411-4340-8EC1-8B5EA495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7DCDA-7854-4002-892B-90325396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03020-4A4C-44A3-8F6D-8B170FC6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5B968-F8F5-4493-B5AA-33B62AF6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86E09-D301-4F09-BAFA-58CD86B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30A13-F535-452B-BCF9-02F5A93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748158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A3047-4A1A-4996-AE24-E2AD4080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63097-2EAA-4A1D-AF0E-641C6ECE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D06B4-A591-495D-BBFE-7C3DCB95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6D2F9-B576-4D31-93E8-9B15FE6D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242D5-9631-4B10-A80D-CE0F8EA5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A6AC4-E7C4-414C-B9AA-1A49449F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Equilibrium and Support Reactions Free body diagram, equa...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267CD-535A-4129-881E-91A43BF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5F561-7928-42B7-A420-0AD82DD5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563FD-2EC0-4BE7-9BBE-AE421F87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DDABB-BF46-4FC2-8ED0-DFD61AB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6AF7F-09E4-4659-B354-8C5D8CA8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86987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6513B-190C-42D7-BCFD-F08373F7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A417F-DCB4-4893-9E30-F1C7616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0F34B-E512-414A-B488-B53679F9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F4D28-6C36-4D35-B68D-9E9EA9B9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73F39-B98C-498A-9BA8-6B679B2C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Non -concurrent force systems: Numerical examples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46F6A-7B5D-40DF-B5DB-61DD24F5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Non -concurrent force systems: Numerical...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9057B-71DE-4EAB-9E0A-B5AB15D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D9772-E2B9-42BE-8193-34E8E93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77AF3-9ADB-43A9-8A8B-04934274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B4CF3-EED4-44D2-8E5F-BBF576E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F8E62-DE62-4254-9360-6A539B5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C6E69-30AB-4F95-91E3-1305C342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73F81-4260-49F9-B84E-30E6E932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243EB-FDAF-4D80-AFFA-7598AE1C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FE5AB-EACC-4575-96B6-C03F4185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CF5CD-B1D9-4AE4-BC2F-A442E7A8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28316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8F77B-9833-43EB-8EB9-C76BD24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07717-E732-47A0-A951-00A99946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858B0-C2A0-48C5-84B3-1A72CF6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DE46F-2C47-4914-9158-C6D323B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8590E-7165-414A-BAF6-FF2DEE75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F1BA5-A5EB-4EC1-903C-67D15DBA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E668F-6392-400F-8DC7-F9A84096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DEB93-1B76-440C-838C-9D865E70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61D22-3E88-445E-8F4E-DC28D827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Non -concurrent fo...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C7248-FEEA-4DD7-9EDB-B238D4E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BD33F-55F8-4376-876B-06340F04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464DF-60B6-424B-B420-CC086875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Non -concur...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A6AC9-4B54-4BC7-AA35-1D73D2E5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3674F-BD34-4DE4-B556-AAA3485A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DD76F-8BA5-4B81-9260-4592CF86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Non -con...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C5464-8B15-468D-9C9F-A5793327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2BADB-D060-4146-9DB8-4CD2BD20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DE218-3E87-4FF0-8DFD-BFD40D2F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Non -concurrent...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31841-1696-4CBA-AB03-5C62E13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72F9B-B44E-4CE9-B8A5-3668ACDF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34FCB-CC9B-49F8-B290-171A63F6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Non -concurren...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7A225-0ADF-4D28-AF7D-B607FE37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7928C-02B8-4560-B42E-C8DE7B22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7173505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2C01B-AB12-46B0-B785-83C4BE0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7DF46-CF2E-48CE-B186-472277AA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773FA-9594-4A3F-A479-AD3EF62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2FCBA-6CA3-491D-B525-38B5C327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FEC04-3FBA-4226-904A-DAF3B43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878A8-5A0E-4AE5-82DD-CADFF84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B7853-D559-4986-9E8D-DEC3BE38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DBA33-9AA5-418D-9745-39622F0E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6C2C9-3BFF-467A-9D5C-C19A556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E5AB8-92AE-4085-997A-4556FF3C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034BC-BBD7-4A80-935B-458BC01F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78AB5-C114-40D8-9F01-F5D80411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C51FC-002A-42D0-B79C-9407BA2A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0341F-0181-4E00-874A-E7DEC72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421A3-F006-4863-A8B8-B0DD9CFA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64815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D8058-7DC2-4B7D-805C-25461B77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F0D37-87F7-4D30-8764-C1306A6C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96567-C335-44EA-957A-579F02FC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92F4C-24C8-4437-8E1F-EE2CCB7F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1AA19-A331-4460-938B-2F0A1FCE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ED036-AF46-4C64-8245-D54A1E8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Non -concurrent force systems: Numerical examples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339BC-9570-4EAC-AA51-5403B577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B1DAB-8CEA-4349-9E54-9A47E09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2C927-E2E3-4BBC-93D2-597ACC10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F26A7-16A1-4ADF-AB96-BDC838B5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7933E-5940-4102-88C4-C5B87E9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876700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82753-E7DC-47D5-ADAC-0B9DC973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AF5E5-4275-481D-8AC7-FF68045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24D69-F43C-4948-B3AC-A84DECDF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18B42-B588-47AC-AD90-BA5D5F7F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73E84-ABBA-48ED-AF57-36E6DCE6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Types of loadings, beams and supports, Concept of Statically determinate and indeterminate structures (Definiti...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56C1A-C6B6-45AE-9ED9-D2C83D73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 of loadings, beams and supports, Co...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B5AE9-18B0-4648-ADBB-9519E94D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28F2A-65FA-425F-869E-B159BC37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5CE5A-04B7-4BBD-A5B1-0926B60A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3F076-8B66-44E1-96E1-691F377D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7F217-63A3-4F87-90BD-3E80BFBA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76202-9D7C-4C0D-A5BB-F8B117F7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56C72-32B9-42B8-9B0F-CE30F982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B7A20-2F36-4243-9128-4A781F3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8D177-9AC5-48B3-8E76-641255C4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C59CA-21D8-4C9C-A733-4FB3B02E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016047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53D09-CD7C-45BA-B939-FECACCA9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0D982-FB3D-442D-B227-1D3FEF27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18056-0385-42F9-AB74-936BBB8D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6D2DF-45FF-4BBB-9D91-EFADE079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47C63-5E84-4EC5-A5A2-1E9BEA5A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89856-169D-49E5-914F-A02C22FA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A9EC9-D6D2-4297-9B1F-ADBAF4A6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03222-8C3F-4B8A-B95D-6358A434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02353-880E-4B98-84F7-4FE38700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Types of loadings,...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5CEBF-1596-497D-91BC-398E6C2A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20B7A-6761-49CB-BAAE-F1038320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7F295-DA98-4B45-95DC-BADD74B1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Types of lo...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8769B-8189-4118-8C98-D7C27B40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482DD-DFC6-490B-9A1D-7EDBC10D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96026-E713-4DE6-B0C6-5CC6592B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Types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59BDA-ADF9-4997-9FCB-8EB1C5C4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0787B-E80B-4DFD-92F9-0B229CF8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2DDA2-62E0-4A71-A86F-088ABD23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Types of loading...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7BE62-70C8-40AE-B622-4B1E74B3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F4464-A80D-4639-8768-600D3690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D5E71-4A61-4779-8924-2748BDCF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Types of loadi...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A8BC4-9BEB-4A36-B234-5A09C044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F4BC6-B289-4924-B396-9B24203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892830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41105-5C84-4D0D-BDAF-C474957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F9CB3-3216-47FA-A8C9-58E7EE84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EE4C4-FA18-455E-B5D7-E1B9E9C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80C91-13D3-4CA6-A1AD-E089F744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6883E-7411-44B2-96CD-A6BA2217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FD6C1-F31B-4F87-BEF3-A849B942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DE446-7F44-49A1-AEDE-F41343B6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3D55E-1CA3-4274-A5A1-CE88B24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B3D1D-16ED-4806-9D65-DA9EB99F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1FF3A-13F4-4C4F-8A51-3BC1A86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9E2C6-2E89-4373-9C99-EDDB3CE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D5B0D-CC28-4794-A8BE-737626D7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1742C-A139-4D83-8E9E-2A8DC25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DF6AA-4F6B-4E1F-AA5B-83AC9592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5889F-7009-41EB-AA8B-EDC9DC0C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574118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5E50E-BEBE-4DA9-8974-E11F265F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52ABA-FF0B-465A-99B3-C29FF9DF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19D62-51CB-49D8-838D-227D0C9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A20AE-FB0F-49DB-8398-E58FF5DD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18439-B8ED-4663-BCCC-CDA81A53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9C7A7-0080-4761-8FF1-C69D8974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Types of loadings, beams and supports, Concept of Statica...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37C31-70E9-43D3-8B19-B6FB819A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449A5-8E4A-4D96-BE0C-AC6E88F4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7437D-A4CB-48F7-ABBE-D18587BB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8C1E9-56E1-4625-897D-731E2C9C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E3A36-62F7-4A77-B353-8DD8238E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452931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8C6F0-166C-495C-84C8-100D36AB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4BA16-732A-45FA-9467-10073B0E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73641-987B-41B4-B7FD-F36BE264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68591-8714-4DA7-9925-819FCBDB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3F401-25AB-49A7-88CF-3E4C4303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Support reactions : Numerical examples on Statically determinate beams.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7605D-1274-4B77-818F-4265CDA2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Support reactions : Numerical examples on...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D9CEF-29EB-4900-B756-26A43338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A2554-E075-4316-9D1A-4DB59047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9DE60-7FF5-4FE3-AC19-D21BD7A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D77F0-E697-47EA-A5DD-788C71A5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BB54A-3548-4616-ADF9-030BFA93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DD9FC-B40B-4B90-8C70-300C45A2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2E55B-6B92-430F-9A9B-DE69E403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90276-0781-463A-9EF6-43545F49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AEB91-2C50-4C69-B826-5767B2EC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45AAD-2C56-4B87-B07F-71811EA6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232797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140B1-522E-462B-81FA-0292E11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077B3-8CC4-4353-B480-1ADBE5E8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AF2C2-7782-41AB-BDDE-8DDADBB9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AE58A-BCC6-4A66-A971-405A070F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16B15-DB94-4DD0-B32E-D6D7B78A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CE43D-45CC-4D92-B3CD-A900CD6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65FC6-09B0-491E-898D-F5819F07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37214-ACC0-4603-8713-4974145A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BFBD1-AC95-478C-975A-CC46766D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Support reactions...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95AB1-4135-4C04-83AF-6C651E7F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67B61-5876-4F7A-8B91-C986BE46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8341C-1474-49CB-B08D-428697C2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Support rea...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8D831-AD5B-4E0E-8939-BBE55FDB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12B84-CD46-4E2D-B7FF-7AC44207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A6793-719F-43CE-B42A-8FF5BC90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Support...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47DED-8022-4029-BE4A-05B1C928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A365B-D78D-4051-B2CA-0DD5AA02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9190B-EEC7-4496-BD00-7E87C6EC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Support reaction...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BE2CC-1FF0-48BC-A058-6A95E5A2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9F5F0-E25D-4F6C-89A9-862A5ED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69BB2-9FDE-47A1-9D01-D52E5AA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Support reacti...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712E3-79E5-4283-B8D8-9599BFA4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B70AF-44E4-4639-A247-21C29BC7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2631032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114E9-5DC0-4205-B32F-6A270196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B5911-0D4A-4D49-BE38-484F6CE8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E3906-69FB-4528-9E45-F9315309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BDDE6-F8AF-4758-80D9-4F3274C7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723F8-C525-4C7B-805C-E06C2790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B1970-1CF8-41A8-960D-D3040764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1A876-699A-472C-8E46-42FB7BBA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1BCDC-269A-4922-B3C7-C6DD3876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1670A-E475-4F67-892A-C09D1EB3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54893-4BF5-48BC-BCF1-5F7D2EFC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4D9EE-7627-41C2-946B-0296AC4F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2AF4C-EA65-439D-BB6C-61B50A06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4896E-47C3-4272-86D7-B3713035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DB8C2-D1D9-47E1-A49E-F77E8EF1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59759-9ADC-4FBD-898A-1959EDF3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953258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E0F86-A816-40FF-90BA-C245A9DC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F5F5E-C883-4DC0-B3C1-2D1B00B8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5C5B9-650F-475E-88DD-D8593C2E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67AEF-F364-4D1D-8950-26B776B4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9A1AE-B4D1-487E-8CA2-B8151E26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6A70C-A73B-48C8-AE77-4B0D57F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Support reactions : Numerical examples on Statically dete...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5C8A2-AC51-4710-9BC8-826CA4A5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0A2B2-4F60-45AB-B2CE-19BE289E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8A286-78D0-4E87-A1CB-8A61DF0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6D7B5-00CD-4479-AF4F-B52A5134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01122-490A-402C-94EE-790C5CCE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0850876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28EE2-21B2-43CE-81BE-728FE943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D0355-7A7D-4CFB-AA5C-EB0DA75B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1BD5A-E95B-42B7-B720-F729D4B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7B032-5FF8-49CC-B2D7-52164DF0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8C240-9D4F-4DED-AB0E-CAD4F2BE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C0AAC-1321-4DFB-937F-D679C0CB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541557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580EA-1BC8-444A-B308-56538546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F9B59-8F38-44DC-BD12-9251E1DD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CBBD7-8A07-440E-99FB-7304889B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AA053-39DC-4620-AE10-051CDE23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FE3DD-4B54-45F5-9563-C4192C27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Equilibrium: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Support: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Reactions: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Free: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body: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0D038-0E68-47B3-9B52-A7536AA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8801744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488DB-5392-42EC-9A7F-FB11533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110F1-59B2-445E-AC1E-3E1AA1AF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DB744-11C1-4909-8FC2-A9FCF3AC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B36F5-3407-4B37-B8F7-4F3C4A4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03310-40BB-4261-9A1C-23CE8D48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C5EB3-976E-4873-9A28-5C783130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28368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8E22C-CA34-4771-AA4D-891659DF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802C4-4DE9-433D-AD9E-1E01536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0ADCD-E48A-4A41-A13A-AB0CA92B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A74CD-3EAA-47AF-A525-DFB6B4F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E9362-48D9-49AE-9DF7-F16D6F50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2B0E5-B97F-4EFA-AE01-451F6EF1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756605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04C00-B179-4C85-ADC3-F4359C67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B31A2-88B5-4353-AC5C-C551ACA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893CA-48F0-404A-8880-05733EA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6F6DE-1FDE-4702-99E7-565ECBA5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C212D-8648-41C9-87AF-358E9EA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Equilibrium and Support Reactions Free body diagram, equations of equil...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Non -concurrent force systems: Numerical examples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Types of loadings, beams and supports, Concept of Statically determinat...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Support reactions : Numerical examples on Statically determinate beams.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CB660-2000-4EDF-942F-D04B2D2E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B6CAA-27DB-496C-8946-6DA74BF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83E3D-1C23-492C-8CAE-422DA641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9431599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C48353-595A-49E7-8C6C-BA091B75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B440-9FC2-47EE-9F78-CB456506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Non -concurrent force systems: Numerical ex...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80303-DC76-44DC-A827-F38F36F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BDF20-F2D3-430F-B249-EEFD8301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2A7FE-CA1E-41D2-9A62-AEA8730C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08F7C-3582-4061-B78E-890E5D74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81966-CAAA-478A-8A66-FBBC1975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90FBC-39A2-4358-BF07-6C18C2EE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15F4F-8A6A-4382-BB3D-6879EE71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144E9-C9EB-49EC-BA90-CE77E7D6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D68D9-2939-420C-B976-B4F5E3D5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029FD-95D5-4DB6-AA28-62E679B2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10ED9-2C36-457F-B905-55A13DB0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4EFDC-C4F1-4477-B385-6B86BFE5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0499A-7917-4DA0-9E7A-94A8E40F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7871C-28B9-46BD-824C-D3859BDE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56239-25E8-443F-9203-DFA6097D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911E1-9661-4E6E-99D0-EA2228D5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24650-AF47-4560-9708-3BC24C0A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07969-D0A6-4056-B8EE-31B4717C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1B05F-6A37-45CC-BF6E-6A26DF5E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E5BFD-E4A4-40BC-95A9-A40506D1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0568F-3562-4DA2-B94C-7B829FF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66220-9334-4491-B6F7-7BB5DDA1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6716E-3CA7-4B49-9C2E-36C5852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05492-E321-4E3E-BDF1-4BEBFA29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9C70A-F89E-4847-AE17-73D5BF6A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95AE1-2FCB-4839-AA0D-DDDAAC04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38AE3-CFD8-4062-BA8E-8F5606E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4E9C0C-CBB9-4D55-B1E2-E2C9CE94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5C289-05F3-4E37-B04B-9D4D0BB4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2798B-7985-4B13-9898-F1C942AA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780696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2D1B4C-8177-491B-9063-8ECA0899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34397-0C29-4A5C-AC73-7E1E9156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Types of loadings, beams and supports, Conc...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D4826-C6D2-4754-AF41-943E053B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B94AF-FAAC-4FC8-8201-8457D9F2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3AFF9-CC77-4385-9A0D-E566C73F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BB253-8F77-41A1-BB44-9959D27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FBFA8-9083-4D4E-BED2-CF0CC795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01FBC-8867-4704-B576-4AE6FD9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17BB8-6A87-47C2-B63A-12A5BCC2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869EE-B84C-4A3F-B7DF-B79421F0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840B9-F2AF-4DCA-982C-D44C57F5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C44D3-4DAC-4012-9E1E-D112535A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B2E52-E5CE-462C-B660-D3C8D9F5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C5A87-CD4D-4714-ACDB-0484191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F4169-AD05-4E9D-AFBD-B82BD208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530E5-F1A8-4D68-8E55-0AA4275D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C0484-FA5B-4D35-9929-DECA2CD2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92618-B5A4-4D60-9DCC-EA225170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C922B-C9E7-4828-A9B1-C7D65FCA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E7A1C-4F1D-4539-B561-CE8DA9B0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2E3C6-4DCA-4D45-A418-0B950F1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B2F16-B2EB-4FA1-A24D-2AE78F9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C1859-E1D8-466B-A3C2-EC5E68F7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BA685-8697-41F6-A4FD-AA0DB83F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1C00D-A526-425F-834D-530B6298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1A6EB-764C-4085-BC50-205F0518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F03CA-170A-4330-8D2C-C223254C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1D01A-38F2-41A3-801F-BF4BD1D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BD27CF-805A-4488-AD6C-88843C81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58B08C-D236-431B-AAB9-5B35C6B2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2BCDED-C304-4BAF-A7DB-4F607A33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DD3D53-49ED-43B7-A100-B5275AA9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7202647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7D654F-818F-4260-A2E7-B8F4A94B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7F56F-6743-4E8F-95D1-E3792738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Support reactions : Numerical examples on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6F1BC-51FB-4F56-BA0F-EFE4E21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8FABB-D846-412E-A44E-74D4E8B9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F952A-5A19-45A2-8C14-12DDBDAB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B6B3F-9CC9-4590-871C-9C23AD68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1E745-D2D5-411D-BB13-1B19F4A5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17531-70C8-4CF6-9EAE-A8A7680C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43F30-FAD7-40E2-B985-E1733B1C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A2F56-2614-4E4B-83A1-E7981BEB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4233F-78E8-4CCE-97A8-6C3DC268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454B0-B81E-484D-A8E4-978B6BF9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5F6F4-22C0-4940-967D-88C7381E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342FA-EF95-4604-BED3-FC44E8EB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F9545-FF35-4FA8-988D-EB1AD90C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06808-2BDE-4CCC-A027-1542E23C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CC3B5-FDCD-4EB3-8182-4127B33F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CE104-29B4-4810-9A1A-26E60BDA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27DF6-236F-4F0C-A8B3-BB077739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4E6C4-AA85-495E-8AC1-C745E623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1C2B9-D8B9-499E-8C2A-49708580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D474C-B8CB-45FE-874E-AC9E99CB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A2DE0-68B0-406D-8351-047CB74E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35249-0E04-4572-95D2-88982C23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42DDC-DB06-45DB-ACD4-B3225A0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1E51C-35F0-4E2F-974D-B0A055A9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912DC-2339-4C1B-AAC7-6B061D86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A374E-396A-4281-BBAE-51FBFA90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B8657-2A3C-4BA4-81FB-8B1782E9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E0D31A-D0CA-4FA5-9BE6-7131E14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81419-CB4B-4328-BD53-507DB4D8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14985-03B8-45F9-839B-925E7F49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4823367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B8D48-F86A-4984-B1E4-1354BC62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63C31-8EF8-4738-85B5-24EA6ED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Equilibrium and Support Reactions Free body...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A2E5C-95B1-409C-99D0-2AD348A6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3EC01-EEFC-4229-874F-4A742939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44301-08D5-427B-BF6C-9A6FE0FD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0D9C2-6AF7-4023-A73B-304EC418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3E2AC-96D1-44B4-A534-E61CE27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F6651-725D-49EF-AF1E-D974B44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FA227-274A-4004-852A-46237288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A3890-6E4A-4271-A378-675D332D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D2638-7217-4A2D-9329-05B2337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1FA92-43F7-4E57-9B75-943EC934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3945C-68A8-40A6-A179-8337CE0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BB821-F0E4-4348-82F7-A9157228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392CC-A69C-4B44-8F3E-19F9C582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2736D-3465-4D41-BB0D-A3BC189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098C8-1E77-4FDC-9D1D-10380069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D7C63-703B-4471-9093-F42ED6C0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8D038-2A7F-4CE0-B998-0C1E8CB1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E80FC-66A7-4E7D-BDCD-FEBB48B3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320AD-EC30-41AC-A8C1-F7977F0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9B50D-0B32-4E95-8668-198BBC2F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012EB-D2D9-4B7D-B861-47261F84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D4DF0-2D1F-44F4-8CA7-9DCBEF18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DB4AC-F071-4FF3-979D-73F0701A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F2C79-DC34-4892-86C3-1B7F7DDF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DC7F9-D0F0-4EBD-8252-A4603F78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EC9980-E1A8-42FC-9BB7-1E072DCF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52122-653E-46F3-8EDE-677012D0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DE3F2-8ED0-4344-8F92-0A891A15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A4F8FC-E2E5-4536-B6D2-8E8E348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A488E1-C02F-49A9-A55D-7F2052DD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6065445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2A611C-F2D4-4A37-8CF6-886C49E4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75E44-FF6A-4253-A9C4-C3488C99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Non -concurrent force systems: Numerical ex...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15F4D-A30C-4E49-AB67-EA57918E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B0932-FEC4-4569-BC79-D4591BB8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A775C-762E-49B8-9C2A-2DE7C4F3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FA190-2B43-4C70-967D-22FE60F8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10E69-CA61-425D-A9DA-CC749E5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2E32D-F532-4B8B-977A-A26B46E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1DF93-05DA-4AFC-BE19-0B872637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F7576-5EAB-4EA5-840E-48AB4090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7D968-6CA9-4D8D-B029-D0467ED3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D0712-9A42-42C7-A4A3-EB39B5B3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1B1C8-3AC7-4080-89F4-B6905787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74D29-85A0-43F6-B87C-B46E87A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0E722-C4EE-42B7-8579-E8836897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31AA5-FE9E-41E0-AB09-1633068B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0D371-5411-4C0B-837B-62A1604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CE98F-F240-4849-A96B-2A7E4CDF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3BAB8-D462-466A-B199-758EF610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574C1-E148-4669-A02C-96C17F23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D995E-B691-4312-BD2D-2C11C2B8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F6EA4-2C6D-44F9-B7E2-D265520D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40BFC-2645-4214-96FB-613AD82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BD393-D937-40DF-8377-269FE78F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F7C42-F59F-4FFB-93DC-BD9CD0AF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18BD8-E178-40B7-9FB5-B6C85457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FB91E7-146C-4F36-A870-F727CB5C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09007-7EC3-44D8-BB03-E378D71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0A94D-E268-4A64-A9E7-A91DBB92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6B0999-D1EF-431B-A02D-6E79A5F1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897B2-278C-42E1-9D4D-58C6C100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8B1C0-B5D8-4CD0-9926-06BD83F6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38829359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9F509A-A1F1-414D-9D41-59635CE7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A5390-B226-4EE0-8E6C-FF1F7BE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Types of loadings, beams and supports, Conc...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CAECB-95A1-4358-97D9-5B6A789C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9CDA3-D5E0-478F-B472-40263E7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2EB2A-B1B0-4157-A895-DD62A64F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5DB2C-9E97-4A28-887C-1EBE1A3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50519-EC7A-4199-AFA1-55777B4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D4E69-E4B5-4FA8-942B-B8F88A54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EB73F-6A0F-4296-B40F-9FD4FE68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1F0D1-3625-4154-AF67-38B37AF6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79138-A8D2-45CD-BB4C-E86777F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22344-FC23-4772-BB1A-F599A052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C07C2-2286-4046-86E0-F23A0ABE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794A1-3238-4591-BC3E-18999F2A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A4761-70F5-4558-A8FF-694710D2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6982A-3A52-4A23-A1F0-C4DB6E3F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4647F-CE8C-4B08-BB9F-994CC991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258F4-FE7B-4AB0-B332-A4E7A35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907F6-EA07-42A3-B3CD-66681205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14CA7-EB83-4A44-B202-7A86A79B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E58C8-A05C-4E70-AC8F-9EE3CFB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9BF7F-4611-447E-8E44-AE15FCFB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C06AE-AC08-454D-AB2B-63DE15C9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763E0-B5FB-4331-8194-E30DBCBE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D13871-1285-4B35-9813-14305FA3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ECC05-A2EC-4CD4-B2BB-27305EB0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C0566-0CF3-48C3-89FD-E145FFE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6D35A-17EB-4CE9-958E-5A3CC857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389A0-1B25-4B60-8AD5-FC1053B6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90AA14-4C25-4638-891B-38448994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CABEBE-1510-4171-AB8A-0F0B1FFC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837209-B156-46DB-9557-8175C0B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60387938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3A888A-E21C-42FB-8207-498A6A53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F9A29-9329-4A46-83E8-71676337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Support reactions : Numerical examples on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B2643-7384-4765-9635-DA661AE3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4A2A4-F04C-417C-9FCC-D3B0608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E0501-7698-4DB5-B82A-94C1B32D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28FE5-7FDB-4A27-8C19-DE38105A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08446-F564-4F99-933A-C8604E1F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651A6-0622-4B05-8AE1-406E0945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597BF-5F8E-4E3B-947C-E4FC66A9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3BA1A-8578-406C-ACC3-3E61C13E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29059-3F4C-4DE7-B55B-9340CF88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FB921-5A21-4EE3-8AE7-601BAAE2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D7202-B257-4619-BE9C-70244EEB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DDA7D-1461-4E29-A1E9-949D4EB3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243AC-9538-4C73-A664-4054E7E9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4DA0C-AB60-451E-AFF7-533EB99A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2AB1C-B7CF-43F2-B701-26973685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2362D-1B41-4222-A949-5020BB30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4885C-394D-426A-99FB-6B9B5B7A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2E4EB-1149-4556-8B94-E4A02D0B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B8075-349A-46C1-93EE-0E17A4D2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9AE7C-80D1-499E-B4D0-D19ED53D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F12FA-A219-4B55-8600-7EDC8941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B7849-208F-4392-93A7-006B8251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CE041-4600-40DB-9430-86E2621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D71C9-130C-4E52-8292-7C7B84A2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5B150-E1A1-4EF5-AD89-A9D130DA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5CE72-85A7-42D9-A189-4F72BE0E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C3FD7-E7BD-4761-99B5-810EDB6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8D654-5F52-4255-ACB8-500D670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FA0A3C-10D5-4642-9958-47D47648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633BB-EB05-492C-BAD1-EDFC12E6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20390585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4B493-4853-43A2-ACE8-2D44DAA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60677-E77A-43F4-86DE-654F7DA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Equilibrium and Support Reactions Free body...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59042-37F5-4A63-8ABC-F96D0B55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B9037-FB36-4119-9379-8FFA8BA7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C440E-E0E8-4CDD-BE8C-29D3F322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C8D36-BB13-460F-972F-A8D734F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5B484-4BC2-4CFF-A785-18FD77C8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DE73F-7FFD-4F3F-9C18-C6DB71C9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E7A28-0661-4F37-B3CB-650ACD8B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EEA0C-24AD-40DB-A1C2-B3A47157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35F97-021A-475A-84D7-168D5678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426BE-D429-43B3-9103-4A983CE2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7C74F-9E34-4426-9A06-6ED36F42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EDE44-31D4-4832-9C12-BBA7070F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55CDC-22FC-413A-A7F8-71590AA6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96583-F58C-4B6D-94CC-CE6C8554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2D0B1-F70F-4728-9E1D-295D1077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63F2C-DA2F-4C8F-A1F6-2BBF2298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03F3D-5B5E-4C2F-A0F6-572C50A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6E934-F2D1-4204-9300-787611F5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ADD82-FF6A-45AF-B111-CAD847A2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A49D8-EA9C-4522-A8A1-89A0169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A4486-94F2-418E-A799-1869332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19179-84D4-47D3-ACE5-145E8C15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38F87-D98F-4015-B87D-0C217965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FBD55E-A142-4647-9B29-309A7A6C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819F5-3C03-432C-91D4-B77D549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E319B-E881-40D5-B0DB-1D02B3F0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75D3B7-4F00-4546-959A-3E63EBBA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34661-8685-4494-A244-DBD1246D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46456B-62D6-4980-9586-F6375DD0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F128B2-1386-427F-95D9-0B4CF532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5515783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40AF7B-7AD3-4F8A-BE1B-76446CD5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7D8B9-DF10-4902-B793-B7C1EA18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Non -concurrent force systems: Numerical ex...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667EB-98F6-47C2-A0F9-E4ECA0AD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2CA3C-A907-421C-835A-0F8396CA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AC001-5037-4F18-8771-DCA2FB7D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7F03E-4625-427C-989C-45F346E0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05969-91EF-42C3-B82C-0ED3B3AB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E7766-9740-4D1A-9A7A-E4DD10A8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531A0-5DD5-456A-B5B0-7A71DCF8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6C621-EF34-4B66-85F5-B84708C8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0ADCC-DBE0-4137-8B57-301D15A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FF03B-6E4F-4454-8623-5EEC193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EE8F6-2740-476A-A256-D6B0F5DE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0A15E-8AA5-4BBF-89E6-CCB5AF0B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E9643-0F57-4700-9106-BB2EAB05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19AC2-BC4E-4435-9385-BB839F02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18170-5358-4FCD-8409-7E56359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6C5C9-4027-4674-95D3-74F15181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4FC56-C727-429F-9988-F1FC796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F5207-488E-42CC-BA07-6EDFD755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36D20-A559-4007-AC5F-B7F5DD25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B0B9E-2655-42BD-A0C3-B490402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C013D-902D-4F60-A256-C6B1F7FA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D4DC8-9C95-46A7-B71A-8A4F3819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9DF8D-0240-4D5B-9376-C8E7748F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5A2E3-FB7C-4159-AB07-176F5071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3F87B-9B40-42D5-99E3-FF8C58A5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8D4105-DAC1-4F1E-9ACE-27638D3C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BFE1B-59E1-4078-8098-D32DF9BC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9716A-726E-4CA3-AFF4-C9141DE5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E39D9-6CF5-46BE-9E2C-7EC2AD2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410AC-687D-407B-B7DB-C380690E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989418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8FC69-3829-4617-BEC5-A7F34B5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2134F-D27A-4112-85AC-3A2797D9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Types of loadings, beams and supports, Conc...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0529F-9D83-4396-AE16-F2F5CA81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E10B0-C247-401E-AD87-86837C44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1BC34-8014-40D6-A055-7BA64A1B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E87FB-A0A2-470C-BBCE-3EEEF82F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A8B48-FCCD-4975-BB6B-0636291F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19F90-06B6-4F89-84D1-241210E9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0A630-9DB7-4CA5-840D-BBB33796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69C4F-A1AB-4399-869D-9AF0ED6F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4C774-02CB-4EA9-A2BE-0927C45B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DDA58-7BB9-4A6C-827F-10462DF7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8BA11-2DCD-468E-BD44-68118CA8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EFE03-BC3C-4606-B92D-A4415C3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93751-A0BF-428A-B360-D9AC1EEB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AA832-5532-4CD1-BD71-E16A6715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C188F-A66C-46C5-A899-48ED5E3E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6B05D-B3AB-401D-A685-40AD996C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1EB4C-6185-4C67-95B1-F5AF11F7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7C389-FF40-4214-8272-6A5CF2A3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C35BC-7966-4D46-9C27-5425F834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4283C-50F4-43FC-B285-12BD9276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2F96C-28CA-40AE-ADF8-942799E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02707-DCE1-4513-8DEE-959BCF25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1B331-D081-4266-949C-145C048E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359E3-53A3-4BFA-BDD5-B7DCF3E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C3041B-AFE6-489A-ABE3-695D0444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0254E-27EF-46ED-BED4-E5E007DD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5FC79-C051-4301-9F32-54EB9320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BBA4A4-9427-4794-A40D-1B07B1B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6993B-F84C-455D-B856-60EF9E27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4C966A-60F9-48A9-A9A9-76778073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83282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2C9F1F-1B01-4FDC-B201-2EA2C0AF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CA57B-1978-46D4-913A-22E33563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Support reactions : Numerical examples on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CB790-7BE6-4758-9295-AE380418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4AD87-2427-4EDC-9989-6ACB68F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CCFFD-14B8-4010-BABA-507741F6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1A7C1-6B5A-4056-812F-904DE283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AC281-6242-421F-98D7-ADA3AA73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12FFE-8236-4CC6-9BE4-FD9A21F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A6C3-2D85-40FD-9904-29C92661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65F09-D224-4662-8B67-45DC9C4E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D510C-5A0D-4D28-9746-4ADF0C45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007D3-EBAC-4140-B199-470D01C2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60D80-340D-40DF-BB88-DD0199A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960C3-2E67-4AB4-92C1-140C99C4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B37A8-EF7D-4C13-B8FE-B5E08D1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9363B-43D2-409B-BC48-8D9DDBCB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B08FC-0158-4B0F-AF52-22641BDE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9AE34-DEDE-4472-B7BF-EBCC3CD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87967-0122-4948-B201-A8C403E9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ED6A9-6712-4922-B8DD-D0C1D40F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F8866-36E2-44FD-BCA9-6A3D48F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0D030-6328-4879-9529-9098EC7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253BD-3560-45CD-AA37-BEF11EB5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AB29E-2730-42AE-BC43-AF628964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890D1-B06F-4D1C-967F-D87C1E9F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A035B-83BD-4638-99AA-4292FAC1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DDCC2-374E-4DA5-93AD-0A6076A1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F2AE2D-3673-49CD-9028-AAA7CC2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B2E947-51C2-442E-BA5B-2855713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ED000-1A8F-4BD7-AFE0-36C3BD56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136C2-2F3E-4795-9ED8-20B7E5D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08285B-9F5C-4783-82C1-64B91F1B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9352921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B6743-CBD1-4C9B-A68A-29CB584D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FD856-D9B1-493C-A4C7-C7E5B650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Equilibrium and Support Reactions Free body...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13276-B9B4-460D-A1B8-367921CB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EDD32-E221-4E69-AF30-463ACD6B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B17F5-E99E-4DD5-AF65-2B1FEACF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99B00-9935-4152-8EB1-05B67247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FD834-E587-41C8-9CE4-6297A23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D6AC7-A83F-4EE0-A541-E71A3670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4BE6A-9A03-487B-A71C-EF814C8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2CFB0-F820-454D-9B8D-2B89547A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A24E3-B272-4D9A-B6F0-3D3E7215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58D3-AC97-4A7C-808E-7AC874DA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69AA5-335F-4A7C-83D6-4FF817F6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6D31A-3449-42F9-8F6B-8A11D5A4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6BA9F-7353-40A1-A092-C0EBDDFC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09441-52E8-4280-8079-43E5289D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1991D-7F92-4CC0-9748-FAC55FEB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82F7D-C1B1-4F91-8196-BE9C2A50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59374-D360-48D7-A0C7-0306A9E3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FD40C-CA6C-4902-A2E2-338662D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E6D68-1240-4CC6-B881-702F529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88BD7-3261-4E37-8417-4305723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F5959-09B9-4CDB-B407-42C8A04F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4CD0A-E20C-4C8A-8707-F0FE9A9A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DB4A1-3FD1-4EA2-9DE6-8FB032A9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4D35A-C992-4E17-AC9D-02BD1C04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B87584-23B7-44BC-BE0A-C744DD4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EF8944-6D08-41A5-BB16-B87EF1FD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4C0C8-9386-4F7E-937D-1D82F134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60D06-ACCC-4517-8B24-CB600820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EB128-F472-428E-BA45-435F2463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A97B9-5A00-4873-958F-3ED4A0D3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2135701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18506-F5B7-4BA5-A973-7E028242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28187-25B9-4E71-8EAF-62990A29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Non -concurrent force systems: Numerical ex...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BB812-A282-4AA3-92D1-259C55F7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D83D1-B1B5-43DD-8890-4AFAB350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B0515-0C10-4D29-BA08-E9CE2CA0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2736A-E2F9-40F0-A8CE-BCD142C7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39BA7-CD49-4C33-9CCC-3D7B4327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E71AF-22C8-42DD-BAB9-BFF9E367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18C6E-5DC7-4FA4-ABF3-60B2A31B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8335A-5DCD-4F72-B2A8-33162149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E5C67-5EDB-445C-9E02-93E51475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C9895-87D5-43C6-B6F1-7C9CF6D0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07AD1-6C0E-4AFB-9839-E55BC301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8B377-3A0B-43B1-BB33-D4EC6C2F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6FF1D-7954-4A70-A887-F199499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01E8F-DBD5-415C-803E-BD5EDA87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56802-D4B4-483D-A9FA-A8475F6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713C9-1C6A-4199-B6DA-9DA0CA53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5209F-C6F4-4BAE-9559-72F6DCCA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0642F-F790-4097-B217-9FAE6AF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98F18-EF82-4CFB-A9F9-8AD98985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7ADE6-1516-481C-9A76-8B777416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EAC60-36AA-48CA-8157-8D9BC59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C1068-BA82-4D67-A8DE-D365D47D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D1418-12B6-4AA7-9724-606BD31A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E41F6-1B1E-420B-9DDA-96C99FD0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07A04F-D05B-4E62-9264-2CB1E8CA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BC4452-B1F2-4B90-A42B-204DB7C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94EFAA-7FFE-4BE4-AD3C-8694A19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349BA-758C-4B48-B780-D7736458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9185B9-90DD-4379-A7E0-E7DB0EF2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1A43E-853C-4CE9-9350-0200C68F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137633700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4DEDE7-55CC-494F-B5F3-1C98A376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8A5AD-F1F5-4E52-9E2A-0F6ABA49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Types of loadings, beams and supports, Conc...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1B29A-D394-47D4-904F-9D3182B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03339-F978-4368-BDD0-C80B3902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3D013-1588-4852-801D-25782E2E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585D0-71D9-4C25-8999-82E615E0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A1C94-D3FF-472E-9FB6-4E9F49D9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6C068-778E-4757-B7F9-EA8D4FF7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517DB-89C6-4E2B-9149-523A22A8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C45C2-6C1F-476F-97DC-1EC363FD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CAD1C-B97C-4810-AE7E-5CE917B3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A64A9-58E0-47D2-8712-B6E888F3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33D70-F05D-4C77-A731-7678984E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D3343-613C-4A04-B485-03257AF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005AA-2CE4-4AD6-93FD-19D9DDF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7AF02-7C41-4369-853B-2F009BA2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875FD-C1CB-4C34-A3EC-CB182DDA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E193D-0742-447D-A28D-80B7252A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D2C79-532E-4949-A0CF-F9351D7A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13C62-8BFF-4FC0-B3DF-C202FD4E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80A38-3BBD-42EC-AF5C-41CDA14D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62B88-C64D-4676-9DB1-2CF1D0F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08E8F-9CAB-4CCC-8081-C571407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C8D73-E918-4A5F-905A-49CBF7A6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F6704-84DE-461B-9C84-403DF81C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FF18EB-820A-4864-AD75-03764FAF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C24E9-24D0-47A0-B7D9-39393BAC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E789E7-10A0-49B3-A21F-28B42183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6D7515-50AC-4F81-A34F-AA9B0B44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499FAB-54A0-41F3-990B-D297F52A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D953DA-003E-4834-BABD-E9D82564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9988E-613B-4CDB-91ED-67D29D6F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BUILDING SCIENCE AND MECHANICS</a:t>
            </a:r>
          </a:p>
        </p:txBody>
      </p:sp>
    </p:spTree>
    <p:extLst>
      <p:ext uri="{BB962C8B-B14F-4D97-AF65-F5344CB8AC3E}">
        <p14:creationId xmlns:p14="http://schemas.microsoft.com/office/powerpoint/2010/main" val="495874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2026-08-24T16:02:46.3920000Z</dcterms:created>
  <dcterms:modified xsi:type="dcterms:W3CDTF">2026-08-24T16:02:46.3920000Z</dcterms:modified>
</coreProperties>
</file>