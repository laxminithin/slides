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6e75f037174815" /><Relationship Type="http://schemas.openxmlformats.org/officeDocument/2006/relationships/extended-properties" Target="/docProps/app.xml" Id="R314e31fc70c94fff" /><Relationship Type="http://schemas.openxmlformats.org/officeDocument/2006/relationships/officeDocument" Target="/ppt/presentation.xml" Id="R0f5d794ad30c47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4e2761cec410d"/>
  </p:sldMasterIdLst>
  <p:notesMasterIdLst>
    <p:notesMasterId xmlns:r="http://schemas.openxmlformats.org/officeDocument/2006/relationships" r:id="Rd343d909cea24be3"/>
  </p:notesMasterIdLst>
  <p:sldIdLst>
    <p:sldId xmlns:r="http://schemas.openxmlformats.org/officeDocument/2006/relationships" id="256" r:id="Rb4ec595e4b7744a3"/>
    <p:sldId xmlns:r="http://schemas.openxmlformats.org/officeDocument/2006/relationships" id="257" r:id="R06caf1f7ebe04fe0"/>
    <p:sldId xmlns:r="http://schemas.openxmlformats.org/officeDocument/2006/relationships" id="258" r:id="Raca1661a7d064852"/>
    <p:sldId xmlns:r="http://schemas.openxmlformats.org/officeDocument/2006/relationships" id="259" r:id="R5f6f2b7dba6e49d4"/>
    <p:sldId xmlns:r="http://schemas.openxmlformats.org/officeDocument/2006/relationships" id="260" r:id="R19c52fedd74a4519"/>
    <p:sldId xmlns:r="http://schemas.openxmlformats.org/officeDocument/2006/relationships" id="261" r:id="R1389da3f392640fd"/>
    <p:sldId xmlns:r="http://schemas.openxmlformats.org/officeDocument/2006/relationships" id="262" r:id="R9a952740f8f34b3b"/>
    <p:sldId xmlns:r="http://schemas.openxmlformats.org/officeDocument/2006/relationships" id="263" r:id="R6f55d90e2fa944ad"/>
    <p:sldId xmlns:r="http://schemas.openxmlformats.org/officeDocument/2006/relationships" id="264" r:id="R44f98e7b178f42ae"/>
    <p:sldId xmlns:r="http://schemas.openxmlformats.org/officeDocument/2006/relationships" id="265" r:id="Rd6459142378b444c"/>
    <p:sldId xmlns:r="http://schemas.openxmlformats.org/officeDocument/2006/relationships" id="266" r:id="R0f6b399320e74837"/>
    <p:sldId xmlns:r="http://schemas.openxmlformats.org/officeDocument/2006/relationships" id="267" r:id="R69aa52b54a2b43b1"/>
    <p:sldId xmlns:r="http://schemas.openxmlformats.org/officeDocument/2006/relationships" id="268" r:id="Rf75159d7b04442fa"/>
    <p:sldId xmlns:r="http://schemas.openxmlformats.org/officeDocument/2006/relationships" id="269" r:id="Re2dd29d512784df4"/>
    <p:sldId xmlns:r="http://schemas.openxmlformats.org/officeDocument/2006/relationships" id="270" r:id="Rbcca8912ea3c4d85"/>
    <p:sldId xmlns:r="http://schemas.openxmlformats.org/officeDocument/2006/relationships" id="271" r:id="R32dd4cea1ec246db"/>
    <p:sldId xmlns:r="http://schemas.openxmlformats.org/officeDocument/2006/relationships" id="272" r:id="R03daefdf14724aa7"/>
    <p:sldId xmlns:r="http://schemas.openxmlformats.org/officeDocument/2006/relationships" id="273" r:id="R7165b0b58acf407d"/>
    <p:sldId xmlns:r="http://schemas.openxmlformats.org/officeDocument/2006/relationships" id="274" r:id="R403eaf2fe095420c"/>
    <p:sldId xmlns:r="http://schemas.openxmlformats.org/officeDocument/2006/relationships" id="275" r:id="R4b92ac4f63c347cf"/>
    <p:sldId xmlns:r="http://schemas.openxmlformats.org/officeDocument/2006/relationships" id="276" r:id="R0ec781f64d6b4373"/>
    <p:sldId xmlns:r="http://schemas.openxmlformats.org/officeDocument/2006/relationships" id="277" r:id="R7117ee8a49844c71"/>
    <p:sldId xmlns:r="http://schemas.openxmlformats.org/officeDocument/2006/relationships" id="278" r:id="R890189ede14b4f2c"/>
    <p:sldId xmlns:r="http://schemas.openxmlformats.org/officeDocument/2006/relationships" id="279" r:id="Rc1a4ba115bf6465a"/>
    <p:sldId xmlns:r="http://schemas.openxmlformats.org/officeDocument/2006/relationships" id="280" r:id="R8214146862b04ac7"/>
    <p:sldId xmlns:r="http://schemas.openxmlformats.org/officeDocument/2006/relationships" id="281" r:id="Rd2fdd93c37f049ac"/>
    <p:sldId xmlns:r="http://schemas.openxmlformats.org/officeDocument/2006/relationships" id="282" r:id="R9f54c07e85ea4e86"/>
    <p:sldId xmlns:r="http://schemas.openxmlformats.org/officeDocument/2006/relationships" id="283" r:id="Rf1d9fbdfb7ab4a10"/>
    <p:sldId xmlns:r="http://schemas.openxmlformats.org/officeDocument/2006/relationships" id="284" r:id="R3a07e11234af4bb5"/>
    <p:sldId xmlns:r="http://schemas.openxmlformats.org/officeDocument/2006/relationships" id="285" r:id="R72664516ab03445f"/>
    <p:sldId xmlns:r="http://schemas.openxmlformats.org/officeDocument/2006/relationships" id="286" r:id="R656c31cea2e54da8"/>
    <p:sldId xmlns:r="http://schemas.openxmlformats.org/officeDocument/2006/relationships" id="287" r:id="R59b045c6cec84487"/>
    <p:sldId xmlns:r="http://schemas.openxmlformats.org/officeDocument/2006/relationships" id="288" r:id="R1459bf14e61a43db"/>
    <p:sldId xmlns:r="http://schemas.openxmlformats.org/officeDocument/2006/relationships" id="289" r:id="R0585dad1c0d94b74"/>
    <p:sldId xmlns:r="http://schemas.openxmlformats.org/officeDocument/2006/relationships" id="290" r:id="Rc8a32defcb5d49b3"/>
    <p:sldId xmlns:r="http://schemas.openxmlformats.org/officeDocument/2006/relationships" id="291" r:id="R93f6b204d8e94359"/>
    <p:sldId xmlns:r="http://schemas.openxmlformats.org/officeDocument/2006/relationships" id="292" r:id="Rf7a5c974a34e43f8"/>
    <p:sldId xmlns:r="http://schemas.openxmlformats.org/officeDocument/2006/relationships" id="293" r:id="R4970c55fbea74d7a"/>
    <p:sldId xmlns:r="http://schemas.openxmlformats.org/officeDocument/2006/relationships" id="294" r:id="Rf778360c105e4f2d"/>
    <p:sldId xmlns:r="http://schemas.openxmlformats.org/officeDocument/2006/relationships" id="295" r:id="R36b94832a71f4b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ef1dd970444ab" /><Relationship Type="http://schemas.openxmlformats.org/officeDocument/2006/relationships/slideMaster" Target="/ppt/slideMasters/slideMaster1.xml" Id="R1484e2761cec410d" /><Relationship Type="http://schemas.openxmlformats.org/officeDocument/2006/relationships/notesMaster" Target="/ppt/notesMasters/notesMaster1.xml" Id="Rd343d909cea24be3" /><Relationship Type="http://schemas.openxmlformats.org/officeDocument/2006/relationships/presProps" Target="/ppt/presProps.xml" Id="Ra6ef3a84a2f845ec" /><Relationship Type="http://schemas.openxmlformats.org/officeDocument/2006/relationships/tableStyles" Target="/ppt/tableStyles.xml" Id="R1de9ffa944e3468b" /><Relationship Type="http://schemas.openxmlformats.org/officeDocument/2006/relationships/slide" Target="/ppt/slides/slide1.xml" Id="Rb4ec595e4b7744a3" /><Relationship Type="http://schemas.openxmlformats.org/officeDocument/2006/relationships/slide" Target="/ppt/slides/slide2.xml" Id="R06caf1f7ebe04fe0" /><Relationship Type="http://schemas.openxmlformats.org/officeDocument/2006/relationships/slide" Target="/ppt/slides/slide3.xml" Id="Raca1661a7d064852" /><Relationship Type="http://schemas.openxmlformats.org/officeDocument/2006/relationships/slide" Target="/ppt/slides/slide4.xml" Id="R5f6f2b7dba6e49d4" /><Relationship Type="http://schemas.openxmlformats.org/officeDocument/2006/relationships/slide" Target="/ppt/slides/slide5.xml" Id="R19c52fedd74a4519" /><Relationship Type="http://schemas.openxmlformats.org/officeDocument/2006/relationships/slide" Target="/ppt/slides/slide6.xml" Id="R1389da3f392640fd" /><Relationship Type="http://schemas.openxmlformats.org/officeDocument/2006/relationships/slide" Target="/ppt/slides/slide7.xml" Id="R9a952740f8f34b3b" /><Relationship Type="http://schemas.openxmlformats.org/officeDocument/2006/relationships/slide" Target="/ppt/slides/slide8.xml" Id="R6f55d90e2fa944ad" /><Relationship Type="http://schemas.openxmlformats.org/officeDocument/2006/relationships/slide" Target="/ppt/slides/slide9.xml" Id="R44f98e7b178f42ae" /><Relationship Type="http://schemas.openxmlformats.org/officeDocument/2006/relationships/slide" Target="/ppt/slides/slide10.xml" Id="Rd6459142378b444c" /><Relationship Type="http://schemas.openxmlformats.org/officeDocument/2006/relationships/slide" Target="/ppt/slides/slide11.xml" Id="R0f6b399320e74837" /><Relationship Type="http://schemas.openxmlformats.org/officeDocument/2006/relationships/slide" Target="/ppt/slides/slide12.xml" Id="R69aa52b54a2b43b1" /><Relationship Type="http://schemas.openxmlformats.org/officeDocument/2006/relationships/slide" Target="/ppt/slides/slide13.xml" Id="Rf75159d7b04442fa" /><Relationship Type="http://schemas.openxmlformats.org/officeDocument/2006/relationships/slide" Target="/ppt/slides/slide14.xml" Id="Re2dd29d512784df4" /><Relationship Type="http://schemas.openxmlformats.org/officeDocument/2006/relationships/slide" Target="/ppt/slides/slide15.xml" Id="Rbcca8912ea3c4d85" /><Relationship Type="http://schemas.openxmlformats.org/officeDocument/2006/relationships/slide" Target="/ppt/slides/slide16.xml" Id="R32dd4cea1ec246db" /><Relationship Type="http://schemas.openxmlformats.org/officeDocument/2006/relationships/slide" Target="/ppt/slides/slide17.xml" Id="R03daefdf14724aa7" /><Relationship Type="http://schemas.openxmlformats.org/officeDocument/2006/relationships/slide" Target="/ppt/slides/slide18.xml" Id="R7165b0b58acf407d" /><Relationship Type="http://schemas.openxmlformats.org/officeDocument/2006/relationships/slide" Target="/ppt/slides/slide19.xml" Id="R403eaf2fe095420c" /><Relationship Type="http://schemas.openxmlformats.org/officeDocument/2006/relationships/slide" Target="/ppt/slides/slide20.xml" Id="R4b92ac4f63c347cf" /><Relationship Type="http://schemas.openxmlformats.org/officeDocument/2006/relationships/slide" Target="/ppt/slides/slide21.xml" Id="R0ec781f64d6b4373" /><Relationship Type="http://schemas.openxmlformats.org/officeDocument/2006/relationships/slide" Target="/ppt/slides/slide22.xml" Id="R7117ee8a49844c71" /><Relationship Type="http://schemas.openxmlformats.org/officeDocument/2006/relationships/slide" Target="/ppt/slides/slide23.xml" Id="R890189ede14b4f2c" /><Relationship Type="http://schemas.openxmlformats.org/officeDocument/2006/relationships/slide" Target="/ppt/slides/slide24.xml" Id="Rc1a4ba115bf6465a" /><Relationship Type="http://schemas.openxmlformats.org/officeDocument/2006/relationships/slide" Target="/ppt/slides/slide25.xml" Id="R8214146862b04ac7" /><Relationship Type="http://schemas.openxmlformats.org/officeDocument/2006/relationships/slide" Target="/ppt/slides/slide26.xml" Id="Rd2fdd93c37f049ac" /><Relationship Type="http://schemas.openxmlformats.org/officeDocument/2006/relationships/slide" Target="/ppt/slides/slide27.xml" Id="R9f54c07e85ea4e86" /><Relationship Type="http://schemas.openxmlformats.org/officeDocument/2006/relationships/slide" Target="/ppt/slides/slide28.xml" Id="Rf1d9fbdfb7ab4a10" /><Relationship Type="http://schemas.openxmlformats.org/officeDocument/2006/relationships/slide" Target="/ppt/slides/slide29.xml" Id="R3a07e11234af4bb5" /><Relationship Type="http://schemas.openxmlformats.org/officeDocument/2006/relationships/slide" Target="/ppt/slides/slide30.xml" Id="R72664516ab03445f" /><Relationship Type="http://schemas.openxmlformats.org/officeDocument/2006/relationships/slide" Target="/ppt/slides/slide31.xml" Id="R656c31cea2e54da8" /><Relationship Type="http://schemas.openxmlformats.org/officeDocument/2006/relationships/slide" Target="/ppt/slides/slide32.xml" Id="R59b045c6cec84487" /><Relationship Type="http://schemas.openxmlformats.org/officeDocument/2006/relationships/slide" Target="/ppt/slides/slide33.xml" Id="R1459bf14e61a43db" /><Relationship Type="http://schemas.openxmlformats.org/officeDocument/2006/relationships/slide" Target="/ppt/slides/slide34.xml" Id="R0585dad1c0d94b74" /><Relationship Type="http://schemas.openxmlformats.org/officeDocument/2006/relationships/slide" Target="/ppt/slides/slide35.xml" Id="Rc8a32defcb5d49b3" /><Relationship Type="http://schemas.openxmlformats.org/officeDocument/2006/relationships/slide" Target="/ppt/slides/slide36.xml" Id="R93f6b204d8e94359" /><Relationship Type="http://schemas.openxmlformats.org/officeDocument/2006/relationships/slide" Target="/ppt/slides/slide37.xml" Id="Rf7a5c974a34e43f8" /><Relationship Type="http://schemas.openxmlformats.org/officeDocument/2006/relationships/slide" Target="/ppt/slides/slide38.xml" Id="R4970c55fbea74d7a" /><Relationship Type="http://schemas.openxmlformats.org/officeDocument/2006/relationships/slide" Target="/ppt/slides/slide39.xml" Id="Rf778360c105e4f2d" /><Relationship Type="http://schemas.openxmlformats.org/officeDocument/2006/relationships/slide" Target="/ppt/slides/slide40.xml" Id="R36b94832a71f4b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af52861450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07227e9f89490f" /><Relationship Type="http://schemas.openxmlformats.org/officeDocument/2006/relationships/notesMaster" Target="/ppt/notesMasters/notesMaster1.xml" Id="R7d8f9b2800a24c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1db0eeff0487d" /><Relationship Type="http://schemas.openxmlformats.org/officeDocument/2006/relationships/notesMaster" Target="/ppt/notesMasters/notesMaster1.xml" Id="R33456525886b4a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0522dca5224585" /><Relationship Type="http://schemas.openxmlformats.org/officeDocument/2006/relationships/notesMaster" Target="/ppt/notesMasters/notesMaster1.xml" Id="R8ac3e8dcdde142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72a8a88f874fde" /><Relationship Type="http://schemas.openxmlformats.org/officeDocument/2006/relationships/notesMaster" Target="/ppt/notesMasters/notesMaster1.xml" Id="R7f514b78229d4b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9094fc2fc74a22" /><Relationship Type="http://schemas.openxmlformats.org/officeDocument/2006/relationships/notesMaster" Target="/ppt/notesMasters/notesMaster1.xml" Id="Rebcf4a7f883441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596430fcbe490a" /><Relationship Type="http://schemas.openxmlformats.org/officeDocument/2006/relationships/notesMaster" Target="/ppt/notesMasters/notesMaster1.xml" Id="R5f779e58b18e4a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de645ddaaa434b" /><Relationship Type="http://schemas.openxmlformats.org/officeDocument/2006/relationships/notesMaster" Target="/ppt/notesMasters/notesMaster1.xml" Id="Rb293477cb41f49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a8df9de4524095" /><Relationship Type="http://schemas.openxmlformats.org/officeDocument/2006/relationships/notesMaster" Target="/ppt/notesMasters/notesMaster1.xml" Id="R7ec2d2d7150c49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97a9ee56346e3" /><Relationship Type="http://schemas.openxmlformats.org/officeDocument/2006/relationships/notesMaster" Target="/ppt/notesMasters/notesMaster1.xml" Id="R66b878db928149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5deab83bdb407c" /><Relationship Type="http://schemas.openxmlformats.org/officeDocument/2006/relationships/notesMaster" Target="/ppt/notesMasters/notesMaster1.xml" Id="R8d87e049c81d40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b2337fac054acb" /><Relationship Type="http://schemas.openxmlformats.org/officeDocument/2006/relationships/notesMaster" Target="/ppt/notesMasters/notesMaster1.xml" Id="R4b0fc66ee1bb46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2e136352d44097" /><Relationship Type="http://schemas.openxmlformats.org/officeDocument/2006/relationships/notesMaster" Target="/ppt/notesMasters/notesMaster1.xml" Id="R1269981711b148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2aad1a9e64486b" /><Relationship Type="http://schemas.openxmlformats.org/officeDocument/2006/relationships/notesMaster" Target="/ppt/notesMasters/notesMaster1.xml" Id="R0a81b2f664f045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768514c2de46c2" /><Relationship Type="http://schemas.openxmlformats.org/officeDocument/2006/relationships/notesMaster" Target="/ppt/notesMasters/notesMaster1.xml" Id="Rf1c7be5227d643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0eedda662e441c" /><Relationship Type="http://schemas.openxmlformats.org/officeDocument/2006/relationships/notesMaster" Target="/ppt/notesMasters/notesMaster1.xml" Id="Rb197a9b8fc8f41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c4fc6981594fc2" /><Relationship Type="http://schemas.openxmlformats.org/officeDocument/2006/relationships/notesMaster" Target="/ppt/notesMasters/notesMaster1.xml" Id="Rdb08e8cd59d840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d11fc3fae1486a" /><Relationship Type="http://schemas.openxmlformats.org/officeDocument/2006/relationships/notesMaster" Target="/ppt/notesMasters/notesMaster1.xml" Id="R828be6a7661a42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cba219533748a5" /><Relationship Type="http://schemas.openxmlformats.org/officeDocument/2006/relationships/notesMaster" Target="/ppt/notesMasters/notesMaster1.xml" Id="Rb665c8f7a1b749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8d93ed7d97498d" /><Relationship Type="http://schemas.openxmlformats.org/officeDocument/2006/relationships/notesMaster" Target="/ppt/notesMasters/notesMaster1.xml" Id="R5f53ebab8e5742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65e3a3ebf94006" /><Relationship Type="http://schemas.openxmlformats.org/officeDocument/2006/relationships/notesMaster" Target="/ppt/notesMasters/notesMaster1.xml" Id="R69974780997640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5e81dd4c5a44c1" /><Relationship Type="http://schemas.openxmlformats.org/officeDocument/2006/relationships/notesMaster" Target="/ppt/notesMasters/notesMaster1.xml" Id="R91609a454ef04e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3d9c3ac8b74c09" /><Relationship Type="http://schemas.openxmlformats.org/officeDocument/2006/relationships/notesMaster" Target="/ppt/notesMasters/notesMaster1.xml" Id="Rd9abdef3f5494d3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9a9409f9844b61" /><Relationship Type="http://schemas.openxmlformats.org/officeDocument/2006/relationships/notesMaster" Target="/ppt/notesMasters/notesMaster1.xml" Id="Rc2f9af7900054f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d742bc98a34fbb" /><Relationship Type="http://schemas.openxmlformats.org/officeDocument/2006/relationships/notesMaster" Target="/ppt/notesMasters/notesMaster1.xml" Id="R2a761cee35ec49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65a8aa8c13c4def" /><Relationship Type="http://schemas.openxmlformats.org/officeDocument/2006/relationships/notesMaster" Target="/ppt/notesMasters/notesMaster1.xml" Id="Rf232084c6af049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5ab864d04a44b3" /><Relationship Type="http://schemas.openxmlformats.org/officeDocument/2006/relationships/notesMaster" Target="/ppt/notesMasters/notesMaster1.xml" Id="Rb570d38430b54f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926cde108a40d0" /><Relationship Type="http://schemas.openxmlformats.org/officeDocument/2006/relationships/notesMaster" Target="/ppt/notesMasters/notesMaster1.xml" Id="R44e568b2ed3a4b4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9ce11089b64bb5" /><Relationship Type="http://schemas.openxmlformats.org/officeDocument/2006/relationships/notesMaster" Target="/ppt/notesMasters/notesMaster1.xml" Id="Rf84afa952ea44d5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f88d99f92c4df6" /><Relationship Type="http://schemas.openxmlformats.org/officeDocument/2006/relationships/notesMaster" Target="/ppt/notesMasters/notesMaster1.xml" Id="Rdf65415d1db946a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b295a7683d438d" /><Relationship Type="http://schemas.openxmlformats.org/officeDocument/2006/relationships/notesMaster" Target="/ppt/notesMasters/notesMaster1.xml" Id="Raaad46bd4edf42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cdd5ba5cdd4463c" /><Relationship Type="http://schemas.openxmlformats.org/officeDocument/2006/relationships/notesMaster" Target="/ppt/notesMasters/notesMaster1.xml" Id="R0ac241653e88492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325fea2ff914e87" /><Relationship Type="http://schemas.openxmlformats.org/officeDocument/2006/relationships/notesMaster" Target="/ppt/notesMasters/notesMaster1.xml" Id="Rd68f2aff962140c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53fff8656dc4006" /><Relationship Type="http://schemas.openxmlformats.org/officeDocument/2006/relationships/notesMaster" Target="/ppt/notesMasters/notesMaster1.xml" Id="R46bf29f48a0e4f6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5b3479b4434e1c" /><Relationship Type="http://schemas.openxmlformats.org/officeDocument/2006/relationships/notesMaster" Target="/ppt/notesMasters/notesMaster1.xml" Id="Reabf5ca2793a472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e8a5bca387d4c43" /><Relationship Type="http://schemas.openxmlformats.org/officeDocument/2006/relationships/notesMaster" Target="/ppt/notesMasters/notesMaster1.xml" Id="R5a442901fefb4d1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d2fa75454cd4536" /><Relationship Type="http://schemas.openxmlformats.org/officeDocument/2006/relationships/notesMaster" Target="/ppt/notesMasters/notesMaster1.xml" Id="Rcd477ac2d4ab47d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9671a5735d74352" /><Relationship Type="http://schemas.openxmlformats.org/officeDocument/2006/relationships/notesMaster" Target="/ppt/notesMasters/notesMaster1.xml" Id="R6ca6fde5e93b41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d4f773ff74b426d" /><Relationship Type="http://schemas.openxmlformats.org/officeDocument/2006/relationships/notesMaster" Target="/ppt/notesMasters/notesMaster1.xml" Id="R334aa373f862460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9a1638f63614444" /><Relationship Type="http://schemas.openxmlformats.org/officeDocument/2006/relationships/notesMaster" Target="/ppt/notesMasters/notesMaster1.xml" Id="R04c5a5f7f1c6439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1a8c2b0623a487e" /><Relationship Type="http://schemas.openxmlformats.org/officeDocument/2006/relationships/notesMaster" Target="/ppt/notesMasters/notesMaster1.xml" Id="R2d8187768b5a46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3c6d765d3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9b7f98b794a3f" /><Relationship Type="http://schemas.openxmlformats.org/officeDocument/2006/relationships/slideLayout" Target="/ppt/slideLayouts/slideLayout1.xml" Id="Rea2f6f8f7ea642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f6f8f7ea642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e32b795ec4d7a" /><Relationship Type="http://schemas.openxmlformats.org/officeDocument/2006/relationships/notesSlide" Target="/ppt/notesSlides/notesSlide1.xml" Id="Ra834d65fd7a5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69f9162dd4e7a" /><Relationship Type="http://schemas.openxmlformats.org/officeDocument/2006/relationships/notesSlide" Target="/ppt/notesSlides/notesSlide2.xml" Id="R60c4cf98c7b14a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2df8992df4cd6" /><Relationship Type="http://schemas.openxmlformats.org/officeDocument/2006/relationships/notesSlide" Target="/ppt/notesSlides/notesSlide3.xml" Id="R259397ab3c564d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8439a8f3942a8" /><Relationship Type="http://schemas.openxmlformats.org/officeDocument/2006/relationships/notesSlide" Target="/ppt/notesSlides/notesSlide4.xml" Id="Rf0c674e8664445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a71a1fe7143fb" /><Relationship Type="http://schemas.openxmlformats.org/officeDocument/2006/relationships/notesSlide" Target="/ppt/notesSlides/notesSlide5.xml" Id="R090b1a8f10b541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7c88bc7dd4cd2" /><Relationship Type="http://schemas.openxmlformats.org/officeDocument/2006/relationships/notesSlide" Target="/ppt/notesSlides/notesSlide6.xml" Id="Rd77f801bbe5949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062af2c2042c2" /><Relationship Type="http://schemas.openxmlformats.org/officeDocument/2006/relationships/notesSlide" Target="/ppt/notesSlides/notesSlide7.xml" Id="Reba191c6056a41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d11dbf1e3471d" /><Relationship Type="http://schemas.openxmlformats.org/officeDocument/2006/relationships/notesSlide" Target="/ppt/notesSlides/notesSlide8.xml" Id="R15466333346c41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9676cc4354348" /><Relationship Type="http://schemas.openxmlformats.org/officeDocument/2006/relationships/notesSlide" Target="/ppt/notesSlides/notesSlide9.xml" Id="R1735e6ad51c74c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4e135edca432a" /><Relationship Type="http://schemas.openxmlformats.org/officeDocument/2006/relationships/notesSlide" Target="/ppt/notesSlides/notesSlide10.xml" Id="Rd3bfef05bf1a46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a1a4fc2d748df" /><Relationship Type="http://schemas.openxmlformats.org/officeDocument/2006/relationships/notesSlide" Target="/ppt/notesSlides/notesSlide11.xml" Id="R4e8f8436d8fb48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10043db5e449e" /><Relationship Type="http://schemas.openxmlformats.org/officeDocument/2006/relationships/notesSlide" Target="/ppt/notesSlides/notesSlide12.xml" Id="Rf0b11264dd504e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b666752cb4778" /><Relationship Type="http://schemas.openxmlformats.org/officeDocument/2006/relationships/notesSlide" Target="/ppt/notesSlides/notesSlide13.xml" Id="R80ecd7603da842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a14b7cd04eb6" /><Relationship Type="http://schemas.openxmlformats.org/officeDocument/2006/relationships/notesSlide" Target="/ppt/notesSlides/notesSlide14.xml" Id="Rc8b12db2043a43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782206ec8492b" /><Relationship Type="http://schemas.openxmlformats.org/officeDocument/2006/relationships/notesSlide" Target="/ppt/notesSlides/notesSlide15.xml" Id="R9735e059095846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1ba46c3f44eb8" /><Relationship Type="http://schemas.openxmlformats.org/officeDocument/2006/relationships/notesSlide" Target="/ppt/notesSlides/notesSlide16.xml" Id="R731848e23cfc43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b754dda944e3f" /><Relationship Type="http://schemas.openxmlformats.org/officeDocument/2006/relationships/notesSlide" Target="/ppt/notesSlides/notesSlide17.xml" Id="R0b5d25ab5fd847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e28e73d414588" /><Relationship Type="http://schemas.openxmlformats.org/officeDocument/2006/relationships/notesSlide" Target="/ppt/notesSlides/notesSlide18.xml" Id="R169608ab32664d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fdbc153f4397" /><Relationship Type="http://schemas.openxmlformats.org/officeDocument/2006/relationships/notesSlide" Target="/ppt/notesSlides/notesSlide19.xml" Id="R1423dd86175345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a44b5cb07485d" /><Relationship Type="http://schemas.openxmlformats.org/officeDocument/2006/relationships/notesSlide" Target="/ppt/notesSlides/notesSlide20.xml" Id="R15293446156b48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e126b95794c01" /><Relationship Type="http://schemas.openxmlformats.org/officeDocument/2006/relationships/notesSlide" Target="/ppt/notesSlides/notesSlide21.xml" Id="R387e47e2c5974c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aa8011524b16" /><Relationship Type="http://schemas.openxmlformats.org/officeDocument/2006/relationships/notesSlide" Target="/ppt/notesSlides/notesSlide22.xml" Id="Rfa3f690ca0ef4a3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d48ceebf74c15" /><Relationship Type="http://schemas.openxmlformats.org/officeDocument/2006/relationships/notesSlide" Target="/ppt/notesSlides/notesSlide23.xml" Id="Red42ec92441443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8f38e7d214f2a" /><Relationship Type="http://schemas.openxmlformats.org/officeDocument/2006/relationships/notesSlide" Target="/ppt/notesSlides/notesSlide24.xml" Id="R25b1d45a112d44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493dbdde74408" /><Relationship Type="http://schemas.openxmlformats.org/officeDocument/2006/relationships/notesSlide" Target="/ppt/notesSlides/notesSlide25.xml" Id="R662819a2eaed460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07af5369b4488" /><Relationship Type="http://schemas.openxmlformats.org/officeDocument/2006/relationships/notesSlide" Target="/ppt/notesSlides/notesSlide26.xml" Id="R48300c128f1047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911106dde4465" /><Relationship Type="http://schemas.openxmlformats.org/officeDocument/2006/relationships/notesSlide" Target="/ppt/notesSlides/notesSlide27.xml" Id="R086206638976442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a258b44b740c2" /><Relationship Type="http://schemas.openxmlformats.org/officeDocument/2006/relationships/notesSlide" Target="/ppt/notesSlides/notesSlide28.xml" Id="R48469b6e41034e3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23bc0922c443b" /><Relationship Type="http://schemas.openxmlformats.org/officeDocument/2006/relationships/notesSlide" Target="/ppt/notesSlides/notesSlide29.xml" Id="Reafd74f5ff404e4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d5813e3c6448d" /><Relationship Type="http://schemas.openxmlformats.org/officeDocument/2006/relationships/notesSlide" Target="/ppt/notesSlides/notesSlide30.xml" Id="R0911e977161842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082a129744cd8" /><Relationship Type="http://schemas.openxmlformats.org/officeDocument/2006/relationships/notesSlide" Target="/ppt/notesSlides/notesSlide31.xml" Id="R42d4e8f987d24ab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866ad2b4c4caa" /><Relationship Type="http://schemas.openxmlformats.org/officeDocument/2006/relationships/notesSlide" Target="/ppt/notesSlides/notesSlide32.xml" Id="Rcebf0a19cad84ba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0202283274582" /><Relationship Type="http://schemas.openxmlformats.org/officeDocument/2006/relationships/notesSlide" Target="/ppt/notesSlides/notesSlide33.xml" Id="R4181a426c308466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2a3a5302742ce" /><Relationship Type="http://schemas.openxmlformats.org/officeDocument/2006/relationships/notesSlide" Target="/ppt/notesSlides/notesSlide34.xml" Id="R5ffab22120d2431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75603e4f74110" /><Relationship Type="http://schemas.openxmlformats.org/officeDocument/2006/relationships/notesSlide" Target="/ppt/notesSlides/notesSlide35.xml" Id="R37dd6b9fd02d472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0003de6fd4672" /><Relationship Type="http://schemas.openxmlformats.org/officeDocument/2006/relationships/notesSlide" Target="/ppt/notesSlides/notesSlide36.xml" Id="R7ea81a1d64fe46c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3af6697784ec6" /><Relationship Type="http://schemas.openxmlformats.org/officeDocument/2006/relationships/notesSlide" Target="/ppt/notesSlides/notesSlide37.xml" Id="R6ecd0627065a442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1be9fb8e5485e" /><Relationship Type="http://schemas.openxmlformats.org/officeDocument/2006/relationships/notesSlide" Target="/ppt/notesSlides/notesSlide38.xml" Id="Rb373380b181b4b4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8b130cc214b71" /><Relationship Type="http://schemas.openxmlformats.org/officeDocument/2006/relationships/notesSlide" Target="/ppt/notesSlides/notesSlide39.xml" Id="R69b59d17bc894be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3d1b322df44db" /><Relationship Type="http://schemas.openxmlformats.org/officeDocument/2006/relationships/notesSlide" Target="/ppt/notesSlides/notesSlide40.xml" Id="R9d1e63ec5c17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59BA1-8F1F-4E2B-ACE9-BEDB8304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9B3CB-9201-4F0E-847D-54ADC0B9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building science: Importance and Scope of various fields of Civil Engineering : Surveying, Structural 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B0625-52A7-4F6A-B07C-AB8AC3D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A8158-9293-4C51-87A1-3299FBC6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B9A66-58BA-4F79-B371-F86EFB71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B37C1-0577-4A51-B406-5D44E3B9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68C8B-0CC6-440A-AF36-0113BF9D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70F16-5DF1-4DF6-9900-9A7FCEED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19050-325C-406C-BB2C-1D3494C1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1E52A-FC0E-457B-8E1A-DD80C32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EAD90-62D0-4329-9459-2C492C9F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2204C-CE1E-4F4A-B3F9-EDEB2B59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2D8B5-C283-48C1-9D2F-FA883B25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76210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459F3-9EBC-4EFC-A511-DC73770C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B99B0-1B0C-4B42-A83E-0BA4317B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B21E3-1060-450C-92FB-4B720C21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195CF-7D81-4FD2-B6B1-C2B38CA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2D37F-1934-4F6A-B071-B90E4912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C09C4-43DA-497A-8D4C-2D8BA294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65589-CF9D-4535-8C66-3AB51F5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F1977-4EC4-4740-8D49-96CB52F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99D81-503E-4C67-A59F-EA9B0F5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4BFFB-F557-494F-B794-54E82B10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1A50A-47C3-4CBA-8861-81243175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02CD5-510E-4FB5-96DB-FBD163A3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2DD42-979A-4773-ADAE-E717B845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8F14F-6E5D-4F73-A616-0222B50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3CF1A-816F-403D-B5E9-05C80D3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5920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C10FB-0D6D-40FC-95A2-7E049D6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5DA38-C71B-4BFA-B78E-9835769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C53ED-BDB4-43CE-A828-8BBCA100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1E94C-C732-4CB2-A014-5DDD0E1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0C137-B1FD-4D37-917E-604104B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7F286-EBDE-43CB-A08E-9C17260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D9F05-72EB-4950-B8CD-E5C6F8F0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62A37-E1EF-409A-A8B6-C2947293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3949E-580C-45F3-8F6F-76A344A2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building science: Importance 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E1218-AEDF-47A9-BA8B-FDA376FD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EFD21-A170-4821-8F33-3C8DB52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E012F-4DE2-4EB1-B55D-6CBB226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Scope of various fields 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45875-018B-48E4-AB24-562B414A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81C52-9AA3-410A-BFDA-438E975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19EA8-B942-4D5E-9E6D-E4F11F9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Engineering : Surveying, Structural Engineering, Geotechn...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D6BCB-1B65-438E-BCCC-283BE80A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088BA-21C3-4979-BE88-C02082E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1A19B-0B4B-43E5-8BE9-45F07892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Construction: Types and Uses of Bricks, Stones, Cement,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46802-B8AA-4518-A556-08707C73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96E2C-2CAA-4F93-8730-2CD5815D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BBC61-C8DE-4184-9656-E5B0F7AC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Building: Concept of Foundation, Plinth, Lintel, Chejja,...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E0042-BECD-4F76-8E73-D9617C8B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F63B2-D840-4B15-9900-393CD71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74169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51572-3A0F-4374-A4F1-10C36C0A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C9D9C-A42C-44E5-AFF1-DDA5E7C9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E0ED6-BB41-4DED-8A5E-067A5C6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18A0C-025A-4948-8710-42817F87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384AB-2251-4ACC-B1F0-5309A901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C0D0C-76B7-4523-B1DD-CFC49063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337A7-CA4F-4CEB-B1CC-E3020F5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ECCF1-0BAA-403E-80AF-848FD36C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building science: Importance 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90618-0137-4135-8433-4D14F5B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F9A5A-62FC-4A9F-8C32-A0416A3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BAB46-91A6-454B-B196-731A00BF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Scope of various fields 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75DD0-B738-447B-879B-D9CF44F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BC179-E7AC-4D09-A9FC-F8A664E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F88E4-8719-4093-AAF9-B7355CDC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Engineering : Surveying, Structural Engineering, Geotechn...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3CAF7-B623-4BAB-8F0E-FB0C931D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33FEC-E13A-4EC7-B263-D117818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7F86A-C755-4D4A-81D7-9303175D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Construction: Types and Uses of Bricks, Stones, Cement, 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3EFFC-00E9-4864-9F68-EA1ACCE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B9DAA-4211-483C-9E9E-69A2C1EE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08DE9-6567-4BBE-B4D9-0071F0C4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Building: Concept of Foundation, Plinth, Lintel, Chejja,....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8309C-78A9-4914-8CA3-29961318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3B587-A6AD-4DD4-964F-9C746498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D2068-65D4-47E3-9B55-F1A96683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58276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16940-03BE-4FE6-A778-578ED5C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D88FD-524C-464A-BE44-3EED8048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DC8CB-7C19-45BA-ACEE-0D49E1C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B3188-C0AA-4144-AA3E-284E9386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81BD4-8100-425E-94CE-1EC2645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building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E489E-D30D-45DE-9F0B-C0D9A13D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98EB4-EA2E-423E-BA76-CCC147E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Importance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6B605-C6A6-4B0E-840E-44006AB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4D229-EC7B-421A-A30A-61F9CF1C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656D8-7A24-4687-9995-1DE0CC30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Civil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F464D-7C7C-41E2-9F7D-E7C5A23C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Surveying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F7206-AC7A-41ED-A00E-CF5E1E5B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37D89-C516-4EDB-B40C-6FB5214E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Geotechnical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296A4-FC04-47B3-BBA1-26F2CDB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79E85-8AFF-42D8-8471-B188EBB2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15EA9-36E8-4780-A696-02DD2731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57971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1DFA1-AA39-414B-B6C6-CC9B7F0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B1504-B57C-4AEA-8F16-A92BCD3F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70134-0BAE-4069-AE5E-6D3094E6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3B0CB-2899-456A-9D97-043B73CE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15E89-8458-49CD-88F3-CB62DD8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building science: Importance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2D911-0702-404F-9143-8550B72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building science: Importa...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4F1C1-8F36-4FFB-BD69-4A8E39DD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65ADE-2C73-43A0-86C7-72EFA3F9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EAB52-46B7-42B0-BDBD-89D02B6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70A2-22F6-436E-8754-9BD9521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0031-D35F-42CD-81C7-F8D9AEED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4AB3B-8B17-443E-B338-E6A7E9C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E97AC-BCB6-4691-956C-8F6A23A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4C069-7C46-4A8E-8305-F203BE3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A7B37-9C2C-4C84-8C08-1B98123D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B62D4-F199-488C-994B-E4CC682F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772482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102C6-A711-4274-8607-E8106048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0FB7D-C426-48B2-82BA-C2923737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1C214-A5E1-4DA6-99C9-F8C54AF2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25CA2-5059-45F8-9479-6C019227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29787-E465-47A8-B99C-5F162193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8A08E-5D73-43E5-8B19-C976BEC6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8CAA7-7E60-4A34-AE9D-46582794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B2470-C579-4ECB-925C-016BDF5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F9FEC-FF58-4F4B-AFC7-8FC7E34E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bu...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45257-8250-4155-9767-43DCDD7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87810-AEDA-4D22-977A-A038B5A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FD82F-0BE5-4B3D-9C2C-EB3C1850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FA8ED-3307-4391-9F11-4FB6A695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85FE8-32C4-4DC1-906D-0E062A1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78BE-B477-4F09-90C2-A5F0E151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888A6-C25A-4526-AA08-E60BEEC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F78C0-9DF2-4A57-8931-C3052EC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7EF96-4440-46FF-AEC4-307D2AF1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06762-A0C9-4039-88AB-9ADD9CFC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47A61-617D-4A26-A41A-C7058D8C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FD542-AE7A-40DA-B918-EB064357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FA2A3-5E0A-477D-A597-035033B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5BE8F-71BC-4F32-9B6A-5F1DC74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64369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6957A-FA48-4FCC-9B7F-A0DDD914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D6A06-1977-495F-A858-8ADA106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864BF-0E2B-4D1B-ADA8-FA49EC42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E7179-A19D-4C11-927B-318D79D1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6416D-5AFD-430A-A4E9-A6F69117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82860-9737-46EE-B7F7-28EDF54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B9101-9C90-4007-945B-889AD945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1E82D-3148-414F-8DD4-00326882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D9875-B241-4640-B4EF-8F6FCB52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69D50-E511-4EA1-A9DE-0A22840B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6155F-AD13-49E4-B77B-ED6754F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7B77C-74EF-4531-9D37-9455EE51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EA250-0C34-4987-B628-564C2E8D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BE193-0F30-4932-BF56-BDD9C1D8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00700-D669-4C3F-A219-55EE7931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707183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AB871-D11A-49ED-9A4D-043018AE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D36BF-4E76-41B5-95B6-0D2F149A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9CB87-F14E-471D-A073-FDD29A77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9F00F-4318-4EA0-B9AF-E9A7A803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8F687-0208-4365-9D93-9200A72C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B22E6-E646-40DA-A4C8-69FB8F83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building science: Importance and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B54CB-D4F6-4172-96C3-733370B0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73433-7A12-4628-9BB1-6739C1C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52E84-9EF6-4A63-B79E-328E47EA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0A371-4A1A-4B62-803A-2496A12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365C4-6185-4A47-9229-76D1FED0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4911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A5CDF-4EE5-4F04-BE67-81F5A024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9A82F-41E6-4629-B486-7F22893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13368-8CFD-4179-9019-5D9C492D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5944C-2624-4DE0-92E1-19A298E6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448F4-4629-4CF9-8C23-A36081E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Scope of various fields 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5B8D5-1E93-4586-BFC6-7F6A3CC1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Scope of various fields of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80BA6-7FC7-400E-82BD-44950E8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DA33B-8286-439C-AFA2-C42B862D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5E730-839F-44DF-A76A-D317D01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B49B3-54A3-459D-83C1-7938CEB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6035B-5A45-4C05-A74E-61FCD8E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FCF3F-A101-4099-88B8-71E0735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C1258-8588-472D-933D-347B0AA7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AB1FA-6145-428D-B0BF-55026598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8A984-DF3A-4937-9534-743A7A1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63606-62C2-4CB4-9DDE-DBA029B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715102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69B52-055F-44EA-ADAB-5375B0DB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A055A-EC91-4E81-8D86-16C40924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A0E81-A437-4980-9260-75155557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778F3-040C-4B5E-9B0A-5F4BFCBA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5F741-FB9B-488A-869C-2ACE509B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A22D1-F0B9-4DBB-9249-5C36762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A2DBD-1423-48EF-9A86-63B4F1D0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0BB84-8129-42EC-A9B4-7BA59760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2AC3A-7368-4D64-A978-438ACB7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Scope of various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6D28D-E47A-4984-BD71-AB1B636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68D89-2262-408B-BB52-984237F0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5B57-1351-4DDA-8FD2-DDF118E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Scope of va...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CBA27-69FB-49EB-8681-118792E3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95B11-4CE4-4F0F-B628-71EBFCD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E32CC-0101-4DCC-9CE9-4DAA0B3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Scope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AFEAC-F085-4EF4-B85D-16862989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73C0F-63D4-47FB-ABE5-AF6026E4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7EC91-BBDA-40E3-832C-BD937E48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Scope of various...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22DF1-C8CA-401D-83CC-AFFF364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BD1E0-AC79-4A93-9DD6-21420F7E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55B0F-0216-4E87-AB68-79CE62E8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Scope of vario...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F5366-22EF-43A0-9CBC-9496942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356CD-D917-4E34-80B1-AF956CF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5198635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C7204-4C76-4308-8677-F15CB99E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C2B92-BD47-4A7C-A7BA-DB1ECBF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C61F9-8D54-453A-889D-27E76DDD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4C1D1-4189-449F-A385-B9120315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7B307-C1F6-45A6-AB85-22C1743A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89FE5-4E43-4751-B68C-79E05186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7A0EE-97D3-4735-A464-6867780A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472AE-BACD-40D0-BE6A-71E965BA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32ECB-9ECC-4E18-BE7E-1D74F529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4026D-D956-4B6E-9FEF-859D84E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296E8-E44A-4C87-8F3E-A9BDE4D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C6600-365B-44D7-97C5-534B9019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F884B-2CEA-4A0D-8850-1BC9A18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808F5-E910-48DF-AE43-8E1E4CF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E6AA1-DF79-49EC-917A-8BB0A111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71953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EB48B-1921-4DC2-9726-D462972E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81A73-9091-4B18-9CC8-99CA9AC6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A0BDF-A97F-46F3-A640-287A0E45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905E0-1620-46AE-B3B8-2FCF6271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91A13-019F-4FFC-8CFA-5FA9C30B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2052C-C192-4A19-A01D-0CF980B6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Scope of various fields of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760D1-3925-40A7-85ED-A0C40FBE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703B0-E539-445C-AE07-95A62265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0B562-5726-4850-B301-803DC1BA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709EA-1CDA-48E6-8DB6-431ECE7F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8D411-C8B2-4DBB-B21E-288637A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761585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DF481-7BD3-489B-A6DD-BDFE7A8B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C7321-C5F8-4235-A3C9-09461DBD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E6F6D-9925-4A40-BDB5-9604F34C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407C-5936-40BE-AF35-BFBEAEFA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6EDF6-8A57-4593-A6F7-E80D73B1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Engineering : Surveying, Structural Engineering, Geotechnical Engineering, Water Resources Engineering, Transpo...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C5553-C495-440F-B63F-4C182DF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: Surveying, Structural Engin...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0AEB8-A469-4953-8E06-914444A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BF17F-DF6F-4E5C-B0E0-9846C38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BDB79-D471-4266-A0D5-AAD2C60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A0079-44D2-4F7F-8364-56C099D3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C0AA1-1A70-45D9-B5CB-D05B776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39EAC-AB38-4715-8497-95F8EC5F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E0C97-6B91-4274-BBE0-A50FC16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15E76-1825-4A01-8A96-92549D5E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705AB-50E3-436E-AAD6-C10FBAB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671B7-E6DC-45B5-A670-7F68971A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580957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AD696-3446-4D2F-AD50-F2DFE39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42B05-6555-4DE9-A76A-29021255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8D0D1-0E03-4B66-8B1F-1B576BAC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CF3D0-A26A-454F-84DE-9200959B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C66BB-27D7-4452-8BAE-3A1299F2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0DDD8-899D-4EF4-A930-CA374107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EB243-F402-473E-9A3F-1647E0C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78B78-8FB7-495C-84D0-C143EBE8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A1F16-5222-417E-9E21-11CF412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Engineering : Surv...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A5D2F-9B2F-47B0-A431-B35809C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FED9D-3F88-4E98-BD17-EA6760B5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3332B-6393-4CFE-97B3-B38548F5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Engineering...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FB69A-3A75-4D89-852C-FDF1C1B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433ED-69CE-4078-AB12-35220D1C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09511-04C2-4835-A163-1286EE5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Engineer...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C6199-7CAC-48CC-9778-B8C955F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97C71-6022-4BF3-969F-BD6758FA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37B98-3614-491F-84CD-F5D61771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Engineering : Su...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2C985-D909-4C28-8FC1-949ED71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29FD1-043D-49E1-8CF9-DA112348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5E411-3615-4DBD-B99D-EFA2E8D5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Engineering 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61AA1-21DE-4CEA-B2B6-60227B2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F9D79-5519-4D00-9FB6-CF4673A4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961658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D5857-5ACF-4146-B3DB-3079329B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824E7-6B83-4136-A8D1-9B0E234F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650F6-0294-4D05-8249-8B84BBDC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F4161-20AB-4989-AC9B-1F5BB4FF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74EED-B0B5-4D49-B5BD-FD78ADD2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C040-E31A-4AD5-900A-E4C5CE0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0D483-215A-48D4-9A9B-1FAB51FE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1B27D-A72A-47E9-8F71-99CA6B95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EC00-180B-416E-A133-FE99896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5E67D-5B8E-4C0B-93C5-68B73D75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532A3-B387-4478-A785-81EE7988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FBD80-AD50-49F8-B6AF-323F4A4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73A4A-2DAC-4CD9-9721-1CE04F3B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B02CD-7CAF-4B45-AA6B-EEC7188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F9D39-4238-4116-BF96-E78FB1EB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5906510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A0D3B-B399-47D0-B1F5-12FC0D6A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9C64B-5B62-4544-B1D3-45AADD04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CF4EA-0C92-4A2F-98B2-6AF8FC60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EF3F3-22E6-42FD-B67C-85C49902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B1F84-6335-4132-B1FD-2DA5FC90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D0606-830B-4C4A-B7E6-33BFAE8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Engineering : Surveying, Structural Engineering, Geotechn...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4640C-73FB-44BB-9AC2-9254122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CFF5C-EF80-4B14-AD42-4F14090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0F3CC-828B-4B08-A9D8-A0920DDC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D1913-E058-428C-AEC9-C797027B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256C5-F4EA-4F98-88C4-8501BF26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032749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6C5EC-EFFD-4103-852D-37ACD647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3A406-98C2-4EFC-8C1E-49DCBC7A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35BDD-48B2-486D-847A-5D37082E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DC41F-D018-43B9-A505-68F42D7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B3C1C-3413-43F0-90DC-269A219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Construction: Types and Uses of Bricks, Stones, Cement, Structural Steel, Wood and Concrete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AA4B1-6681-45AA-8F23-2260E089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Construction: Types and Uses of Bricks, 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67C52-3804-4538-8537-47F8BE82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2C16E-2F09-4027-97D6-983E174B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77EC6-D537-45F2-8B40-B5B8292B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C4284-D5F6-46CE-936E-46593127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07F9A-85C9-41B5-849A-9BADA32D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51695-AD98-4CA3-AF6C-C85DCBD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6E727-1AFD-4883-AECB-74D4F76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05A19-DA23-4FBA-B5DC-52190A38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60EFC-B473-4A82-AEF5-9C72D12A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BD9D6-5389-4D18-B7FF-BDC3882C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863419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65157-741C-4F44-AFB9-6A86A46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A9BBF-3C78-4010-8B54-2D32682D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ACF6F-DB4B-4724-A06F-E3BD8F4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377CE-595F-43BB-AA01-55AF4732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DD417-17EC-4703-8CD9-858B89E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ADDB2-7C8B-400E-9B0E-692E4AA8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BFCD1-43A5-4AF1-8FEA-7EF141E2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66ABC-1DA5-4DAC-9ACA-2F164096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20CD2-F3CA-49D4-A5EA-83AA2E1D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Construction: Type...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A4BBF-4C8F-410D-91A4-08DBE30A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F698B-0411-4FBC-B2EC-5802E8FD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34DBD-5C8C-40D9-948C-A549CBE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Constructio...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592EF-D508-425F-ABBB-3F548F08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5FD44-CAD3-4D0A-A34E-F72A203F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1E89E-357E-44CF-A122-E251EC5D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Construc...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D4537-2D3B-4E31-9BDF-6D12CF2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4D5E2-3578-436F-806A-8C106DF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75CA9-8B3F-46BA-8E0F-5B1DBFCB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Construction: Ty...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2BEBE-8F78-405E-B572-F297D419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BDDAB-FC05-40BE-BBF5-D550E969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5F42D-FA76-4988-BE74-F9CA8418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Construction:...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ED70B-62AB-4836-AFA5-36983DF8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CF13B-FF46-4437-A955-78671F5D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945343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B8978-B7C2-4227-B4F3-177E193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61FD4-C42A-46B2-89C8-A19E4513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7C728-BC89-4AD6-B142-29B10E50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3F268-3841-4F86-9215-57196CFC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B03A3-EB6F-4086-A825-DB14EBE2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A3CE9-061C-46F8-8B25-446AEF35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184D3-DC00-4254-A703-381238A6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6D808-81B5-4D88-B249-02673533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FA66E-9652-4A3F-AC97-C2472203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72D3F-3B35-41A5-B1F7-457526F1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102DF-81B2-4342-BB35-52A3DC5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02F9-3C95-47F0-82AD-B98D1790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F7D30-848B-4E7E-B62D-FCD16BFD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34E6C-B9E8-451B-8177-9B3A7527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96120-744D-4CA7-8B6A-0407852D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1836657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12EE9-02EB-472C-954A-7096D2A8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95B39-DD0C-498F-8918-CE3538F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60669-F2AF-4DD2-B570-50C915C3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F976F-6182-4A7C-97F3-756D9993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7D6DC-CC39-49B5-B3F9-60248B48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42542-D9D2-430E-A5F6-74117F17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Construction: Types and Uses of Bricks, Stones, Cement,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97FCA-C90B-424B-ACFD-1A8B480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FE3F5-2508-4B49-BA5A-916EDB05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58CA5-050B-4342-BA3C-B5B2B875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85109-79CE-460F-BDF8-6442A10C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66623-197D-4345-B527-B5AE23B4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559723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9DDC5-7D40-4EBC-B5EE-7B06102B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B1268-5230-48A0-B1B9-EFA84BF3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01BF3-7234-46FC-ADB8-A24261C1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C2D65-04FF-4955-BE9D-DF75043A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6181F-00FD-43FE-AB21-0B9B6F95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Building: Concept of Foundation, Plinth, Lintel, Chejja, Masonry wall, Column, Beam, Slab, Flooring and Stairca...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BF654-BB0A-4351-904C-10C0C768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Building: Concept of Foundation, Plinth,...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FA436-95F1-4606-9AEA-50EAC1F7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67E6D-017F-4D2C-8710-9377519E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F834A-4E13-49CC-BC06-60353EFC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463AA-1430-4E65-BD94-54BEF9F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1265A-23F2-47D9-9512-C905E8A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7C0A0-AC44-4C6D-8D27-91E223F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6352E-6DCE-4515-A5DB-A3E3CFCE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E5F63-1E4A-4324-8AFC-E125086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55FB5-EC93-4BAD-A4F9-306ADFD5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A38D8-9398-44B5-8064-FA2772A6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803153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8FFB2-9FAA-400C-A012-2313C08E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87C16-D8EC-4F5D-86C3-C9F30BD5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38D34-FFAB-4EF5-B0F7-704167B0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600D1-1F43-44A1-9392-8AE8EC07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BF5C2-6B18-46B3-AF17-C7B20E0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7F4B5-0DC1-4490-9ED6-8953E420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9B0DA-62EE-4328-B92D-10E82800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D0E3C-C178-4936-B082-748479B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34093-9FDF-4800-BBB9-0222C000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Building: Concept...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02C91-7096-49F1-8722-F0B4F8FB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CAD73-3377-43F1-88F1-6A96568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DFB90-012C-405C-A8F5-7D08B12A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Building: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F8431-6153-4C89-8BE6-8D5A0D3B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A471B-1AEE-4BD1-91EB-6E835E8A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22C12-42AD-4D49-A077-F9EEB6F9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Building...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FBB15-2ADE-4312-8558-29A0D819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42BCD-2708-4DD2-82D6-9A4BAEA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C9A2D-9EA7-49BF-9528-695E715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Building: Concep...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89B0D-93DA-41B7-9BAC-9353E69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B95D5-9CCD-4982-9C7D-7A8EFA6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212D8-7C62-458D-8473-EAB0F66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Building: Conc...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643E1-F73B-469B-8043-9169AF63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15FD7-43BC-44E5-AD32-8805883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341458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E4DD0-133B-4D5B-B4B7-840C3BDE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287F5-DC7F-421E-BC22-DE5F79A1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EF604-EF6B-4DED-9149-6766F17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5CD3F-6818-4C80-AAE5-5C2D970C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74237-B3F2-4F26-B2D6-A6FC1450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4FE89-E4E3-44BA-AFB6-DE2122DE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3BC67-F642-44BA-8F80-6D74B170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39699-C586-4105-81E0-E9D63F86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A13F7-424C-4065-8AE3-F695723A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1C0DE-2CB7-4374-A57D-2755D20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0BE62-B56B-44E6-9A57-81F7E92E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4C9BC-0B8C-4443-94F4-7F049A60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1C470-BDCB-4C60-8384-A3CF42B1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2F4CA-D3DA-43C5-A749-DC37C8D2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F6E58-34A3-4FE1-B63E-E1836361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85724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D36FD-E738-4039-983B-ADEEE604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7E100-6C59-445F-9741-C6C24254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B7F0D-EF85-497E-A778-EB2CE44E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D4F30-7E0B-4AF0-827E-4DFFDE8B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D9C9D-0BAA-4960-83A7-76285572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2E383-86D8-45D7-B11E-9D753E08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Building: Concept of Foundation, Plinth, Lintel, Chejja,...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FFA7E-CC35-4C2E-89DC-10CF3FF1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E231C-75D3-4DB5-8AF7-68232B6E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A6F51-1A05-42A6-86FC-467AED82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DFE1D-58AC-4603-9753-F19500F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A474E-F80A-4FCA-B847-0BFE831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651634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F77FF-9506-49E3-BA33-D6C3164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4D708-E7CA-4386-8102-35055953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473B9-CA5C-40F4-936E-A0B457C7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D2AAD-141A-44C3-89E2-B74462F6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B28C4-0598-4A93-9D42-80216AFC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A475-5174-4C8A-99DE-FFC62265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579219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3F602-C01F-4C60-9505-B7049D4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D1CCF-8D1E-4235-A63B-D440E02A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C5953-59ED-4856-8537-B0EB276D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1947F-59FF-45FA-A6D2-AC2D96D6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0A847-7C25-4DEE-BC25-E7AE3ED0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building: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science: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Importance: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Scope: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fields: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3C5CB-69D4-4104-AB4D-C193EFFB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534793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BCE29-14D7-43FF-BC70-DD9278EB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09065-EE8A-49B1-BBE7-86B421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0DB53-5787-4F17-8788-F7CD56A0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BA203-D17C-41B5-A92D-9337045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63C4B-7E1E-4599-89E3-F2E9921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77772-593B-430C-956A-921B0A3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863551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240B0-ECBB-447D-B489-9EE6A53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3CF81-629A-4529-BF15-3D2E6187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B2312-86E5-4D92-8BEE-8E23726A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0CF26-3DAA-4274-A3E8-69A3121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DB660-D688-42A2-A0D7-2362846F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1BB3F-FA9C-4A2D-9894-9689EC2A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3610237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5A000-B2FF-4990-818F-F7DCE1B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372C8-676E-441C-872D-5CD1DC7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C3D5C-B448-40D5-A296-E8A5FBC9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61112-AD2C-4FD4-90C4-BFDB2609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016B3-722E-4913-8954-E653AA17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 to building science: Importance and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Scope of various fields of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Engineering : Surveying, Structural Engineering, Geotechnical Engineeri...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Construction: Types and Uses of Bricks, Stones, Cement, Structural Stee...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Building: Concept of Foundation, Plinth, Lintel, Chejja, Masonry wall,...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4C8C6-E5B3-4CD2-B0D4-C5BA8E54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D3F34-52C1-437A-831B-AD040B7D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BA081-A81C-42E5-AB18-2BBAC5F8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596991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85A0F-8B44-41F4-83F2-66162CFD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5A22B-C0C1-45EA-9A7A-65CF6A6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building science: Importanc...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7EC34-3E27-4E1C-AF85-7C3D0A1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C4B22-10FD-4B35-840D-8F3DEF0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E2E1F-AAF9-4406-BB77-ECA155ED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453D9-9F16-4C24-ADF1-09F64F0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770F8-647A-4D42-91A2-537A76D5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C04E9-FA87-4DFB-B4D8-5A8009F4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5AE35-BF38-4DBC-8274-2211980C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BF8B7-51DC-4233-BE57-F9C74C30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29E9A-EAED-423A-AC56-30410511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92FD9-27B3-4978-A6D2-FFE3A9C6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2A170-42F4-486F-ACFD-6BB65109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3DC87-2240-452E-BF43-E3DCD522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4DD9C-90E3-4F64-A261-1195801D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BDB54-2FC5-4BD3-A9C2-E9FE16B2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8C843-F92B-44AE-98A2-57075F6B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34C47-B891-401C-A16A-97E0CA6F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B5623-C4BC-44AB-86FE-3DFA4553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150B4-1F07-4B93-B762-55E1A5F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2D5A4-FCB8-4BB2-9DF2-3217F98B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BA225-C9F1-4BAC-8E1C-12ECAD0A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7E497-60F5-4917-9A87-A47B3BDB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91C82-CE6A-4D3D-BF81-7ED3D975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EDF5C-FB46-40CF-8844-ED67B271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1ECAE-E1A3-45CC-91D4-1DB02E1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519872-7624-4F1B-B846-3CEA0480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6FC89-C33A-42D5-8749-3CEBE288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79511-095B-4528-814E-A5C9981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F7EBBA-1C49-4AD5-86AB-9CB3AA27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9B71D7-4E1B-4DE6-9405-F69F22B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E1612-AB52-4925-96F7-69225E96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3595550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A096E-543C-4F23-9852-260FB40F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9BB00-1C68-45F2-81D2-B5C1A2A2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Scope of various fields 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B9861-C660-4D74-ABF0-6EDC9EF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89E6D-77F3-44E7-8FE0-A20789E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5A3CC-04CD-482F-B32B-792A51EE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2AAB8-A822-47B8-9CC0-02EEEF9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EB321-2575-4D90-98D7-8D0249F6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79204-756E-4678-80D4-9EBCE092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A6F3A-AD02-417E-B6EF-1989E999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E09E7-B634-4956-9C1C-76C064D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58F1D-0EFA-4BD7-9E99-A66FF1DC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4C9B-7DAE-496A-9FFA-0D39AA7A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A98CB-ED57-4B6C-8A4E-29F1C7F4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015F7-4D96-4F0C-8250-898665A3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A2CBB-E5ED-4FD9-96C2-E3763F12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48DB7-3691-48CF-A636-E780CA32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8C221-9F69-4C19-BF6B-336448B7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8A82B-1D5A-4C40-A0FC-5D9BE6C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7AB3D-EAA6-4E61-AC60-EB5EC3DF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9C0BB-F78A-45F3-8E5F-15B5B42D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22190-7148-43EB-9290-5884BE31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B9622-91E3-48F6-B0B1-B2A520C9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32286-1A37-40B1-8C2C-A6156432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93FFB-82B7-41E6-98C8-1468216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ED311-B80A-401A-B193-689597B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11652-6DBA-43BF-9467-9DE8098F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E385B4-91A0-4EBF-8DCD-5DEAF1FF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D9CC0-4BDE-4127-A708-A50966BF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2CA8D-7534-4C5C-B37D-9055B9C6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65950-5D6C-4593-B307-897FC0C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54105-E94D-4818-BB31-17246699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3582D4-A72A-49D2-9062-0F1DBD7A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1312887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4EA499-B52F-4D3C-9BA3-2710479E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7B7E0-48CD-4CEA-97F6-F603E245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: Surveying, Structural Enginee...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0E22D-B88E-4FB9-8E98-05154562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701E0-A9BF-49B6-84B4-CD5C5D11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AABF1-A222-459A-88EA-89BE544E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DB6D4-776F-423D-96CD-8A9BE2C4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AD6D8-B172-4F15-8A18-222A7DB6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C137A-4334-4CB7-B465-2C617C49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778E4-DC3E-4B47-98AA-78243E82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F5803-78CC-49AA-B614-2271997D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1A698-90D7-410E-8325-DA9DA82D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5BEA8-4194-4671-9324-CA343448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3598C-2976-46A0-B61F-D597C14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67459-C80E-4056-B361-F85244D5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F9520-2136-4E3D-84D3-8DE6C0DE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0CEFE-D2DC-4135-945A-41A889E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E3CCF-FBD8-4B89-9BE6-4AD61C92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4BB90-859A-491A-9620-52B3388C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C2062-16C9-4440-8E2C-CB974296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E8661-9BC4-4576-A8D9-44337B28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D32E1-A493-4293-B46F-6DDF0C45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EBEBB-7E65-4970-8C31-B126E5D0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C6975-F983-4B8D-B039-84C1EAD3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5ED5A-B9B3-42EA-9779-66812875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5C2D6-6F79-4754-8BF0-69C708D4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CCFC9-F561-48B6-99BA-889B2DF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B6EB3-F9C4-4B32-8621-5AA96D3B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EEF0E1-CF70-4AB1-86EB-8652CA5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13A55-95D9-4572-91A9-2F9ECACF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352861-97CE-453B-9CE0-EE743F48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8F3FAD-28C3-4F31-A814-B2674DFD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BA021-D79B-455B-B2AD-E60E5C3D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523505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87E3B-087F-44E7-892F-9A0F689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C6CB5-4970-4FB0-AA48-4372B506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Construction: Types and Uses of Bricks, Sto...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8846A-D426-4FB7-8AAB-2C8908C2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22DA9-6AF8-4C9E-BF48-650A6355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30650-6BA6-4D91-8E9E-869301EA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B6C70-8AAE-4308-B0E2-73FFF193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EE65-7E8B-4D3F-A1D7-49709D4A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E1088-0977-4CB6-B885-B959E3AA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9BA40-6A22-4A48-845B-10533DDC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0A7B7-DEC4-40AE-B411-4D8366D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01B80-0E36-4308-B7C5-5F6DDBBC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1B9BF-5C24-4A1B-A3FE-6139E724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BE60B-44E6-4066-88F3-40A1F53C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A70FF-520D-423B-9CF6-F1E843B5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D9A41-E0B1-48B4-B6C9-43190114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AF10D-5BB4-45BD-BDF9-6664D82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7023B-02C3-40AA-A296-AA56008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BC13C-318E-4072-8655-1CAFB566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D8F7A-10F6-4939-BB90-F8C40485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E6B97-61C4-48A0-84AB-16C7044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D6AD8-DEEA-42A7-8C95-A8FD0AC5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38E35-8E67-4D2D-9CDD-2CD7A99E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4E986-4F8B-4342-AAB6-650A79A4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7CE70-1852-455B-B363-08CD19A8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624E2-14DE-4282-8B1D-C8886674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4B78C-E220-4D97-85A6-FE45426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CA2B36-A1BF-46BB-B392-535D6AC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8C5F4-DB78-4D53-ADD0-6D4566F3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9BA729-F6E1-4279-B3B9-7BC4BA51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E6E84-7788-4F6E-9CF4-D23A0332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73BAA-10B8-4677-9413-CEFD3D3A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1E27A-3D47-4AAF-9586-CB0D34CA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300773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62D8A3-AFB3-4409-B850-78BCAF2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4D6A9-B874-4CED-A1B0-06FC389E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Building: Concept of Foundation, Plinth, Li...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D380-3C13-4810-8F20-D4F13F3D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885E4-F821-4D9C-813B-51F1D59F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FBFBE-6476-4DD6-80FB-2BC2C3B0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5CBAF-D4F8-4055-AA67-5EAAAAA5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6D7A1-5EFC-4995-88B3-25A3C660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7CF6B-37C3-4ECB-B283-3E266C96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16C08-9689-456C-8E8F-9441976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83F55-B67C-497E-A7E3-744EA328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711BB-0907-4074-A5F1-C3F52979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1B6FC-D82D-4F5F-9331-48C4B0A6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9F49D-D425-456B-BBAC-1341B7B3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3B66A-139B-448A-8815-8FACA29D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7FB09-E926-4E96-8DA8-E1B0D72C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11BEC-F2C3-4598-B2A1-F82E924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077B1-1813-450F-9569-2E7891AF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F0B0F-7759-4E5E-89D7-DB54CF4F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D2415-277E-4EE2-8AC8-073110AC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873C9-1A5B-4E6D-9477-B30D576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B3FE6-1EA4-4A30-A4A7-6C996C63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9EE40-38BF-47A6-8B8F-07068587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AD638-4D9B-40A3-97B4-8FD0E96F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0F644-01D0-4F3A-B43B-4EDA6A4C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E95435-DE7B-4EF7-9A37-46051B4E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3B56A-7198-4A33-9D2A-2D484196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C5BF39-D3B5-45B5-B60D-95E0C58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29020-8D77-4E54-BE82-C9B07253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0C741-49AA-49BF-B81C-FFE8EBA3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A8E005-8F5B-4441-9980-E85A9100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794CD9-66E7-4F07-822B-902BD6A3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F6A387-ED4A-4063-A00B-4970A727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8266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7D2A19-5FA5-4540-9CF6-05DC1C2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A04B9-3E39-403D-8D59-40C2134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building science: Importanc...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9E16C-2479-40C0-9155-420943B9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4FED7-74DC-4923-AC15-19F8FD99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992B6-9D7E-48FF-B348-D993B6B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EAC2B-BA34-4EF7-9056-099E1429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5152F-C6F1-4DF4-9D90-6BCF2B2A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ACC10-6687-4CA6-9205-434CFA70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F0BDE-7C06-4618-8528-7685413F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79DEF-1BBF-4B1F-9FE2-81FA082A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79FFC-561E-48FB-8ADE-221199AA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FE395-EFA7-4B41-B49F-6BEA6498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4D88D-4DE5-4801-B304-5AF736C7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04644-91D3-4B81-B419-BA4E81CE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ADA6D-C35B-4324-BC13-EEA24F35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E79F6-54B9-491D-987B-7F72F44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97562-3EA1-4203-B3EE-510DC8F3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3DDB5-EA23-4CBC-A41A-1F072C18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3F370-7732-481A-9987-9660A5A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128BC-D15D-4B38-83C1-22D3E229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0A8B9-06FE-425A-BE52-C32D41F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CB803-C87E-4117-8C84-4751B5B8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93635-CF65-4DD3-B8F8-6B2F9A96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669E6-6D48-47B8-9BE4-40EBC558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FF731-55B6-4BD3-8894-843D52B6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DED38-87F9-4454-87E4-83189842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D4C49-9759-44B0-B20C-521A43F7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22147-E9DA-4153-9C3A-468B3C90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2FD29-0135-4698-A820-78750007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1FA817-1846-4C93-ACAF-9E44176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9B8F6-F37D-4DDC-A30D-38C8BF3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52193-104E-4B1D-89FC-57AFA54A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329038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6700E-6674-4DFE-9BA8-A64D57DC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6C853-AF9F-4B86-8687-812A3562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Scope of various fields 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FA4EC-88DB-43CC-89EC-C29BD287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41339-3D3B-46A1-90F7-94DA1110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44CE0-64E9-4E22-AC0E-B7D390B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B21B-64F7-40A2-84B6-3B9B46EC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D1C0F-ABBD-4FAC-AB78-14303856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5DF36-8D76-4C0C-969A-2DEFD01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D804D-9656-4B92-ADDB-B83910CA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29258-E416-4605-8236-3DE9BB33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8E7E7-3F33-42D9-AC9F-89A23074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E1955-50A6-49EB-9F91-C9240AA3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81CF2-3941-4F17-963A-034838E3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3825D-D395-4B24-A167-1AB7B227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A8DA1-55F3-42DA-B776-105DB0CD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D9F83-5BCA-4F89-B7DF-1D40415A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4E9A9-D4A9-4C90-AF9F-A7DB8F56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071B0-D861-4CB5-ADC8-DBBE5EE2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86074-D967-4ADD-9855-3FC29711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48C60-0FF2-45D1-A95E-192EB8D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875F6-E176-4BC4-9D71-43BF827F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0566A-ACD6-49B7-920B-FC59F2D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23EF2-7FA0-4616-82E8-090AE3CE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FE8DD-7F31-4169-B7C6-676A2257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2BF909-86DD-4131-AA1D-71F05F46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7B5E8-0294-4F87-A641-0542973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D1958-6CD9-43E4-8C20-EDE69D0C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1D178-8B7A-4406-8965-05455777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BF954-C320-4B2D-8B80-DCAD0FA7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8AC57F-422B-460E-AFDB-609B8FE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3057E8-74E4-40B6-AB91-AB5B6AE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966F4-B6E5-405A-8EC2-AD5E091E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54988027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DDAED0-7638-409E-A302-1872708C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10C5C-4EC0-485B-829C-29F8CC8F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: Surveying, Structural Enginee...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88BF-2243-4186-AE4D-D0957DB8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A826B-4106-478B-8655-F5ABC4E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A7072-EE50-4BF3-89B4-D5F8AEAC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843BD-0984-4295-AC5B-D9048448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16AAE-4837-4047-BB1A-60563CA5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83C90-6692-4AEB-92F1-E2691250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DE3D8-1A1C-43D8-9B45-6AFABF5A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B22A9-6EEC-43BD-8A71-C7A857E6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36831-2149-4F47-989E-8B454EA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F9326-9E91-497D-9AED-F08F6420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0DA8A-47F0-42B2-A461-C0AC59C4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A0823-01DF-4DF1-BA8A-F84F0C58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DE3EE-B746-49B6-9BA3-60D73D7D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BC904-8B7E-4F77-B0C9-0A44480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DAB5C-46A3-4CB2-A107-594390E3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12BC4-24F0-4B9F-ACF1-D1C66659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516BD-5846-433D-84C0-CC75AEE7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97018-C99F-4391-89A2-709CB605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3E57F-9CDA-474F-8E15-B9B75FC0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51404-80A1-435E-8F2C-0123174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8983C-23F6-48C0-984C-796A005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C91FB-16DB-483A-93BA-C3EC73D1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3EA09-6599-4B46-8AD4-8352379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0BEA2-3E4A-4A82-A746-8E14158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56023-D0C2-4DBB-967B-8490AFD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2D3BF-40DC-43D1-8962-3F2CDC63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1DA49-648D-4DDE-8517-52F8606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662949-A140-4832-AAC5-DE7DF52C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95160B-41DE-4721-8063-29A87CAC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C60A9-284D-4E62-83F1-B467E201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450441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0A31C-54B9-4D18-BDE9-C093566B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4261F-2EB6-4E4C-A3BC-AB4A186B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Construction: Types and Uses of Bricks, Sto...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6B196-BD12-497E-B7BB-7B422D77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A36CB-A1E6-4A10-9B50-9E83A498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734C5-C5CA-4B81-B4AB-0F4353C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CEF25-F7CB-49DA-B024-1BB2B013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3F64C-0A88-4B5E-81F7-1E3B88AC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8DDC8-43DA-48C2-9407-354AB31D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1433F-E2AF-422D-ACC2-D45FF6E4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F704E-6B35-4B7E-9123-EE09B8FE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E5B08-6A9C-49C1-8516-F7659AB2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5D174-4FC0-4D24-9691-A510688D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C92C4-A095-4FCD-985E-8041DE6B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C2A64-AFE6-4163-84A8-4FE54843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E3A33-8494-4649-978E-4607322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FFD59-E0C4-40AB-B055-08C5957B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5E17F-1180-4175-8A33-54039B5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BA6CA-81DC-4C43-A733-5BE307F4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8C135-8BB2-48D2-8E4A-C24F62C4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4434B-0750-48AB-AB1F-7F79C5B0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0060E-AFE9-4652-9C7A-1CD3D079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8E061-B281-4B40-B50F-15E728DD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1ED7C-6B68-47BE-BF4E-872F2A31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09DD2-B627-428C-B7FC-2872642A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3E986-4C26-48A2-8A23-C7B30248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32D15-2B38-47FD-881B-A466EDA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2AB9C-86F4-4E13-8FC4-CF47F0CE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EE3AC-AD05-45DC-B71B-443F8F3E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3D635-6601-4ED2-91A5-4176FA82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DED0C0-0790-4BD7-97AD-EA6F7969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FB807-3BEE-49C5-AC2E-2538B67C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DF5D3-A26C-4DC2-823B-DE6DE49B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6295816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258977-369A-4EB1-B848-F01E4AC8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E0CDE-66F8-4B0B-90E0-4407A332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Building: Concept of Foundation, Plinth, Li...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9EFAE-C075-48AE-8FB7-72449A29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3B532-5F86-4FD0-A67F-E22C1FF6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72B87-4595-490F-BF6A-B9DC3BCE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612DC-C524-4071-81F1-B331C95B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B19DE-C6FD-4569-9B8B-8D8B17AD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1F2AD-406F-4A0F-AC0D-DC49AFC4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806C7-424D-48E1-B3ED-38FA5BE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FC732-7C10-44DF-B97A-A512457F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9CF9C-59A4-4D2A-804D-02011CC9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6A648-C22B-4B1F-A98B-C34FF397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A5FB1-E726-4103-8380-D32C44C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21FF9-AC21-4E50-9E0E-D69BAE4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82609-8803-4D66-85EE-7AFDD60B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D6B59-DB25-49C0-8F86-71AFBDC2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21DBB-FAF3-4BF3-A2B0-F50932C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7EDB8-814A-4274-9144-706E6A4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87764-48E3-42D8-B708-A2829A6A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7B47B-6278-4AFD-838E-5393543E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DA651-11A6-4CFA-87C8-D06A5A9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FD478-D866-47DB-9EB7-2760E7D0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FB059-AF24-4408-B9FC-BB2C9833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94A8A-B3EB-4942-8BED-6DACE0B0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41444-1F1E-4886-8F6C-953F5365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C8A4E-37E1-46D8-A3EE-83510C3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8FEAA-1F6D-4D89-9AB3-2DF93B4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079285-CBEB-4284-AB03-737310E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3AAFB7-CB0E-44F3-936E-426B740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F4E68-3EAD-4585-B986-84AEEB09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E7356-5911-42F5-AEAB-B8D0267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BD65F8-E774-4EEC-9F83-6657FCD0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55389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2026-08-24T16:02:45.6330000Z</dcterms:created>
  <dcterms:modified xsi:type="dcterms:W3CDTF">2026-08-24T16:02:45.6330000Z</dcterms:modified>
</coreProperties>
</file>