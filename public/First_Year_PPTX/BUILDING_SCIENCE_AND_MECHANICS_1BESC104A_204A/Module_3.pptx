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2baa33896546a5" /><Relationship Type="http://schemas.openxmlformats.org/officeDocument/2006/relationships/extended-properties" Target="/docProps/app.xml" Id="R8506781e3a7b46bf" /><Relationship Type="http://schemas.openxmlformats.org/officeDocument/2006/relationships/officeDocument" Target="/ppt/presentation.xml" Id="R0011e7f0ab2443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42719ca8ee40fd"/>
  </p:sldMasterIdLst>
  <p:notesMasterIdLst>
    <p:notesMasterId xmlns:r="http://schemas.openxmlformats.org/officeDocument/2006/relationships" r:id="R726084f7eda4493f"/>
  </p:notesMasterIdLst>
  <p:sldIdLst>
    <p:sldId xmlns:r="http://schemas.openxmlformats.org/officeDocument/2006/relationships" id="256" r:id="Ra310ad9140da481f"/>
    <p:sldId xmlns:r="http://schemas.openxmlformats.org/officeDocument/2006/relationships" id="257" r:id="R5ada6ddc42eb4801"/>
    <p:sldId xmlns:r="http://schemas.openxmlformats.org/officeDocument/2006/relationships" id="258" r:id="R91a4734aa89d4ed8"/>
    <p:sldId xmlns:r="http://schemas.openxmlformats.org/officeDocument/2006/relationships" id="259" r:id="R6c549d5114574935"/>
    <p:sldId xmlns:r="http://schemas.openxmlformats.org/officeDocument/2006/relationships" id="260" r:id="R8ee3a7b5cadf41f2"/>
    <p:sldId xmlns:r="http://schemas.openxmlformats.org/officeDocument/2006/relationships" id="261" r:id="R5d2c85c28219444d"/>
    <p:sldId xmlns:r="http://schemas.openxmlformats.org/officeDocument/2006/relationships" id="262" r:id="Ra5c6ff067c9842fa"/>
    <p:sldId xmlns:r="http://schemas.openxmlformats.org/officeDocument/2006/relationships" id="263" r:id="Rf92abb0690cd4e75"/>
    <p:sldId xmlns:r="http://schemas.openxmlformats.org/officeDocument/2006/relationships" id="264" r:id="R0f1ade1ab5fa4b06"/>
    <p:sldId xmlns:r="http://schemas.openxmlformats.org/officeDocument/2006/relationships" id="265" r:id="Ra3f1e57baff2461f"/>
    <p:sldId xmlns:r="http://schemas.openxmlformats.org/officeDocument/2006/relationships" id="266" r:id="R69216be834704334"/>
    <p:sldId xmlns:r="http://schemas.openxmlformats.org/officeDocument/2006/relationships" id="267" r:id="R4bd4569dbc164570"/>
    <p:sldId xmlns:r="http://schemas.openxmlformats.org/officeDocument/2006/relationships" id="268" r:id="R6b88b7f6d14642a1"/>
    <p:sldId xmlns:r="http://schemas.openxmlformats.org/officeDocument/2006/relationships" id="269" r:id="R6f2603e78ebf4d85"/>
    <p:sldId xmlns:r="http://schemas.openxmlformats.org/officeDocument/2006/relationships" id="270" r:id="R08fc1c70663144e0"/>
    <p:sldId xmlns:r="http://schemas.openxmlformats.org/officeDocument/2006/relationships" id="271" r:id="R79551af85aa64515"/>
    <p:sldId xmlns:r="http://schemas.openxmlformats.org/officeDocument/2006/relationships" id="272" r:id="R212ece6af6bd405e"/>
    <p:sldId xmlns:r="http://schemas.openxmlformats.org/officeDocument/2006/relationships" id="273" r:id="R6b365947313e420e"/>
    <p:sldId xmlns:r="http://schemas.openxmlformats.org/officeDocument/2006/relationships" id="274" r:id="Rc567b21c14ac4296"/>
    <p:sldId xmlns:r="http://schemas.openxmlformats.org/officeDocument/2006/relationships" id="275" r:id="R380b989e014d441e"/>
    <p:sldId xmlns:r="http://schemas.openxmlformats.org/officeDocument/2006/relationships" id="276" r:id="Rdd07b6005d7f4a9d"/>
    <p:sldId xmlns:r="http://schemas.openxmlformats.org/officeDocument/2006/relationships" id="277" r:id="R0f40c45cade84b7b"/>
    <p:sldId xmlns:r="http://schemas.openxmlformats.org/officeDocument/2006/relationships" id="278" r:id="R5578e170e54740d7"/>
    <p:sldId xmlns:r="http://schemas.openxmlformats.org/officeDocument/2006/relationships" id="279" r:id="Rda0e1abeddc04a82"/>
    <p:sldId xmlns:r="http://schemas.openxmlformats.org/officeDocument/2006/relationships" id="280" r:id="Reac28ed9409c4d35"/>
    <p:sldId xmlns:r="http://schemas.openxmlformats.org/officeDocument/2006/relationships" id="281" r:id="Rce35c26190de450f"/>
    <p:sldId xmlns:r="http://schemas.openxmlformats.org/officeDocument/2006/relationships" id="282" r:id="Rf107e3e02d934f87"/>
    <p:sldId xmlns:r="http://schemas.openxmlformats.org/officeDocument/2006/relationships" id="283" r:id="Rd84aa4cb26fc4b93"/>
    <p:sldId xmlns:r="http://schemas.openxmlformats.org/officeDocument/2006/relationships" id="284" r:id="R2ed57f7c6efc48fd"/>
    <p:sldId xmlns:r="http://schemas.openxmlformats.org/officeDocument/2006/relationships" id="285" r:id="R2be7a95e1aec4015"/>
    <p:sldId xmlns:r="http://schemas.openxmlformats.org/officeDocument/2006/relationships" id="286" r:id="Rf0b8b2abd8764609"/>
    <p:sldId xmlns:r="http://schemas.openxmlformats.org/officeDocument/2006/relationships" id="287" r:id="R23cf33a5a6b544a7"/>
    <p:sldId xmlns:r="http://schemas.openxmlformats.org/officeDocument/2006/relationships" id="288" r:id="R132debce010f4df5"/>
    <p:sldId xmlns:r="http://schemas.openxmlformats.org/officeDocument/2006/relationships" id="289" r:id="R801f9ba75bc2444d"/>
    <p:sldId xmlns:r="http://schemas.openxmlformats.org/officeDocument/2006/relationships" id="290" r:id="R6cfe038bf665472e"/>
    <p:sldId xmlns:r="http://schemas.openxmlformats.org/officeDocument/2006/relationships" id="291" r:id="R37155efa91594b83"/>
    <p:sldId xmlns:r="http://schemas.openxmlformats.org/officeDocument/2006/relationships" id="292" r:id="R68f91709dd5541cc"/>
    <p:sldId xmlns:r="http://schemas.openxmlformats.org/officeDocument/2006/relationships" id="293" r:id="Rb9eaf63dd9b84196"/>
    <p:sldId xmlns:r="http://schemas.openxmlformats.org/officeDocument/2006/relationships" id="294" r:id="Raed64e0ddbd94f96"/>
    <p:sldId xmlns:r="http://schemas.openxmlformats.org/officeDocument/2006/relationships" id="295" r:id="R4de7b8efb87f44ee"/>
    <p:sldId xmlns:r="http://schemas.openxmlformats.org/officeDocument/2006/relationships" id="296" r:id="Ra51c0f71f20a41ca"/>
    <p:sldId xmlns:r="http://schemas.openxmlformats.org/officeDocument/2006/relationships" id="297" r:id="Rb5cc7bf1300e47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6f375fce744ca0" /><Relationship Type="http://schemas.openxmlformats.org/officeDocument/2006/relationships/slideMaster" Target="/ppt/slideMasters/slideMaster1.xml" Id="R2a42719ca8ee40fd" /><Relationship Type="http://schemas.openxmlformats.org/officeDocument/2006/relationships/notesMaster" Target="/ppt/notesMasters/notesMaster1.xml" Id="R726084f7eda4493f" /><Relationship Type="http://schemas.openxmlformats.org/officeDocument/2006/relationships/presProps" Target="/ppt/presProps.xml" Id="Ra0a0ddc8d7824cdd" /><Relationship Type="http://schemas.openxmlformats.org/officeDocument/2006/relationships/tableStyles" Target="/ppt/tableStyles.xml" Id="R633e34b54ddc464a" /><Relationship Type="http://schemas.openxmlformats.org/officeDocument/2006/relationships/slide" Target="/ppt/slides/slide1.xml" Id="Ra310ad9140da481f" /><Relationship Type="http://schemas.openxmlformats.org/officeDocument/2006/relationships/slide" Target="/ppt/slides/slide2.xml" Id="R5ada6ddc42eb4801" /><Relationship Type="http://schemas.openxmlformats.org/officeDocument/2006/relationships/slide" Target="/ppt/slides/slide3.xml" Id="R91a4734aa89d4ed8" /><Relationship Type="http://schemas.openxmlformats.org/officeDocument/2006/relationships/slide" Target="/ppt/slides/slide4.xml" Id="R6c549d5114574935" /><Relationship Type="http://schemas.openxmlformats.org/officeDocument/2006/relationships/slide" Target="/ppt/slides/slide5.xml" Id="R8ee3a7b5cadf41f2" /><Relationship Type="http://schemas.openxmlformats.org/officeDocument/2006/relationships/slide" Target="/ppt/slides/slide6.xml" Id="R5d2c85c28219444d" /><Relationship Type="http://schemas.openxmlformats.org/officeDocument/2006/relationships/slide" Target="/ppt/slides/slide7.xml" Id="Ra5c6ff067c9842fa" /><Relationship Type="http://schemas.openxmlformats.org/officeDocument/2006/relationships/slide" Target="/ppt/slides/slide8.xml" Id="Rf92abb0690cd4e75" /><Relationship Type="http://schemas.openxmlformats.org/officeDocument/2006/relationships/slide" Target="/ppt/slides/slide9.xml" Id="R0f1ade1ab5fa4b06" /><Relationship Type="http://schemas.openxmlformats.org/officeDocument/2006/relationships/slide" Target="/ppt/slides/slide10.xml" Id="Ra3f1e57baff2461f" /><Relationship Type="http://schemas.openxmlformats.org/officeDocument/2006/relationships/slide" Target="/ppt/slides/slide11.xml" Id="R69216be834704334" /><Relationship Type="http://schemas.openxmlformats.org/officeDocument/2006/relationships/slide" Target="/ppt/slides/slide12.xml" Id="R4bd4569dbc164570" /><Relationship Type="http://schemas.openxmlformats.org/officeDocument/2006/relationships/slide" Target="/ppt/slides/slide13.xml" Id="R6b88b7f6d14642a1" /><Relationship Type="http://schemas.openxmlformats.org/officeDocument/2006/relationships/slide" Target="/ppt/slides/slide14.xml" Id="R6f2603e78ebf4d85" /><Relationship Type="http://schemas.openxmlformats.org/officeDocument/2006/relationships/slide" Target="/ppt/slides/slide15.xml" Id="R08fc1c70663144e0" /><Relationship Type="http://schemas.openxmlformats.org/officeDocument/2006/relationships/slide" Target="/ppt/slides/slide16.xml" Id="R79551af85aa64515" /><Relationship Type="http://schemas.openxmlformats.org/officeDocument/2006/relationships/slide" Target="/ppt/slides/slide17.xml" Id="R212ece6af6bd405e" /><Relationship Type="http://schemas.openxmlformats.org/officeDocument/2006/relationships/slide" Target="/ppt/slides/slide18.xml" Id="R6b365947313e420e" /><Relationship Type="http://schemas.openxmlformats.org/officeDocument/2006/relationships/slide" Target="/ppt/slides/slide19.xml" Id="Rc567b21c14ac4296" /><Relationship Type="http://schemas.openxmlformats.org/officeDocument/2006/relationships/slide" Target="/ppt/slides/slide20.xml" Id="R380b989e014d441e" /><Relationship Type="http://schemas.openxmlformats.org/officeDocument/2006/relationships/slide" Target="/ppt/slides/slide21.xml" Id="Rdd07b6005d7f4a9d" /><Relationship Type="http://schemas.openxmlformats.org/officeDocument/2006/relationships/slide" Target="/ppt/slides/slide22.xml" Id="R0f40c45cade84b7b" /><Relationship Type="http://schemas.openxmlformats.org/officeDocument/2006/relationships/slide" Target="/ppt/slides/slide23.xml" Id="R5578e170e54740d7" /><Relationship Type="http://schemas.openxmlformats.org/officeDocument/2006/relationships/slide" Target="/ppt/slides/slide24.xml" Id="Rda0e1abeddc04a82" /><Relationship Type="http://schemas.openxmlformats.org/officeDocument/2006/relationships/slide" Target="/ppt/slides/slide25.xml" Id="Reac28ed9409c4d35" /><Relationship Type="http://schemas.openxmlformats.org/officeDocument/2006/relationships/slide" Target="/ppt/slides/slide26.xml" Id="Rce35c26190de450f" /><Relationship Type="http://schemas.openxmlformats.org/officeDocument/2006/relationships/slide" Target="/ppt/slides/slide27.xml" Id="Rf107e3e02d934f87" /><Relationship Type="http://schemas.openxmlformats.org/officeDocument/2006/relationships/slide" Target="/ppt/slides/slide28.xml" Id="Rd84aa4cb26fc4b93" /><Relationship Type="http://schemas.openxmlformats.org/officeDocument/2006/relationships/slide" Target="/ppt/slides/slide29.xml" Id="R2ed57f7c6efc48fd" /><Relationship Type="http://schemas.openxmlformats.org/officeDocument/2006/relationships/slide" Target="/ppt/slides/slide30.xml" Id="R2be7a95e1aec4015" /><Relationship Type="http://schemas.openxmlformats.org/officeDocument/2006/relationships/slide" Target="/ppt/slides/slide31.xml" Id="Rf0b8b2abd8764609" /><Relationship Type="http://schemas.openxmlformats.org/officeDocument/2006/relationships/slide" Target="/ppt/slides/slide32.xml" Id="R23cf33a5a6b544a7" /><Relationship Type="http://schemas.openxmlformats.org/officeDocument/2006/relationships/slide" Target="/ppt/slides/slide33.xml" Id="R132debce010f4df5" /><Relationship Type="http://schemas.openxmlformats.org/officeDocument/2006/relationships/slide" Target="/ppt/slides/slide34.xml" Id="R801f9ba75bc2444d" /><Relationship Type="http://schemas.openxmlformats.org/officeDocument/2006/relationships/slide" Target="/ppt/slides/slide35.xml" Id="R6cfe038bf665472e" /><Relationship Type="http://schemas.openxmlformats.org/officeDocument/2006/relationships/slide" Target="/ppt/slides/slide36.xml" Id="R37155efa91594b83" /><Relationship Type="http://schemas.openxmlformats.org/officeDocument/2006/relationships/slide" Target="/ppt/slides/slide37.xml" Id="R68f91709dd5541cc" /><Relationship Type="http://schemas.openxmlformats.org/officeDocument/2006/relationships/slide" Target="/ppt/slides/slide38.xml" Id="Rb9eaf63dd9b84196" /><Relationship Type="http://schemas.openxmlformats.org/officeDocument/2006/relationships/slide" Target="/ppt/slides/slide39.xml" Id="Raed64e0ddbd94f96" /><Relationship Type="http://schemas.openxmlformats.org/officeDocument/2006/relationships/slide" Target="/ppt/slides/slide40.xml" Id="R4de7b8efb87f44ee" /><Relationship Type="http://schemas.openxmlformats.org/officeDocument/2006/relationships/slide" Target="/ppt/slides/slide41.xml" Id="Ra51c0f71f20a41ca" /><Relationship Type="http://schemas.openxmlformats.org/officeDocument/2006/relationships/slide" Target="/ppt/slides/slide42.xml" Id="Rb5cc7bf1300e47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143d5391f740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9c162d91f4d5a" /><Relationship Type="http://schemas.openxmlformats.org/officeDocument/2006/relationships/notesMaster" Target="/ppt/notesMasters/notesMaster1.xml" Id="Rd088d48cd61f4f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a08ee5086e4729" /><Relationship Type="http://schemas.openxmlformats.org/officeDocument/2006/relationships/notesMaster" Target="/ppt/notesMasters/notesMaster1.xml" Id="R8751f071b8a243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2f9209c7644bc1" /><Relationship Type="http://schemas.openxmlformats.org/officeDocument/2006/relationships/notesMaster" Target="/ppt/notesMasters/notesMaster1.xml" Id="R866de58c06f14d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89e8803f8144ea" /><Relationship Type="http://schemas.openxmlformats.org/officeDocument/2006/relationships/notesMaster" Target="/ppt/notesMasters/notesMaster1.xml" Id="Rbfe7b40e95c64a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b8b3f1e27d4740" /><Relationship Type="http://schemas.openxmlformats.org/officeDocument/2006/relationships/notesMaster" Target="/ppt/notesMasters/notesMaster1.xml" Id="R9fb63b094f2444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7c108505c14d89" /><Relationship Type="http://schemas.openxmlformats.org/officeDocument/2006/relationships/notesMaster" Target="/ppt/notesMasters/notesMaster1.xml" Id="R6d6db828ec0948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24f90a00724eac" /><Relationship Type="http://schemas.openxmlformats.org/officeDocument/2006/relationships/notesMaster" Target="/ppt/notesMasters/notesMaster1.xml" Id="R0b718947f69a4f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df686311db41cd" /><Relationship Type="http://schemas.openxmlformats.org/officeDocument/2006/relationships/notesMaster" Target="/ppt/notesMasters/notesMaster1.xml" Id="R9284b49455e24a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09f899a213452d" /><Relationship Type="http://schemas.openxmlformats.org/officeDocument/2006/relationships/notesMaster" Target="/ppt/notesMasters/notesMaster1.xml" Id="Rb5eb3d16d7144e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4bbec707674f59" /><Relationship Type="http://schemas.openxmlformats.org/officeDocument/2006/relationships/notesMaster" Target="/ppt/notesMasters/notesMaster1.xml" Id="R6085859a506e42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3898c9ef6c4b37" /><Relationship Type="http://schemas.openxmlformats.org/officeDocument/2006/relationships/notesMaster" Target="/ppt/notesMasters/notesMaster1.xml" Id="R4623e47894e04d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2c67db2d11497e" /><Relationship Type="http://schemas.openxmlformats.org/officeDocument/2006/relationships/notesMaster" Target="/ppt/notesMasters/notesMaster1.xml" Id="Rbbee6bbc10d049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3ee59dc9e54caf" /><Relationship Type="http://schemas.openxmlformats.org/officeDocument/2006/relationships/notesMaster" Target="/ppt/notesMasters/notesMaster1.xml" Id="Rebea620232cd4f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37e5c957334e43" /><Relationship Type="http://schemas.openxmlformats.org/officeDocument/2006/relationships/notesMaster" Target="/ppt/notesMasters/notesMaster1.xml" Id="Rf7e9d44b370149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6b54d05e2e4014" /><Relationship Type="http://schemas.openxmlformats.org/officeDocument/2006/relationships/notesMaster" Target="/ppt/notesMasters/notesMaster1.xml" Id="R00584828b8354f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494220909140a2" /><Relationship Type="http://schemas.openxmlformats.org/officeDocument/2006/relationships/notesMaster" Target="/ppt/notesMasters/notesMaster1.xml" Id="Rec40c92796a645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67937b1f02410e" /><Relationship Type="http://schemas.openxmlformats.org/officeDocument/2006/relationships/notesMaster" Target="/ppt/notesMasters/notesMaster1.xml" Id="Ra9734f69dae941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9f93f79c6f948b1" /><Relationship Type="http://schemas.openxmlformats.org/officeDocument/2006/relationships/notesMaster" Target="/ppt/notesMasters/notesMaster1.xml" Id="R4ab3f6621efb4e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01f4e35f98429d" /><Relationship Type="http://schemas.openxmlformats.org/officeDocument/2006/relationships/notesMaster" Target="/ppt/notesMasters/notesMaster1.xml" Id="Rd806b2d745674d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c19af4496044b4" /><Relationship Type="http://schemas.openxmlformats.org/officeDocument/2006/relationships/notesMaster" Target="/ppt/notesMasters/notesMaster1.xml" Id="R1a91947ab06c4c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416a58a27ba4504" /><Relationship Type="http://schemas.openxmlformats.org/officeDocument/2006/relationships/notesMaster" Target="/ppt/notesMasters/notesMaster1.xml" Id="R6bab54973bb746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7b2fb393a6463d" /><Relationship Type="http://schemas.openxmlformats.org/officeDocument/2006/relationships/notesMaster" Target="/ppt/notesMasters/notesMaster1.xml" Id="R9667da01453b45e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a35a3a595a4574" /><Relationship Type="http://schemas.openxmlformats.org/officeDocument/2006/relationships/notesMaster" Target="/ppt/notesMasters/notesMaster1.xml" Id="Rc38702fb105546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889ef9152e74505" /><Relationship Type="http://schemas.openxmlformats.org/officeDocument/2006/relationships/notesMaster" Target="/ppt/notesMasters/notesMaster1.xml" Id="Rc149b8ae6fe24e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eb534aa3a3c4de6" /><Relationship Type="http://schemas.openxmlformats.org/officeDocument/2006/relationships/notesMaster" Target="/ppt/notesMasters/notesMaster1.xml" Id="R63748e3a1ff84b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ed9273c2604eac" /><Relationship Type="http://schemas.openxmlformats.org/officeDocument/2006/relationships/notesMaster" Target="/ppt/notesMasters/notesMaster1.xml" Id="R8dd2293e175e48f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e46618cc334f60" /><Relationship Type="http://schemas.openxmlformats.org/officeDocument/2006/relationships/notesMaster" Target="/ppt/notesMasters/notesMaster1.xml" Id="R0c8f924f10224fc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94e0ffcfe2d4f29" /><Relationship Type="http://schemas.openxmlformats.org/officeDocument/2006/relationships/notesMaster" Target="/ppt/notesMasters/notesMaster1.xml" Id="Rbc34f09943bf4da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85c3d23e91d424c" /><Relationship Type="http://schemas.openxmlformats.org/officeDocument/2006/relationships/notesMaster" Target="/ppt/notesMasters/notesMaster1.xml" Id="R438c35c6a5ff48f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b0a09f5a07041ba" /><Relationship Type="http://schemas.openxmlformats.org/officeDocument/2006/relationships/notesMaster" Target="/ppt/notesMasters/notesMaster1.xml" Id="R5f90fe8874644c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7a7de12be2f4942" /><Relationship Type="http://schemas.openxmlformats.org/officeDocument/2006/relationships/notesMaster" Target="/ppt/notesMasters/notesMaster1.xml" Id="R54bdf02bbce3452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ed9473a9c004683" /><Relationship Type="http://schemas.openxmlformats.org/officeDocument/2006/relationships/notesMaster" Target="/ppt/notesMasters/notesMaster1.xml" Id="R5c3d9df6cd9b4ab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af8675752fa4a47" /><Relationship Type="http://schemas.openxmlformats.org/officeDocument/2006/relationships/notesMaster" Target="/ppt/notesMasters/notesMaster1.xml" Id="Rb4a430671722451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6590d5885394a08" /><Relationship Type="http://schemas.openxmlformats.org/officeDocument/2006/relationships/notesMaster" Target="/ppt/notesMasters/notesMaster1.xml" Id="Rfe8a2f15bb13460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b2f35acd0a143ce" /><Relationship Type="http://schemas.openxmlformats.org/officeDocument/2006/relationships/notesMaster" Target="/ppt/notesMasters/notesMaster1.xml" Id="Rad84f8cc4a1d4c6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76db90c943142fc" /><Relationship Type="http://schemas.openxmlformats.org/officeDocument/2006/relationships/notesMaster" Target="/ppt/notesMasters/notesMaster1.xml" Id="R9cc107e5ad89481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41de1915e16489d" /><Relationship Type="http://schemas.openxmlformats.org/officeDocument/2006/relationships/notesMaster" Target="/ppt/notesMasters/notesMaster1.xml" Id="R9692606e82154cf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b4cc694772f4c11" /><Relationship Type="http://schemas.openxmlformats.org/officeDocument/2006/relationships/notesMaster" Target="/ppt/notesMasters/notesMaster1.xml" Id="R467331d5c1eb48b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886cb17c2c0475e" /><Relationship Type="http://schemas.openxmlformats.org/officeDocument/2006/relationships/notesMaster" Target="/ppt/notesMasters/notesMaster1.xml" Id="R038d0184b102424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310c2d6deae4b67" /><Relationship Type="http://schemas.openxmlformats.org/officeDocument/2006/relationships/notesMaster" Target="/ppt/notesMasters/notesMaster1.xml" Id="Re02f608cd89b496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2cc2b8f6c504c9c" /><Relationship Type="http://schemas.openxmlformats.org/officeDocument/2006/relationships/notesMaster" Target="/ppt/notesMasters/notesMaster1.xml" Id="R50bb46b223ac430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a9decf446944dcd" /><Relationship Type="http://schemas.openxmlformats.org/officeDocument/2006/relationships/notesMaster" Target="/ppt/notesMasters/notesMaster1.xml" Id="Rfe1118742e3d49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55b40a03044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2b7168f2674144" /><Relationship Type="http://schemas.openxmlformats.org/officeDocument/2006/relationships/slideLayout" Target="/ppt/slideLayouts/slideLayout1.xml" Id="Ra8fc2897c7a94d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fc2897c7a94d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2a119509847fe" /><Relationship Type="http://schemas.openxmlformats.org/officeDocument/2006/relationships/notesSlide" Target="/ppt/notesSlides/notesSlide1.xml" Id="R497c53a4171248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97d0774a2435e" /><Relationship Type="http://schemas.openxmlformats.org/officeDocument/2006/relationships/notesSlide" Target="/ppt/notesSlides/notesSlide2.xml" Id="R2f0ee75bb24a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6c9cf80d3415c" /><Relationship Type="http://schemas.openxmlformats.org/officeDocument/2006/relationships/notesSlide" Target="/ppt/notesSlides/notesSlide3.xml" Id="Rf9fc22823cfa40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e293aa7bd4c6b" /><Relationship Type="http://schemas.openxmlformats.org/officeDocument/2006/relationships/notesSlide" Target="/ppt/notesSlides/notesSlide4.xml" Id="Rb237024f363b41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07e0c327749f0" /><Relationship Type="http://schemas.openxmlformats.org/officeDocument/2006/relationships/notesSlide" Target="/ppt/notesSlides/notesSlide5.xml" Id="Re4380c0ec6b543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d8d603c1140b3" /><Relationship Type="http://schemas.openxmlformats.org/officeDocument/2006/relationships/notesSlide" Target="/ppt/notesSlides/notesSlide6.xml" Id="R86d6465e1c204d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db67b32f243d3" /><Relationship Type="http://schemas.openxmlformats.org/officeDocument/2006/relationships/notesSlide" Target="/ppt/notesSlides/notesSlide7.xml" Id="R8e1a86bfbcb6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ced5fceda4f00" /><Relationship Type="http://schemas.openxmlformats.org/officeDocument/2006/relationships/notesSlide" Target="/ppt/notesSlides/notesSlide8.xml" Id="R8f8d29cee79640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07a686c1c4283" /><Relationship Type="http://schemas.openxmlformats.org/officeDocument/2006/relationships/notesSlide" Target="/ppt/notesSlides/notesSlide9.xml" Id="Rf69d7330a4e641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fb7f895a24fbb" /><Relationship Type="http://schemas.openxmlformats.org/officeDocument/2006/relationships/notesSlide" Target="/ppt/notesSlides/notesSlide10.xml" Id="R74b6f7671ef44f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63792b2354191" /><Relationship Type="http://schemas.openxmlformats.org/officeDocument/2006/relationships/notesSlide" Target="/ppt/notesSlides/notesSlide11.xml" Id="Rd441026da0ca44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61baf4f9b4ab5" /><Relationship Type="http://schemas.openxmlformats.org/officeDocument/2006/relationships/notesSlide" Target="/ppt/notesSlides/notesSlide12.xml" Id="Rea8e3e4400d74c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cbb2604474f5e" /><Relationship Type="http://schemas.openxmlformats.org/officeDocument/2006/relationships/notesSlide" Target="/ppt/notesSlides/notesSlide13.xml" Id="Rac4721e959794a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1fe3c0c4c4f48" /><Relationship Type="http://schemas.openxmlformats.org/officeDocument/2006/relationships/notesSlide" Target="/ppt/notesSlides/notesSlide14.xml" Id="Ra23d787b4fe94a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90f24b21e4741" /><Relationship Type="http://schemas.openxmlformats.org/officeDocument/2006/relationships/notesSlide" Target="/ppt/notesSlides/notesSlide15.xml" Id="R7e25416e4cf648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60c5e45f04091" /><Relationship Type="http://schemas.openxmlformats.org/officeDocument/2006/relationships/notesSlide" Target="/ppt/notesSlides/notesSlide16.xml" Id="R798c44faa15949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f18fe311f4d25" /><Relationship Type="http://schemas.openxmlformats.org/officeDocument/2006/relationships/notesSlide" Target="/ppt/notesSlides/notesSlide17.xml" Id="Rbe0b7e9479fa43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743c702524a87" /><Relationship Type="http://schemas.openxmlformats.org/officeDocument/2006/relationships/notesSlide" Target="/ppt/notesSlides/notesSlide18.xml" Id="R2b3385b8a11e46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46c33679e4a95" /><Relationship Type="http://schemas.openxmlformats.org/officeDocument/2006/relationships/notesSlide" Target="/ppt/notesSlides/notesSlide19.xml" Id="R097546a51a2549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eacc088fb40c4" /><Relationship Type="http://schemas.openxmlformats.org/officeDocument/2006/relationships/notesSlide" Target="/ppt/notesSlides/notesSlide20.xml" Id="R92e3007e42554e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0845891d046e1" /><Relationship Type="http://schemas.openxmlformats.org/officeDocument/2006/relationships/notesSlide" Target="/ppt/notesSlides/notesSlide21.xml" Id="R210a27b743c9412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10d05134d413a" /><Relationship Type="http://schemas.openxmlformats.org/officeDocument/2006/relationships/notesSlide" Target="/ppt/notesSlides/notesSlide22.xml" Id="Rb432cfd5f93941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a0bca34594297" /><Relationship Type="http://schemas.openxmlformats.org/officeDocument/2006/relationships/notesSlide" Target="/ppt/notesSlides/notesSlide23.xml" Id="Rc14bc83c6ab7457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78cb533cf4126" /><Relationship Type="http://schemas.openxmlformats.org/officeDocument/2006/relationships/notesSlide" Target="/ppt/notesSlides/notesSlide24.xml" Id="R67314846126a48a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1b42696e14c51" /><Relationship Type="http://schemas.openxmlformats.org/officeDocument/2006/relationships/notesSlide" Target="/ppt/notesSlides/notesSlide25.xml" Id="Rb89adc6cf27b4d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52e1406914b3c" /><Relationship Type="http://schemas.openxmlformats.org/officeDocument/2006/relationships/notesSlide" Target="/ppt/notesSlides/notesSlide26.xml" Id="R5f6f41c51885484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f067a1f024bed" /><Relationship Type="http://schemas.openxmlformats.org/officeDocument/2006/relationships/notesSlide" Target="/ppt/notesSlides/notesSlide27.xml" Id="R1fd62ca04cd347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3b38a306d42e6" /><Relationship Type="http://schemas.openxmlformats.org/officeDocument/2006/relationships/notesSlide" Target="/ppt/notesSlides/notesSlide28.xml" Id="R3477ac265f26445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4d009cbb34b83" /><Relationship Type="http://schemas.openxmlformats.org/officeDocument/2006/relationships/notesSlide" Target="/ppt/notesSlides/notesSlide29.xml" Id="Ra6992d3ad95d439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a22273b8b4735" /><Relationship Type="http://schemas.openxmlformats.org/officeDocument/2006/relationships/notesSlide" Target="/ppt/notesSlides/notesSlide30.xml" Id="R93c840e3168746c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55c2bd3704ba7" /><Relationship Type="http://schemas.openxmlformats.org/officeDocument/2006/relationships/notesSlide" Target="/ppt/notesSlides/notesSlide31.xml" Id="Rf9fa6e0f20d44af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47afb0baa43a4" /><Relationship Type="http://schemas.openxmlformats.org/officeDocument/2006/relationships/notesSlide" Target="/ppt/notesSlides/notesSlide32.xml" Id="R3d7d69310e36423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e373655b74b7d" /><Relationship Type="http://schemas.openxmlformats.org/officeDocument/2006/relationships/notesSlide" Target="/ppt/notesSlides/notesSlide33.xml" Id="R6283020954484d1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160da2d11403b" /><Relationship Type="http://schemas.openxmlformats.org/officeDocument/2006/relationships/notesSlide" Target="/ppt/notesSlides/notesSlide34.xml" Id="R438eb12fd1ff490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bb3f032b34281" /><Relationship Type="http://schemas.openxmlformats.org/officeDocument/2006/relationships/notesSlide" Target="/ppt/notesSlides/notesSlide35.xml" Id="R289bf75ff96943a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6a049fc044345" /><Relationship Type="http://schemas.openxmlformats.org/officeDocument/2006/relationships/notesSlide" Target="/ppt/notesSlides/notesSlide36.xml" Id="R946e6543cf0d474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8e7c277334b82" /><Relationship Type="http://schemas.openxmlformats.org/officeDocument/2006/relationships/notesSlide" Target="/ppt/notesSlides/notesSlide37.xml" Id="R6ef07d6b847e413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1250601314a32" /><Relationship Type="http://schemas.openxmlformats.org/officeDocument/2006/relationships/notesSlide" Target="/ppt/notesSlides/notesSlide38.xml" Id="R4813eefcb687464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1316af2e94043" /><Relationship Type="http://schemas.openxmlformats.org/officeDocument/2006/relationships/notesSlide" Target="/ppt/notesSlides/notesSlide39.xml" Id="R3544aa70439745a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46e108c7949b4" /><Relationship Type="http://schemas.openxmlformats.org/officeDocument/2006/relationships/notesSlide" Target="/ppt/notesSlides/notesSlide40.xml" Id="Rb5136941c484460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394f8c48f4bb1" /><Relationship Type="http://schemas.openxmlformats.org/officeDocument/2006/relationships/notesSlide" Target="/ppt/notesSlides/notesSlide41.xml" Id="R90705e4cecdd4ed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953f5ce7e4915" /><Relationship Type="http://schemas.openxmlformats.org/officeDocument/2006/relationships/notesSlide" Target="/ppt/notesSlides/notesSlide42.xml" Id="R803bfe2ee5ae4d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27D8C-4AC4-4FCE-84E9-14872C8F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A540C-4873-4E9F-AA52-CF61E4C4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Force Systems: Concept of idealization, System of forces, Principles of transmissibility of a force, Resolution and comp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CED18-6492-4D33-8D90-AA78FB9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BUILDING SCIENCE AND MECHANICS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1BESC104A/204A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FBFE7-D034-406B-8BEB-2247F341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84A5B-FA1C-4DBC-8433-A09033EF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9E538-C196-45EC-BF51-1AB9BF22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904DD-C3DF-4782-AD02-391350EA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75C24-8694-4656-9CEC-93DD0836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5AB27-081C-4E5E-9593-EE19D0D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76799-3CEE-48FD-80B1-7CEE9B8E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27A9E-EECF-4A4F-9A47-FC9F6B31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4529A-644D-4F43-8E2A-592038CC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F6E15-D579-480E-8214-37E8F2DD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58975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FA513-E665-4913-8598-D17344F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04D6D-69E6-4F95-A8EA-77F8B76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7F448-785C-4880-B5CD-5E7801C0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42869-5954-4460-BE35-96831500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A4A93-976A-4782-8413-D794998D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2666D-2201-49A1-BC6B-1C8889CC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FEB84-7C3C-404C-93D5-D7F81BAF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57802-A4E6-415F-87B7-D9235F2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13EC4-9596-42F5-8CBA-6F92307B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D3DA3-7657-4DDC-8B12-FDD7D8F4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053A1-7CDC-4E07-BE26-43671370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ECB6B-4B63-4795-8C62-BB258F9C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2B883-5C4E-4AB7-A4F3-091D2F5E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5E0F2-DB4F-4EA1-85C0-878C857A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CD23D-F9A8-453D-8D2D-39EF9A89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42539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673345-020F-4BDB-AD19-C236F89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546A2-D9EA-47F9-B43E-BA5FF411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E482F-89E5-447A-9BA8-77D9448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11857-7B0E-41A8-9BFC-1D6ED690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7B0DE-D8EE-4B93-895C-A6D6AD26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F84F8-0316-480A-8580-027FF5F1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87C02-3EEA-474D-9267-D7A25E68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BCD32-29B8-473C-97E7-552E8593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BEB6B-B3BF-4C66-B176-617651EB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Force Systems: Concept of idealization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5D71F-4612-4586-8DCD-A37DBC94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9A283-4678-410A-A6F9-C66BEE07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8732C-93C9-4040-AB4C-BF0A4064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System of forces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3EA2B-2F53-404F-BF63-29C23181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7E0FB-EECA-45CA-8B5D-911633E7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37B10-5A17-4F6E-8979-2C3AB9C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Principles of transmissibility of a 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8043F-44D3-4902-B5DF-42A71071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1C9DC-6ECB-4120-AE5B-37289B9F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EB195-FD71-4549-826B-87E41F2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Resolution and composition of forces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F5E73-41AA-438C-9539-59A7B86D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3D169-68FB-4BDA-AF42-8BF9AB6B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7E7B3-22B5-45B8-826B-47641CB5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Law of Parallelogram of forces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D28E1-4F74-4024-BE2F-64C470BD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FA1F9-CCDA-4B77-B378-77C6F186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A2341-23BC-41AD-B322-53DCBCF8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Concurrent and non-concurrent coplanar force systems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A51B9-164E-4648-9853-16E268F8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381AF-F66B-42D7-A5EF-95BF869C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6D75D-2105-4721-B5D2-13586491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Moment of forces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C23DCF-D906-4069-861F-AFDA7070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1CD09-F1A0-4EAF-ADEB-0177F567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081186-FB91-4D0B-A531-FECB46F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Varignon's theorem : Numerical examples.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0DD384-AC67-4957-9FD3-4BACECD0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65C8E6-EED5-4E83-B0A2-3950D259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67492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69775-B17D-4D17-AEF6-908AEA2C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8312F-2E6D-4112-B9B8-36E0E20A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68382-9FED-4C60-9970-EA0B882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31EA2-B1B1-4391-AFDD-CC2E6AB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D9A7A-BB05-4394-8C16-BC2FFE04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FC4FE-7310-4B55-9C4F-7A24AF45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DD933-814D-40C9-AE78-F34B1A39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B6F4C-DAA9-4A7C-AF3F-AB986068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Force Systems: Concept of idealization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C842B-AF9B-4212-B03F-D5BFA05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180C0-564D-43C0-AFE6-4B81619C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C4FE1-AC64-473E-A3CA-2C50D043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System of forces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AC9B0-849D-4734-9BE8-5F0B445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348BC-17FE-4DB5-83A4-739DE7B9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288B6-6C3F-4AD7-9414-23564233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Principles of transmissibility of a force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E78B5-D17B-4337-9745-EBF29548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E0BAF-E3F2-4732-BABE-4F05A60D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33EAC-D959-4727-B6B0-EBD3B022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Resolution and composition of forces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15683-63AF-4702-B7A4-92878D5C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972AA-9CC2-4C0D-AC10-A7DE52DD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B7886-F6D9-4E98-8CC5-613D5CE8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Law of Parallelogram of forces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57F23-E320-4C49-B617-0FE49C2D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1FD26-2A08-42D4-95C2-AE7A8A77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1931B-BF07-4527-8A3D-9940C670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Concurrent and non-concurrent coplanar force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2AA8E-4CC4-4787-8171-2B41E17C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7BF281-0CF4-4D95-92FA-A4D98861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D94A0F-0196-407A-B7ED-F702999C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Moment of forces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32AEBC-AD3C-4680-99D8-F99FFEE9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7DCF-7B6B-4BFD-A022-9173766C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ECB707-7A85-4F66-BE11-1E50E1E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305210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7C5A2-28CE-4E28-AD01-E16D154F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C8964-8BA5-4109-905F-98C408C1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9B85C-EA9E-40C3-AF8D-64B41A52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EC596-D12A-4154-9816-6D17D2EA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1AA6B-68FE-4712-83B0-908DC24A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E286F-6563-4D7A-A0F7-271D64AD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9306A-907C-42C8-B752-E76057E2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4D015-8450-4CED-ABF4-CF2A702B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idealization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CB68D-C0F3-4775-B7DC-EA9ECBE9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BC720-797B-4F87-9212-501D3839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Principles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6522F-6AD6-4AE9-805C-56A74D7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transmissibility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627C0-E5D2-42C3-84AB-1EB5E8A8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D9182-2423-46C6-A772-5F9A7955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DDDAB-0F8D-416A-B6B5-24C21171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9ABE9-D076-42D2-A35A-2F271758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AF2D7-A89A-4F2B-B623-C529BD07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79468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AC38B-5B83-4494-A78E-07A6F890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82771-EE51-421D-8601-0759F5B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ACB8E-C457-44C9-BF46-F02D3834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69D6B-4011-477A-8E67-2988ECF8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C1BFB-FB94-4D5F-8E1A-B3ACAF34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Force Systems: Concept of idealization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213C6-025C-4954-BF49-7A89F275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Force Systems: Concept of idealization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CBCF4-5FDD-46ED-829D-C2F2455E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B72A3-400C-455C-A2A6-9D0A57C4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F5B73-1223-4EB8-ADE6-A4AC6515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626F7-759C-430A-ABD7-8AF754C1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D35D0-4F7C-4EDE-8E5C-5614AC55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C3A87-0814-498C-B04F-6A91DBD5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50F06-C8B7-44D9-B86A-6F253023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51DB2-5318-47DD-85BE-4BA45428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51730-330A-44C2-A8DF-FA3CB30D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706D6-73F2-405D-8AC4-FE4E8D7F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199528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B7A85-65AB-4E9B-8562-CE4A5F5A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D9BDA-8664-4716-8416-B0EEB6F6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4EFBE-BDA1-48D5-B625-66BFA845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D98B0-101A-4F43-A3A6-FDFB988F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5F52A-B61B-420D-9898-621EACE8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CE086-3093-476A-B2E2-0D035157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C7532-C4E0-4FA3-8897-2F53132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418C2-B9A5-46C3-A527-56ADD973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A74F3-4A10-4ACD-9C76-CC87137F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Force Systems: Con...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2FA53-399E-4FFC-B4E1-C9E6501A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B0675-CC52-410C-A16B-8470F6C3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EDA86-85C3-4A84-9E8A-44BC3BB3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Force Syste...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2FDAD-D351-4329-B292-881194DF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FB9BE-789D-4BA4-AF17-878DC285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4906C-44DD-48AD-8B22-3EABA228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Force Sy...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B144B-A74B-4403-A61F-E3A8162D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6CE37-C88D-4502-81F4-B5D84EB6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1AFDA-A0B4-402A-9465-CF391BD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Force Systems: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4B006-3232-42B9-808A-0F13B86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220ED-C33A-4541-86D9-D92A5B4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382B2-95D4-49F9-B099-AAC54E7C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Force Systems:...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B3DEF-2E99-4012-A97E-060FD021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AC986-32D4-410D-BE48-4D1D9A7D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90762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4FFEB-C98F-45D7-9C45-BFEE4BC4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79BBB-F16E-448D-BAB1-B35077CC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7E670-A8D6-449C-896F-917E19EB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F6004-56EE-4803-8201-94F06EAE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0238A-D935-4CED-9720-D6A6C3AD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B8C80-3081-4774-AC0D-E6878686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67C59-1116-443E-8E4C-20F02397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A24EE-1AE9-40F3-A3EF-84FB2A1F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F78EC-48FC-41E4-B918-DC8B51EC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C344A-CB0F-4B53-8D87-2AAC3B64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866C6-C75B-46AB-9815-87E97109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87ACF-646A-4F46-943F-D5E66340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4DACE-8147-4060-83C5-89B49DF9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EA3D3-AC40-4CE8-8FB6-31E366E3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D7B9E-D0ED-4BC4-979E-E38501A4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89565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94306-B9BF-4EDF-8BBF-EAF18E36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2577E-C7BF-4EC6-92F0-7F9B7467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11A07-99A1-46BB-9519-949BC2F2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38818-70E3-4CC8-8424-F0984F1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011B2-5E43-4F29-BC08-B85A3AB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64403-F2DD-4A9F-A7BB-181E34D5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Force Systems: Concept of idealization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8D611-9755-41DA-B019-C38C7B34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374DF-5490-4D78-B463-C4AB6D7C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B4705-A4F4-4C78-92AD-A54D388C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2B49C-9D64-458E-A3AF-D67F92E7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140CB-BFDD-4CE4-A5B8-76AE78F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80277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791FD-9FC5-48AD-A706-82AA6BD8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3A751-5E3D-4100-ABCA-CBBFE6D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91268-2572-4F23-984E-E0BBDFAB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68196-49C6-40D7-90D7-84891229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D5BC4-B772-4997-B448-FF5E4FAA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System of forces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D3374-535A-48FE-80E8-6D9C6D13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 of forces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563D0-FC1B-4002-89FD-81A1028B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AE960-EBB7-4647-9E56-C0C9870E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51655-5B51-42E7-BC09-4DFBCE9D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5BCA3-8E65-4947-A43E-8B3941AD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B1483-7F73-4DEA-AA3C-A0668C04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23571-4A3A-4C0C-882D-30C57ECC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7B8B2-EAE1-4429-9A75-77F8C068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CA1E9-738B-4068-B10C-CE8FFF0D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4FA0D-CF3D-45FE-A75C-A0257EF8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A77C0-D25E-45CA-9D49-D4DEF81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76244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70BE04-7610-455C-86F7-CB7D7CE5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CA22E-3253-4883-96D0-AC518B75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2717E-DED7-4E52-A0E6-A867A208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A979D-84E3-4861-B445-48973A68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6471D-167B-49B8-9CA6-00C34F12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32C65-79AB-4E1A-8505-58E3EC62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5FE5D-D400-4C6B-9117-436D363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3B40F-437C-4969-B3CB-B72B3889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27387-D8A1-4045-8DD9-C8FEDC09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System of forces.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94977-FB95-45F8-BA7D-9F6C31DD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FC646-43A2-41EB-ABD6-066ED5DD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A249B-8572-440D-8BD7-0FECEDC9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System of 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09499-A692-4C51-8DF8-756D16BD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50714-433E-4801-B222-323E67BF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ABAB0-DF40-49BF-87B6-9EFD61C5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System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B26EC-F07A-4227-9D52-E19BD0AD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9588A-9929-4D5D-A2C2-1ED85BB0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1ED9E-D221-495C-80A3-BEF46BB9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System of forces.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87DC3-E153-4D8C-86E2-CA1847C3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39B3E-2FB9-42A7-B660-2BC96069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0336A-4D10-4D73-B6B2-C57F8BFF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System of forc...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AFD66-FF26-44E7-8C21-8ACAD401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25BB54-2809-442F-BE24-E06D6A83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574410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A47CC-8CFF-4200-98A0-BE97A400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B58FD-F367-4153-83FC-D44D76B5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9B05D-2E90-4628-8435-20A6AB08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106A9-BC6D-410E-B1E4-6D0213C3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E5547-2EE1-4A49-AC57-D9191D5A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6BF19-0448-4892-BE10-853257C2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BD53E-24CA-4F2B-AD80-FDBD27B8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02BF6-C4F9-47DD-A472-7022529E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3A854-3D97-462D-B78E-E5567563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2CA1C-B766-4BDA-BD4C-8B87B5E8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B5C6E-A24D-455E-BCB2-E3623710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0340B-89E2-4115-B39E-3ACE6AA1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BAB29-4E0F-4DE2-B5C4-A19740A1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09B9D-D706-4FB2-9401-463056CF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B438B-3A47-4BE9-93D2-6AB290B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356596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B6C82-7F37-4D90-8C50-02C7796C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1D6A3-8C88-427B-81D7-8407B641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14DA3-3784-4009-A999-AFFAE1F4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92597-E80D-4152-B9CA-C3E79C98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5A1F0-2D01-430D-BEEE-2093FEE9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AD453-AF47-4754-ADED-DD27AF23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System of forces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478A7-6122-4878-9E1B-E8BC71D5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47770-ECCB-410B-A13D-1021F67A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8E8DD-3D98-4D6F-852D-1DCE2F29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6B99E-2743-44C1-8F52-998513F8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B49EC-8CDE-4305-A8CC-FEB69FE9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48230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75380-16D1-423C-80B7-3CDF673C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FF6E6-1A1A-4BBF-9CCB-6B5AF7CB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8B191-E75F-4AD2-99AA-322477F3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88C67-308E-4764-A927-C43EA114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0C1E8-79EA-48A0-A480-A7DA9E4D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Principles of transmissibility of a force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B6A12-5568-4852-9C08-7C7FF8ED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Principles of transmissibility of a force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386C7-914B-4D42-B0E2-44360963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A5692-DB0F-4EBC-97DA-796E1204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EB044-A7DA-43DA-8C42-49528341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BB990-FDCC-4496-8C25-CA89630E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E36A6-E41D-46DF-BA35-F5E76CB4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E1E65-AF23-41F2-B40D-03CA5E2F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246BC-088C-49C5-9F5A-B8192D6A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01C87-1F04-4099-BC2D-E3BB1875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5E7D2-DD2F-43B5-881C-E7A0C5C4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B80C2-B144-4399-8917-CF0022E2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520986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8E8AA-C641-40F8-8B49-2C36B100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F2676-C875-491F-81A8-892E80DE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FAA90-AD5C-4572-8461-141EC456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BF34D-7601-42BD-92E2-32B23C6C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017FB-3D58-4370-A68B-CED68032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79556-9F40-46B0-A8A7-4DDC16F9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C0915-88B3-4D1F-9746-1829DCDD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74D0F-0A89-4CA8-B9E4-112D09F9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1ADFB-914F-4D40-9BBB-F94C46AA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Principles of tran...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A0AD0-D2D1-4FFF-B0DF-65D1D8B7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B51CE-BE81-4907-A71C-0B9EC172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0D403-FC73-4FAE-AFBE-7EE84A16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Principles...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9E81B-F38A-4CFA-82B8-8170509C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C73BD-7948-42A6-AAD2-513F9FDF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14A10-33E4-4D1A-A75B-4AF583A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Principl...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3E553-E8ED-4238-933C-717D8A30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21143-CE7D-45B5-80C0-993997C0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CAEAA-4FEA-4A8A-B11B-858C6828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Principles of 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7FA6E-3AA9-4C19-A456-35166306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CBCE3-56B3-463D-AA7F-8D46FCCE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3DD8E-A188-4248-A328-A8ED719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Principles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90452-4526-46F2-8CE1-F29EBB15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A69F5-EBB9-42A9-BBEA-6A32C08A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207077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BD8F9-EE93-4BA2-92F5-D76537E7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09C59-9113-4EC2-AB6E-D5919A60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F3C56-818A-4134-899B-5602246B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27653-E0EE-47CC-B48B-75281A77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06D76-9016-4098-BEB1-82D5BD70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48486-02F6-4535-8487-BD2D457B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7B40C-F401-4B2D-AF68-577BD300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E219C-CF04-4263-A613-AA02D5C7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394B1-852F-4B1F-B993-0F56C32C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61DA4-E2FD-4B40-A5D1-340FE82C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2AE2F-375D-470B-9D02-6BAFB91D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0CCCD-6DCC-43A8-9AE0-33373602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3E88E-807F-4BE0-83DB-B140D80A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BD6D4-6D0A-4C70-87CA-C83D9AEB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BC546-A644-4457-AA7D-04183B70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513989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FA880-8AFB-4E4A-9781-C49D388D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4A620-1649-480D-B33C-AA68C98B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E3D0F-10B3-4AFD-8472-563D03C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CCDC6-2188-4065-B392-EA4DCC4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2F744-7059-48E7-AE87-630C36A8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B0766-8EBD-4E92-A530-75DBAF60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Principles of transmissibility of a force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51086-AC08-43B9-97DE-A1EE64DE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1F4E5-0658-47B3-9AB3-9ACB080C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2860E-3E4C-4D3B-A639-869152E9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9626A-EC1B-4D51-BBBB-54000775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AF065-0497-45CC-BC35-262CDEBB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99857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62AD2-B7EC-4747-9CF7-983AC18F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AFD91-E76B-4732-86EC-4D5B42F7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2A509-1D91-40C2-AE4D-A07C315A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12D4A-6376-4B63-BBC8-92466E0A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093E4-4C32-4130-9523-101FB624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Resolution and composition of forces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531A5-6DE5-4D9E-B606-0246E83D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Resolution and composition of forces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7E10C-A90D-42CD-85F8-3149F847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FCA48-9A11-4959-8673-7FE482FB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75A2C-54D6-42BA-80C1-57631B83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B5682-084E-4884-994F-B0F863D3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7D941-829A-4B68-8666-87422852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C63AB-B156-4493-B32F-A121FD10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0A331-59FD-4557-8D72-50CBEC1F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51D03-F116-41EB-ABC6-11CEE700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5F86A-6D2D-4DEC-B746-924DE04E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B2EAC-4CBE-4B59-BE5D-48F8B358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264230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2673D-94E4-4CA4-B54F-8EA0F2E3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DDF11-B82D-4068-974C-476D414D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11E4C-874C-4F58-AC1A-49484173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B9D79-572A-4B49-B507-C50CFA8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8A448-E991-4678-B059-A2B5DB82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C3EAF-A31E-4470-9458-886904BF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46564-7FEE-41C9-B488-6B03EBD4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12DD6-A444-48B1-AD36-92C215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FA21B-D977-40B9-A2DA-581E92B1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Resolution and com...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96096-4B01-48D7-975A-DE50E0F8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4D173-1AAE-4BBB-8452-6F055E23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EA40F-8BFC-4840-A203-7494761F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Resolution...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F82D6-6E19-48C3-A5E2-D5BB5574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16B99-398A-469E-A1C4-DDA91A2D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1D682-F7A3-4004-B5EE-44644215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Resoluti...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A94A5-D937-4A38-BCA9-2C08F838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F058E-A688-4652-ACCF-349D9FB8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5D94A-44AC-41B8-A5F0-2FDA1516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Resolution and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70CC8-E545-45DF-90E2-ADFA6FC6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B4AC0-5F8E-4E0C-A406-631ABA71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3625C-9BC7-4E18-B35F-0AAD1AAE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Resolution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47737-CD7F-44BF-BB73-DD3A0646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0EA68-88E6-408F-B2EF-7738649F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376881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AC8A7-568E-4F6A-B1B0-297A034B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077BB-C0BA-4962-A1F4-E343AD89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113BB-78E2-4F10-93CD-4C04418C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C6302-66B7-4489-AB00-F4CEEF1F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78958-0BF9-4F99-A911-31AEFFEA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FDFF-64FD-4401-A981-AD9AB614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4DC94-308E-4F81-9179-A2F94F9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F5CF4-E2ED-472E-978D-AFB912F8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7D93C-AE31-487D-94BE-C0B6E676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39A5B-84B9-4277-B01E-FBCCC656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17007-F2C0-47F4-8F87-967A835C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B6783-ADFE-44A8-8B42-2997783A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AD77B-126C-47DA-BC57-52E32B93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3B95E-346E-4F40-9697-4EC40052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0A9D1-28B6-4C3A-8BE8-C7C40E3C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294436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782F2-0526-4B24-94B3-4C448C2F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3F8A4-8D4B-4AC1-9F89-FED1515D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3C885-CED9-4AC3-B7DF-776427F6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83DB5-E217-4B06-8C3A-CC59A563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D3A12-6707-4E51-9537-0B636BD8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2B6B5-062E-4DC4-A052-D97D0EFD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Resolution and composition of forces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FCD1F-BDF3-4468-8313-0F309DD4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529CA-1898-47BC-8FF2-EDEB784E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8CD79-EFFF-4967-A6EF-719DECA0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89EDC-7C13-46AD-83EF-AA6CA16F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443F1-2428-4C12-8FE2-C0B996E5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9482574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F25B3-7D44-4F26-9FB4-B0CEF143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AFBBA-E376-415C-96A1-C07E25C9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BD3F5-3C09-41F1-B048-34AC5A51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AE2A9-A31E-4970-B911-D4FD4BD5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1897C-73C7-4634-B71B-744D9F9A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Law of Parallelogram of forces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2D8AB-5EF6-4A96-BF5F-3CD71283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Law of Parallelogram of forces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F88AA-EC39-4BB8-8BB7-CA6F19B6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2670F-6322-4532-9CD1-BFF8C3B4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2928F-5C14-4DA6-854F-0A4AAD3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386F4-0871-48AF-AF7B-08492843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7A46B-8D2B-464D-B064-FB3940FC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708F7-FB4A-4B15-860D-51666A39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14EB5-58C0-42B6-A990-5E16D1EB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CE3BE-53B5-41DC-B318-3D4EC3E9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F655B-1848-4398-8DB6-87D49EF5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46267-5533-4FF9-98A0-DC5CA38B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762551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2227F5-C13D-460F-B5AD-6B5C441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B2F45-00FD-43A7-8434-CB41E586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5353A-6835-44F4-89FF-D164FC66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2F925-7CF7-4C33-860D-9D346027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5677A-DFA1-4C75-8286-F3D80EAE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57DFB-6C44-45EC-B2FA-32AC55AA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4B616-F9B9-4243-8A85-B71E0812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FB6F3-D9CB-4146-AF92-185B904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64EA2-D8C9-44C5-B4BE-86B22E9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Law of Parallelogr...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44C97-2A6F-4CD4-A602-5D1D396A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F2433-35F8-44A1-AE2B-3DFA01F2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64BC2-600A-4A88-B8A4-B0CD6ED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Law of Para...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85D30-0224-4EBD-A108-25CF0F3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75B29-B079-49AF-BF50-1262504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A2867-8F7F-4085-88F8-375E7AF4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Law of 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53110-FDD8-4AB8-B4D9-4C8C55DA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44CC2-9AC3-4BF4-8331-F0C8BEBB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97B35-A062-4649-934D-053A3D30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Law of Parallelo...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64529-F387-4D81-956E-71C9F30C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F2CF4-CA00-44D6-90B8-5D8469D0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73508-4D6D-40C0-AAA7-07E0C694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Law of Paralle...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F990BB-8454-4ACA-A344-3BB6DCFE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0F93F-41E1-47E3-9804-21A8AC5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100809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2669D-A836-4EE3-8682-58B419BF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6E9FA-0D45-4584-AF01-EB03F385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69E7B-0B30-4A6E-9C52-BFA8A436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9CC62-CF13-4033-A84B-974F04EE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4F2BD-4BCC-4E72-9EFC-A1120D93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C4D33-8AE1-4F93-8053-45DB8B96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F0FEA-FAF8-4F1F-9B01-177A58D1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00CA5-9F4A-4D33-ACD8-063D0062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15672-F79D-4F97-A114-E9BB4E5E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3B867-528A-4E2F-B1FE-5EDC7B9C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96366-FBEE-47DA-87FD-214E5A6B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844C2-BA36-48AA-A507-3A238DA2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2DF08-511B-495F-BC30-C21018FA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ADD26-7282-4794-A760-2FE0A955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B443B-2675-47C3-98C9-B1C0E0B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990758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1CBD3-312E-4919-BE16-23C9BBCF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66C5E-AF1E-44CA-B270-BB6CD353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0DCFF-738B-4836-8EF9-3FEC0B28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FACF1-A935-477E-921F-CEC12616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0801A-E3BC-4057-ADE9-633D2CE3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75E2D-719E-4073-8606-B7A78CFF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Law of Parallelogram of forces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9E88D-F6FD-49B5-A2D0-E7F2CC6F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0A258-6935-4BD7-AADE-6CC41D07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5253E-7A82-4964-8456-A370F470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D0BE8-710E-421A-B4F8-8D8F5C6A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43AE6-A36D-4F65-90BF-BE46C93A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064978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D8A08-903E-4A20-82A6-00D0DD1B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B1DBA-47EA-4760-A6BD-56794044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66B3A-3983-4EA8-9586-B37FB368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66942-0623-42F5-9B0B-3B3AABEC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E0310-A6AC-4226-A47B-B8F46FE8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Concurrent and non-concurrent coplanar force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1FB96-7B70-4563-B5A8-E1F84782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Concurrent and non-concurrent coplanar fo...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1B2C9-55E9-4AC4-9EEB-39355ED5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A3B0A-1181-4C3E-A0E3-BFA34567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A7F7B-A8AF-4D9D-979E-82AB6EC0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A23F1-A911-49B3-93F9-64D2F9B9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890BF-862C-428D-84D5-8FB00E2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7A313-1C3F-4BDA-8002-007C6707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D20CB-64AC-43B1-94FC-A84C445A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74A7C-9902-44E6-8F62-FAD500E5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1A966-ED00-445C-AF03-67B1D2D9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EA2C9-4334-4B55-9AE5-AFA98254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493913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4F67B-7BA9-4779-80DD-F4C67198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08EE8-CB70-4AA2-A891-B0D82A3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B40C5-291B-4B43-A7D9-D40410A2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EA363-9EEF-47DD-B383-E4BDD666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E0465-E681-4EEF-84F5-9AD80431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48B6E-7817-4C8E-9CCD-47D50019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A19BA-2794-4B53-AB53-48909ED9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71BF2-9F6E-4801-B253-C4449135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C420B-5957-4655-A6C2-2CC3C7E2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Concurrent and non...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085BC-4FBC-41FA-8351-E39D7242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FE188-C0FC-441E-B5B0-BB107468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14D3D-0F08-41A9-9D61-E6B518ED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Concurrent...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47B75-A4AA-455A-B77F-7A783802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C5596-CE2E-4AA4-8134-4161C372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8B161-4F2D-439F-9F61-3D7C870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Concurre...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CE8B1-C0A9-4A7F-8AA1-297D23B8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33849-2285-4A45-BA13-84549894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19C74-A9FC-40AA-9713-DBB4CE8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Concurrent and 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EA93F-BC5B-4680-81DC-5D360F00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308D5-0096-47AD-BCB9-757C2968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784F3-AF52-4E5F-93CA-2A4CDB5C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Concurrent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8BF5D-490E-4DDA-B365-663491A0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85772-AF6D-4A05-9B2D-1520ECC2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77745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F9689-F7BD-4C8D-BF3C-9F6CE41B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608CC-1397-4F22-A707-3E90B5C9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DF284-DD82-409D-B58D-2EB2600B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A47AA-F814-489B-AF50-70B6E51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EF0F4-DF76-42C4-9F06-324C53B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DF272-BF96-4EE3-A055-1A6BA1F3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B14BE-42C0-404C-BFD0-07950AF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70EF8-6BD4-4D2C-B0DD-79FD33F9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B61D6-BFDF-4925-A06D-F9C0DD29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86785-ADF3-4540-BD95-E9F0A6B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36D2C-607A-4C7D-ACC7-AC9256E8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AB3E0-23E1-4100-9646-FF44F58F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C792A-5E6A-4F65-B436-BD281E47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6969C-5E87-459A-8AEB-27D5014F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6C6F9-629A-4550-AA51-F9380170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5429151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8AF5E-3F45-4143-884B-689B4BA3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4A869-9DCB-49BE-A87D-C03F0EFD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FA765-031F-4E42-B6F3-F7662E3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42A39-B3CB-4D65-A2FB-EE5ECD94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179E7-A36F-453A-B852-FD2F7A01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32472-9435-46E6-9F41-644B6D0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Concurrent and non-concurrent coplanar force systems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F4779-2B64-436E-ABE8-3F25C93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80D27-E47C-4E32-9E67-4F372E4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01DE6-1220-4C1F-84E2-8FA9D2FB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4F609-0BCB-43C3-9707-40B9D7B8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7DE9C-2734-4117-B591-EC3B3B4D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5726622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A297E-60C5-46D9-950D-54A2592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FAEE9-FA0B-4E16-A836-3472C6C8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EEC71-8C0A-4E06-A23E-838D93EB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13347-1FE5-44B8-803D-5620807F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7AF58-C0ED-4912-AEE7-F1B594FD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Moment of forces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58351-CB98-4460-922D-47DEB195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Moment of forces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20B75-3CBB-47BE-ABC3-C43D031F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C6F3C-B25E-43C0-8DDE-98A89157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B5703-F169-40E2-A5B3-AD8D01E8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3E945-6C88-4A79-8122-3EE6B125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A143A-E9A3-4F78-AA90-028FC8EC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0E0F2-8221-4FD0-99AB-1E93E166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36114-63FF-4827-9FD4-27E8BEC8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582BC-49C9-4F57-9275-65D203C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67EE2-F489-4501-96CF-942921DA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175B6-E2CE-4359-8145-8FB97CA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00271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9EA02-6B7B-4E63-8B28-0FACD094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AD98B-38E1-4818-B14D-B58C3B35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7D8C3-3F35-49A6-B863-14A70AD6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A377E-CFBD-4878-85D9-21CE425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EBCD9-61F7-497B-B217-50247166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306FB-9D8A-40B1-9A58-D84AA87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C584A-85BE-4A99-B3F9-7F178957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CAA2B-C8FA-4610-825F-F2C343E8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5C037-B683-4746-8995-D29C3BD8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Moment of forces.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5AD43-C190-40C6-93D5-4061B930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39A3F-D551-407C-8653-1912A20E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47BF5-DFF6-420A-BCB8-5D8C7AA3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Moment of 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ABF37-3D2C-4B9F-8629-0DE5E943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D9A4E-0C63-4CC3-A800-56EA6F45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81102-2A0A-4392-9D86-C92AC97E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Moment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8C491-7234-4CF9-9FD5-DCC62B7D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4A2B6-1A44-41BB-8152-27030078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FAFA7-89F2-41F6-B6B6-FAC14BBD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Moment of forces.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18A8C-003E-41FA-A33E-6678850F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DEEA6-DAA9-4FF0-9870-19A75C72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6BAFC-0668-42F4-9D38-09B07095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Moment of forc...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81F6B-AA1A-4F3B-AA4B-61841B45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5E509-8048-4258-BF1B-0544BFE9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1414702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54EF5-C4AE-4BAA-A9A7-D817EDDD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FC9DB-363F-4CC8-8E7B-F824B98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4EB3B-55BC-4AE0-B0C9-8303B2BB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4990C-0AED-4641-948D-213B079C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38DDF-35E1-493D-A8D9-8438BC3F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0675E-C1AC-41C5-8B92-DCF80481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2C8E0-DD75-4DFC-A281-9F28F8C7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CE863-F27C-4E53-8EFC-22B43D39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9F1A4-6ACD-4F0A-A99B-99E7F5C7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5E71E-6434-4A7C-B135-8FA55165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73A92-561F-4A2E-A9ED-9E8A858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B320C-995B-462E-85FA-AA336AF6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4E28B-88C0-4C72-8352-9484B99A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16583-C2D6-46BB-9708-6BD6882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96B8D-A0C1-4B80-8976-6F8E0FAB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61040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9F200-E110-483A-8921-61B9E511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58699-606A-486C-85E1-EA06BA5D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F5C7A-0634-4C15-AAD6-1C9E4DB4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01E06-71DD-4EAE-86D2-1B303244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EAF3D-1C30-4FB4-BEB1-CF75A497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AD80E-1DA4-4080-B635-B565DF6F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Moment of forces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985B8-4777-4A4A-A7BB-CF7C1E0E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5BD71-67C6-4529-B5B0-57BCFAB4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82CE9-822C-44D8-8252-07FFA252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D9F3D-E4B5-4973-9F74-A2954DDC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84973-D5E3-4921-90A2-73E3C276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078098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71C33-60E6-4CC8-ADB9-0D8C5C47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02174-73A7-409D-BE67-C96DAE1D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F07E2-E6D4-4E11-BC32-70CEBAC3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7184C-6792-4B04-8098-D39FC26C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6471C-E815-4944-B260-7D66E41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Varignon's theorem : Numerical examples.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E5EAC-132B-45AA-9856-76579F2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Varignon's theorem : Numerical examples.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9AF19-2297-49E3-8E94-0515F80D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82386-1026-4429-B56E-F52181F6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AE4CA-258D-418F-8FA6-1A78081B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9A64B-9A4E-46F1-914C-B14C3A6E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6DE46-7FB3-4317-AB5A-1B7FCF27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6F5B4-7239-468F-8CC8-278A495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60DFF-AC9B-4D35-9618-7B8CFFE9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58FE5-866D-4A13-A65F-EE9AFD98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CDA0C-8420-4B1B-8FBA-A5A6E4AC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ED408-5901-4E9E-8D20-83734F77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0959305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5D043-E4C7-4266-A902-A3AF886B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76361-0C3B-4A6E-9570-9F6F79EB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DCCA1-5070-4BFA-9732-45B8E1DC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FD102-58E8-48D7-982E-AB3D4894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E4A8D-4632-4038-95C4-2DA07799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3CDDC-7EB3-4FFA-9A87-7A7CC57B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391D8-3995-47C4-9624-7266F82F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251C7-B1A3-4BBC-B17F-C31F6E40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FA11F-06B1-4B02-A248-AB8D8E8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Varignon's theorem...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DB823-B03F-47EB-88E8-B8DA8C87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7FF4D-C465-4EF1-9F31-0FD16659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BFE02-82B7-432E-8374-B4A0A299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Varignon's...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26161-FD94-4EAD-A2C9-C3A541DA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720AC-27DC-4F32-BB0B-DBB9FEE3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43F54-58B7-4851-873C-E1DC93B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Varignon...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9EEB9-E3AE-462E-A6E9-1255DF8E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B5837-B48F-43E8-804A-58C0AF3F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E03AD-1CB0-44F9-9044-2999CFB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Varignon's theor...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7CF9D-DAEA-4597-A8E8-087FFD8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D7E2D-F451-4C45-B754-B0CD77D9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52827-895E-4953-95E8-A5D17EAC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Varignon's the...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BE0BC-9C46-4C4C-98A7-FEE0C33A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B14CA-D5F1-4170-AA31-0FF471D3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6382620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401DB-7209-4278-84B5-31957EC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0101D-D888-4AF7-8558-5D912321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A34F4-210E-4442-9449-005E97D2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DB0B1-6C43-42E8-B793-77517D33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D22C0-6EE4-402D-BCA4-3B0E08C5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5BC02-E10F-42A4-B416-DB637FB6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82DDB-2CA9-4021-A419-54B3CEA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9A428-62BE-4973-9452-73DD5EB0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51298-E12C-4D25-8A1D-3EA41352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FB204-C9B6-4A2F-9C5E-4771804D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DAF2F-3065-42FA-B55F-F4BB53F0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91CCB-2B16-4273-990D-8B9B23D7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E5962-B029-440F-871C-97B0119B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203EE-631D-48CF-8772-263AD7D3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51F0B-FE71-4FBE-B74D-1F0074C7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78540361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259A8-18DD-4236-9F11-E4C07414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339B2-E76A-4F95-868A-B8D06D44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95F14-5358-46C1-A760-2005A333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E2D96-0DD7-4B39-9C9A-D68690C3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380A7-1084-4AC5-93FD-1DE5E31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039FA-ADEC-4EF0-A112-32FF0CDC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Varignon's theorem : Numerical examples.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D6D4F-BDBD-451A-826A-A497E347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E86FE-B610-4EF4-8291-D3650B45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4598C-2F46-4A67-A039-B293910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368D6-2F97-487C-836C-5CAAB39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0D874-FE85-4746-B4E2-5081B8A7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8193897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37DA1-74D3-4ADB-81CA-BEAEE6EF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5C02C-97CD-4B8B-A452-82FDA13A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35FF8-29B2-4CDF-8450-B3BB1641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227B5-880D-464F-B02B-BD62347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1FE28-C138-4FA5-BAFF-6483E63F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1ADD4-6559-4EE1-83E0-982B4201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7321387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162D4-F2D8-49B8-8C80-FE294DF2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BD94C-A1A1-44E0-B68E-2DF3C188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445E3-6322-46CF-ABC5-D1852EC2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52A0F-BC63-40C0-AC81-A4266F2A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46C9D-2871-4B10-988F-695C965D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idealization: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forces: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9ABD4-CAB5-4B8B-B743-CC2C6767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52404223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5FD0B-BC13-4B91-8552-32B65B2A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8B9D4-42B4-43A5-B2A8-20D00DD4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AC012-8DEF-4BA6-A737-7D32363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C3578-E143-41F5-B793-E2EB47B7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7D8E7-59D6-4B30-8073-A718839A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EB23B-552A-4932-BC51-1740D11B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3871540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6CDA0-B9AC-49DA-8A2A-A5BE10D7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603B0-D32E-4CBA-97E9-875C47E6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AAA4F-106E-467A-991F-E126EFA6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D8A7E-CC3A-4E9F-9374-7FCDEC0D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EF0B6-3628-4868-85D5-77BD2B98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0DA4F-3765-44A1-B8EE-797B99D1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33741466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500BF-18C2-43D3-947C-6FC8EECD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9B9CE-93CE-4FEB-A8AE-01E39826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8CC87-D794-47D0-90B7-DB76396E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1B3FA-E57D-4D86-8CD5-6EE5B947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EE130-E1D7-43C5-A37D-B36B41DE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Force Systems: Concept of idealization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System of forces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Principles of transmissibility of a force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Resolution and composition of forces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Law of Parallelogram of forces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6474D-CF8A-45D9-8FA9-0C7BC28C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06CC0-6FD4-436C-B728-662E306B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FB3D4-B751-48E7-BA24-086E4D4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7620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2026-08-24T16:02:46.1470000Z</dcterms:created>
  <dcterms:modified xsi:type="dcterms:W3CDTF">2026-08-24T16:02:46.1470000Z</dcterms:modified>
</coreProperties>
</file>