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8e34668c024c44" /><Relationship Type="http://schemas.openxmlformats.org/officeDocument/2006/relationships/extended-properties" Target="/docProps/app.xml" Id="Re131df8292d24acf" /><Relationship Type="http://schemas.openxmlformats.org/officeDocument/2006/relationships/officeDocument" Target="/ppt/presentation.xml" Id="R71b526bf21654c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0c65135eb4b95"/>
  </p:sldMasterIdLst>
  <p:notesMasterIdLst>
    <p:notesMasterId xmlns:r="http://schemas.openxmlformats.org/officeDocument/2006/relationships" r:id="R3dd629c429a54fca"/>
  </p:notesMasterIdLst>
  <p:sldIdLst>
    <p:sldId xmlns:r="http://schemas.openxmlformats.org/officeDocument/2006/relationships" id="256" r:id="R736d0cbddeff4140"/>
    <p:sldId xmlns:r="http://schemas.openxmlformats.org/officeDocument/2006/relationships" id="257" r:id="R48969ce1782f4ba2"/>
    <p:sldId xmlns:r="http://schemas.openxmlformats.org/officeDocument/2006/relationships" id="258" r:id="R3fc6ec0c1bc54e6b"/>
    <p:sldId xmlns:r="http://schemas.openxmlformats.org/officeDocument/2006/relationships" id="259" r:id="R9ad7e231d3ca47eb"/>
    <p:sldId xmlns:r="http://schemas.openxmlformats.org/officeDocument/2006/relationships" id="260" r:id="R98b2ae2031424421"/>
    <p:sldId xmlns:r="http://schemas.openxmlformats.org/officeDocument/2006/relationships" id="261" r:id="Rd15358ec473c4647"/>
    <p:sldId xmlns:r="http://schemas.openxmlformats.org/officeDocument/2006/relationships" id="262" r:id="Ree103cd105534123"/>
    <p:sldId xmlns:r="http://schemas.openxmlformats.org/officeDocument/2006/relationships" id="263" r:id="Rfcfd8b417bee4bd6"/>
    <p:sldId xmlns:r="http://schemas.openxmlformats.org/officeDocument/2006/relationships" id="264" r:id="R54b5703253bc41de"/>
    <p:sldId xmlns:r="http://schemas.openxmlformats.org/officeDocument/2006/relationships" id="265" r:id="R4ee368f7538441b5"/>
    <p:sldId xmlns:r="http://schemas.openxmlformats.org/officeDocument/2006/relationships" id="266" r:id="Rb28fa95c6ab04a86"/>
    <p:sldId xmlns:r="http://schemas.openxmlformats.org/officeDocument/2006/relationships" id="267" r:id="R3b0cfd8c30824e73"/>
    <p:sldId xmlns:r="http://schemas.openxmlformats.org/officeDocument/2006/relationships" id="268" r:id="R37830f1ddc3b4150"/>
    <p:sldId xmlns:r="http://schemas.openxmlformats.org/officeDocument/2006/relationships" id="269" r:id="R615695650ac64dc9"/>
    <p:sldId xmlns:r="http://schemas.openxmlformats.org/officeDocument/2006/relationships" id="270" r:id="Rc3de89bc5e5b4af0"/>
    <p:sldId xmlns:r="http://schemas.openxmlformats.org/officeDocument/2006/relationships" id="271" r:id="R0584bd19716e451b"/>
    <p:sldId xmlns:r="http://schemas.openxmlformats.org/officeDocument/2006/relationships" id="272" r:id="R8823c640768b42a1"/>
    <p:sldId xmlns:r="http://schemas.openxmlformats.org/officeDocument/2006/relationships" id="273" r:id="Rbf9c11ff6dd64e6c"/>
    <p:sldId xmlns:r="http://schemas.openxmlformats.org/officeDocument/2006/relationships" id="274" r:id="R13ad64a5aaa14ded"/>
    <p:sldId xmlns:r="http://schemas.openxmlformats.org/officeDocument/2006/relationships" id="275" r:id="R244ca65ae5fa41d5"/>
    <p:sldId xmlns:r="http://schemas.openxmlformats.org/officeDocument/2006/relationships" id="276" r:id="R8c0b934df7a94a3a"/>
    <p:sldId xmlns:r="http://schemas.openxmlformats.org/officeDocument/2006/relationships" id="277" r:id="R9cceb8a316614d42"/>
    <p:sldId xmlns:r="http://schemas.openxmlformats.org/officeDocument/2006/relationships" id="278" r:id="Rcdeda43698174724"/>
    <p:sldId xmlns:r="http://schemas.openxmlformats.org/officeDocument/2006/relationships" id="279" r:id="Rade5c21e09d3403c"/>
    <p:sldId xmlns:r="http://schemas.openxmlformats.org/officeDocument/2006/relationships" id="280" r:id="Rd3528478fb664f97"/>
    <p:sldId xmlns:r="http://schemas.openxmlformats.org/officeDocument/2006/relationships" id="281" r:id="Rebb940ea29f140f9"/>
    <p:sldId xmlns:r="http://schemas.openxmlformats.org/officeDocument/2006/relationships" id="282" r:id="R88bea9c7b6a94ffd"/>
    <p:sldId xmlns:r="http://schemas.openxmlformats.org/officeDocument/2006/relationships" id="283" r:id="R1d13cd599b3b4eaf"/>
    <p:sldId xmlns:r="http://schemas.openxmlformats.org/officeDocument/2006/relationships" id="284" r:id="R3be9107d30114866"/>
    <p:sldId xmlns:r="http://schemas.openxmlformats.org/officeDocument/2006/relationships" id="285" r:id="R7733455f2b334a90"/>
    <p:sldId xmlns:r="http://schemas.openxmlformats.org/officeDocument/2006/relationships" id="286" r:id="Rfe0ada018d3e49af"/>
    <p:sldId xmlns:r="http://schemas.openxmlformats.org/officeDocument/2006/relationships" id="287" r:id="Rf08860cb132f4bc2"/>
    <p:sldId xmlns:r="http://schemas.openxmlformats.org/officeDocument/2006/relationships" id="288" r:id="R8833433a80354e10"/>
    <p:sldId xmlns:r="http://schemas.openxmlformats.org/officeDocument/2006/relationships" id="289" r:id="R2f656c30e0ed42a2"/>
    <p:sldId xmlns:r="http://schemas.openxmlformats.org/officeDocument/2006/relationships" id="290" r:id="R7df9f8e0e0c34eb6"/>
    <p:sldId xmlns:r="http://schemas.openxmlformats.org/officeDocument/2006/relationships" id="291" r:id="R984ab3a0d37146d2"/>
    <p:sldId xmlns:r="http://schemas.openxmlformats.org/officeDocument/2006/relationships" id="292" r:id="Re51b27cb4edb43a0"/>
    <p:sldId xmlns:r="http://schemas.openxmlformats.org/officeDocument/2006/relationships" id="293" r:id="Rcbb0a85846e64617"/>
    <p:sldId xmlns:r="http://schemas.openxmlformats.org/officeDocument/2006/relationships" id="294" r:id="R6ae0e3b11ab14c1c"/>
    <p:sldId xmlns:r="http://schemas.openxmlformats.org/officeDocument/2006/relationships" id="295" r:id="R46487fd3da6c47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0bba4c787a4fb8" /><Relationship Type="http://schemas.openxmlformats.org/officeDocument/2006/relationships/slideMaster" Target="/ppt/slideMasters/slideMaster1.xml" Id="R1620c65135eb4b95" /><Relationship Type="http://schemas.openxmlformats.org/officeDocument/2006/relationships/notesMaster" Target="/ppt/notesMasters/notesMaster1.xml" Id="R3dd629c429a54fca" /><Relationship Type="http://schemas.openxmlformats.org/officeDocument/2006/relationships/presProps" Target="/ppt/presProps.xml" Id="Rbce0a25deedd4924" /><Relationship Type="http://schemas.openxmlformats.org/officeDocument/2006/relationships/tableStyles" Target="/ppt/tableStyles.xml" Id="R545dabee804e4cd5" /><Relationship Type="http://schemas.openxmlformats.org/officeDocument/2006/relationships/slide" Target="/ppt/slides/slide1.xml" Id="R736d0cbddeff4140" /><Relationship Type="http://schemas.openxmlformats.org/officeDocument/2006/relationships/slide" Target="/ppt/slides/slide2.xml" Id="R48969ce1782f4ba2" /><Relationship Type="http://schemas.openxmlformats.org/officeDocument/2006/relationships/slide" Target="/ppt/slides/slide3.xml" Id="R3fc6ec0c1bc54e6b" /><Relationship Type="http://schemas.openxmlformats.org/officeDocument/2006/relationships/slide" Target="/ppt/slides/slide4.xml" Id="R9ad7e231d3ca47eb" /><Relationship Type="http://schemas.openxmlformats.org/officeDocument/2006/relationships/slide" Target="/ppt/slides/slide5.xml" Id="R98b2ae2031424421" /><Relationship Type="http://schemas.openxmlformats.org/officeDocument/2006/relationships/slide" Target="/ppt/slides/slide6.xml" Id="Rd15358ec473c4647" /><Relationship Type="http://schemas.openxmlformats.org/officeDocument/2006/relationships/slide" Target="/ppt/slides/slide7.xml" Id="Ree103cd105534123" /><Relationship Type="http://schemas.openxmlformats.org/officeDocument/2006/relationships/slide" Target="/ppt/slides/slide8.xml" Id="Rfcfd8b417bee4bd6" /><Relationship Type="http://schemas.openxmlformats.org/officeDocument/2006/relationships/slide" Target="/ppt/slides/slide9.xml" Id="R54b5703253bc41de" /><Relationship Type="http://schemas.openxmlformats.org/officeDocument/2006/relationships/slide" Target="/ppt/slides/slide10.xml" Id="R4ee368f7538441b5" /><Relationship Type="http://schemas.openxmlformats.org/officeDocument/2006/relationships/slide" Target="/ppt/slides/slide11.xml" Id="Rb28fa95c6ab04a86" /><Relationship Type="http://schemas.openxmlformats.org/officeDocument/2006/relationships/slide" Target="/ppt/slides/slide12.xml" Id="R3b0cfd8c30824e73" /><Relationship Type="http://schemas.openxmlformats.org/officeDocument/2006/relationships/slide" Target="/ppt/slides/slide13.xml" Id="R37830f1ddc3b4150" /><Relationship Type="http://schemas.openxmlformats.org/officeDocument/2006/relationships/slide" Target="/ppt/slides/slide14.xml" Id="R615695650ac64dc9" /><Relationship Type="http://schemas.openxmlformats.org/officeDocument/2006/relationships/slide" Target="/ppt/slides/slide15.xml" Id="Rc3de89bc5e5b4af0" /><Relationship Type="http://schemas.openxmlformats.org/officeDocument/2006/relationships/slide" Target="/ppt/slides/slide16.xml" Id="R0584bd19716e451b" /><Relationship Type="http://schemas.openxmlformats.org/officeDocument/2006/relationships/slide" Target="/ppt/slides/slide17.xml" Id="R8823c640768b42a1" /><Relationship Type="http://schemas.openxmlformats.org/officeDocument/2006/relationships/slide" Target="/ppt/slides/slide18.xml" Id="Rbf9c11ff6dd64e6c" /><Relationship Type="http://schemas.openxmlformats.org/officeDocument/2006/relationships/slide" Target="/ppt/slides/slide19.xml" Id="R13ad64a5aaa14ded" /><Relationship Type="http://schemas.openxmlformats.org/officeDocument/2006/relationships/slide" Target="/ppt/slides/slide20.xml" Id="R244ca65ae5fa41d5" /><Relationship Type="http://schemas.openxmlformats.org/officeDocument/2006/relationships/slide" Target="/ppt/slides/slide21.xml" Id="R8c0b934df7a94a3a" /><Relationship Type="http://schemas.openxmlformats.org/officeDocument/2006/relationships/slide" Target="/ppt/slides/slide22.xml" Id="R9cceb8a316614d42" /><Relationship Type="http://schemas.openxmlformats.org/officeDocument/2006/relationships/slide" Target="/ppt/slides/slide23.xml" Id="Rcdeda43698174724" /><Relationship Type="http://schemas.openxmlformats.org/officeDocument/2006/relationships/slide" Target="/ppt/slides/slide24.xml" Id="Rade5c21e09d3403c" /><Relationship Type="http://schemas.openxmlformats.org/officeDocument/2006/relationships/slide" Target="/ppt/slides/slide25.xml" Id="Rd3528478fb664f97" /><Relationship Type="http://schemas.openxmlformats.org/officeDocument/2006/relationships/slide" Target="/ppt/slides/slide26.xml" Id="Rebb940ea29f140f9" /><Relationship Type="http://schemas.openxmlformats.org/officeDocument/2006/relationships/slide" Target="/ppt/slides/slide27.xml" Id="R88bea9c7b6a94ffd" /><Relationship Type="http://schemas.openxmlformats.org/officeDocument/2006/relationships/slide" Target="/ppt/slides/slide28.xml" Id="R1d13cd599b3b4eaf" /><Relationship Type="http://schemas.openxmlformats.org/officeDocument/2006/relationships/slide" Target="/ppt/slides/slide29.xml" Id="R3be9107d30114866" /><Relationship Type="http://schemas.openxmlformats.org/officeDocument/2006/relationships/slide" Target="/ppt/slides/slide30.xml" Id="R7733455f2b334a90" /><Relationship Type="http://schemas.openxmlformats.org/officeDocument/2006/relationships/slide" Target="/ppt/slides/slide31.xml" Id="Rfe0ada018d3e49af" /><Relationship Type="http://schemas.openxmlformats.org/officeDocument/2006/relationships/slide" Target="/ppt/slides/slide32.xml" Id="Rf08860cb132f4bc2" /><Relationship Type="http://schemas.openxmlformats.org/officeDocument/2006/relationships/slide" Target="/ppt/slides/slide33.xml" Id="R8833433a80354e10" /><Relationship Type="http://schemas.openxmlformats.org/officeDocument/2006/relationships/slide" Target="/ppt/slides/slide34.xml" Id="R2f656c30e0ed42a2" /><Relationship Type="http://schemas.openxmlformats.org/officeDocument/2006/relationships/slide" Target="/ppt/slides/slide35.xml" Id="R7df9f8e0e0c34eb6" /><Relationship Type="http://schemas.openxmlformats.org/officeDocument/2006/relationships/slide" Target="/ppt/slides/slide36.xml" Id="R984ab3a0d37146d2" /><Relationship Type="http://schemas.openxmlformats.org/officeDocument/2006/relationships/slide" Target="/ppt/slides/slide37.xml" Id="Re51b27cb4edb43a0" /><Relationship Type="http://schemas.openxmlformats.org/officeDocument/2006/relationships/slide" Target="/ppt/slides/slide38.xml" Id="Rcbb0a85846e64617" /><Relationship Type="http://schemas.openxmlformats.org/officeDocument/2006/relationships/slide" Target="/ppt/slides/slide39.xml" Id="R6ae0e3b11ab14c1c" /><Relationship Type="http://schemas.openxmlformats.org/officeDocument/2006/relationships/slide" Target="/ppt/slides/slide40.xml" Id="R46487fd3da6c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f02a338e9f4e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84dd8d9b934137" /><Relationship Type="http://schemas.openxmlformats.org/officeDocument/2006/relationships/notesMaster" Target="/ppt/notesMasters/notesMaster1.xml" Id="R9e4a3fd9f0624c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d6d2df00d04ab7" /><Relationship Type="http://schemas.openxmlformats.org/officeDocument/2006/relationships/notesMaster" Target="/ppt/notesMasters/notesMaster1.xml" Id="Re0658aa8889c49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1db387c9134219" /><Relationship Type="http://schemas.openxmlformats.org/officeDocument/2006/relationships/notesMaster" Target="/ppt/notesMasters/notesMaster1.xml" Id="Ra0d0edd72c2146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37a45a908b4186" /><Relationship Type="http://schemas.openxmlformats.org/officeDocument/2006/relationships/notesMaster" Target="/ppt/notesMasters/notesMaster1.xml" Id="R16b0790fe1dd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547460e1e4c8e" /><Relationship Type="http://schemas.openxmlformats.org/officeDocument/2006/relationships/notesMaster" Target="/ppt/notesMasters/notesMaster1.xml" Id="R00eca5e8123c45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9b5b20a35c4f6a" /><Relationship Type="http://schemas.openxmlformats.org/officeDocument/2006/relationships/notesMaster" Target="/ppt/notesMasters/notesMaster1.xml" Id="Rf37fc78732f34b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be85991bf84d22" /><Relationship Type="http://schemas.openxmlformats.org/officeDocument/2006/relationships/notesMaster" Target="/ppt/notesMasters/notesMaster1.xml" Id="Rb11bbefd33bb41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b13060d10c4330" /><Relationship Type="http://schemas.openxmlformats.org/officeDocument/2006/relationships/notesMaster" Target="/ppt/notesMasters/notesMaster1.xml" Id="R78b6ca6121cb4f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1502473b1d4c75" /><Relationship Type="http://schemas.openxmlformats.org/officeDocument/2006/relationships/notesMaster" Target="/ppt/notesMasters/notesMaster1.xml" Id="R49c2b80af27040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0a7b9f99084802" /><Relationship Type="http://schemas.openxmlformats.org/officeDocument/2006/relationships/notesMaster" Target="/ppt/notesMasters/notesMaster1.xml" Id="R1cae0cbb3cb741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00f435b626443f" /><Relationship Type="http://schemas.openxmlformats.org/officeDocument/2006/relationships/notesMaster" Target="/ppt/notesMasters/notesMaster1.xml" Id="Rc4b9413e764c42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8538e8ff4a47bf" /><Relationship Type="http://schemas.openxmlformats.org/officeDocument/2006/relationships/notesMaster" Target="/ppt/notesMasters/notesMaster1.xml" Id="Ra1a82a6297a640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ce678609a74961" /><Relationship Type="http://schemas.openxmlformats.org/officeDocument/2006/relationships/notesMaster" Target="/ppt/notesMasters/notesMaster1.xml" Id="Rb4f17d99cb774e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7af7f8d5df452d" /><Relationship Type="http://schemas.openxmlformats.org/officeDocument/2006/relationships/notesMaster" Target="/ppt/notesMasters/notesMaster1.xml" Id="R48186f8be84540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f60d6568124ca1" /><Relationship Type="http://schemas.openxmlformats.org/officeDocument/2006/relationships/notesMaster" Target="/ppt/notesMasters/notesMaster1.xml" Id="R88d89b999d914a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96f8b9ed1c4abb" /><Relationship Type="http://schemas.openxmlformats.org/officeDocument/2006/relationships/notesMaster" Target="/ppt/notesMasters/notesMaster1.xml" Id="Rd191af9cb37347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8142a0e75f4fae" /><Relationship Type="http://schemas.openxmlformats.org/officeDocument/2006/relationships/notesMaster" Target="/ppt/notesMasters/notesMaster1.xml" Id="R1ccfc3f6405d47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ef74c2b0df4979" /><Relationship Type="http://schemas.openxmlformats.org/officeDocument/2006/relationships/notesMaster" Target="/ppt/notesMasters/notesMaster1.xml" Id="Rc86222fc751b43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427a00fe3b4cd5" /><Relationship Type="http://schemas.openxmlformats.org/officeDocument/2006/relationships/notesMaster" Target="/ppt/notesMasters/notesMaster1.xml" Id="R586b1d7a8f2a49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098eee85874522" /><Relationship Type="http://schemas.openxmlformats.org/officeDocument/2006/relationships/notesMaster" Target="/ppt/notesMasters/notesMaster1.xml" Id="Rca7baeee556247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f2b5f485f91457e" /><Relationship Type="http://schemas.openxmlformats.org/officeDocument/2006/relationships/notesMaster" Target="/ppt/notesMasters/notesMaster1.xml" Id="R0cdffeb2d6ec4a7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ad1be77a5744b3" /><Relationship Type="http://schemas.openxmlformats.org/officeDocument/2006/relationships/notesMaster" Target="/ppt/notesMasters/notesMaster1.xml" Id="Rdddc939131f04d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07730125ca54ebe" /><Relationship Type="http://schemas.openxmlformats.org/officeDocument/2006/relationships/notesMaster" Target="/ppt/notesMasters/notesMaster1.xml" Id="R5c3bd83b13d148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70c44c93a94f44" /><Relationship Type="http://schemas.openxmlformats.org/officeDocument/2006/relationships/notesMaster" Target="/ppt/notesMasters/notesMaster1.xml" Id="R0371c3ce83364e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4e31611e2114595" /><Relationship Type="http://schemas.openxmlformats.org/officeDocument/2006/relationships/notesMaster" Target="/ppt/notesMasters/notesMaster1.xml" Id="R76c9418e025348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b9d263047940bf" /><Relationship Type="http://schemas.openxmlformats.org/officeDocument/2006/relationships/notesMaster" Target="/ppt/notesMasters/notesMaster1.xml" Id="R84fbf51102d34c8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e19e902dc449b1" /><Relationship Type="http://schemas.openxmlformats.org/officeDocument/2006/relationships/notesMaster" Target="/ppt/notesMasters/notesMaster1.xml" Id="R31163f981eda49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957cd091e294a91" /><Relationship Type="http://schemas.openxmlformats.org/officeDocument/2006/relationships/notesMaster" Target="/ppt/notesMasters/notesMaster1.xml" Id="R4f260e3958574d4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8ec83a7ec7541de" /><Relationship Type="http://schemas.openxmlformats.org/officeDocument/2006/relationships/notesMaster" Target="/ppt/notesMasters/notesMaster1.xml" Id="Re3a32e02878e467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aae350e01914c33" /><Relationship Type="http://schemas.openxmlformats.org/officeDocument/2006/relationships/notesMaster" Target="/ppt/notesMasters/notesMaster1.xml" Id="Rd87accacf66649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5b6eeb88d29476e" /><Relationship Type="http://schemas.openxmlformats.org/officeDocument/2006/relationships/notesMaster" Target="/ppt/notesMasters/notesMaster1.xml" Id="R4e665ba784084ca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a474663cb4e41b5" /><Relationship Type="http://schemas.openxmlformats.org/officeDocument/2006/relationships/notesMaster" Target="/ppt/notesMasters/notesMaster1.xml" Id="Ra4670b73dafa40d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090d2891ef54b2c" /><Relationship Type="http://schemas.openxmlformats.org/officeDocument/2006/relationships/notesMaster" Target="/ppt/notesMasters/notesMaster1.xml" Id="Rb93df61b3a204e4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6dfc0a161494a6d" /><Relationship Type="http://schemas.openxmlformats.org/officeDocument/2006/relationships/notesMaster" Target="/ppt/notesMasters/notesMaster1.xml" Id="Rc8b5ca7324d4437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91b1ea6f18c4c2b" /><Relationship Type="http://schemas.openxmlformats.org/officeDocument/2006/relationships/notesMaster" Target="/ppt/notesMasters/notesMaster1.xml" Id="Rc01527307033442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1e59559616e4efa" /><Relationship Type="http://schemas.openxmlformats.org/officeDocument/2006/relationships/notesMaster" Target="/ppt/notesMasters/notesMaster1.xml" Id="R93a90079738b4fc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c987a75cac44085" /><Relationship Type="http://schemas.openxmlformats.org/officeDocument/2006/relationships/notesMaster" Target="/ppt/notesMasters/notesMaster1.xml" Id="R6c2a258b21c64f2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67eff0d766441ce" /><Relationship Type="http://schemas.openxmlformats.org/officeDocument/2006/relationships/notesMaster" Target="/ppt/notesMasters/notesMaster1.xml" Id="R4e4c99154c3449c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9531e09139a4109" /><Relationship Type="http://schemas.openxmlformats.org/officeDocument/2006/relationships/notesMaster" Target="/ppt/notesMasters/notesMaster1.xml" Id="R91b2675e86bd484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4c26b2504eb455c" /><Relationship Type="http://schemas.openxmlformats.org/officeDocument/2006/relationships/notesMaster" Target="/ppt/notesMasters/notesMaster1.xml" Id="Re66dc3cfad4d45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b02a3a9ed4f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d0c9cb67f14c0e" /><Relationship Type="http://schemas.openxmlformats.org/officeDocument/2006/relationships/slideLayout" Target="/ppt/slideLayouts/slideLayout1.xml" Id="R5d97e682bd0042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97e682bd0042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ead82af0a4291" /><Relationship Type="http://schemas.openxmlformats.org/officeDocument/2006/relationships/notesSlide" Target="/ppt/notesSlides/notesSlide1.xml" Id="R4556f26f999748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a7b723d2c43dd" /><Relationship Type="http://schemas.openxmlformats.org/officeDocument/2006/relationships/notesSlide" Target="/ppt/notesSlides/notesSlide2.xml" Id="R9acd3eb38a9c46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2c2f7f2134812" /><Relationship Type="http://schemas.openxmlformats.org/officeDocument/2006/relationships/notesSlide" Target="/ppt/notesSlides/notesSlide3.xml" Id="R8cdd30c434e84e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4177718b240e4" /><Relationship Type="http://schemas.openxmlformats.org/officeDocument/2006/relationships/notesSlide" Target="/ppt/notesSlides/notesSlide4.xml" Id="Rdb6646f1829348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17f7fc75b4748" /><Relationship Type="http://schemas.openxmlformats.org/officeDocument/2006/relationships/notesSlide" Target="/ppt/notesSlides/notesSlide5.xml" Id="R55fb10e7655441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4eca960b84348" /><Relationship Type="http://schemas.openxmlformats.org/officeDocument/2006/relationships/notesSlide" Target="/ppt/notesSlides/notesSlide6.xml" Id="Rfc97a1d7385341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7ea0c4eda4ba7" /><Relationship Type="http://schemas.openxmlformats.org/officeDocument/2006/relationships/notesSlide" Target="/ppt/notesSlides/notesSlide7.xml" Id="Ree688e622e8348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d20649f394511" /><Relationship Type="http://schemas.openxmlformats.org/officeDocument/2006/relationships/notesSlide" Target="/ppt/notesSlides/notesSlide8.xml" Id="Rdd8b5c6aaa444c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4867bc6704b7a" /><Relationship Type="http://schemas.openxmlformats.org/officeDocument/2006/relationships/notesSlide" Target="/ppt/notesSlides/notesSlide9.xml" Id="R02aca7fefaa940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893506cac49b2" /><Relationship Type="http://schemas.openxmlformats.org/officeDocument/2006/relationships/notesSlide" Target="/ppt/notesSlides/notesSlide10.xml" Id="R69af773388ee46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c8c8423fe4bd0" /><Relationship Type="http://schemas.openxmlformats.org/officeDocument/2006/relationships/notesSlide" Target="/ppt/notesSlides/notesSlide11.xml" Id="Raa85eea9e31842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76347330c4ac3" /><Relationship Type="http://schemas.openxmlformats.org/officeDocument/2006/relationships/notesSlide" Target="/ppt/notesSlides/notesSlide12.xml" Id="R724b03d9c8294d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891b1b3464605" /><Relationship Type="http://schemas.openxmlformats.org/officeDocument/2006/relationships/notesSlide" Target="/ppt/notesSlides/notesSlide13.xml" Id="Rfae1cb7b3aa247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b8564240d4b2d" /><Relationship Type="http://schemas.openxmlformats.org/officeDocument/2006/relationships/notesSlide" Target="/ppt/notesSlides/notesSlide14.xml" Id="R50d61376a7b94a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80dd8d2ba424e" /><Relationship Type="http://schemas.openxmlformats.org/officeDocument/2006/relationships/notesSlide" Target="/ppt/notesSlides/notesSlide15.xml" Id="Rba20b331e4dd4f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552fb664e4fbd" /><Relationship Type="http://schemas.openxmlformats.org/officeDocument/2006/relationships/notesSlide" Target="/ppt/notesSlides/notesSlide16.xml" Id="R8b06db76165d4e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88e05f68f4208" /><Relationship Type="http://schemas.openxmlformats.org/officeDocument/2006/relationships/notesSlide" Target="/ppt/notesSlides/notesSlide17.xml" Id="Rde55c8808d7c4a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faea5bf3841b6" /><Relationship Type="http://schemas.openxmlformats.org/officeDocument/2006/relationships/notesSlide" Target="/ppt/notesSlides/notesSlide18.xml" Id="Rfceafd986ef94a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01e1ade3c415b" /><Relationship Type="http://schemas.openxmlformats.org/officeDocument/2006/relationships/notesSlide" Target="/ppt/notesSlides/notesSlide19.xml" Id="R63862044961c40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b90933b1e4b12" /><Relationship Type="http://schemas.openxmlformats.org/officeDocument/2006/relationships/notesSlide" Target="/ppt/notesSlides/notesSlide20.xml" Id="R8525c3a663694f7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f23c74c034451" /><Relationship Type="http://schemas.openxmlformats.org/officeDocument/2006/relationships/notesSlide" Target="/ppt/notesSlides/notesSlide21.xml" Id="R2ebbb0b1f4e24d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aba6e97ca41d1" /><Relationship Type="http://schemas.openxmlformats.org/officeDocument/2006/relationships/notesSlide" Target="/ppt/notesSlides/notesSlide22.xml" Id="Rf9cc5924c05f43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fb0f0a5fe4237" /><Relationship Type="http://schemas.openxmlformats.org/officeDocument/2006/relationships/notesSlide" Target="/ppt/notesSlides/notesSlide23.xml" Id="R35769a71acb3433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98f964ecf470f" /><Relationship Type="http://schemas.openxmlformats.org/officeDocument/2006/relationships/notesSlide" Target="/ppt/notesSlides/notesSlide24.xml" Id="R8778c909b3d841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9272ded354e52" /><Relationship Type="http://schemas.openxmlformats.org/officeDocument/2006/relationships/notesSlide" Target="/ppt/notesSlides/notesSlide25.xml" Id="R4dd24152a7f4451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6e39036c74dd2" /><Relationship Type="http://schemas.openxmlformats.org/officeDocument/2006/relationships/notesSlide" Target="/ppt/notesSlides/notesSlide26.xml" Id="R028a5de784de47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e610159cc4d1a" /><Relationship Type="http://schemas.openxmlformats.org/officeDocument/2006/relationships/notesSlide" Target="/ppt/notesSlides/notesSlide27.xml" Id="Rb3aa624401d54c4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9cc2830404551" /><Relationship Type="http://schemas.openxmlformats.org/officeDocument/2006/relationships/notesSlide" Target="/ppt/notesSlides/notesSlide28.xml" Id="R77f5c10ff1fb40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4302a23104283" /><Relationship Type="http://schemas.openxmlformats.org/officeDocument/2006/relationships/notesSlide" Target="/ppt/notesSlides/notesSlide29.xml" Id="R01fac8a92a5e43a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5ed3849044069" /><Relationship Type="http://schemas.openxmlformats.org/officeDocument/2006/relationships/notesSlide" Target="/ppt/notesSlides/notesSlide30.xml" Id="R22f423e61e284a8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53a4e4db84200" /><Relationship Type="http://schemas.openxmlformats.org/officeDocument/2006/relationships/notesSlide" Target="/ppt/notesSlides/notesSlide31.xml" Id="Rde48ef9607124f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f71be960e4512" /><Relationship Type="http://schemas.openxmlformats.org/officeDocument/2006/relationships/notesSlide" Target="/ppt/notesSlides/notesSlide32.xml" Id="R9ee6771e80d7495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936058ce14912" /><Relationship Type="http://schemas.openxmlformats.org/officeDocument/2006/relationships/notesSlide" Target="/ppt/notesSlides/notesSlide33.xml" Id="R49060e95c6274f1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95c694b334f9b" /><Relationship Type="http://schemas.openxmlformats.org/officeDocument/2006/relationships/notesSlide" Target="/ppt/notesSlides/notesSlide34.xml" Id="R54581604d2d245e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df06b452145e4" /><Relationship Type="http://schemas.openxmlformats.org/officeDocument/2006/relationships/notesSlide" Target="/ppt/notesSlides/notesSlide35.xml" Id="R6836af9c21ad4c9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1ad90dd88455b" /><Relationship Type="http://schemas.openxmlformats.org/officeDocument/2006/relationships/notesSlide" Target="/ppt/notesSlides/notesSlide36.xml" Id="R4faea6176100465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e2e3087154cda" /><Relationship Type="http://schemas.openxmlformats.org/officeDocument/2006/relationships/notesSlide" Target="/ppt/notesSlides/notesSlide37.xml" Id="R266ff3d96cbd464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c6833f5764a25" /><Relationship Type="http://schemas.openxmlformats.org/officeDocument/2006/relationships/notesSlide" Target="/ppt/notesSlides/notesSlide38.xml" Id="R245aad1a235b441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dbf5dcda14d04" /><Relationship Type="http://schemas.openxmlformats.org/officeDocument/2006/relationships/notesSlide" Target="/ppt/notesSlides/notesSlide39.xml" Id="Ra43c98c0881a4fb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b0420b46b464f" /><Relationship Type="http://schemas.openxmlformats.org/officeDocument/2006/relationships/notesSlide" Target="/ppt/notesSlides/notesSlide40.xml" Id="Ra885a31f80b545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BAA84-A837-476B-85E7-FEDDA53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5FF2E-11C1-4D28-9207-E51382ED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FB805-0F62-4578-8F5D-7590D6E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FEBF8-012B-4C30-8ED3-786B4FA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CD44E-E9A5-4078-9307-F8D06460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FE44F-9BB9-4175-8CA3-0394AB5B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69853-62D5-4176-9B9B-5ACB18C4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B023D-92AC-4D10-97C0-054834DC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753C7-DCD5-4C87-82C6-BD408D58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07F77-46E7-46BC-86BE-D88C14E9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3DAA9-0272-4ADF-A76F-1827767B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0CFD5-D635-481F-BBC7-24D4C845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10B3A-084E-4056-A06C-64697BD9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31268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24EC1-7C31-4799-9DC4-D7080D4B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4CCCD-240D-4C50-82E0-BC3B861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A7BF1-D346-4196-A7D3-C165D050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488A4-5F9B-479A-A29D-2C5462CF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F7788-73D3-4C5E-AEFF-DF53F21D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BD66D-E204-497E-9136-3C78232E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92E9E-B2B7-4383-A78D-A4D38E15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93C3B-CEF0-4671-A42A-EA330B50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EB74B-7157-420E-ADB3-5C9FD994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9D370-7195-4D18-9D37-35B21084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7D14D-6ECF-434F-964C-8A125128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1C659-6C24-4607-898B-2B6ACF24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079F2-28E0-4FA9-B663-7B022A90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CA193-B470-44CD-A68B-CD55E825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F9AD0-ADAE-424D-9B1A-83D0A244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534689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4F9CA-0E94-490E-BA93-87EB2677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1C4BC-0A78-4540-8D13-86A87694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4858B-05B5-4AF3-B35F-35A7EA99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21DB6-B307-467B-99AB-9F5639C1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36291-FBED-4169-B369-9C0897B4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E29D5-C9A1-41ED-B61F-B3991EC6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D8AB6-C4E2-4989-B001-6731364F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5925A-B668-4009-8CBD-10CC7648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2E6FC-6208-4111-8E70-98921EB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(08 Hours) Centroid of Plane areas: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DD9D2-388B-4F48-95E6-7F73BA52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13DA1-2DFC-4FEF-80C7-5FA7F1B1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AB529-94BE-4BBB-8D96-489C2798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Locating the centroid of rectangle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A49E1-3ED7-4DCC-BBBF-B62B0249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1B4B1-D0E1-48D1-AF05-D1C94F19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478F1-36D0-4E8F-9244-19594526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semicircle and quadrant of a circle using method of integ...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59771-A64D-46D6-84E6-D9A5C7FC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A4F57-464F-4019-AAA6-AF7B68AF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225C7-8AB3-4E52-9817-59A1F76A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centroid of composite areas and simple built up sections:...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BCAA5-483C-4A52-B76E-6B655186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F6639-D4F9-4E63-9E7B-2A9C7939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905012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24698-1E0D-44E2-8196-4B186EC0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F1011-4EB9-48E1-9755-F99F8E3E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6901B-BA75-4830-B657-F24878DC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43D35-8E3F-4475-959C-DE021BE4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B345A-DC82-47EB-B594-D2C9B697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3536B-5C96-4062-B135-730C2576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C5C6A-3292-4061-A45F-53281DC0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A47FF-5E35-48D5-B7A3-7693F8F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(08 Hours) Centroid of Plane areas: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8310F-3403-44BF-9778-EA090F8B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496DE-BFB0-4260-8DFE-F4FD49D3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4675F-D42F-4AA7-B9D9-FFD317B2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Locating the centroid of rectangle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8F9F9-2DCA-446D-88E3-28DAD7CA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3F2E8-35A6-4FEA-BB85-5CD29A2F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6A499-F18F-4046-969C-3FF1284C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semicircle and quadrant of a circle using method of integ...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5FC99-8BCD-4E84-9219-9C7C0EA6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445BD-F98F-499C-BAD6-0CD403AE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D32DE-5F87-479E-BC26-D8138CC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centroid of composite areas and simple built up sections:...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669D7-7675-432C-9108-DAD6CC32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C80E2-57B8-40F4-867C-414F72F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1E9D3-055B-4DA6-8D4C-1E590EF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75384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A0AFB-97F0-4DCE-B3CE-A5C02A1B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6858C-D97B-41B0-AD75-79D26EFB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86A73-C25A-4897-9048-596EABC2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74356-1F9C-458C-80A3-12E89AF4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DCF0C-3964-466B-AF9C-51027D51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Centroid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95D37-E351-45DF-A696-07D0609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6B8B2-765B-46F3-BA3E-C4C71916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A933A-B85C-4F76-8749-4CE14E14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Locating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7FF63-1602-4C4D-94CC-372C6F5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rectangle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D9F29-91F3-4801-AAAB-AE9382F6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triangle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357C0-64EE-4A5C-9BD4-4993489F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circle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F93A3-29EB-43D8-9F8F-D645DEE7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semicircle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96D66-9D92-4046-BF06-F367BAD1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quadrant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CCAAC-6E12-4BD3-9453-EB5DB51F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09C3B-D146-43B8-8C3F-B16E32B1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D4190-25FD-48FE-8DB6-4DA5BF12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70718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54589-9A98-4C63-8839-B9B2D8FD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4910E-2757-4258-9802-B1AEBB45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56BB5-F93A-4F73-8B51-3C256055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71CFD-DA33-4C4F-BB9C-43FD4D93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24CE5-AADB-438A-BC3E-BDB54DF1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(08 Hours) Centroid of Plane areas: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36809-A366-4993-9261-DECB5EF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(08 Hours) Centroid of Plane areas: Intro...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5CE75-17E1-4642-8FEC-D0D3C95D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3C5D8-F0BD-484B-A8CB-E7004564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96872-4958-494D-AA99-3828C449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81D3A-D549-47C7-B944-B74F3325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CB46A-9A64-4951-B18C-6658C79F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3F679-1D53-4EC7-BFDC-ADF790BC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E409A-437C-46D4-8DA5-8CA77989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A6A6C-94B4-4F25-9F27-BFEE5737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43062-0EC8-4B05-91E5-1F1F1F28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05C38-8432-4C66-9E5F-C146D4D2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49362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E6743-6652-49AD-A6CA-7E1A53D2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C3B53-9424-4929-8A47-9B440B3A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62C1D-0AAA-4F4F-80BC-37FD8B7C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96C0B-AA82-4763-AE61-C85D0F28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D16F1-C89D-4FE0-8FA4-82BB5149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FFBFA-AF33-4CC2-ACE9-D15A13C8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B8F4F-A2FD-40DB-8A44-3351A124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BB5E1-8481-482D-8F3C-689EE852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76939-9176-478A-B758-1B4D6EBE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(08 Hours) Centroi...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B4EE3-C5DD-4A3F-AA77-2ACF9DDE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FDF0E-B2AD-435E-8BB9-469C058B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C31CA-B300-4DD7-B75D-DB453A13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(08 Hours)...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6E66A-1F51-419A-B19B-A12EBF46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60B82-B568-4AD9-9D5E-304FE960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E0FD9-4656-4D14-A2A1-4B96D3EF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(08 Hour...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BF45B-4518-41EC-97D4-6BC85330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B654F-AA6C-4045-938F-8ED3F844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13244-9B24-44F6-860E-F302A3B8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(08 Hours) Centr...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65692-B8AA-4B3E-A9BB-5ABD0E41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32F25-17EF-4940-8C58-546EBF6F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10682-B4AB-4F15-853B-3990F6DE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(08 Hours) Cen...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29C4B-36B3-48D2-B2EA-477C28CF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F5628-DA27-4CE5-A65C-67D7C606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31138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412E7-2DEC-4C60-9808-B7F4658E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F529E-936F-4598-A3E7-7E5BCA60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A4DCE-AB6A-4B01-83B5-6C1E6A88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89CA5-C7B9-4174-A36A-FDD85133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F9FE2-5EB6-4D6A-A0DB-2D2B050F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666DE-9011-4D5E-839B-8D0A4E0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2B1B8-5794-46D5-BBC0-F6548C94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F0A62-2420-4EDE-BDE8-3860AD5C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8B672-E3C5-4504-9BE6-99DBB5B9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89AF3-0CC3-4594-9B53-E7949603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2D141-08C8-4A86-86ED-3473888A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6DFB5-D014-4942-929F-4C3B487E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9DA63-02A4-42AC-96DF-BA5A83C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41DEB-3455-43A8-9741-51278196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C4950-22B8-4274-BB14-7BCF293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517357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D910D-49BE-4708-B6BE-913F9536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9C889-6278-404B-99D4-23547F10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DD261-1D3A-43D8-9855-FC44DB8C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CABF2-07BC-46CF-B1C3-1E17D804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DBD19-D889-4404-B181-684B17B1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B93E1-08F9-46A0-8DAA-AB611EBF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(08 Hours) Centroid of Plane areas: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09545-53F1-4549-B34B-B6DC0635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961F9-5E74-4864-BBD9-642C0FDA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074CA-CD1D-49FB-9346-34D29E10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D7667-1F7B-4F49-8A28-82D1895A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F2AE4-32F0-4876-9A7D-468C6D2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318694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BC27B-76CD-417B-A829-B67BB09C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BB6A7-C49C-48D1-9706-F85A54B1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2A4ED-577B-4543-9A2D-A89DEFF6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131CB-A44F-4995-9B35-FC6B483A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13F5C-7699-4FA7-85BE-2C566A44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Locating the centroid of rectangle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DB978-7B00-4A37-A77C-2126B6EF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Locating the centroid of rectangle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1C7EF-20AB-414B-B085-FCBDBF35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7679F-4EBD-42FB-B77F-798F713B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B1263-F9DA-42E7-93F8-4BE750F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CE06E-C8DB-41AF-86A8-37294A2F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39795-A045-49BA-991E-04B54032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D926C-6FE4-404E-80E5-3FBB925F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71F94-91B3-471A-863A-6FA103F7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6BF1C-ECAC-4647-94F8-565DF6E1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F6240-E8B8-4692-9FEB-A843C9D2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57134-E8D6-4958-B768-5947E727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801758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4FDC20-E32B-4C87-8907-90401259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32396-8AC8-4624-AFE5-4FBA3C19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41AB3-52E5-4919-804B-0C5D2460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825D0-39BD-4456-B7E3-ACFDE856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0C461-D6E9-4844-A9BA-CED3E21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0ABA9-A6D3-4FD3-8287-6660283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3F8E5-FBCF-40F3-80CD-A4D820D9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76010-192F-4547-877A-A6C740A5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66C5F-1112-4F16-BA92-179083A0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Locating the centr...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888DF-9C1D-469E-8D4F-3F1C9FF2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3E920-778F-4CAA-A93A-E4CC563D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52ACC-32F7-421B-8C30-24517731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Locating th...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708FF-CD99-4F9A-8374-9BA6FBED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D174D-2EB0-406A-B811-F7944D42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FDD7D-9DBC-4B45-A6F8-5A79ADB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Locating...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E0BA0-9B5E-4D90-996C-9428844A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DA4FD-2598-48DD-AB71-B5FEA41D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5FF32-BD79-4513-B04E-BEDCFF0D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Locating the cen...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1DC90-0E65-42B3-9D41-102210C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B5288-5768-4B94-B0A7-D8C86562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9D792-B496-4810-B044-76E57DC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Locating the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A3931-8084-4B1D-A17B-72E26AD0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315EE-A0E4-4ED9-9DE0-37834D73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500936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DD946-DBEA-4130-BBB1-98DFCF8D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66FF6-E93A-4AF7-8F3F-59924FD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39ABE-8DB5-4DFA-A205-07AD08CC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E95A6-3EEC-47AC-BE1F-27EEC421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2EC41-69D1-4EC2-ADDA-CEC64DFB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3E958-CC28-4C91-AEB4-A3D37E83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EA458-5B51-4D9F-940E-BF3838D8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CF64A-E7E7-436F-A423-BE1B7B3C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1D5B1-AB38-4915-9BD0-5657B50B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E1651-1B64-4CEF-A368-CDC3F21E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88300-47D0-48D9-841E-29522FEF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E5C56-C940-4407-A340-B46C7643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A4D72-80D1-4D6A-A015-591918CA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CD839-4342-49C7-8164-0A8DF38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9DB12-E879-4F8E-B5E1-D81B4EBE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282721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A4C99-A423-4685-BCDB-E51B94A1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25051-45BE-4EAA-BCEF-C3D675A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9B0A2-D4A1-4922-B132-FE001590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40D31-B28B-40D9-9184-A945B72C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47EAD-20B2-422F-9C2F-8CE977D0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24F2D-F9A0-4678-94EA-84D5C85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Locating the centroid of rectangle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70942-A855-45B4-8B5C-62729E6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614A-B15D-4873-8667-2A2F71EB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CD688-A598-4C32-AC54-EF8C101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7055B-290F-449B-A2D7-2B596ACF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16FB7-9067-44E6-A0D0-BC57255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81757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3F28A-9D9B-43FB-A8AB-4061028C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8AF85-1D74-4650-A179-F8678D7E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C796E-9213-4122-9BE6-29F0CEB0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55A62-9F2F-4F3F-B174-49D31CD5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FB56E-5CFB-43DE-B4C5-5FA2AC40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semicircle and quadrant of a circle using method of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C03A5-5079-4ECF-BB1A-E8B2266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semicircle and quadrant of a circle using...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0D826-E639-4389-8732-F66EE92A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EDC92-A5A9-4C8D-A7BE-50CEC5C7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275D7-980B-4C0D-9C94-544350C1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A45C-1F8C-42B9-A826-68F04F7B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81424-9990-44C8-960D-DFD3BF8E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6B7DB-3210-4C14-B6FD-A1692CDD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8E3A8-1BAD-4375-A51C-C90990B7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A57E8-EE6C-4FBE-AC91-0D1CAFCC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1619D-017C-492C-8E3E-2A9EF3B0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2D385-37EB-4945-B0D4-33C109D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7841363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CAA91-833B-4A4A-90B0-2B076EEE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D7B63-AF73-460C-8FBA-0A98DAB8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CA088-150C-4039-9ADF-A9CE7F9D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E034D-30D7-4132-86C0-F63DFC82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9E950-8DBE-4077-A129-C72FE4DC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A98F8-BD6B-4192-8524-A03304F0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11AAC-D2D2-4689-9DC3-C7F4F04B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675CA-6713-47A8-A948-10D87427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0D26B-AC54-46B4-831A-D12E07E6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semicircle and qua...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A451F-C145-41AD-8F59-72BBB9C9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1A702-6738-4BAA-8E88-7DF254E7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B866D-3966-491E-94FB-572464D1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semicircle...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E334E-D134-4C48-BBDA-6C12E5B1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5F28C-2F24-4707-A071-8375D4E2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DD7AC-2661-4E8E-985F-40414D37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semicirc...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622DD-893E-47DB-9E68-AD0BE880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95AFA-CF62-4619-A0EC-DCB96336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AF997-BCDE-46D1-9DFF-1E87920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semicircle and q...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330A2-69D6-475F-9B5A-D3DE9FDE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45722-590D-491C-9539-6F73DB67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46943-E56E-4C6A-9AF0-C9E84E55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semicircle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15492-332F-47F4-A866-ACCA7CDE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8100F-775E-48FA-9601-D1EE1835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07135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5535F-6022-4713-973E-9341DE03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345F1-E0EE-4E21-A54D-640BC31E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DD80-B5A8-47C6-8004-0950EDAD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C3E23-DCAC-4599-8F44-9E5C4885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96DEA-1CB7-43D8-BDA8-A4DC86E0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4FB3F-E721-4259-A72F-D131A36A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37413-D7A4-4895-AF29-65E88EC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DF7DA-20D8-44B8-B522-FDAA1EC7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5B877-4AF2-4D11-AF8B-52328575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D2FF6-62E2-4DC2-81FB-A5F3DBAD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E2216-400F-483A-ABFA-5BD15E54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C4C1F-56AF-417D-91F4-2F24DA8F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6C719-D16D-4F34-B4F4-32BBEAAD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54A24-AB0B-47A0-AE15-2F1ACD73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42B92-998E-4480-9434-AACB4062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426400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F18D7-3705-45D2-9CF8-CE1971AE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D0A8A-3455-45A4-A06F-8A7AA031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B03E1-3B2F-456C-AC08-62102F82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5E104-E6DE-4264-9344-E3C16B6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0152C-7616-490B-B1EA-FA4DB2BC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65389-FB79-4748-BDFB-364005B6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semicircle and quadrant of a circle using method of integ...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54F98-5155-414B-9F96-6ABAD9AA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C4273-D3BD-42FC-947B-DA209E3B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B152C-793A-4F5D-B632-CF2F4196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5256F-234A-4BA2-BF3A-3CA3D2EE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1DCCF-F310-44C5-99FA-A3AEB8B4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236762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AE4BE-AEC6-4023-AE65-734D6108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8548C-EBF8-4A57-8230-D8842ADF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CA665-AFFD-4266-ACAD-219451D2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11F3A-7800-497F-A8E9-6CAEC928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22B53-C486-4EC9-A912-58002950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centroid of composite areas and simple built up sections: Numerical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5C9F0-F992-4DE2-B92D-460682AC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centroid of composite areas and simple bu...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30256-0BF6-4B2D-856F-B6CB3BCA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8F0A8-6B33-4EE2-B0DD-501096AE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1218F-2077-4E9F-8A63-B375EB4D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7A0E6-0175-4024-985C-3343B530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4057E-5F02-4234-9F7A-C08F711E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E36FB-5FB9-4C82-9A85-ECF9DD3E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4341D-9A29-48F8-8254-CA8ACBB5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C0841-ACEC-475E-9F67-A17C31DE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0B8F6-C12F-4652-8DB4-1A4FD6E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988FE-1CA9-4C89-8729-4EBF2E0D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31624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157A5-0E92-4B6F-B163-BF16AADF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D8A59-92FD-4A0E-B5C3-947DFBF1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4D58D-7256-45A9-8571-F62CAF7D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67E08-5239-4D3C-8614-933EFB4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478F5-DB67-42E3-A111-B95FD947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E299E-68B0-4AA1-BF35-DC8733E8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40A0F-E2A2-473D-AE2E-6F8D19BF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DAB63-F286-4B8E-89D6-8788F299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20C38-AC21-434D-9C15-769377BE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centroid of compos...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D065E-683C-4B06-B8FD-23468531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B08CF-5988-4B5B-B070-1C07C538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54DD9-35D4-440A-B341-D291D32B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centroid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57A21-EFB2-4A16-9FDD-494ED7D3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749F9-3547-45D8-A201-02FDE521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33090-57BE-4D1E-AF15-76D0B2D2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centroid...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B8010-C7CE-4D83-A0AF-171F6F4A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83835-8C82-472E-9B04-CDB8FDA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642D9-AEFB-4673-AE5D-1EDA9231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centroid of comp...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B7893-E57A-4E98-8D93-5420DFD8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9B509-FDAE-41B3-8659-9460070B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F4837-2A3A-4710-82A0-2A79DFEE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centroid of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ACFE1-9BF8-4442-9D89-0B051529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B0803-087F-42E2-9B02-594D9254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132264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4EE58-38C1-45AA-BC55-E3C0F97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4F156-3557-4E52-B78E-2D84E20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764E0-97BE-40FD-A681-F20AB15C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6F5A5-9FF0-47C1-8297-F4BABFC5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0FB41-6223-4B69-AE21-2B6DF7E0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8E1C2-7E57-42E6-93A7-346A0C6F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FA497-1241-493B-97C9-578FB8A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8F4D6-1379-49B6-B6FD-21D29D63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95094-D1DD-46F6-9121-4AC73ED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CF966-C2F2-4B7C-A5A6-2D531A8A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FD39C-E2C7-4485-9FC5-567BEC57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5240B-3DF7-4F7B-BE1F-1F8AEE94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F1C2A-F878-4A93-A9CE-600E5B77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66595-6FA2-4D06-826F-9FF6B3F2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0ADD7-BD3E-4FB7-903A-FC5D35B4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3998075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3E389-B882-4A64-B5B0-924ACF1A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BF611-F59A-4DDB-9339-CDED82C9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AC35C-6589-448E-829F-F74CE140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53860-C954-4D09-9501-6D1EABC6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45FB9-E263-419C-8A48-28A0D3FB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71DF6-3D08-4F56-82BB-9F51AFC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centroid of composite areas and simple built up sections:...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3CFC3-0184-4B75-BDAE-40F039C4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21FB3-D07A-4CDE-90B6-866D43AB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75539-6C70-4B04-9C51-F706DC25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A02F8-935E-48D1-96B7-2D7372E6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72752-E067-41DC-BD98-AD035678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798905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DACD6-408B-4E03-956E-DB5DBEAB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82176-216C-4427-A31C-F4296059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506B8-8574-4401-A8D6-D8579D4C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401AC-089D-443C-A783-6FB34CF9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DD275-BA18-4E96-AB60-5DE098AA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E4B6A-8B16-492F-9B22-1DAD6D2A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914240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E0A49-7348-4685-8543-D7D74CDF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74B5F-D2FE-405C-A3EC-F9F439EC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51966-92D4-4732-923C-525ED1C4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9B882-AFEA-4964-8D15-2D024CF4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8FFE5-AE47-465E-86B0-4DEB2E9B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Centroid: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areas: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Locating: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rectangle: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2D449-BCCB-4BB9-99D4-3C965CE9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78765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2235F-485E-46A1-ABD1-7F7EED8C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4BD03-1811-4BAE-9D2F-21ABCF62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6A61C-A4D9-4C55-937A-8A923850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8157C-0EA9-4541-AFD4-2AC0672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E353A-61E4-4977-A206-34D080D0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F3129-CC19-446C-8FF4-713017AC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1600047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2E1CE-61E7-496B-ABB3-52CCB446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3EDBD-A4EA-42FE-87FF-AE2C3F9A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2705D-3CFE-431F-A818-8F66A2AF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A3D59-4A73-4A14-B296-A436EE7B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4195F-B067-43FB-810C-ECD0503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C28B2-5B43-4E1B-8702-A516E3BB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1288696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7AD0F-D3BE-4994-8BCA-2642D5D5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44F17-B699-4CD6-A4CF-FC75BB9D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1A3B1-C171-4D17-8BC4-ED0B4725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D5001-4632-4A70-8A50-C647BB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22708-2955-480D-A48C-5554CE3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(08 Hours) Centroid of Plane areas: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Locating the centroid of rectangle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semicircle and quadrant of a circle using method of integration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centroid of composite areas and simple built up sections: Numerical exa...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14F9B-FE33-46AE-8AA0-DFFED153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C96CE-1621-4BE1-A93A-3067CF8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0D66A-B163-4832-9FBB-8405CB6F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5670707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F95F23-686C-4A9A-95CB-DB3C45D5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2AEF8-CA13-46EA-9E8F-83C5D5AC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Locating the centroid of rectangle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1A2FF-0550-4015-8EB1-CE0B7DEB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C0C02-23B5-473B-8CEA-E5062F37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460A1-200E-4FB6-8C2E-BA42FEEB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E9ABE-508C-40A2-A5A0-ED3F65F7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DB4D7-DF80-4E00-8846-22739EE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C6E2F-C952-49AC-B32F-484010A7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5DF53-B586-42FC-BB9C-DB926B41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36128-49B2-489A-A274-0682C639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5C42E-5F3A-4AA5-BAF3-34000532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D8633-CA61-452C-85F5-FB68791B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124BF-4159-4EFA-A524-1E3EA163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A86C2-2B99-47E5-9A89-212A516F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AD123-9E0C-4CA6-BB35-F353BB9D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D6424-230C-43F0-B0D9-FADDCB0F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95721-F4D7-4ED7-87FA-9E1C85BB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B5A7F-4285-4920-8FBE-911AD68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9A681-3DA8-4860-B5D4-C0EC256B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514DC-BB61-41B0-B6D7-C53503B0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DBCE0-0E9B-4D78-9789-9FAC0E65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457DC-1212-42B5-B248-9015C5FF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775C4-DA2A-4FB5-AA5D-AF2874DA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FBC37-A080-4DB6-A8FC-A6EA2D4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B32E10-61F0-4AB4-B368-CFD67F30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0D478D-6A9E-4DA9-BBB9-FCA63373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F1E0FE-DCD5-4A89-BE1A-A9C89087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FF466-5608-4408-935D-E84FAE21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FC8895-873C-4585-87EF-0CECB081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84F5B1-ED3A-4C01-873B-C0D9AA20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CD091C-BC85-44E5-86CB-B4238772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F12364-4B62-43F0-9DD7-DEAA8A3B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483528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3DE0DB-5955-48ED-AA3C-8B37C783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EC654-7FF7-4340-A3E5-5C2924B6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semicircle and quadrant of a circle using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54861-A206-42A2-B622-4BCCE09E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611AC-5B88-47E5-8B81-D2D88480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09762-4C53-49A0-B47F-42CB7FB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B7950-F143-452C-B2E3-14C8F807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D10F5-D641-4865-95AB-56851322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EEA10-C346-4067-B09D-983BFD1B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7A389-721C-442F-9156-F6AFB528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CF2E8-9D25-446C-B610-A65CE03B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4EE08-0435-4957-8572-D60DA5EE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75632-C4FD-45C0-9AB2-AC45AC10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20786-EE89-4C19-A6BB-477EDF85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3C18F-E062-4423-A4A0-F8FCB3EF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30448-7244-44A4-9A2E-24BDEBAC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6EA7C-66C3-4FE2-9376-B9249D93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AD7CD-D756-4922-84AE-3ED464E5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29A87-C36D-401B-BBF4-35558E19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11DEA-43DF-433F-9A10-BA3B71BE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887D2-D86D-4764-94E0-E6673CC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F2221-8844-4634-9675-D60ED30B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9C3A6-D38C-45FC-AFE0-31A9F789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9D9D7-7ECF-4B7E-894A-95081CF5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9873D-BD0D-4E48-B013-38174C4B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3B56F-33AA-486B-A04A-D06F131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7496E-61A9-4C1D-9886-579E77AA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48BCE-1DE0-4C05-95CF-B1920D2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5C675-64AF-47D0-992B-9BADBC9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888DB-36E0-456B-BE9F-87A56775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88614-5A33-4E00-A185-8BCF118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F0A904-50BC-4C69-BAC2-0B3C2CAC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C834BB-D29C-48D0-A12E-1B549DD6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862385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22CDF-49C7-469A-A7DD-E9123EFE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197AA-538F-411F-BB79-DCC3E9E0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centroid of composite areas and simple buil...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BA590-F786-4881-9FB9-E511938D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CA55D-5AE4-4683-9DAA-0B2331BA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C7BB5-66CA-43F7-8849-9C1E3C64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2614A-3949-4F40-9608-675C3D5B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5A0D6-0C44-4D48-9689-FA5578AF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5DD69-2135-4F47-8E4E-399A6C81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036F8-CEB8-4DC8-BDD3-90E870A7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1476D-F33D-41A5-B4BB-74C0D717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F9A4C-6697-4936-8D6C-86AD3575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544E2-4E4F-4B90-8A1D-651483B8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D0A03-40CB-4D89-85D4-44E5C379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E8EC9-45D2-4B34-ACBF-52DA8D7D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BF990-2FDD-43B3-8FCE-C2B789BA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5C0A1-08CB-488F-AB06-0EFE908A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BA8A1-70FE-4A9E-8A31-C887E604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D0786-3C3A-4E6D-B3B1-9D7A4B24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A89EC-8F1E-470D-9135-D1D34F2E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6CB5E-A497-41B9-8ABB-799390E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988C4-A1DC-43A6-A04F-8C06E9E3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8AD16-2F48-4BAB-B455-1D50B4B9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42631-4F3D-41A2-A93E-BE85486A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DC72D-B56F-4A0C-BC8C-9485AC36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43590-CBE1-459F-9503-B88AF717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EE84EE-C94F-49CD-BCCF-E01A0D7A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F80C0E-B610-4718-B400-0FEDC4C8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72F24-E097-44D2-AEF6-6AFB9104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B665A6-31E3-47C3-9426-E8255873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EF05B1-D10E-4C55-ACF4-4D999333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D26470-93A2-4614-BED9-860CFAC3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05D0F-0FBC-4540-9B50-7DD16948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96016752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921B1-B854-4E84-BA7D-EF512D8D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A8EAA-D13F-49EA-B7AB-9E97A2A3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(08 Hours) Centroid of Plane areas: Introdu...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79CA1-5CA1-498C-8579-BC08C78F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350B7-099B-4D30-BAE2-05A9F069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8205E-B053-4CE6-8943-0AD4384D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68C8D-9472-47AD-A31A-26E88761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46FCB-C4F7-436B-8CA0-7BF18B0D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07BD4-5BE4-4B3B-A116-5F2F3243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C5765-01C3-4FA7-9F70-AC5138A2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189D5-2FDF-4A3E-AD47-DB9FCC8B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B9340-DBFD-4246-A648-42B14CFE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04EE5-E9CD-479B-885B-414CF1F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540BD-7E39-4B20-BF86-5CD1D6E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136C5-5F84-4A78-B943-E4D5E2CA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68C32-1E99-4DDE-98A6-94109C6F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846D0-E7EF-4EFA-8CF9-0A96B7F5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0EF37-0664-44AA-8FA3-569635B8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47E26-3281-487F-830A-0CD6B596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6CFF7-1843-4DB9-B044-BC44961A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09994-E110-432B-9F2C-1BBF9E2A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836E5-B2DD-4B33-9833-9E1B52A8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D3ABF-8407-4B29-B5A3-BE3F2D66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B9A15-EBA2-44E6-8CCF-958FDCDB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761BF-5DFA-47A3-9287-0641B003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B1709-48F1-411B-A049-63F85B31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773C3D-3C31-4525-93BE-7C8D8BD3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96E64-F8A0-40D7-96B6-59362391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5635B3-B526-4508-B979-D09BB162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A5FD0-BA30-4DC9-B8A5-35276C6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60B24-74D7-4CD3-B13B-744F9941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67856A-94CE-41B5-A05B-D1837908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30193-DB2D-4220-B8DB-396D5D4E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3993184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780605-BBF0-4B6B-958C-57C0D6DF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7F782-2041-4AA5-88A9-A094FC0C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Locating the centroid of rectangle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B8F66-3D1E-42D9-B508-203258F3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88E4B-5F38-4323-8BD2-AB642048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8307D-12F7-4591-BD90-D18241CA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3B66D-118D-4190-8A29-82B1B550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00644-158E-447C-AB3D-46F39C3F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EBD36-5681-4864-B02F-00C3DA8C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81DB0-B0FB-4FF7-9415-9D48A42B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6F835-1A0B-4E18-88FB-21195C2D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24A38-B97B-4922-8DEC-7E81EAB0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38011-0A5B-47C1-B0A5-F68FA4A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DEEC0-A804-4439-9100-A89502D0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B4F06-405E-4CA2-A74A-D8408C0E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4D707-4269-4753-B8EB-4E36B64E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2E7E1-F495-4C5F-A828-4441253A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CB03C-2460-4FA4-AF44-6AC79BFC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65DD7-E647-495C-B1A2-7E64D5ED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D56E1-CE8D-45B3-BD06-133930F0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A2044-3BF4-4FDF-9DF2-67DB57E7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E99A8-E8B0-4367-9B77-07C9628A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04808-45BA-49D0-A60B-F6097C48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0491D-1FAF-4221-90AC-8AD10989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1815F-ADA4-4FA2-AF25-D8F9F14F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4C8F35-6F59-4684-B59A-C9E166EC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CFBDE-9202-4CED-B672-7EFFDD5B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9CE2D-712D-4A1F-B376-CB4542C6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C1DAA-C266-4F6B-9648-65F00D19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CAFDF-08C4-4250-88AD-117C57B7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292287-2EB6-4FA0-81D7-E3CF8A7C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A30D6-9DF5-415A-9E9A-41FFF65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EBAADB-8153-4459-9F1F-9692AE3B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470332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38C8B0-83A7-499B-982C-24444913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97928-4261-40B8-88AD-F97AE5ED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semicircle and quadrant of a circle using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4CA3B-334E-4529-886A-E5839676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BEA09-EC99-4CC3-B92A-7233CBD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C37F1-DBF2-4A2B-BD0E-BC7D1F11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79ECB-432B-432C-A888-8B912390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F7DD5-A317-4E5F-ACA4-423C5C1F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9A73B-5FB1-4826-93A0-E327EA00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406A7-C04D-4498-BAF2-E299C94D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7982D-8246-4D6F-A081-8E134701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7FD6C-6C0C-44BB-92EE-305784CF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F0D71-4D3E-4907-9B65-6216134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6763E-52FA-4AE8-A101-DAA7C1D2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948F8-E71C-4C1B-A703-CE96AEDF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1FC10-7ECE-4E0A-B56B-9154962B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35B2F-9515-471A-A18D-FBD7C41C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638C3-E11F-4649-A0BE-DC480C4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B0AFA-2741-405C-998A-BB8CBED9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9A2AE-08E9-4072-9C96-4382C99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42111-EAE4-4303-8DB3-F9DFDEC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36A0C-5DF0-48E3-9ABF-3B59ABBA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DE933-FDFB-4332-B76E-1D5052B9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77A65-3E6F-4851-916D-8454E61F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BD9A4-5B71-468C-BB8F-FEFD1CDA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310223-592E-4D8F-AB4B-16C84F1A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EECCA-625F-4A98-93B9-08C0D3D9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E095F-EB1C-4B5C-8066-621173C5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71B495-2D62-443C-A33F-F5F44A55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FC6BA0-1837-47BC-9F4C-5A18CF18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62D78-666E-457A-BBF7-99EF8D91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F35BD-F2E7-4921-B63B-70C9E42E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08EFC-B299-4E8D-89DB-5881147B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9443421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108FD8-2A07-4EE6-B68F-35A435F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E9193-5BEC-4199-BA9B-9FD4FE96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centroid of composite areas and simple buil...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B1EEA-F734-43CD-8BD2-36B2A8EA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08844-9D42-43ED-B1E4-2C19C5F1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99504-4678-49B3-9B9B-30F86D0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773BA-60D3-49CE-AFC3-E1624D8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7C4E8-072F-4A48-B1F6-4E87FCEC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7720A-005C-4A3D-91DC-045C467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9A0A4-58D5-4385-AFD5-1FF2CEAC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C7EF9-CE2E-4922-BF06-D2A0E1F9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9C2EA-1909-4CD7-A04A-79D0463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2AAA6-FCFD-44B8-B543-0E6EB719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D2C4E-3E4B-4000-AEB0-5AD0E86C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17D30-54AB-40BE-B3D4-0D880FCB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FF33C-B755-423D-BE0B-850D910D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4AC95-5D98-4F0A-9E7F-F9DFDFE7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4E5E9-9880-414B-8F96-A32EF57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A7834-C212-4A9B-A11B-8BF1296A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4B943-35D0-4107-A855-747C1520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151CB-EB16-4B40-8DA9-3EC1B43E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217F2B-6D08-4AEC-AA1D-0E6CF15D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A4392-9114-49FB-8C0B-6C8EC3E2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BE0F9-E126-4687-B8FD-5E825D0C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7BF68-D421-4135-831B-6ADDBB73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D980E-2DD9-430D-96AC-8A640DF9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7870C-9A08-4D1E-8317-79689CE9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95970F-83CF-47A8-AA7A-6F2DC550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DCC983-1CE9-459E-899B-BD25F525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A5835-CE80-4BBB-85E9-27F43E9E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66A86E-6F5A-4B1C-92E2-A77429C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45E556-9552-4767-9105-CDEB54D9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39F12-7683-4264-B171-432CE393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113544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7CECF-3024-49B9-9916-7DE74D29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05BF6-BCC1-4927-8E4F-02E64BF3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(08 Hours) Centroid of Plane areas: Introdu...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A100C-E6B2-48BB-AC1D-68618A8D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FF90-574E-4D38-BB4B-090F648C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31956-A80C-4F61-9D1F-052C4CE5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3DC1C-CBD8-4205-A98E-49A244F6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44EF7-2956-46FF-A7F5-01C77752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6D9F6-FDDC-420B-A63E-C9DCC4B9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B0D50-2518-49CD-8916-B0C3100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3A1E9-FA03-4FD0-B4EA-A63C99F1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DFD6D-3057-4A8A-AA96-EF6AC8C7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DF20A-464C-4EE6-B4E6-3BC9419D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219B2-7DC8-40B6-B47A-55E8F3EA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2C61C-5543-4C9F-85CE-1DDC6675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85CFE-F8A5-44AB-9E30-727890BE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2FD09-207D-4714-B5C7-A6A27B9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38918-2383-49FE-B1DD-5508C6FA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B38DE-3880-45B0-AFE7-15D16BF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E9995-C7AF-4FD0-B6FF-79E1FFD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01EEF-8232-463B-8CFD-FF4E26DF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B7B00-E155-46EE-BD90-5A9AC02F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28193-201D-4DBD-9FB9-FAE538F2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E2D18-68E7-4286-8ACF-EE234FA6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23F176-DF83-426C-A9D5-D6EAB1B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312D1-125E-4F20-B237-C5FEE864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126E92-809A-4886-826C-0464276A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7BC197-9EC7-4732-87A4-21FFD8B0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0ADE3C-6D38-4CC9-BEEE-C5EC72EC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D97E50-F3E2-4B2A-A14A-12F51DAE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78C90B-A68D-4C5A-8CA0-7BA86649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A2C11F-345B-45C0-A86F-0E0FB453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FA4A82-45CD-4287-AB7E-631DDAA7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661513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656B80-889D-404C-B75C-64A4B8FF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08572-52CF-43F7-8D35-E2F6C7C9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Locating the centroid of rectangle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EEBA0-EDA5-4408-8706-D029D11B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D4000-44D3-4207-B038-5BEB3CFA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C56ED-441A-42BF-AC05-0788E135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E7D9F-221E-4CB9-83A4-35DCE270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65C0E-738D-4424-A5DB-2351F6ED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572CC-7E55-4BDB-A0A5-AD5FA4B6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EF356-7A2D-4E80-83C2-017A143C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72435-9E67-4478-BA3A-F30D0783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879A7-8BFF-4464-B9C8-ABFCA14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F8FC2-CC8E-4B7F-A6B7-ADE560E6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E047C-3F2D-4D74-9D94-F735F633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29C4F-9537-419A-BF59-C3F3885B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952C8-5FEC-4498-A43C-DCB37F2F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BFEE3-64EE-44B9-B85B-5DB53684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F63F6-162C-490F-B38D-EF0E2EB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E211D-528D-4B22-843A-C740D7D9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CBA1F-4B06-45FD-A0D7-6C2AD4D5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625FC-1B5A-439D-B800-1D9DE191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42AF9-4CAB-4E4C-8EF5-9E2BB4E0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3F46F-CA15-4AB2-8AB5-1DE1E7CF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C20AB-F02C-42E8-BACC-5FB60CF6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85FF3-AF80-449E-AB31-FA51FE3D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ECC8A1-508A-4DDF-88B1-3E9BA127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A521B0-7840-4B75-A6B7-510F265E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191F0-A3FA-497B-AE38-4785085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CB13A-024B-4E6E-9A20-DBEF6B43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D09A8-C779-41CF-B8DD-75E642D7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6870E-D7E3-4DDC-B025-6D6E539C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57FDDB-EB3A-4C00-8F7B-8F4FA31E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88CCDA-AFF6-4D4E-ADF0-5A56DA4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978953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740F9-0CC9-4F28-BDAE-91668AB6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57639-3D0B-4D41-ACC8-45FF0A3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semicircle and quadrant of a circle using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161C0-8029-449B-91BF-F6181D87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C1215-3FA9-4DFE-96D4-A0A16B28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850B5-D323-4BFF-BB61-74F7A9D4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6D88A-3D1C-4F7C-8EDC-84C99432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63DC5-BA1A-4440-B4F2-DFF251A1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41820-8955-4D07-9310-27E67166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92659-E6CC-445D-BE3E-DF07D73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33E49-AF17-425E-8CB3-273B527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386BA-582B-4499-8071-8B5A8DB3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4BE32-7952-43CB-9CFE-51E09BBD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305FA-5E06-43EE-9CB6-6D670E71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FEBDD-76A9-47E5-9627-AB0BBDDC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E93B3-D0E5-4328-AFFA-DA9D07C4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00310-FB0A-4A5E-814D-D860B0E9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8B65B-6B49-44DB-8F12-58C8B9DE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C903E-DC4D-47F0-8D42-087AB09A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30109-9A47-4F49-B5E9-4E43DEE5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3D3D2-4EE3-4FAA-B6D0-2F81C3F8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02D01-152F-4CA7-8D4C-782C2CD8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C1C12-2D1C-42BC-85F9-D6022B42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4F45D-4305-4C17-85F7-08EEE9B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2A5D4-C1AF-4152-8D4C-6501982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63E26D-D528-4628-987F-99EAB74E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C5BD0-8860-46CD-B73F-F7EC5F9E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1A6275-DDFE-4F19-851D-7BBBA24A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C388A-63A3-4890-9728-CDE8A64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BE5642-DA87-435C-8D57-B6A6DFB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F333E-A8F4-4DE6-88F3-880E350F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2E0431-C073-4AE1-836E-44ADE815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422660-1799-4A54-86E0-94F4ABCE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527605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DA29F2-B5AA-4161-A531-BBEACB9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6CA5D-669E-400C-8260-0CC43C83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centroid of composite areas and simple buil...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3F660-E218-4ACE-BDF2-53CA2A0B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8E8AA-CDB7-43A7-8658-1755604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DA69E-8D2B-4EA0-BEE1-8CBB866A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85B44-BEDB-4414-9CBB-6C806983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7207E-A546-4F08-9846-DF07939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F4D59-7C0D-42EF-B108-E36CDA5F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DAEFF-941F-47BC-93D3-30A25F66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9780B-8196-43F7-A4F0-7959F13C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8E015-70D6-45C0-A6C3-31C527B2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1F7C5-00AF-435F-98AE-9AEA245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35E0B-9E87-4249-B824-53236B9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18CAF-8F9A-4FC0-B179-A8FA6A89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9C84D-B27E-4E7E-AE7F-AB4D5995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DD191-1305-4BE0-9F1F-6B86A978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09765-5D2E-4D15-B43A-D77A81BD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8234A-3060-4D5F-A07B-C414B5C1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75149-7758-4CDB-920E-B25378BD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61FD7-3AAF-444B-A482-EEF06E23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D6F54-BDA7-45C7-BEA1-99D8EC22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D3B57-34B5-4559-9CD5-AB689BE4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EAC60-04AA-4D5D-8DFA-B8577F2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65FE1-7135-4FF5-9B7A-94BFA0B5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B0610-EF0E-4F55-8191-866A83FF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E45CE-1989-4938-852D-06609865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E92417-ED6F-4BC4-9DCE-85E88042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246F1-094F-4C57-8ED1-D35A557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7F154-E57E-4BD0-8E32-65B93B36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975AA-0DAE-4615-BCDF-4D7B14FA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001F1D-6DD3-4449-A0DE-FA27105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E67FCE-E128-4F71-981A-141213FA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6777088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6DA7B8-40E5-44B6-BBDB-0F46B40C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0B231-8DB8-4EBE-A5EE-8F9C2EC4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(08 Hours) Centroid of Plane areas: Introdu...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F53AE-32B6-40CD-8DE8-56363972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CCA32-AE04-41DB-A635-83E64059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D4268-B149-4461-B382-D9D5243D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F890C-6357-4401-A0D0-E19FCF5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E4D23-A308-4255-9379-E843CA49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B3EC6-1F7C-4A54-9184-34DC61E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92C67-0988-4CEC-9FE8-32EFB947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A457A-FC3D-49B9-B45B-CD7D0B4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62047-7FF7-4D53-A485-1675DE2F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C84D8-4A05-4D39-BFF9-C6270B08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91C77-7D32-4078-8D76-98DFDB5C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0DDAF-F253-47BF-8944-27DECB51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890E4-2FD5-41F4-BB62-D558B719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F4D5A-841D-47E8-B60D-3EAF67B4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FAA14-95EB-42D4-88D6-11CE0039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74B5F-9D5E-43CF-8D7D-0DFFF6CF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19AAF-502E-4583-84BC-C85A972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00941-E637-4C0C-9146-918D2D50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F833E-58BF-4CA4-8ACC-1F3A1F72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10098-7E8B-4F97-8E78-F432ABB0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DE032-F7F1-4510-8218-0CBDA177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55749-8821-4344-BDF0-D2A153E2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41BA6-D62C-4776-B273-6DFDFB30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A7405-491C-49B9-8738-DF024AE4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5DB27-1BA5-426D-958C-A38C8A4D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FA0A39-1678-4E6B-95E5-9AEEA57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E52912-CC36-4A8C-BAA3-8D6C9E5C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23EB00-C8D4-4BD1-BCA6-1636BD52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1D2C42-C9E8-4AA3-A608-29B39D0C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AC4508-A261-472D-8920-600E4E47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5123295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4E9393-A024-47B0-A765-9CD4F200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F9096-951A-4685-87D2-4331BC54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Locating the centroid of rectangle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3CADD-27BD-450D-880B-3EFFA83A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BD8EF-729B-466F-B0B0-919D692D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95EF4-3737-46C0-9F84-6EED705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C5122-1DB1-46A1-982F-48CD0ED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99189-A023-47B7-B1B3-0930CA21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5B2D8-7AAE-4550-81A2-5C03DB61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06930-E722-49E3-AB0D-CF6EAB70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F5DF9-AD8C-4A23-9F96-A2F7AAC8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FF353-B47C-4EF3-A18F-6643267C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5CBDC-C0BA-4277-93CD-54D3A7C9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BAECC-9AB3-4F5F-813E-576AB7BD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BB0C5-664E-4EB3-A3D0-0D7AF4D6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12A80-2A95-4DEB-B389-6DA7F671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0057C-F71E-4FAE-8743-8518681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8A437-AA5B-4537-9E05-EBF12BAC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02773-ED81-4098-9CBF-2242756F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23582-13EF-43F6-918A-517A1205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0EF4D-1B63-4125-A8E3-ED870F0B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DEC78-1DDB-4A26-8E7B-6B2D07C9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D2098-FC6F-4D02-9DA2-17C8CC3E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DCF26-8B57-430F-8C78-C7A54DCC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32FEA-D46D-4A48-9596-657B497C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8941E-A96B-4C72-B73A-8B1E6E1F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A5BAC5-9E1D-4467-B4AA-D72DC40E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14766-1EC1-4F94-9A25-3C505AAE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446E1-CF88-4D76-87E5-3A25139C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8F80DC-9CE7-4D8B-AD9D-B7066A52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6E7288-42B4-4224-9A85-7433D53C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4C6C61-A1B7-4C91-A946-589DA266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87C052-5668-474D-833C-2FB0F35B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163846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181C3B-8B1E-470E-879C-F14A9C7F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A54E5-7200-45EF-AC0C-8EB9CFD7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semicircle and quadrant of a circle using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6FD80-8765-446E-9CDA-3163D583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83ECF-1156-4C5E-921A-4B0A7900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9105E-96A9-4F91-9A0F-DB9A3F4B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7F22A-9F31-40ED-9C7C-EB773886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19E62-9609-4919-8BD2-EFB815BF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3A49D-56F5-4181-A8AF-F135A501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DA13B-0960-45FA-87A9-D045F7B0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05EC8-E96A-4CE9-9BE1-083DB6AF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57886-916B-410D-BA70-3C1D63D2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82FA9-9B5E-40BF-8D92-422EBF8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5E494-8680-4AD3-BDE2-831E55F2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8A316-6F05-4825-B79A-05B4CDDD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3B171-3F09-49E8-9F2C-C1DA8BF2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E7654-AA9F-4EF9-8D27-AFA45A5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A07AF-7E83-4B00-BF6F-6FD7E1FC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F9748-41D2-4510-B9CE-6BC3DD53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FF7FD-A703-48DD-88C4-D1BDF098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511CE-145E-47FE-9704-9CFB1F80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732BB-15E9-4F98-910F-B804A82D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CEC2E-96B7-44DA-88F9-179DC6D4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CB18D-7A00-4475-8753-6C6A00F8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6BA7E-F662-42B9-8B45-06E470EE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5CC72-979E-4D45-86AA-DB2443D7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F4D24-FBF5-40CB-B1E9-902733EE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C7765-4610-49AF-BC11-953BA6B3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E801D5-6104-4759-86FD-8D245F76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E854C-3C41-44DA-A89F-07A8A045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C595B-A899-4F34-9CD4-5EEC1630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456C51-1CEC-464A-9942-B471E2B3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9A139D-EEE4-4559-9918-09A93A5C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342874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2026-08-24T16:02:46.6720000Z</dcterms:created>
  <dcterms:modified xsi:type="dcterms:W3CDTF">2026-08-24T16:02:46.6720000Z</dcterms:modified>
</coreProperties>
</file>