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51d1be655c45fb" /><Relationship Type="http://schemas.openxmlformats.org/officeDocument/2006/relationships/extended-properties" Target="/docProps/app.xml" Id="R72141b19114a43a0" /><Relationship Type="http://schemas.openxmlformats.org/officeDocument/2006/relationships/officeDocument" Target="/ppt/presentation.xml" Id="R9ac3f8ad88d1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4d0b34d954737"/>
  </p:sldMasterIdLst>
  <p:notesMasterIdLst>
    <p:notesMasterId xmlns:r="http://schemas.openxmlformats.org/officeDocument/2006/relationships" r:id="Rd56d03de2f5c4921"/>
  </p:notesMasterIdLst>
  <p:sldIdLst>
    <p:sldId xmlns:r="http://schemas.openxmlformats.org/officeDocument/2006/relationships" id="256" r:id="R3a6cd36489864c2f"/>
    <p:sldId xmlns:r="http://schemas.openxmlformats.org/officeDocument/2006/relationships" id="257" r:id="Rf5263c2abb0f4659"/>
    <p:sldId xmlns:r="http://schemas.openxmlformats.org/officeDocument/2006/relationships" id="258" r:id="R64aa0f7691624eaf"/>
    <p:sldId xmlns:r="http://schemas.openxmlformats.org/officeDocument/2006/relationships" id="259" r:id="Re0fc56012904430f"/>
    <p:sldId xmlns:r="http://schemas.openxmlformats.org/officeDocument/2006/relationships" id="260" r:id="Rafed13283b8e4a0f"/>
    <p:sldId xmlns:r="http://schemas.openxmlformats.org/officeDocument/2006/relationships" id="261" r:id="R2f4edd1099cb4710"/>
    <p:sldId xmlns:r="http://schemas.openxmlformats.org/officeDocument/2006/relationships" id="262" r:id="Rc4d50e2f29134b7e"/>
    <p:sldId xmlns:r="http://schemas.openxmlformats.org/officeDocument/2006/relationships" id="263" r:id="R25a026f8d5cc4644"/>
    <p:sldId xmlns:r="http://schemas.openxmlformats.org/officeDocument/2006/relationships" id="264" r:id="R9d8685851f234759"/>
    <p:sldId xmlns:r="http://schemas.openxmlformats.org/officeDocument/2006/relationships" id="265" r:id="Ra14a16cf6bd54073"/>
    <p:sldId xmlns:r="http://schemas.openxmlformats.org/officeDocument/2006/relationships" id="266" r:id="Rbb717f62dc4240f7"/>
    <p:sldId xmlns:r="http://schemas.openxmlformats.org/officeDocument/2006/relationships" id="267" r:id="Rfadb88be74a84e7d"/>
    <p:sldId xmlns:r="http://schemas.openxmlformats.org/officeDocument/2006/relationships" id="268" r:id="R8254ab3828e84a73"/>
    <p:sldId xmlns:r="http://schemas.openxmlformats.org/officeDocument/2006/relationships" id="269" r:id="R26d981f441404f21"/>
    <p:sldId xmlns:r="http://schemas.openxmlformats.org/officeDocument/2006/relationships" id="270" r:id="R0d0f2ad4de0f4e9e"/>
    <p:sldId xmlns:r="http://schemas.openxmlformats.org/officeDocument/2006/relationships" id="271" r:id="Rc1fddbae4d4f4cf7"/>
    <p:sldId xmlns:r="http://schemas.openxmlformats.org/officeDocument/2006/relationships" id="272" r:id="Rdb07f2bf690d43bc"/>
    <p:sldId xmlns:r="http://schemas.openxmlformats.org/officeDocument/2006/relationships" id="273" r:id="R51c7554aa85c4b51"/>
    <p:sldId xmlns:r="http://schemas.openxmlformats.org/officeDocument/2006/relationships" id="274" r:id="R584878519d5a4ec7"/>
    <p:sldId xmlns:r="http://schemas.openxmlformats.org/officeDocument/2006/relationships" id="275" r:id="R0804288456784117"/>
    <p:sldId xmlns:r="http://schemas.openxmlformats.org/officeDocument/2006/relationships" id="276" r:id="R7a338df064a04256"/>
    <p:sldId xmlns:r="http://schemas.openxmlformats.org/officeDocument/2006/relationships" id="277" r:id="R7a584d4d1ebf443a"/>
    <p:sldId xmlns:r="http://schemas.openxmlformats.org/officeDocument/2006/relationships" id="278" r:id="R37c8a91af89948b1"/>
    <p:sldId xmlns:r="http://schemas.openxmlformats.org/officeDocument/2006/relationships" id="279" r:id="R28093baea9c74683"/>
    <p:sldId xmlns:r="http://schemas.openxmlformats.org/officeDocument/2006/relationships" id="280" r:id="R043b864aa59549c6"/>
    <p:sldId xmlns:r="http://schemas.openxmlformats.org/officeDocument/2006/relationships" id="281" r:id="R6d3fac332f904f36"/>
    <p:sldId xmlns:r="http://schemas.openxmlformats.org/officeDocument/2006/relationships" id="282" r:id="R48da594fc8c84bd7"/>
    <p:sldId xmlns:r="http://schemas.openxmlformats.org/officeDocument/2006/relationships" id="283" r:id="Rc8d17d4d90f147a5"/>
    <p:sldId xmlns:r="http://schemas.openxmlformats.org/officeDocument/2006/relationships" id="284" r:id="R45c47b3e51e64434"/>
    <p:sldId xmlns:r="http://schemas.openxmlformats.org/officeDocument/2006/relationships" id="285" r:id="Ref3421d98eb64159"/>
    <p:sldId xmlns:r="http://schemas.openxmlformats.org/officeDocument/2006/relationships" id="286" r:id="Rc5b6b06599614451"/>
    <p:sldId xmlns:r="http://schemas.openxmlformats.org/officeDocument/2006/relationships" id="287" r:id="R396fad18382d4dcd"/>
    <p:sldId xmlns:r="http://schemas.openxmlformats.org/officeDocument/2006/relationships" id="288" r:id="Ra74405f210984b8a"/>
    <p:sldId xmlns:r="http://schemas.openxmlformats.org/officeDocument/2006/relationships" id="289" r:id="Re415823149ff4811"/>
    <p:sldId xmlns:r="http://schemas.openxmlformats.org/officeDocument/2006/relationships" id="290" r:id="Rba13b1d304b24027"/>
    <p:sldId xmlns:r="http://schemas.openxmlformats.org/officeDocument/2006/relationships" id="291" r:id="R768a9d28e45d442b"/>
    <p:sldId xmlns:r="http://schemas.openxmlformats.org/officeDocument/2006/relationships" id="292" r:id="Rdbd91b9d0f5741cd"/>
    <p:sldId xmlns:r="http://schemas.openxmlformats.org/officeDocument/2006/relationships" id="293" r:id="R71942f2ac1684894"/>
    <p:sldId xmlns:r="http://schemas.openxmlformats.org/officeDocument/2006/relationships" id="294" r:id="R0de6fcad28d744d6"/>
    <p:sldId xmlns:r="http://schemas.openxmlformats.org/officeDocument/2006/relationships" id="295" r:id="R1bbcacd377d1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4fc225974f460e" /><Relationship Type="http://schemas.openxmlformats.org/officeDocument/2006/relationships/slideMaster" Target="/ppt/slideMasters/slideMaster1.xml" Id="R6a44d0b34d954737" /><Relationship Type="http://schemas.openxmlformats.org/officeDocument/2006/relationships/notesMaster" Target="/ppt/notesMasters/notesMaster1.xml" Id="Rd56d03de2f5c4921" /><Relationship Type="http://schemas.openxmlformats.org/officeDocument/2006/relationships/presProps" Target="/ppt/presProps.xml" Id="Rbc1b10b6721745d0" /><Relationship Type="http://schemas.openxmlformats.org/officeDocument/2006/relationships/tableStyles" Target="/ppt/tableStyles.xml" Id="R31b6bad482024b5a" /><Relationship Type="http://schemas.openxmlformats.org/officeDocument/2006/relationships/slide" Target="/ppt/slides/slide1.xml" Id="R3a6cd36489864c2f" /><Relationship Type="http://schemas.openxmlformats.org/officeDocument/2006/relationships/slide" Target="/ppt/slides/slide2.xml" Id="Rf5263c2abb0f4659" /><Relationship Type="http://schemas.openxmlformats.org/officeDocument/2006/relationships/slide" Target="/ppt/slides/slide3.xml" Id="R64aa0f7691624eaf" /><Relationship Type="http://schemas.openxmlformats.org/officeDocument/2006/relationships/slide" Target="/ppt/slides/slide4.xml" Id="Re0fc56012904430f" /><Relationship Type="http://schemas.openxmlformats.org/officeDocument/2006/relationships/slide" Target="/ppt/slides/slide5.xml" Id="Rafed13283b8e4a0f" /><Relationship Type="http://schemas.openxmlformats.org/officeDocument/2006/relationships/slide" Target="/ppt/slides/slide6.xml" Id="R2f4edd1099cb4710" /><Relationship Type="http://schemas.openxmlformats.org/officeDocument/2006/relationships/slide" Target="/ppt/slides/slide7.xml" Id="Rc4d50e2f29134b7e" /><Relationship Type="http://schemas.openxmlformats.org/officeDocument/2006/relationships/slide" Target="/ppt/slides/slide8.xml" Id="R25a026f8d5cc4644" /><Relationship Type="http://schemas.openxmlformats.org/officeDocument/2006/relationships/slide" Target="/ppt/slides/slide9.xml" Id="R9d8685851f234759" /><Relationship Type="http://schemas.openxmlformats.org/officeDocument/2006/relationships/slide" Target="/ppt/slides/slide10.xml" Id="Ra14a16cf6bd54073" /><Relationship Type="http://schemas.openxmlformats.org/officeDocument/2006/relationships/slide" Target="/ppt/slides/slide11.xml" Id="Rbb717f62dc4240f7" /><Relationship Type="http://schemas.openxmlformats.org/officeDocument/2006/relationships/slide" Target="/ppt/slides/slide12.xml" Id="Rfadb88be74a84e7d" /><Relationship Type="http://schemas.openxmlformats.org/officeDocument/2006/relationships/slide" Target="/ppt/slides/slide13.xml" Id="R8254ab3828e84a73" /><Relationship Type="http://schemas.openxmlformats.org/officeDocument/2006/relationships/slide" Target="/ppt/slides/slide14.xml" Id="R26d981f441404f21" /><Relationship Type="http://schemas.openxmlformats.org/officeDocument/2006/relationships/slide" Target="/ppt/slides/slide15.xml" Id="R0d0f2ad4de0f4e9e" /><Relationship Type="http://schemas.openxmlformats.org/officeDocument/2006/relationships/slide" Target="/ppt/slides/slide16.xml" Id="Rc1fddbae4d4f4cf7" /><Relationship Type="http://schemas.openxmlformats.org/officeDocument/2006/relationships/slide" Target="/ppt/slides/slide17.xml" Id="Rdb07f2bf690d43bc" /><Relationship Type="http://schemas.openxmlformats.org/officeDocument/2006/relationships/slide" Target="/ppt/slides/slide18.xml" Id="R51c7554aa85c4b51" /><Relationship Type="http://schemas.openxmlformats.org/officeDocument/2006/relationships/slide" Target="/ppt/slides/slide19.xml" Id="R584878519d5a4ec7" /><Relationship Type="http://schemas.openxmlformats.org/officeDocument/2006/relationships/slide" Target="/ppt/slides/slide20.xml" Id="R0804288456784117" /><Relationship Type="http://schemas.openxmlformats.org/officeDocument/2006/relationships/slide" Target="/ppt/slides/slide21.xml" Id="R7a338df064a04256" /><Relationship Type="http://schemas.openxmlformats.org/officeDocument/2006/relationships/slide" Target="/ppt/slides/slide22.xml" Id="R7a584d4d1ebf443a" /><Relationship Type="http://schemas.openxmlformats.org/officeDocument/2006/relationships/slide" Target="/ppt/slides/slide23.xml" Id="R37c8a91af89948b1" /><Relationship Type="http://schemas.openxmlformats.org/officeDocument/2006/relationships/slide" Target="/ppt/slides/slide24.xml" Id="R28093baea9c74683" /><Relationship Type="http://schemas.openxmlformats.org/officeDocument/2006/relationships/slide" Target="/ppt/slides/slide25.xml" Id="R043b864aa59549c6" /><Relationship Type="http://schemas.openxmlformats.org/officeDocument/2006/relationships/slide" Target="/ppt/slides/slide26.xml" Id="R6d3fac332f904f36" /><Relationship Type="http://schemas.openxmlformats.org/officeDocument/2006/relationships/slide" Target="/ppt/slides/slide27.xml" Id="R48da594fc8c84bd7" /><Relationship Type="http://schemas.openxmlformats.org/officeDocument/2006/relationships/slide" Target="/ppt/slides/slide28.xml" Id="Rc8d17d4d90f147a5" /><Relationship Type="http://schemas.openxmlformats.org/officeDocument/2006/relationships/slide" Target="/ppt/slides/slide29.xml" Id="R45c47b3e51e64434" /><Relationship Type="http://schemas.openxmlformats.org/officeDocument/2006/relationships/slide" Target="/ppt/slides/slide30.xml" Id="Ref3421d98eb64159" /><Relationship Type="http://schemas.openxmlformats.org/officeDocument/2006/relationships/slide" Target="/ppt/slides/slide31.xml" Id="Rc5b6b06599614451" /><Relationship Type="http://schemas.openxmlformats.org/officeDocument/2006/relationships/slide" Target="/ppt/slides/slide32.xml" Id="R396fad18382d4dcd" /><Relationship Type="http://schemas.openxmlformats.org/officeDocument/2006/relationships/slide" Target="/ppt/slides/slide33.xml" Id="Ra74405f210984b8a" /><Relationship Type="http://schemas.openxmlformats.org/officeDocument/2006/relationships/slide" Target="/ppt/slides/slide34.xml" Id="Re415823149ff4811" /><Relationship Type="http://schemas.openxmlformats.org/officeDocument/2006/relationships/slide" Target="/ppt/slides/slide35.xml" Id="Rba13b1d304b24027" /><Relationship Type="http://schemas.openxmlformats.org/officeDocument/2006/relationships/slide" Target="/ppt/slides/slide36.xml" Id="R768a9d28e45d442b" /><Relationship Type="http://schemas.openxmlformats.org/officeDocument/2006/relationships/slide" Target="/ppt/slides/slide37.xml" Id="Rdbd91b9d0f5741cd" /><Relationship Type="http://schemas.openxmlformats.org/officeDocument/2006/relationships/slide" Target="/ppt/slides/slide38.xml" Id="R71942f2ac1684894" /><Relationship Type="http://schemas.openxmlformats.org/officeDocument/2006/relationships/slide" Target="/ppt/slides/slide39.xml" Id="R0de6fcad28d744d6" /><Relationship Type="http://schemas.openxmlformats.org/officeDocument/2006/relationships/slide" Target="/ppt/slides/slide40.xml" Id="R1bbcacd377d1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47d03413746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51bdd5d1147a8" /><Relationship Type="http://schemas.openxmlformats.org/officeDocument/2006/relationships/notesMaster" Target="/ppt/notesMasters/notesMaster1.xml" Id="Rb93e4d720c7544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24c2aad6c4997" /><Relationship Type="http://schemas.openxmlformats.org/officeDocument/2006/relationships/notesMaster" Target="/ppt/notesMasters/notesMaster1.xml" Id="Re0adc0a906d3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ead2deaacf4386" /><Relationship Type="http://schemas.openxmlformats.org/officeDocument/2006/relationships/notesMaster" Target="/ppt/notesMasters/notesMaster1.xml" Id="Rfb8def418a36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2dbfca029471c" /><Relationship Type="http://schemas.openxmlformats.org/officeDocument/2006/relationships/notesMaster" Target="/ppt/notesMasters/notesMaster1.xml" Id="Rf45c2a45968a41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0ef328d04049d0" /><Relationship Type="http://schemas.openxmlformats.org/officeDocument/2006/relationships/notesMaster" Target="/ppt/notesMasters/notesMaster1.xml" Id="Rd33332c01816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cd5f49e8c74a92" /><Relationship Type="http://schemas.openxmlformats.org/officeDocument/2006/relationships/notesMaster" Target="/ppt/notesMasters/notesMaster1.xml" Id="R908807121e7a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f6ee92ead2410b" /><Relationship Type="http://schemas.openxmlformats.org/officeDocument/2006/relationships/notesMaster" Target="/ppt/notesMasters/notesMaster1.xml" Id="R4d30396a866345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b1c720c29c40bf" /><Relationship Type="http://schemas.openxmlformats.org/officeDocument/2006/relationships/notesMaster" Target="/ppt/notesMasters/notesMaster1.xml" Id="Rb7ae659f403149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3716ab4721447a" /><Relationship Type="http://schemas.openxmlformats.org/officeDocument/2006/relationships/notesMaster" Target="/ppt/notesMasters/notesMaster1.xml" Id="Rdfa7d86c4faf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9de78a80a84abd" /><Relationship Type="http://schemas.openxmlformats.org/officeDocument/2006/relationships/notesMaster" Target="/ppt/notesMasters/notesMaster1.xml" Id="R8566d0e8fc4540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43b735800742db" /><Relationship Type="http://schemas.openxmlformats.org/officeDocument/2006/relationships/notesMaster" Target="/ppt/notesMasters/notesMaster1.xml" Id="R61eeba54edfe45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19c3e227ce4a99" /><Relationship Type="http://schemas.openxmlformats.org/officeDocument/2006/relationships/notesMaster" Target="/ppt/notesMasters/notesMaster1.xml" Id="R94da0cc57d2246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5bf6ada26c4d3a" /><Relationship Type="http://schemas.openxmlformats.org/officeDocument/2006/relationships/notesMaster" Target="/ppt/notesMasters/notesMaster1.xml" Id="Ra8e0501933914d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05cc7ff73b4fcc" /><Relationship Type="http://schemas.openxmlformats.org/officeDocument/2006/relationships/notesMaster" Target="/ppt/notesMasters/notesMaster1.xml" Id="R2e6978383b6d4d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0820ab90e74629" /><Relationship Type="http://schemas.openxmlformats.org/officeDocument/2006/relationships/notesMaster" Target="/ppt/notesMasters/notesMaster1.xml" Id="R90fe2940db214e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919c1142114313" /><Relationship Type="http://schemas.openxmlformats.org/officeDocument/2006/relationships/notesMaster" Target="/ppt/notesMasters/notesMaster1.xml" Id="Rd02738508c8f44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021764046d4097" /><Relationship Type="http://schemas.openxmlformats.org/officeDocument/2006/relationships/notesMaster" Target="/ppt/notesMasters/notesMaster1.xml" Id="R1b44ada3e10a46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0016f3e2c34d81" /><Relationship Type="http://schemas.openxmlformats.org/officeDocument/2006/relationships/notesMaster" Target="/ppt/notesMasters/notesMaster1.xml" Id="Rd216534cb3ea44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d3f905b2654d2d" /><Relationship Type="http://schemas.openxmlformats.org/officeDocument/2006/relationships/notesMaster" Target="/ppt/notesMasters/notesMaster1.xml" Id="Rfe1e5d54f36449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b726d8f40da49d5" /><Relationship Type="http://schemas.openxmlformats.org/officeDocument/2006/relationships/notesMaster" Target="/ppt/notesMasters/notesMaster1.xml" Id="Ra47c2822907642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59fce466b084776" /><Relationship Type="http://schemas.openxmlformats.org/officeDocument/2006/relationships/notesMaster" Target="/ppt/notesMasters/notesMaster1.xml" Id="Rb010672f2faf4f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9cdc7e06b64441" /><Relationship Type="http://schemas.openxmlformats.org/officeDocument/2006/relationships/notesMaster" Target="/ppt/notesMasters/notesMaster1.xml" Id="Rab17fad619ee45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f7abadae7545ae" /><Relationship Type="http://schemas.openxmlformats.org/officeDocument/2006/relationships/notesMaster" Target="/ppt/notesMasters/notesMaster1.xml" Id="Rf432a320f2444b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9a897640244951" /><Relationship Type="http://schemas.openxmlformats.org/officeDocument/2006/relationships/notesMaster" Target="/ppt/notesMasters/notesMaster1.xml" Id="Rb552bfa6eb9243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ac32d5a3f84fe3" /><Relationship Type="http://schemas.openxmlformats.org/officeDocument/2006/relationships/notesMaster" Target="/ppt/notesMasters/notesMaster1.xml" Id="R19d50ca853ec4f6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635a367d484c4f" /><Relationship Type="http://schemas.openxmlformats.org/officeDocument/2006/relationships/notesMaster" Target="/ppt/notesMasters/notesMaster1.xml" Id="R3f5b393277d143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1aae366b4445e4" /><Relationship Type="http://schemas.openxmlformats.org/officeDocument/2006/relationships/notesMaster" Target="/ppt/notesMasters/notesMaster1.xml" Id="R16dbd5a1ac8d4e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ff6b2475c7c4d21" /><Relationship Type="http://schemas.openxmlformats.org/officeDocument/2006/relationships/notesMaster" Target="/ppt/notesMasters/notesMaster1.xml" Id="R894688c351d64b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28f69ff0ca40cc" /><Relationship Type="http://schemas.openxmlformats.org/officeDocument/2006/relationships/notesMaster" Target="/ppt/notesMasters/notesMaster1.xml" Id="Ra0dc9ef7022244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996bc3a2f645c9" /><Relationship Type="http://schemas.openxmlformats.org/officeDocument/2006/relationships/notesMaster" Target="/ppt/notesMasters/notesMaster1.xml" Id="Rb05149d8da14412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b42ff55cce74125" /><Relationship Type="http://schemas.openxmlformats.org/officeDocument/2006/relationships/notesMaster" Target="/ppt/notesMasters/notesMaster1.xml" Id="R75374b5bbca44cb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554a0f2e574986" /><Relationship Type="http://schemas.openxmlformats.org/officeDocument/2006/relationships/notesMaster" Target="/ppt/notesMasters/notesMaster1.xml" Id="R72df720cf61c4e3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bb79ec37d92487d" /><Relationship Type="http://schemas.openxmlformats.org/officeDocument/2006/relationships/notesMaster" Target="/ppt/notesMasters/notesMaster1.xml" Id="R99de7139727f42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502df0ec5ce48fd" /><Relationship Type="http://schemas.openxmlformats.org/officeDocument/2006/relationships/notesMaster" Target="/ppt/notesMasters/notesMaster1.xml" Id="Rce054f6f6d50402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85005d581c437e" /><Relationship Type="http://schemas.openxmlformats.org/officeDocument/2006/relationships/notesMaster" Target="/ppt/notesMasters/notesMaster1.xml" Id="R40fc829f610c44c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6aee0da241041d8" /><Relationship Type="http://schemas.openxmlformats.org/officeDocument/2006/relationships/notesMaster" Target="/ppt/notesMasters/notesMaster1.xml" Id="Ra0c54309698a4b4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d8d5253539c4ca9" /><Relationship Type="http://schemas.openxmlformats.org/officeDocument/2006/relationships/notesMaster" Target="/ppt/notesMasters/notesMaster1.xml" Id="R89610d35a5da44a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2b8f2f7203d4706" /><Relationship Type="http://schemas.openxmlformats.org/officeDocument/2006/relationships/notesMaster" Target="/ppt/notesMasters/notesMaster1.xml" Id="R65973515bc5e4a3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8ec81a27117446e" /><Relationship Type="http://schemas.openxmlformats.org/officeDocument/2006/relationships/notesMaster" Target="/ppt/notesMasters/notesMaster1.xml" Id="Rc280bd6a5a4348e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998ddf801ba40dd" /><Relationship Type="http://schemas.openxmlformats.org/officeDocument/2006/relationships/notesMaster" Target="/ppt/notesMasters/notesMaster1.xml" Id="R99d308b4564846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bf7b4d2764a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88c89bfc848dc" /><Relationship Type="http://schemas.openxmlformats.org/officeDocument/2006/relationships/slideLayout" Target="/ppt/slideLayouts/slideLayout1.xml" Id="R298c8b3eb04c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c8b3eb04c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204879fba4163" /><Relationship Type="http://schemas.openxmlformats.org/officeDocument/2006/relationships/notesSlide" Target="/ppt/notesSlides/notesSlide1.xml" Id="Rfd9a772367df46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206a397504f02" /><Relationship Type="http://schemas.openxmlformats.org/officeDocument/2006/relationships/notesSlide" Target="/ppt/notesSlides/notesSlide2.xml" Id="Rb12f6312abd14a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552587ffa479e" /><Relationship Type="http://schemas.openxmlformats.org/officeDocument/2006/relationships/notesSlide" Target="/ppt/notesSlides/notesSlide3.xml" Id="R4ce4899d3987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6f3b240e944fc" /><Relationship Type="http://schemas.openxmlformats.org/officeDocument/2006/relationships/notesSlide" Target="/ppt/notesSlides/notesSlide4.xml" Id="R9b56232ee29140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b3e3095ef4059" /><Relationship Type="http://schemas.openxmlformats.org/officeDocument/2006/relationships/notesSlide" Target="/ppt/notesSlides/notesSlide5.xml" Id="Ra539d9800d6441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fc901266b4c6e" /><Relationship Type="http://schemas.openxmlformats.org/officeDocument/2006/relationships/notesSlide" Target="/ppt/notesSlides/notesSlide6.xml" Id="R7b25d802111b47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63a88fd3e46de" /><Relationship Type="http://schemas.openxmlformats.org/officeDocument/2006/relationships/notesSlide" Target="/ppt/notesSlides/notesSlide7.xml" Id="Rfa168100355243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446374f984512" /><Relationship Type="http://schemas.openxmlformats.org/officeDocument/2006/relationships/notesSlide" Target="/ppt/notesSlides/notesSlide8.xml" Id="R27cd3fd8999146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c6200475b4245" /><Relationship Type="http://schemas.openxmlformats.org/officeDocument/2006/relationships/notesSlide" Target="/ppt/notesSlides/notesSlide9.xml" Id="Rdddab79921524c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3f1f5980a4843" /><Relationship Type="http://schemas.openxmlformats.org/officeDocument/2006/relationships/notesSlide" Target="/ppt/notesSlides/notesSlide10.xml" Id="Rab5f17b00e6645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a2c4b3f3243f6" /><Relationship Type="http://schemas.openxmlformats.org/officeDocument/2006/relationships/notesSlide" Target="/ppt/notesSlides/notesSlide11.xml" Id="R16732c451d1f4a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fbb6eaca64cc9" /><Relationship Type="http://schemas.openxmlformats.org/officeDocument/2006/relationships/notesSlide" Target="/ppt/notesSlides/notesSlide12.xml" Id="Rd45053b6b7ff44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cb0ca477f4f47" /><Relationship Type="http://schemas.openxmlformats.org/officeDocument/2006/relationships/notesSlide" Target="/ppt/notesSlides/notesSlide13.xml" Id="Ree5e0f0a374245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0061a40004764" /><Relationship Type="http://schemas.openxmlformats.org/officeDocument/2006/relationships/notesSlide" Target="/ppt/notesSlides/notesSlide14.xml" Id="R6b27bb43838042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68c766e34a22" /><Relationship Type="http://schemas.openxmlformats.org/officeDocument/2006/relationships/notesSlide" Target="/ppt/notesSlides/notesSlide15.xml" Id="Re5ee419e7cdc44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77b5bbadd4412" /><Relationship Type="http://schemas.openxmlformats.org/officeDocument/2006/relationships/notesSlide" Target="/ppt/notesSlides/notesSlide16.xml" Id="Ree82861dd68848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a460a9c884d28" /><Relationship Type="http://schemas.openxmlformats.org/officeDocument/2006/relationships/notesSlide" Target="/ppt/notesSlides/notesSlide17.xml" Id="R7f104a98d3e14a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9ec1843de4b3e" /><Relationship Type="http://schemas.openxmlformats.org/officeDocument/2006/relationships/notesSlide" Target="/ppt/notesSlides/notesSlide18.xml" Id="R702b4ee97cee4b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1f928d5ba4c2d" /><Relationship Type="http://schemas.openxmlformats.org/officeDocument/2006/relationships/notesSlide" Target="/ppt/notesSlides/notesSlide19.xml" Id="Re36f0d86c4c84f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6c9eac4a14c80" /><Relationship Type="http://schemas.openxmlformats.org/officeDocument/2006/relationships/notesSlide" Target="/ppt/notesSlides/notesSlide20.xml" Id="R2890619cb27745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2c6631bc94f39" /><Relationship Type="http://schemas.openxmlformats.org/officeDocument/2006/relationships/notesSlide" Target="/ppt/notesSlides/notesSlide21.xml" Id="Rc4784839a4f349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0758ab3184fc6" /><Relationship Type="http://schemas.openxmlformats.org/officeDocument/2006/relationships/notesSlide" Target="/ppt/notesSlides/notesSlide22.xml" Id="Rd949a4c5412d46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a665ce4364254" /><Relationship Type="http://schemas.openxmlformats.org/officeDocument/2006/relationships/notesSlide" Target="/ppt/notesSlides/notesSlide23.xml" Id="Ra70058542e904f0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05ea9d2d64e9e" /><Relationship Type="http://schemas.openxmlformats.org/officeDocument/2006/relationships/notesSlide" Target="/ppt/notesSlides/notesSlide24.xml" Id="Rd15f9e4ed67346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ca4b0f53f47c9" /><Relationship Type="http://schemas.openxmlformats.org/officeDocument/2006/relationships/notesSlide" Target="/ppt/notesSlides/notesSlide25.xml" Id="R4afc13d877a9468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6293a471f4818" /><Relationship Type="http://schemas.openxmlformats.org/officeDocument/2006/relationships/notesSlide" Target="/ppt/notesSlides/notesSlide26.xml" Id="R0edd840373184d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695a755cd4276" /><Relationship Type="http://schemas.openxmlformats.org/officeDocument/2006/relationships/notesSlide" Target="/ppt/notesSlides/notesSlide27.xml" Id="Rcc5473cab5b946d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46d0771f3415a" /><Relationship Type="http://schemas.openxmlformats.org/officeDocument/2006/relationships/notesSlide" Target="/ppt/notesSlides/notesSlide28.xml" Id="R9ebffa44ca7048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93c8661c5413a" /><Relationship Type="http://schemas.openxmlformats.org/officeDocument/2006/relationships/notesSlide" Target="/ppt/notesSlides/notesSlide29.xml" Id="R4ed6675dbdd845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c03cdb8b5402b" /><Relationship Type="http://schemas.openxmlformats.org/officeDocument/2006/relationships/notesSlide" Target="/ppt/notesSlides/notesSlide30.xml" Id="R8d0cfac833004ea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5873c297b4a73" /><Relationship Type="http://schemas.openxmlformats.org/officeDocument/2006/relationships/notesSlide" Target="/ppt/notesSlides/notesSlide31.xml" Id="R36e5a405dd6c4c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56d60e5bb4ae5" /><Relationship Type="http://schemas.openxmlformats.org/officeDocument/2006/relationships/notesSlide" Target="/ppt/notesSlides/notesSlide32.xml" Id="R67682a3b9ab94f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f21fa724a491f" /><Relationship Type="http://schemas.openxmlformats.org/officeDocument/2006/relationships/notesSlide" Target="/ppt/notesSlides/notesSlide33.xml" Id="R5118c758107149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d6226be6a4aa7" /><Relationship Type="http://schemas.openxmlformats.org/officeDocument/2006/relationships/notesSlide" Target="/ppt/notesSlides/notesSlide34.xml" Id="R2da2eb0f67554ca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af07a4a3a482f" /><Relationship Type="http://schemas.openxmlformats.org/officeDocument/2006/relationships/notesSlide" Target="/ppt/notesSlides/notesSlide35.xml" Id="Rf337d1b6aa90413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6c4c448dd477e" /><Relationship Type="http://schemas.openxmlformats.org/officeDocument/2006/relationships/notesSlide" Target="/ppt/notesSlides/notesSlide36.xml" Id="R984dea373839460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8aee8d9fc4f6e" /><Relationship Type="http://schemas.openxmlformats.org/officeDocument/2006/relationships/notesSlide" Target="/ppt/notesSlides/notesSlide37.xml" Id="Re56ce45209c94d9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d1ada0d5e43a9" /><Relationship Type="http://schemas.openxmlformats.org/officeDocument/2006/relationships/notesSlide" Target="/ppt/notesSlides/notesSlide38.xml" Id="R04b8e9bf947e415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38726d90d402a" /><Relationship Type="http://schemas.openxmlformats.org/officeDocument/2006/relationships/notesSlide" Target="/ppt/notesSlides/notesSlide39.xml" Id="R608f893a732a44c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257e3285440a" /><Relationship Type="http://schemas.openxmlformats.org/officeDocument/2006/relationships/notesSlide" Target="/ppt/notesSlides/notesSlide40.xml" Id="R1c0f6c36dcc84f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E3620-D923-47C8-98EB-EFC4AB8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C1CA8-31D1-4247-A036-4E6494E3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Sustainable Built Environment: Emerging materials : Types and Uses of Autoclaved Aerated Concrete (AAC) blocks, Bamboo,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55C6D-BB29-430F-AB5D-16812F0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95800-F6A7-4C81-B7A8-2EA08C25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155E5-FF48-43DA-A171-F2ECC17A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4E414-D755-4B76-8381-892895A5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0BD38-142B-433C-BD0C-161CC73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D56AE-9ECD-4CFC-A783-4CA6666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E18FB-5A63-49D6-8238-9B94FDF7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E11F9-971F-4E9F-A33D-3031215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4B567-A579-4EB2-AA4C-1AE30679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0A23F-F7F2-44CB-BD98-998FAC9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1734C-FF1F-4F64-A0FF-9D4AAAD9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69598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4920E-2D49-40EE-AC45-979139D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041DA-213B-47CC-9E51-5BA5484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AB746-D118-4CCC-82D5-EC7272F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3CDD1-2B47-400D-96E5-FE15DFC0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1DF3D-764E-4373-9574-DC74E67E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FF93B-42BD-4647-8FE1-A0564D3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082D7-FED2-42F5-8A13-5A8649E7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50F3-2FD3-4E3A-A968-ED72EE8F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E1F10-3120-419D-9D63-E874F44B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36586-9375-4C78-84B6-7883ABE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E53C6-C407-457A-90FA-FF1A4279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1D259-D214-4A90-BFAC-D626357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016D1-4704-4584-A539-83C12DC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F3758-0659-460D-8BF0-D428B1E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252D9-BDBE-4D1B-934C-CFF65E5F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381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D7461-E6FD-4221-8408-090EB58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6D0DB-10CD-41FC-AE98-A55A454D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947EE-5B55-4CF6-A3AB-F0AF0DD7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7A8E8-3A92-48F5-AB1F-BAF1234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DD5EE-8B6C-41F3-B9E7-E9D4293C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6AE98-EF0B-48C7-B248-AF437AE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686BA-C686-4F2F-B9BE-64ED2D77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3642F-A0CB-472A-9CE7-4632CB18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9570B-40AD-4365-9989-EBB15923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Sustainable Built Environment: Emerging materials : Types...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9F881-8026-4BC3-A91C-4D48D99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93C18-AE31-47AF-8347-77F39E6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6C299-20D6-46D4-9EE6-B6530A5F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Recycled plastics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F4589-27FC-4283-A3D4-AD1B6C8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5898F-077F-41BA-9E89-29B2E75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962BC-1393-473E-9B98-61FDC82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Material selection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D9A59-1F5E-4479-AA9E-4EE93BE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74F17-FE5A-4785-805A-8DB12516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09589-155D-4EF9-8C78-498D773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Durability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3065E-F5AC-4EBC-80BC-688FA27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A6D61-1B78-49EB-91E5-15051077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A8169-30E9-45D1-AFA2-2EDD7D56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Sustainability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58255-3F81-4F7F-BCFF-99375CBB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DD5BD-807C-4B85-90F1-FF4AE8AE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082D4-26CD-4F66-9C2A-2E4DF1D6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Smart City concept. Green Building : Green building mater...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E2C43-BB50-4D38-B90A-425B7E35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68B25-16B1-417C-9F03-6E076570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D517E-7F26-4585-BC06-6CA1122F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GRIHA (Green Rating for Integrated Habitat Assessment) fo...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9FA09-8DB5-4548-9613-E3898D7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2F9FD3-E83D-4EAA-8443-5625C78E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90194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DBA32-4B84-4D47-B0D9-0542E24F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D0130-E1BD-458F-A5D6-307BBCE7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5F6D2-1FB8-4B5E-B544-A650EBC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BFEC9-0E81-4359-94E3-AFC6495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87DD3-9D08-4716-9E85-1D2B0DB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605F3-BEE2-4D42-BE67-F1A1E0C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FD0A7-D577-45CE-AFC4-E83E243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21074-36EB-4520-A85D-EFDF8DC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Sustainable Built Environment: Emerging materials : Types...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66DAD-6675-4441-812D-709ECF02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74978-7133-421B-8D92-334E8BC3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C2BF0-9290-4656-8E2E-AFF70501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Recycled plastics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E8DF0-62CF-4A62-B455-AA09666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89BB9-1C88-4EC4-9BBD-DDA5D9E3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E3F5-EB15-423C-862A-E0004077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Material selection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69C44-816F-4707-8A27-D4F9E929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AAA15-7290-4AFD-8FED-F5E9F913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550C1-42AC-4FFC-AE14-F4EFD845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Durability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6ABDE-B14A-4226-AFDD-AE207B6C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77033-EA9E-4DC2-AFF5-E96C3809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D880E-15AC-48E0-9BB2-4A7A8C6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Sustainability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65F71-6DCB-453B-8FB7-35EA28F1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64DA4-ED37-4F51-9F9D-B63ED722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C308C-B060-42DF-946C-AF2E1E8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Smart City concept. Green Building : Green building mater...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6CF18-FC66-4F46-825D-B04A6D93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96AEA-7B1C-4C99-BA1F-DD810CA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7E096-0772-408C-A563-665D1324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GRIHA (Green Rating for Integrated Habitat Assessment) fo...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93F5B4-3080-420A-8820-95FF791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0F500-20E3-452B-9F9A-D53E43C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9C552-130A-4E0D-B38B-8B36683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25043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A2FDF-675B-4E42-AEE7-C8390C3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59BC8-609F-41EF-9CC7-41F1F19F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D7D93-E744-4871-B069-0D0F8466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9579D-C0CE-4B8A-B13D-53BBD5A1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03C6E-8EAB-4B46-BEB4-2E9F991D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Sustainable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0CD47-E146-40F5-BCCF-AAEFAE30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8A5BD-7711-4A17-A58B-95C6C586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37F73-BC91-495F-A974-07C51D2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Emerging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19BFD-C5A0-4C7B-887F-995F029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B38F5-89E8-4173-8E4C-A18DD57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6D35E-0B1B-4A44-BBF7-572F9E4A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24357-3755-400B-B35A-00E4966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Autoclaved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23277-A3B0-4D14-BFA9-7456D184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Aerated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2C315-9065-4F46-8704-CB3D5A54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Concrete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B1131-508D-4665-A51D-A3D701EA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52A7A-8202-4D7C-91C7-CCC80064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56778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8B915-9C8F-494B-9B2F-698A9B83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FA8D4-DC5F-4717-838B-C60B17C4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803F1-B183-4DD7-A2CC-2EF5E43C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1F5A4-81EC-4C9F-9556-71FE9339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8237C-E609-4FE9-ADA2-E74E99C6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Sustainable Built Environment: Emerging materials : Types and Uses of Autoclaved Aerated Concrete (AAC)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79BB7-0577-43FF-8CEE-EE446DF5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Sustainable Built Environment: Emerging m...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1435F-1AF5-46F4-A679-D6224F5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596A7-FEE6-4CDF-9AA3-514724C2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845E3-3A71-4A42-AB0C-270E23D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8C72B-7F17-4738-9E5A-0DD00678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ECBE5-3259-428E-B75D-492DA5E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84E12-E432-49E9-9C0C-AD0F629F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18339-04D0-409D-A693-77456F4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CC323-F478-43E6-92AC-D26509A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B8CAC-BD86-43B9-8C89-9F44D00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71289-EC5C-44B6-AA68-4C910A9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84609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16772-02CA-4859-AC46-647C7B3C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C611D-5711-4E71-ADBD-751711B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C0721-C18C-4A43-97B8-708E708E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73C70-299F-4B53-A767-29C1F44C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A3A8E-CBBD-4D8E-B745-AD6DBAD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FE834-60DF-4D01-99F6-9132FD29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9DB17-3673-45F6-9A8E-C69992E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4AE99-AA0E-4E7A-A21F-1F4750A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C6BDE-8693-496B-ABA6-29EDF29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Sustainable Built...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51F8F-E0FD-4223-B19B-657E4496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32BC6-BC9D-4FB7-A8D6-F653D81E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28F8E-C106-4F5A-871E-ABCE3B9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Sustainable...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DF531-6053-4A3E-86E3-337FCF0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4429E-3754-4030-969B-26AB7A5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BA1D2-9714-490C-B570-D5CCEE8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Sustaina...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7BBE3-0B6F-432D-9220-1992C5A2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A4B5F-1824-48A7-B52F-C430E0E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9F99E-1E10-48B2-879C-53B91724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Sustainable Buil...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CA532-91B7-4988-837E-B39440F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912DA-356D-4A97-AD82-AF2E9640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3E88F-C665-4F00-91F1-43ED9E3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Sustainable Bu...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C144E-D3D0-402F-AC82-44ABD92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84CC2-D129-4184-8D30-A5BC0DB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64124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737D0-3A20-4E95-BFD6-0E39D2EE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0FE38-1BFA-4947-BDBA-0F60FDA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9387-A461-4078-B3C9-F6CAC6D3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F4D28-4BE4-4E6B-A4D4-C2E79C4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7E5B0-84BC-494F-89FF-426CFC98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33946-717E-42DA-AF95-317AD846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F8D07-7C3C-40A1-902C-6D723F08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56F13-9BBD-433F-81EA-7721ED8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F6F27-14D9-4632-88C5-89CB3A4A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671FC-5937-4E10-B7AE-976EB5D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09005-49F3-499D-BD51-D63F25C7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2016D-E55B-4BA5-910B-B094A3A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CE22D-8EBE-469D-B1E5-A94C8B87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3B067-00FB-48B2-BA71-AB1C5798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7B8D6-379F-4BF6-AE4E-B4D73CBF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165197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0D8D3-2D37-42CE-8580-2061B3A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63374-5175-4E48-9556-3068D85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62A7C-829A-42A8-AB82-BC11CC18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4285E-177E-4B5E-8C00-12FA652A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CCD82-9009-406D-8787-29712BFF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CF097-5C78-4B48-BBC8-F20FE482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Sustainable Built Environment: Emerging materials : Types...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E394A-411B-4548-ADCB-31E1D0B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5AD63-B08A-4CC4-8822-CE6F630C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7F0B-CB7F-4F6B-85A3-22A1F2D4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923F1-906D-41E4-9B93-BC814E60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AAA27-6B88-4737-BE29-BB443279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10684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01E49-FB49-45E4-B1BE-FF5F6006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B2F89-3A2C-4F59-BB1F-C8850F16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0FF36-1545-46F8-87EC-C731E59C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C53D9-F1B2-4BDD-ADFC-96661392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C6F79-85FC-4B17-85AB-341A5AE4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Recycled plastics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C2-4E20-4215-A0C2-E98FB592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Recycled plastics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758B8-28DB-4490-B997-6765FA8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9D646-F9E4-4845-B0F6-3254C10E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D1ABF-2F12-4E03-86C4-D40FBE7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8F4F0-C60A-4898-B1E8-11CF0F4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B7AF4-94ED-419C-9661-6DB29C25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E12C2-4DEF-445E-8280-46871CE7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66AB7-E5AA-4145-B0F0-A138682D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8AD95-63BF-4420-BB87-5C1043E5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AD583-348B-4DB6-96BC-0903C22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2483B-59C4-40B6-8627-B4D257B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73795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1D6A3-E9BE-49BC-AEA6-01522C8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92498-E90C-40C5-B113-DDE11D34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F2E22-2D86-4248-BD35-E20EFE0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9EEEF-42A9-40D8-8489-3A1FFB4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15746-C86A-4A96-BD45-0BC9096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4FF5E-8955-4726-A167-439343AD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2EBE1-D3A8-4394-A33F-A367A46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9E581-0A09-430A-980B-AF605744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BA66A-193B-4083-A6D7-0852B437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Recycled plastics.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C172B-7F50-49D0-B23F-40447441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93CAE-3D2D-44F6-9936-C4C8C8D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BAD06-97B1-49A9-AC7E-68E3FC42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Recycled pl...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48169-C966-41D9-B648-AAC8FA2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412DF-53E8-49F9-BC18-6C4047B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3E6E4-6BB3-4A04-869B-5CC1DD6B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Recycled...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80506-6D5F-44D2-AE7D-D2B54C16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1BE02-E876-401E-84CA-6859AD0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C0743-9C52-46B7-811A-59E86A7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Recycled plastic...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62241-2A1F-48C7-A22B-3414F920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FB661-9988-4B22-BD39-EA1D6CD0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3140A-0CBA-4D9D-80F1-2E8128E6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Recycled plast...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5093D-9361-4F06-ADC6-364D7A5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F7265D-FD68-4311-94AA-0D1C5BE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49589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19A7F-78B3-4A75-B127-A27E9498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E3AEA-3104-498B-AB5D-99C31F7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49B84-FB16-4132-BF25-A52E250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B3207-8839-4555-8ABD-3B5FECB1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6F001-3A06-45A6-9C46-B9F3B8F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1B667-0514-4553-BDC6-24742798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2243C-AA96-4551-A1D8-6B870B7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C8FD6-5A1C-4C2E-904D-4B00BBD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EB27-0D9B-4B81-BBEC-709803E7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D024D-2F39-40BF-A85A-890B20A5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1DDFC-C20A-4EE7-826D-07F17110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C4824-CFB8-449E-BDD1-50ACEF9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EA5A8-42C7-496C-9CD5-BAD45A57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FEFE9-2B38-49D4-9774-8A42CF0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EB748-ED24-47C0-9701-455D2B99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510572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769BA-5C5B-4152-880F-E911BB9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D3BA8-630B-4EDB-9E5F-B22013F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62556-815A-41A9-A3EF-D50FE30B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DC780-26E5-4053-BE25-C1208933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50AFA-A0FE-47D2-BF97-FB365A81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D6FA8-1DEF-48EC-804E-732D3865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Recycled plastics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CC065-29B3-4CD3-A2E3-96F29D29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97E98-A59D-4C78-93F6-126D5CF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250EC-0B66-42DE-B800-6AEE7D5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82147-2254-4068-BA12-83B63C10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B0224-E0B2-4B5A-85B8-C5C615CF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143213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A64D7-9CB2-4A5B-921E-BF143F1C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57977-59CC-42BE-8275-F153E38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C3D0B-A922-4D4E-BDCE-F90F1009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ED186-7D03-4428-A3BF-CBB16CB0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56C19-0100-4014-BD95-3944531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Material selection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5366A-2A77-43D7-A86A-D67C83C5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 selection criteria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E0581-CFA0-4A41-9EA6-F5D2390A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AF476-9992-4198-AAEB-4E7754F3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A9E91-D0E6-4D2B-80BB-AEA69B8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38AD1-8226-4429-AF4F-D789B660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00852-C56F-4CC2-BD71-144D6E26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42271-3B9C-4258-B495-1CF19A7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F9FEF-D98C-4F4E-B1C3-D9B39A14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3BDFE-5D57-42A0-A2D7-859FDBA2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80392-AD91-481B-B610-6ABD1A7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CBEBD-B4F2-41B6-B73B-D1177C28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049181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A8109-441C-42EF-A299-175CE67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38325-AD70-49F1-A3D1-6A05FC6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0D8FF-4F1C-4CEB-8824-1A2B074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4219B-2E2E-4C4F-A56C-543FADD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6285B-416C-4CA3-9B52-AF02BCA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BC13B-17B2-47AF-975F-4189E8BF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DCFC5-DE47-4595-8CAA-0124A847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BDDFD-78D9-4FA3-A073-099F2C8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2E7A7-9E69-4332-997F-5FB98DD9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Material selection...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A218C-B506-409C-AE79-982BAF6F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B6FFE-2727-476C-AE2A-8E68A78D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E2FCE-7B1F-4BDF-9A07-43C64E4C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Material 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C4585-7832-413C-97B7-21AA733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73EC1-6023-4F8B-84A1-E147336B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2DA00-AA0D-4E63-B6A5-7BBABF3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Material...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FAE00-0757-489F-81C1-3D127518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10760-8838-446C-9E0F-09C0507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CB288-CCAC-4AA3-B643-A4B72FD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Material selecti...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88709-1CE0-40C0-B6AA-481D7EB1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FE1DF-69D4-427A-BCAE-61830F1E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B5F93-3A98-40C9-B7D7-402D3CD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Material selec...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2AA4C-2E8C-4FE0-8802-1D84926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5FB86-ED58-4188-A1A8-8FF303D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1391310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BDE6B-9D38-4B91-B16C-C52599FA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0DAAA-37EF-43C7-B82A-ED276E45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A195B-9802-4F4A-BE90-878698E4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859C-71B7-4159-A803-5714929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5A6E7-C5CC-4661-9908-AA52D17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B5EA4-7E42-4A32-BE40-F356B89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AEADE-35C9-47FE-B559-C2831F95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FBB15-3886-4F5B-B327-9D691329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70489-7FC2-4AF5-BBD6-596D6C6D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A6A37-D3CD-4040-B041-A9692B3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D31B1-520D-4BA8-9DE8-E276BC6C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BDF13-4B9D-46F1-A048-990CB587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667CC-13E3-4799-8A04-217B4B4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F28AE-F536-4A6B-B32C-DF528DA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CF671-A4A9-41E4-AFE0-49005CD3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155708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5B409-18FF-456C-8E6A-CB8075F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98809-8103-4730-A02C-7AE99DFD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D4F5B-99D2-4AC6-82BC-71748FC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51CCD-1C0D-413D-8324-501258C9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CB76F-A4AF-49C5-A936-B395D04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607DC-1C3B-47D7-B47D-81892CAD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Material selection criteria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516B7-9877-4D99-8FA1-6584E03D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D7268-D2D0-4268-851A-75B207C4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7EA54-D68E-4AD3-A317-8ABF1558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E699A-E27D-483A-830F-24E47D4F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B15B4-CAFE-4901-8F98-AA8A4C48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435558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D5DA5-641E-4759-AB24-7E16E74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5A53D-FB02-4F53-A9A0-BB4038BB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63C59-3FE1-419F-AB64-D991892D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F23E-4DBD-4416-B184-580A40A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89C00-9337-4FB3-88BB-9FE80F52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Durability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398A5-E8EA-411B-B04D-9AC35274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Durability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A6BAF-0D23-42A8-8D86-9791D95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70AD9-D23C-415F-8506-A6BAF5D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49105-B3FC-43C9-8A62-FF20206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B1827-4B69-4C74-AE6F-46CA43EE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694E4-6E89-4E6C-8F78-6490B248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0DFF6-D5F4-41FC-B3BD-64A14E5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E4D1D-CF7D-4811-A072-57C10B95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6818C-9131-4D15-9564-1B2CCB4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A6751-2E91-4D77-9D1E-99998305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D0B54-E31C-4793-8493-2644BE2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074911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872F0-BB87-4E3B-9B3B-EDA3A82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7CD4E-084B-45D5-B54E-70FD9B16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CD4AC-CAC7-467D-B87C-BCCAFDF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AC967-AB58-4337-8E6B-B65346C9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70A3D-830A-4F28-831D-0489BDA2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A247B-A43E-4EE8-8219-93038BB2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C53D3-4657-4108-B2B8-7711F78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319B6-598B-460C-9B5A-786B33C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5977C-86B8-41BF-9AD5-C4F542F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Durability.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8AA73-CB9A-453F-ABDA-07C9F18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EB798-CDA8-4420-83BA-5B7105E5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226CA-DE41-44F2-A5B5-7D9215E7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Durability.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E6B73-A11D-48EA-B22F-C1BFA0A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93512-5D0B-4AC5-820E-41E4C6CC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53515-0CA8-46EB-BC41-F155C3D7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Durabili...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346A7-AA7A-4ADB-B1A9-ADD39FA0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E01C1-FD67-4447-80F6-69242855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E2FB6-F194-4D31-86B9-82EE1B9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Durability.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29FA3-0140-4E33-8A16-6FEA3E25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E0C08-FAE5-47E2-B30E-9063BA2C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B6AE4-EA71-47BB-83FE-DD967555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Durability.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E8097-ACD8-46C5-9646-AD8CB36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38EA4-3D2D-471B-9BF7-137B6EA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35715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A013A-5644-4561-9024-79D18DF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5E18E-7FA1-4203-85C6-83552F7F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699E4-7552-495F-925D-1199D4EA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20530-0624-4476-B10A-925ADF9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F248B-5AF7-4435-8566-5B7E5983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0FAB6-1C1F-48DE-A252-01F14EB8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66E5F-2A85-4F43-AD22-D5E1BD5E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358A9-0228-41B5-93FE-37127FD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4B917-B317-4C65-B6DF-E3F7D61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FB4BC-D29D-426A-99D4-04A7AECE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40170-7EB6-4F61-B0DA-F7368AC5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9B849-EF92-4C45-9BCD-DB12B2DF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DF2F1-2818-47BB-B70F-9D926DD0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D882A-1DC5-4679-8335-40807B48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402A3-5796-4575-86E5-31DBFCA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322952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F5343-063A-45BE-B9D8-7729F0D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D5356-7BF5-4E9A-A96F-8CF17B9C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C96C9-604F-4C0F-BA4E-17E60544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0ADC2-F730-49B7-B2DF-FACA641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EB2B2-B73A-428F-BCF5-703E1DAD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3F98-2F47-4CD1-8F08-49E7BB5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Durability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32F0-2FEF-4039-950E-AA1CB995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47BA6-42B2-4438-9DE0-C6DD077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E825C-B1E7-415C-BDDE-4BD36EEA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73BB0-4189-4E0E-879E-40CAB3F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EB463-DA22-47F2-BC02-AB57B10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777274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4097A-34FB-4F1B-A09D-09C9C69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80E2-D4C8-45F9-A25F-0231A15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CCA0A-BCEA-4906-8CB8-38DDA9A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E1F49-2DA1-4200-9669-F998A93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49D3B-1ABE-42DE-ACA0-FE136BAE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Sustainability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806F0-C189-410E-B1AD-0E78C38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Sustainability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78F1D-74AF-43CA-B9BD-FBD659C7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4E8B8-BC78-4610-981A-DBD4950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82F47-4F44-47F0-A868-44DD73A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326F4-70A0-4F3C-8154-486EDE97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C3042-11EB-4CE8-B9DC-2613E54B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3FFD3-89B1-4DC7-B5D1-98411DF6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58DA4-91F4-4DDD-8069-C361AE42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D6DD8-36FD-466C-8B4F-2E37522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3BA6D-3234-4616-BC52-0E8D6F5F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2E47D-8A00-44FC-94BB-C3014DE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685642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78E2B-596F-4CDD-BC9A-F856C2E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EDE7F-8FCA-4A7E-9D38-A60F6C1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4C491-ECA9-443E-A353-642540D5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206C2-E086-4516-9604-43E5E68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0C68D-786E-41E0-85F2-447CC2F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ABB31-3AF9-4AF0-A39C-202D3DB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10BA0-DFA4-4FA2-8006-5C7E2E9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6D652-1D23-4CA7-A4FE-FE1006E9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F6D7A-4146-4222-8E80-730A9606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Sustainability.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C565B-604B-4792-AF72-3983627E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9B5A5-60A3-4959-849F-D91EB5EE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8994D-2444-4889-861A-2FE3B4E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Sustainabil...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72D8F-53BA-4F74-94D2-7ADAA44C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5AB7E-20B6-443A-81F5-2FB77630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979A3-0A80-4589-BBE4-C4A497E0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Sustaina...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533CF-1621-4891-861C-CFAD523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91020-E577-401A-844A-2DCB221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C47BD-EE2B-420D-BC0C-6F2B654C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Sustainability.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B9D5F-A763-443F-B841-A22BAC9F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A0669-9CA7-4236-B0E7-52E87E80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46E89-9063-4690-8EF8-B0A7073E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Sustainability.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9EEBE-321E-4AD7-911F-D9EF4657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0B292-5641-42BF-9C87-341DD99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535385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128DB-F664-4D29-88C3-61A0271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4B750-6E3A-4F89-A41B-8001D289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A2405-EAD9-40AF-9194-2900292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41BD0-6737-4429-B2E7-0F21CF9B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90221-10D8-489F-AB6D-BC4CE63E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B29BF-F311-4919-B2A5-81439BE4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7BEE6-FAC6-4702-B5B0-2766144A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A4E84-CB08-48B6-8008-A2B0473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E8831-1BA6-4908-A4B6-31C55960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0938E-36DC-4833-A449-94930942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69513-CC5E-46E1-8CE1-B067936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3B8F8-F721-414F-BB81-EF49E38F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9DEB6-D71D-4A9E-8C41-5897A1BC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09B31-108A-4D3C-9168-53B02FBD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FBB55-7693-401F-A465-8B3117F9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315018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3E180-EC78-4C1B-BEDC-1FD67EC9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D3BA3-F65F-4912-AB25-022D1139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F6D4B-FF7E-44CD-BE29-69193BBF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E2804-AD61-4B59-9910-DF7044D8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997BC-1056-471B-86B0-2EDE1F98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8FD5C-21F5-4269-BDE7-688AA987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Sustainability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1CB37-4E9E-4EB6-AF9C-BD92C789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5910F-5B96-4DCD-A7A6-F1A0104B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BE942-B7B3-4131-BF8F-9B9E6FFD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70223-6613-424A-B484-5E71ED1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ACD59-EF67-4E46-A57D-2A957026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101520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25196-D30F-4405-9895-E210DF64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0B44-9625-4748-8AB4-4255B4AB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6AF05-EE8B-4C3C-8CC3-C2301C73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63CF6-6C86-438E-8664-AA91B3C7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0185F-F280-44E7-82B2-877D4DA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Smart City concept. Green Building : Green building materials and rating systems IGBC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59C24-466C-4F4C-A239-612FA70D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Smart City concept. Green Building : Gree...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A0C9F-767B-4B86-B4D8-6886425C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9EE27-2D6F-4E80-A109-AF81CF38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710E8-B734-4D7C-BB78-EB41F4D6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A3A09-8A19-437A-857A-93038B39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56600-D02C-4817-9A6A-86E41421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9C3A5-14C8-4567-8E0A-231F17C0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8E1ED-AB16-4909-85DD-7C82100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63220-7F67-443D-AC65-6E76D417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A8113-D75A-4327-8A92-0511F2D7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E2B61-EF66-4788-9089-2394167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404607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AF811-5EC5-420C-B472-E249B2F8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58469-AEF6-4271-A3E7-336AFFDF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4D160-37D0-486B-9047-2B5733B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9A41D-0B33-461B-A35C-C13D092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3A43C-C4F3-4A6E-A110-595C3C4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8610-B96A-4C8E-9252-E18E6018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6C774-18CD-4B4A-BDF8-BF5B971E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E645C-F537-430F-A261-E8D42AFF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36D9D-3E87-478E-95BC-AD8709D2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Smart City concept...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D245D-EE3E-4850-AAAA-807F403D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4E646-7DE2-4AE4-95F8-FA954309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723C5-F13B-4CF4-BD2A-E88FAEEA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Smart City...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00565-4828-456B-8E13-262D507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1DD75-C42F-42F6-BEA6-077F41D3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B9B9F-AD76-48DF-BA38-51979482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Smart Ci...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0B93B-390B-4EDC-9C75-7DB8E4A7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F6260-BE7D-4E03-A455-EE131ECE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EBD5D-4590-4076-BEC9-596551B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Smart City conce...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3384A-733E-406A-A838-6AF40CF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58837-36E0-4515-901A-3911C91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2B73C-5C60-4204-A2A7-96AB0C52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Smart City con...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3560F-F401-4EC6-A86A-92EB830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37397-270B-4B8F-A497-DE903A28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658392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E8E0A-DCE7-454D-956F-99F875C6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A5FAF-A0AE-47ED-AB03-0E40A95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3594-FBD9-402D-8ECE-32904F47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CA098-B0DA-46FA-A1E1-72B5CAB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8894E-EF70-47F7-8072-261615F3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5B056-A7F4-447C-ABE3-46E30BB7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C264B-6CF6-472E-A4B4-3D3E584C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1E88C-57FB-4111-A0B1-E7F4FE2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5D610-520F-422A-8FC8-538B887C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185AF-67F4-45F6-ADDD-F1C5EFE3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A8255-34EC-4303-BC5A-072564C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6B93C-9D0C-4E37-A43E-6C8950DA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8BD31-CC35-40B1-A0D2-386DEF2F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D7C9E-F07E-4444-BC8C-18D61E40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95A99-5B72-486B-8661-837D5BD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724378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51FBE-7BB5-4859-8EE3-D7A31F57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A72FC-25DC-4763-B255-38AC7154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C7BA4-91F7-452F-B1F3-FA2D279D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43AA4-EC30-4879-9D59-51DA36D7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B44CB-9E1D-4E59-B72E-9A8A1C71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95EAE-532F-468E-BF82-1DEB96F3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Smart City concept. Green Building : Green building mater...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3C14E-2CA9-4612-94DC-FD239221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104FD-625E-437B-828A-D636AFFB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854A0-6CBB-4D5C-BAD4-5163FAF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B8D6D-936F-424D-8AAB-58333739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8C069-2613-45D6-BB74-79067F2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126522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B173D-1CA9-4605-BF9D-293A511C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8BD3-A25F-4179-8E52-51961BA7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12A73-3E2C-4C33-A47E-73C32E5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45205-BBF8-41C0-A16D-FC2CB515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1A81B-7DA0-468E-9497-47E504F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GRIHA (Green Rating for Integrated Habitat Assessment) for new buildings - Purpose - Key highlights - Point Sys...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855EE-7409-4F42-B61E-C5398978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GRIHA (Green Rating for Integrated Habita...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8CFE7-6F45-4C51-8DC5-B194FCCE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9B9BD-755C-406E-B8C7-C55F1679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9A3FF-3FF3-4B0F-B70A-CFDF512D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B7951-8286-4233-B5D2-7A296563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D3743-BE90-47E7-A8D2-A5891830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33472-7A91-4FA6-87BB-752C138A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1EB0E-4040-450E-83F0-493F587A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818A7-FEB0-4E00-939F-C207FF5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6DFF1-5046-4B55-B4FA-9018A23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F828E-D30A-433F-A82D-359FB2B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618862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19250-07CD-4671-9FF5-E68ECFA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C90BF-5AE2-487E-AD2B-703D9525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15323-6649-4C38-A4E5-7C45FAB6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6B959-3F54-4547-9BFC-0D1B7B1D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4C820-DDF6-4DFB-A7C6-32826D33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808F9-E5B8-47BC-947C-3AD14BE5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3BBF0-1D6F-4FAB-A733-FD67073C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0C1AB-AE5D-4925-90D9-3005F4D7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A89EA-159C-4A8C-8B6E-93D2926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GRIHA (Green Ratin...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8FBA8-8254-4A60-9EBB-3FBF6D2D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8766-161E-4272-A3A3-36130969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5F59F-67FC-4ECD-A760-EF332DA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GRIHA (Gree...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B9E5E-C755-4879-9E95-30F2D81E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0BE94-82CE-46CA-BD10-2F0A6D5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7E5E1-B4CA-418F-8B64-F4D0AE6F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GRIHA (G...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D75B8-40DE-440E-8E29-71F07A2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808E3-6737-413F-9375-E8AA2348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3F061-7E6B-4B3E-A83E-9615405B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GRIHA (Green Rat...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2E5D9-DF81-4F01-8F2E-2CBC6F3B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46BD9-45FD-4584-A99D-27EA6F6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EAB80-C776-47C3-B231-0EFACB7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GRIHA (Green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DA489-4946-4929-ABB8-76FC63E6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4B23A-1C7B-4A36-920D-B7452F8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334751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BF46A-70B1-468B-BFF1-57880FE2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04508-1F65-4829-8DCC-7C953458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963EA-8D69-43E5-9056-91BA9C57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3C10D-2846-463F-8C64-F07DA3CA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042B2-A5D8-4F03-9634-B66C323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E99BA-C34F-4849-A199-1172D311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6E104-84BD-4E5D-9D09-7244C5F6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9297D-C6D4-462C-A14C-4EB7D073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AA04D-CAB8-4C76-9791-A4A853EF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B47C1-E78F-44CC-BD23-8EEB248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7DDA8-B6DD-464F-8AD8-0E4F2B04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EA486-BDB4-4423-AA5D-80289FF3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20151-D157-47D0-99E8-D04DCBE1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3F205-8612-4303-AFCB-F30E727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E1895-9AE1-4F4F-8BDF-64B13999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1249820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0CF87-6A5B-4E50-A0A3-CBE6FD67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53C50-224B-4326-B1A4-DD973CF4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D301-374E-408E-B328-A59DFD7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18046-40A7-4894-B1B2-162A4A08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ABD20-2354-4184-A7A6-9036424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14E10-E113-4C2A-A02A-39DF5F53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GRIHA (Green Rating for Integrated Habitat Assessment) fo...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72288-C2C1-4036-9782-27753FFA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FFAC1-4620-45C5-A50A-281F0D79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10C10-EC72-4AEC-8A78-9CD1F70F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38804-B435-44B2-B03B-45D13611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204FC-73ED-48D8-B5C5-9B0D6AD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543548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44580-AE07-437A-9DEA-227370E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1DE53-C17D-4213-A5A4-5DE39C2B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AACAE-0980-434F-86DA-AD68F635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36E15-BD49-426C-8C3D-4BC7B1B6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B3E41-6DE2-40F6-8306-378BE14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93E2F-EB6C-4C35-86B6-7AD32A2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967163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41C84-50F3-4C87-9FC1-8003967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EDE0-97D9-4ADB-9622-1143B009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19969-CAC1-4336-B86B-7B34596A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7A198-FB4C-4342-9C2C-F9A82334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3C67-17FB-4514-A887-FFF46D0D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Built: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Environment: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Emerging: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2C224-89EE-4949-9454-265C9E1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4049701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32AE3-85EE-4780-9C0A-0CF9053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CBBA9-2097-4009-B15A-6CF32F08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33924-3C5A-485A-BD2C-3F07034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E53C5-D1A4-49ED-B0D9-10655A7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4FB47-E3AF-4575-A48C-B84C8A56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929BD-92E7-4490-8665-788C1336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046844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4F805-4DEE-4DB3-A3CD-42BB4E5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F956F-0857-407C-89C3-3153D53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8A717-B94D-40E2-85A4-FE3AA15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0CE3-8061-4CCD-BB7E-0E5906CC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73935-A2D5-4AFF-815A-DF398A7E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7269D-8777-4F06-9A16-1A144F0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858585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8A64D-E28C-464C-A6D3-99C40E2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37925-6EBF-4C6E-BCE8-668A785C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F955B-6070-4B91-B9C5-C31F96EE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05BBC-3EA8-4BF1-9F0E-FE29D594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017B6-28CF-40ED-ACD7-A33BC6B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Sustainable Built Environment: Emerging materials : Types and Uses of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Recycled plastics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Material selection criteria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Durability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Sustainability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FB91F-B6A5-4249-A8BC-75883C12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4241E-BAAC-4F94-BEEE-8673C10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0CD95-FC61-46E4-9BD1-8928D42F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130670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8C93C-3D7B-4F01-AA3A-9275BC7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6BDB-68FF-42EB-BBC7-5038A2EA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Smart City concept. Green Building : Green...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237E7-8158-4A60-A814-60A6DB16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CF56D-D153-49FF-BDAB-22C8FD93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D7D80-0843-4B77-A1B8-8371FA0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E5CCF-19DA-4037-92A0-E9E38154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0427A-A3C7-419B-9695-6320D9ED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2F415-9F81-4FA7-895D-EACFF70E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25746-DB6E-4EE2-9C4A-35C9DF5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5A1BF-2E26-471C-8983-E96E0CEB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44585-755B-4811-AFE2-78FB6780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4985C-0A08-4A33-ACE6-FF925A0E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4D6A7-2020-487B-9ED2-F0B4E51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CC61B-18F5-472B-AD11-47A36D01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C9CFD-6BDA-43E4-8188-D94E6208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977FF-1A2D-4209-863A-0DE96F8F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6F863-A147-416E-8F20-3697E220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31E24-A1DF-45E8-8F95-232A922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3D25A-E2B0-47DE-8A11-08F19005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3B537-E944-4FD5-9071-A5AAF13C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62221-66D1-44A7-8326-042315B0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4B03E-DA80-4045-AFF4-336BFE3C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E56E6-EB19-4701-8031-9735E24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F15C5-91A0-413C-A334-8660236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B1F1F-CF69-4270-8527-7FC57C9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CC71D-D0BF-4B84-9553-8A566F60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9422C-E58B-4146-BF41-AD8932F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7E984-85A0-4628-82AA-AD5D1ED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D667B-F1FE-4551-AAFF-8DB99BC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3FE9D-98A9-4FBA-8DB9-DDBACB7F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2D8F0-A92B-49D1-8E30-CAADC37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C4AFDA-D020-473D-8D5A-E384B62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833687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AD5A09-AE5B-4AFC-9406-11B5CF3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19E32-6AB6-4B6E-9641-877BBE32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GRIHA (Green Rating for Integrated Habitat...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669A3-2C9A-46A9-926E-74D6978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DFFF2-838F-400C-B6A2-BAB94BC3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C5032-5F0D-4EB1-8A71-DC004B2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F7CA4-9281-47B1-B74D-AE55E764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A221B-23FE-4362-A2FE-2DB8865C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2F4EB-A71D-496A-B376-36AAF537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44F9A-C0E8-4BBF-9F6F-7A5356EE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12F2A-CB44-4803-A0A8-827F4F8E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02D12-BBF9-47D8-B077-5779EFD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FABBE-BBD3-4C57-93DD-D3E4AC37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DF9B3-E2B6-4B37-B462-541A7342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E705C-5817-430D-9B46-61D8676C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FBC42-13A7-4CEA-948F-4436550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27AF7-55DC-4E19-96CB-CC539061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F65FA-64E1-4765-B0E6-C5525088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8EDAF-1069-40B9-A8E8-DA3775F2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C3FDE-0BE9-4020-9761-9A7F2DB9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D2BD6-C293-488C-9A4B-85EAA556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9C2FB-552E-4E1A-8FD0-33120EC2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DE641-758E-4643-B877-BA11F49C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132EA-EE64-4CCB-8311-50974191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999D3-5B7B-4C74-AA42-B2E04E1B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B8F99-A202-4953-87A8-BD47ACB7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7B5E3E-4631-44DC-B376-074757FD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4395D-7576-4E4A-A368-8BBB7B4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7C506-179A-470F-9DF2-98E24ED1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76DE9-C7E3-4384-9634-D37D89D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AAB57-3609-45ED-96BD-A3FE1B03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24F7F-95BC-4367-8F0E-DFC3203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D6BBA-E51C-4430-BFD2-6A6298C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10194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2026-08-24T16:02:45.9050000Z</dcterms:created>
  <dcterms:modified xsi:type="dcterms:W3CDTF">2026-08-24T16:02:45.9050000Z</dcterms:modified>
</coreProperties>
</file>