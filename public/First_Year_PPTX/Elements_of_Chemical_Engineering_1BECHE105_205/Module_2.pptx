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dbce36cebc4922" /><Relationship Type="http://schemas.openxmlformats.org/officeDocument/2006/relationships/extended-properties" Target="/docProps/app.xml" Id="Rcfd1ef63ef8f4fa2" /><Relationship Type="http://schemas.openxmlformats.org/officeDocument/2006/relationships/officeDocument" Target="/ppt/presentation.xml" Id="R6d0c7296e6f14f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7ce7ac78a44817"/>
  </p:sldMasterIdLst>
  <p:notesMasterIdLst>
    <p:notesMasterId xmlns:r="http://schemas.openxmlformats.org/officeDocument/2006/relationships" r:id="Re11be141366b4f9f"/>
  </p:notesMasterIdLst>
  <p:sldIdLst>
    <p:sldId xmlns:r="http://schemas.openxmlformats.org/officeDocument/2006/relationships" id="256" r:id="R3e1969de454d490c"/>
    <p:sldId xmlns:r="http://schemas.openxmlformats.org/officeDocument/2006/relationships" id="257" r:id="R830d050318104d59"/>
    <p:sldId xmlns:r="http://schemas.openxmlformats.org/officeDocument/2006/relationships" id="258" r:id="R3ca5c5f970b44ece"/>
    <p:sldId xmlns:r="http://schemas.openxmlformats.org/officeDocument/2006/relationships" id="259" r:id="Rfef42faea47c4631"/>
    <p:sldId xmlns:r="http://schemas.openxmlformats.org/officeDocument/2006/relationships" id="260" r:id="R2418854dbf374f6a"/>
    <p:sldId xmlns:r="http://schemas.openxmlformats.org/officeDocument/2006/relationships" id="261" r:id="R38c90951890f4a92"/>
    <p:sldId xmlns:r="http://schemas.openxmlformats.org/officeDocument/2006/relationships" id="262" r:id="R1399a0cbe4494c06"/>
    <p:sldId xmlns:r="http://schemas.openxmlformats.org/officeDocument/2006/relationships" id="263" r:id="Rbf8c90ad91254ca9"/>
    <p:sldId xmlns:r="http://schemas.openxmlformats.org/officeDocument/2006/relationships" id="264" r:id="R3e781b879fac4105"/>
    <p:sldId xmlns:r="http://schemas.openxmlformats.org/officeDocument/2006/relationships" id="265" r:id="R9cbfac4e0dc249b3"/>
    <p:sldId xmlns:r="http://schemas.openxmlformats.org/officeDocument/2006/relationships" id="266" r:id="R3a3b1147e3764098"/>
    <p:sldId xmlns:r="http://schemas.openxmlformats.org/officeDocument/2006/relationships" id="267" r:id="Rea7595897ca7450b"/>
    <p:sldId xmlns:r="http://schemas.openxmlformats.org/officeDocument/2006/relationships" id="268" r:id="R2f62f8350dda479a"/>
    <p:sldId xmlns:r="http://schemas.openxmlformats.org/officeDocument/2006/relationships" id="269" r:id="R5061f45ecc6a40f5"/>
    <p:sldId xmlns:r="http://schemas.openxmlformats.org/officeDocument/2006/relationships" id="270" r:id="R89214d72ca4a4a1c"/>
    <p:sldId xmlns:r="http://schemas.openxmlformats.org/officeDocument/2006/relationships" id="271" r:id="R8c56964b29554bd1"/>
    <p:sldId xmlns:r="http://schemas.openxmlformats.org/officeDocument/2006/relationships" id="272" r:id="R85483a25b2d847d6"/>
    <p:sldId xmlns:r="http://schemas.openxmlformats.org/officeDocument/2006/relationships" id="273" r:id="Rf0350fa228c34a4e"/>
    <p:sldId xmlns:r="http://schemas.openxmlformats.org/officeDocument/2006/relationships" id="274" r:id="R1b5077271e104032"/>
    <p:sldId xmlns:r="http://schemas.openxmlformats.org/officeDocument/2006/relationships" id="275" r:id="R2f8538d708814608"/>
    <p:sldId xmlns:r="http://schemas.openxmlformats.org/officeDocument/2006/relationships" id="276" r:id="R2b7c7242ba1b4b61"/>
    <p:sldId xmlns:r="http://schemas.openxmlformats.org/officeDocument/2006/relationships" id="277" r:id="Rc4dab99605f84bf1"/>
    <p:sldId xmlns:r="http://schemas.openxmlformats.org/officeDocument/2006/relationships" id="278" r:id="R44be60e4056e45e1"/>
    <p:sldId xmlns:r="http://schemas.openxmlformats.org/officeDocument/2006/relationships" id="279" r:id="R1dd706f68d024c3a"/>
    <p:sldId xmlns:r="http://schemas.openxmlformats.org/officeDocument/2006/relationships" id="280" r:id="R82e4e4980fe14cd7"/>
    <p:sldId xmlns:r="http://schemas.openxmlformats.org/officeDocument/2006/relationships" id="281" r:id="Rcd5d2c2932564e75"/>
    <p:sldId xmlns:r="http://schemas.openxmlformats.org/officeDocument/2006/relationships" id="282" r:id="Ra74e40a30a4a472c"/>
    <p:sldId xmlns:r="http://schemas.openxmlformats.org/officeDocument/2006/relationships" id="283" r:id="Rb28e8b98194f44e9"/>
    <p:sldId xmlns:r="http://schemas.openxmlformats.org/officeDocument/2006/relationships" id="284" r:id="Rfbd38601fa624071"/>
    <p:sldId xmlns:r="http://schemas.openxmlformats.org/officeDocument/2006/relationships" id="285" r:id="R7621432b51e04d9d"/>
    <p:sldId xmlns:r="http://schemas.openxmlformats.org/officeDocument/2006/relationships" id="286" r:id="R4c3ce046d4334799"/>
    <p:sldId xmlns:r="http://schemas.openxmlformats.org/officeDocument/2006/relationships" id="287" r:id="Rda68990d07fe4e32"/>
    <p:sldId xmlns:r="http://schemas.openxmlformats.org/officeDocument/2006/relationships" id="288" r:id="R31c28000464a48bb"/>
    <p:sldId xmlns:r="http://schemas.openxmlformats.org/officeDocument/2006/relationships" id="289" r:id="R4c778268d0b04658"/>
    <p:sldId xmlns:r="http://schemas.openxmlformats.org/officeDocument/2006/relationships" id="290" r:id="R675e0d6f0471421a"/>
    <p:sldId xmlns:r="http://schemas.openxmlformats.org/officeDocument/2006/relationships" id="291" r:id="R73d87fab09d041f3"/>
    <p:sldId xmlns:r="http://schemas.openxmlformats.org/officeDocument/2006/relationships" id="292" r:id="Rb05c68ee36b94b79"/>
    <p:sldId xmlns:r="http://schemas.openxmlformats.org/officeDocument/2006/relationships" id="293" r:id="R5ca37ba8c355477c"/>
    <p:sldId xmlns:r="http://schemas.openxmlformats.org/officeDocument/2006/relationships" id="294" r:id="R4af0afcca7634da4"/>
    <p:sldId xmlns:r="http://schemas.openxmlformats.org/officeDocument/2006/relationships" id="295" r:id="Re20dc7184dfd4e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4d6784d2174137" /><Relationship Type="http://schemas.openxmlformats.org/officeDocument/2006/relationships/slideMaster" Target="/ppt/slideMasters/slideMaster1.xml" Id="R7f7ce7ac78a44817" /><Relationship Type="http://schemas.openxmlformats.org/officeDocument/2006/relationships/notesMaster" Target="/ppt/notesMasters/notesMaster1.xml" Id="Re11be141366b4f9f" /><Relationship Type="http://schemas.openxmlformats.org/officeDocument/2006/relationships/presProps" Target="/ppt/presProps.xml" Id="R2727ae128e444bef" /><Relationship Type="http://schemas.openxmlformats.org/officeDocument/2006/relationships/tableStyles" Target="/ppt/tableStyles.xml" Id="R54c03ca7cb014eef" /><Relationship Type="http://schemas.openxmlformats.org/officeDocument/2006/relationships/slide" Target="/ppt/slides/slide1.xml" Id="R3e1969de454d490c" /><Relationship Type="http://schemas.openxmlformats.org/officeDocument/2006/relationships/slide" Target="/ppt/slides/slide2.xml" Id="R830d050318104d59" /><Relationship Type="http://schemas.openxmlformats.org/officeDocument/2006/relationships/slide" Target="/ppt/slides/slide3.xml" Id="R3ca5c5f970b44ece" /><Relationship Type="http://schemas.openxmlformats.org/officeDocument/2006/relationships/slide" Target="/ppt/slides/slide4.xml" Id="Rfef42faea47c4631" /><Relationship Type="http://schemas.openxmlformats.org/officeDocument/2006/relationships/slide" Target="/ppt/slides/slide5.xml" Id="R2418854dbf374f6a" /><Relationship Type="http://schemas.openxmlformats.org/officeDocument/2006/relationships/slide" Target="/ppt/slides/slide6.xml" Id="R38c90951890f4a92" /><Relationship Type="http://schemas.openxmlformats.org/officeDocument/2006/relationships/slide" Target="/ppt/slides/slide7.xml" Id="R1399a0cbe4494c06" /><Relationship Type="http://schemas.openxmlformats.org/officeDocument/2006/relationships/slide" Target="/ppt/slides/slide8.xml" Id="Rbf8c90ad91254ca9" /><Relationship Type="http://schemas.openxmlformats.org/officeDocument/2006/relationships/slide" Target="/ppt/slides/slide9.xml" Id="R3e781b879fac4105" /><Relationship Type="http://schemas.openxmlformats.org/officeDocument/2006/relationships/slide" Target="/ppt/slides/slide10.xml" Id="R9cbfac4e0dc249b3" /><Relationship Type="http://schemas.openxmlformats.org/officeDocument/2006/relationships/slide" Target="/ppt/slides/slide11.xml" Id="R3a3b1147e3764098" /><Relationship Type="http://schemas.openxmlformats.org/officeDocument/2006/relationships/slide" Target="/ppt/slides/slide12.xml" Id="Rea7595897ca7450b" /><Relationship Type="http://schemas.openxmlformats.org/officeDocument/2006/relationships/slide" Target="/ppt/slides/slide13.xml" Id="R2f62f8350dda479a" /><Relationship Type="http://schemas.openxmlformats.org/officeDocument/2006/relationships/slide" Target="/ppt/slides/slide14.xml" Id="R5061f45ecc6a40f5" /><Relationship Type="http://schemas.openxmlformats.org/officeDocument/2006/relationships/slide" Target="/ppt/slides/slide15.xml" Id="R89214d72ca4a4a1c" /><Relationship Type="http://schemas.openxmlformats.org/officeDocument/2006/relationships/slide" Target="/ppt/slides/slide16.xml" Id="R8c56964b29554bd1" /><Relationship Type="http://schemas.openxmlformats.org/officeDocument/2006/relationships/slide" Target="/ppt/slides/slide17.xml" Id="R85483a25b2d847d6" /><Relationship Type="http://schemas.openxmlformats.org/officeDocument/2006/relationships/slide" Target="/ppt/slides/slide18.xml" Id="Rf0350fa228c34a4e" /><Relationship Type="http://schemas.openxmlformats.org/officeDocument/2006/relationships/slide" Target="/ppt/slides/slide19.xml" Id="R1b5077271e104032" /><Relationship Type="http://schemas.openxmlformats.org/officeDocument/2006/relationships/slide" Target="/ppt/slides/slide20.xml" Id="R2f8538d708814608" /><Relationship Type="http://schemas.openxmlformats.org/officeDocument/2006/relationships/slide" Target="/ppt/slides/slide21.xml" Id="R2b7c7242ba1b4b61" /><Relationship Type="http://schemas.openxmlformats.org/officeDocument/2006/relationships/slide" Target="/ppt/slides/slide22.xml" Id="Rc4dab99605f84bf1" /><Relationship Type="http://schemas.openxmlformats.org/officeDocument/2006/relationships/slide" Target="/ppt/slides/slide23.xml" Id="R44be60e4056e45e1" /><Relationship Type="http://schemas.openxmlformats.org/officeDocument/2006/relationships/slide" Target="/ppt/slides/slide24.xml" Id="R1dd706f68d024c3a" /><Relationship Type="http://schemas.openxmlformats.org/officeDocument/2006/relationships/slide" Target="/ppt/slides/slide25.xml" Id="R82e4e4980fe14cd7" /><Relationship Type="http://schemas.openxmlformats.org/officeDocument/2006/relationships/slide" Target="/ppt/slides/slide26.xml" Id="Rcd5d2c2932564e75" /><Relationship Type="http://schemas.openxmlformats.org/officeDocument/2006/relationships/slide" Target="/ppt/slides/slide27.xml" Id="Ra74e40a30a4a472c" /><Relationship Type="http://schemas.openxmlformats.org/officeDocument/2006/relationships/slide" Target="/ppt/slides/slide28.xml" Id="Rb28e8b98194f44e9" /><Relationship Type="http://schemas.openxmlformats.org/officeDocument/2006/relationships/slide" Target="/ppt/slides/slide29.xml" Id="Rfbd38601fa624071" /><Relationship Type="http://schemas.openxmlformats.org/officeDocument/2006/relationships/slide" Target="/ppt/slides/slide30.xml" Id="R7621432b51e04d9d" /><Relationship Type="http://schemas.openxmlformats.org/officeDocument/2006/relationships/slide" Target="/ppt/slides/slide31.xml" Id="R4c3ce046d4334799" /><Relationship Type="http://schemas.openxmlformats.org/officeDocument/2006/relationships/slide" Target="/ppt/slides/slide32.xml" Id="Rda68990d07fe4e32" /><Relationship Type="http://schemas.openxmlformats.org/officeDocument/2006/relationships/slide" Target="/ppt/slides/slide33.xml" Id="R31c28000464a48bb" /><Relationship Type="http://schemas.openxmlformats.org/officeDocument/2006/relationships/slide" Target="/ppt/slides/slide34.xml" Id="R4c778268d0b04658" /><Relationship Type="http://schemas.openxmlformats.org/officeDocument/2006/relationships/slide" Target="/ppt/slides/slide35.xml" Id="R675e0d6f0471421a" /><Relationship Type="http://schemas.openxmlformats.org/officeDocument/2006/relationships/slide" Target="/ppt/slides/slide36.xml" Id="R73d87fab09d041f3" /><Relationship Type="http://schemas.openxmlformats.org/officeDocument/2006/relationships/slide" Target="/ppt/slides/slide37.xml" Id="Rb05c68ee36b94b79" /><Relationship Type="http://schemas.openxmlformats.org/officeDocument/2006/relationships/slide" Target="/ppt/slides/slide38.xml" Id="R5ca37ba8c355477c" /><Relationship Type="http://schemas.openxmlformats.org/officeDocument/2006/relationships/slide" Target="/ppt/slides/slide39.xml" Id="R4af0afcca7634da4" /><Relationship Type="http://schemas.openxmlformats.org/officeDocument/2006/relationships/slide" Target="/ppt/slides/slide40.xml" Id="Re20dc7184dfd4e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c4ec25e5f94b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a408ee3c7a42d4" /><Relationship Type="http://schemas.openxmlformats.org/officeDocument/2006/relationships/notesMaster" Target="/ppt/notesMasters/notesMaster1.xml" Id="R13ca27f9b4b548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40333284664edb" /><Relationship Type="http://schemas.openxmlformats.org/officeDocument/2006/relationships/notesMaster" Target="/ppt/notesMasters/notesMaster1.xml" Id="R2d62d570037043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0a9a7d29384bcf" /><Relationship Type="http://schemas.openxmlformats.org/officeDocument/2006/relationships/notesMaster" Target="/ppt/notesMasters/notesMaster1.xml" Id="R56f48b25119a42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20669b87a5418b" /><Relationship Type="http://schemas.openxmlformats.org/officeDocument/2006/relationships/notesMaster" Target="/ppt/notesMasters/notesMaster1.xml" Id="R8b3d8808f52f44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b7303bfb014330" /><Relationship Type="http://schemas.openxmlformats.org/officeDocument/2006/relationships/notesMaster" Target="/ppt/notesMasters/notesMaster1.xml" Id="R2451646a9b504f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4720750bd84790" /><Relationship Type="http://schemas.openxmlformats.org/officeDocument/2006/relationships/notesMaster" Target="/ppt/notesMasters/notesMaster1.xml" Id="R8a8c2c9b2c7444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dd767a09b3435a" /><Relationship Type="http://schemas.openxmlformats.org/officeDocument/2006/relationships/notesMaster" Target="/ppt/notesMasters/notesMaster1.xml" Id="Rba2e21693a8f48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cbd15686e24b05" /><Relationship Type="http://schemas.openxmlformats.org/officeDocument/2006/relationships/notesMaster" Target="/ppt/notesMasters/notesMaster1.xml" Id="R3839315fede94b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6ddea410704e85" /><Relationship Type="http://schemas.openxmlformats.org/officeDocument/2006/relationships/notesMaster" Target="/ppt/notesMasters/notesMaster1.xml" Id="R1fd61a9aa7a34d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42760532244adb" /><Relationship Type="http://schemas.openxmlformats.org/officeDocument/2006/relationships/notesMaster" Target="/ppt/notesMasters/notesMaster1.xml" Id="R562e405e783344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8c37cf00464552" /><Relationship Type="http://schemas.openxmlformats.org/officeDocument/2006/relationships/notesMaster" Target="/ppt/notesMasters/notesMaster1.xml" Id="R383b5c7cea8f46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65b603ee2b4ecd" /><Relationship Type="http://schemas.openxmlformats.org/officeDocument/2006/relationships/notesMaster" Target="/ppt/notesMasters/notesMaster1.xml" Id="R4a2f33ccdd174b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b1a1b46a6f4386" /><Relationship Type="http://schemas.openxmlformats.org/officeDocument/2006/relationships/notesMaster" Target="/ppt/notesMasters/notesMaster1.xml" Id="R79b025e6e7964e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f95d31cb814b35" /><Relationship Type="http://schemas.openxmlformats.org/officeDocument/2006/relationships/notesMaster" Target="/ppt/notesMasters/notesMaster1.xml" Id="Rbdd35fb8468a4b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7b3f3cafa443d7" /><Relationship Type="http://schemas.openxmlformats.org/officeDocument/2006/relationships/notesMaster" Target="/ppt/notesMasters/notesMaster1.xml" Id="R03585d95d49e43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9a3570cb2f4da3" /><Relationship Type="http://schemas.openxmlformats.org/officeDocument/2006/relationships/notesMaster" Target="/ppt/notesMasters/notesMaster1.xml" Id="R99403a728712425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9918425ffb42ab" /><Relationship Type="http://schemas.openxmlformats.org/officeDocument/2006/relationships/notesMaster" Target="/ppt/notesMasters/notesMaster1.xml" Id="Raa3193f1c34a41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78cb8f2991e4553" /><Relationship Type="http://schemas.openxmlformats.org/officeDocument/2006/relationships/notesMaster" Target="/ppt/notesMasters/notesMaster1.xml" Id="Raa37820f06114c4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4e7fcf0f08943f3" /><Relationship Type="http://schemas.openxmlformats.org/officeDocument/2006/relationships/notesMaster" Target="/ppt/notesMasters/notesMaster1.xml" Id="R8375b760ef0a4eb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1d858f899e24446" /><Relationship Type="http://schemas.openxmlformats.org/officeDocument/2006/relationships/notesMaster" Target="/ppt/notesMasters/notesMaster1.xml" Id="R9f9ff6cb1263421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dccddf31d5d4bcf" /><Relationship Type="http://schemas.openxmlformats.org/officeDocument/2006/relationships/notesMaster" Target="/ppt/notesMasters/notesMaster1.xml" Id="R112bdc9c4626410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9c99ec0fa334e74" /><Relationship Type="http://schemas.openxmlformats.org/officeDocument/2006/relationships/notesMaster" Target="/ppt/notesMasters/notesMaster1.xml" Id="R5ccac3eca41a429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d85faa762104cd6" /><Relationship Type="http://schemas.openxmlformats.org/officeDocument/2006/relationships/notesMaster" Target="/ppt/notesMasters/notesMaster1.xml" Id="Rbdd59c3a14c84b8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9b615835fd441d5" /><Relationship Type="http://schemas.openxmlformats.org/officeDocument/2006/relationships/notesMaster" Target="/ppt/notesMasters/notesMaster1.xml" Id="R69d4a9f87f844d5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d619d73dbc64a7d" /><Relationship Type="http://schemas.openxmlformats.org/officeDocument/2006/relationships/notesMaster" Target="/ppt/notesMasters/notesMaster1.xml" Id="R16defdbda314407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92431d9c32f46bc" /><Relationship Type="http://schemas.openxmlformats.org/officeDocument/2006/relationships/notesMaster" Target="/ppt/notesMasters/notesMaster1.xml" Id="Rc6881debb6204cb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0193b792ca44402" /><Relationship Type="http://schemas.openxmlformats.org/officeDocument/2006/relationships/notesMaster" Target="/ppt/notesMasters/notesMaster1.xml" Id="R63afdfd130d44bf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0aea277911e4cb3" /><Relationship Type="http://schemas.openxmlformats.org/officeDocument/2006/relationships/notesMaster" Target="/ppt/notesMasters/notesMaster1.xml" Id="Rd566331f5261416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378097062d44bfb" /><Relationship Type="http://schemas.openxmlformats.org/officeDocument/2006/relationships/notesMaster" Target="/ppt/notesMasters/notesMaster1.xml" Id="Rb0f434b637ed404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c19fb78ed824a7b" /><Relationship Type="http://schemas.openxmlformats.org/officeDocument/2006/relationships/notesMaster" Target="/ppt/notesMasters/notesMaster1.xml" Id="R12990b64bc0340f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41f5064cd774a25" /><Relationship Type="http://schemas.openxmlformats.org/officeDocument/2006/relationships/notesMaster" Target="/ppt/notesMasters/notesMaster1.xml" Id="Rcca291214d63433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67afbefdc204d29" /><Relationship Type="http://schemas.openxmlformats.org/officeDocument/2006/relationships/notesMaster" Target="/ppt/notesMasters/notesMaster1.xml" Id="R66b335c7a3d0480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894e03301c04869" /><Relationship Type="http://schemas.openxmlformats.org/officeDocument/2006/relationships/notesMaster" Target="/ppt/notesMasters/notesMaster1.xml" Id="R6bdd455083c24a2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a56a059da8e4550" /><Relationship Type="http://schemas.openxmlformats.org/officeDocument/2006/relationships/notesMaster" Target="/ppt/notesMasters/notesMaster1.xml" Id="R9f608ab5f6e346c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c98bca1f4974a7e" /><Relationship Type="http://schemas.openxmlformats.org/officeDocument/2006/relationships/notesMaster" Target="/ppt/notesMasters/notesMaster1.xml" Id="R6465238f031f4cf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f6e7d7323c347a1" /><Relationship Type="http://schemas.openxmlformats.org/officeDocument/2006/relationships/notesMaster" Target="/ppt/notesMasters/notesMaster1.xml" Id="Rf2643bc4284e4f6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31dc3fc2bd44db5" /><Relationship Type="http://schemas.openxmlformats.org/officeDocument/2006/relationships/notesMaster" Target="/ppt/notesMasters/notesMaster1.xml" Id="R641c9591c691406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97ca1a0279e4f78" /><Relationship Type="http://schemas.openxmlformats.org/officeDocument/2006/relationships/notesMaster" Target="/ppt/notesMasters/notesMaster1.xml" Id="R0f55c0b1a19b414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aaf994499244c99" /><Relationship Type="http://schemas.openxmlformats.org/officeDocument/2006/relationships/notesMaster" Target="/ppt/notesMasters/notesMaster1.xml" Id="R9c3d5ccce9e7421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bbc47b3fb2f40ac" /><Relationship Type="http://schemas.openxmlformats.org/officeDocument/2006/relationships/notesMaster" Target="/ppt/notesMasters/notesMaster1.xml" Id="R127eed09c58647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1c70580d174d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ad50f12c56422d" /><Relationship Type="http://schemas.openxmlformats.org/officeDocument/2006/relationships/slideLayout" Target="/ppt/slideLayouts/slideLayout1.xml" Id="R20d3b1693c8840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d3b1693c8840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fcb8804354ae2" /><Relationship Type="http://schemas.openxmlformats.org/officeDocument/2006/relationships/notesSlide" Target="/ppt/notesSlides/notesSlide1.xml" Id="R7253f0a2e7d04a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06f76eba8457d" /><Relationship Type="http://schemas.openxmlformats.org/officeDocument/2006/relationships/notesSlide" Target="/ppt/notesSlides/notesSlide2.xml" Id="R8045adf06c6d43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eb917edbc4699" /><Relationship Type="http://schemas.openxmlformats.org/officeDocument/2006/relationships/notesSlide" Target="/ppt/notesSlides/notesSlide3.xml" Id="Rb753c802a0b840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f4827d7bd4fcb" /><Relationship Type="http://schemas.openxmlformats.org/officeDocument/2006/relationships/notesSlide" Target="/ppt/notesSlides/notesSlide4.xml" Id="R7fa6a3c2bb5e4f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05d008fb34394" /><Relationship Type="http://schemas.openxmlformats.org/officeDocument/2006/relationships/notesSlide" Target="/ppt/notesSlides/notesSlide5.xml" Id="R0b7dd901cea64a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9fa84aad349f0" /><Relationship Type="http://schemas.openxmlformats.org/officeDocument/2006/relationships/notesSlide" Target="/ppt/notesSlides/notesSlide6.xml" Id="R392852fabf2d4e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a4da5954246b0" /><Relationship Type="http://schemas.openxmlformats.org/officeDocument/2006/relationships/notesSlide" Target="/ppt/notesSlides/notesSlide7.xml" Id="R64b1babcb7094b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ab388c2c449b0" /><Relationship Type="http://schemas.openxmlformats.org/officeDocument/2006/relationships/notesSlide" Target="/ppt/notesSlides/notesSlide8.xml" Id="R09318944ea8343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6890ecc844266" /><Relationship Type="http://schemas.openxmlformats.org/officeDocument/2006/relationships/notesSlide" Target="/ppt/notesSlides/notesSlide9.xml" Id="R372186b764e742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2144fb2694b51" /><Relationship Type="http://schemas.openxmlformats.org/officeDocument/2006/relationships/notesSlide" Target="/ppt/notesSlides/notesSlide10.xml" Id="R351207c7baa84b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108e3444e4fb8" /><Relationship Type="http://schemas.openxmlformats.org/officeDocument/2006/relationships/notesSlide" Target="/ppt/notesSlides/notesSlide11.xml" Id="R7fcac697748449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891ba45784cdf" /><Relationship Type="http://schemas.openxmlformats.org/officeDocument/2006/relationships/notesSlide" Target="/ppt/notesSlides/notesSlide12.xml" Id="R8864dc954f1541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59effd69242fe" /><Relationship Type="http://schemas.openxmlformats.org/officeDocument/2006/relationships/notesSlide" Target="/ppt/notesSlides/notesSlide13.xml" Id="R61ff70f66d6440a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f0a426e634645" /><Relationship Type="http://schemas.openxmlformats.org/officeDocument/2006/relationships/notesSlide" Target="/ppt/notesSlides/notesSlide14.xml" Id="R0fefad815bbe4e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6443874394d16" /><Relationship Type="http://schemas.openxmlformats.org/officeDocument/2006/relationships/notesSlide" Target="/ppt/notesSlides/notesSlide15.xml" Id="Rd246ac60f9de4c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921ad698a4554" /><Relationship Type="http://schemas.openxmlformats.org/officeDocument/2006/relationships/notesSlide" Target="/ppt/notesSlides/notesSlide16.xml" Id="R0689006d2c2a40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8a2a8fce640c3" /><Relationship Type="http://schemas.openxmlformats.org/officeDocument/2006/relationships/notesSlide" Target="/ppt/notesSlides/notesSlide17.xml" Id="Raa9ed0131ab5424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5b3a1123e41a8" /><Relationship Type="http://schemas.openxmlformats.org/officeDocument/2006/relationships/notesSlide" Target="/ppt/notesSlides/notesSlide18.xml" Id="R0cb90e2a3eae49c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fb7e5064a46cd" /><Relationship Type="http://schemas.openxmlformats.org/officeDocument/2006/relationships/notesSlide" Target="/ppt/notesSlides/notesSlide19.xml" Id="R4a29784c9d6143d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8150144974f1a" /><Relationship Type="http://schemas.openxmlformats.org/officeDocument/2006/relationships/notesSlide" Target="/ppt/notesSlides/notesSlide20.xml" Id="R4792f54b99f644b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df8eebd5d4c45" /><Relationship Type="http://schemas.openxmlformats.org/officeDocument/2006/relationships/notesSlide" Target="/ppt/notesSlides/notesSlide21.xml" Id="R721de55da4f6477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b4d07dcf747aa" /><Relationship Type="http://schemas.openxmlformats.org/officeDocument/2006/relationships/notesSlide" Target="/ppt/notesSlides/notesSlide22.xml" Id="R50fb4dbf817c449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576cd46aa46fe" /><Relationship Type="http://schemas.openxmlformats.org/officeDocument/2006/relationships/notesSlide" Target="/ppt/notesSlides/notesSlide23.xml" Id="R9422e82592bb49e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40162560743a9" /><Relationship Type="http://schemas.openxmlformats.org/officeDocument/2006/relationships/notesSlide" Target="/ppt/notesSlides/notesSlide24.xml" Id="R0fa625b9e02c428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8f0dba3bb4c51" /><Relationship Type="http://schemas.openxmlformats.org/officeDocument/2006/relationships/notesSlide" Target="/ppt/notesSlides/notesSlide25.xml" Id="Rf21d9537ac38434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51205d0bb452d" /><Relationship Type="http://schemas.openxmlformats.org/officeDocument/2006/relationships/notesSlide" Target="/ppt/notesSlides/notesSlide26.xml" Id="R46dd0c02e0ea4c0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6fecc2354416a" /><Relationship Type="http://schemas.openxmlformats.org/officeDocument/2006/relationships/notesSlide" Target="/ppt/notesSlides/notesSlide27.xml" Id="Rc2f01301bb004a1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cb616a7594b6e" /><Relationship Type="http://schemas.openxmlformats.org/officeDocument/2006/relationships/notesSlide" Target="/ppt/notesSlides/notesSlide28.xml" Id="R4f0fc424021f4d0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ca99521af4d44" /><Relationship Type="http://schemas.openxmlformats.org/officeDocument/2006/relationships/notesSlide" Target="/ppt/notesSlides/notesSlide29.xml" Id="R3f0d06b9f31742a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90d25636e4a71" /><Relationship Type="http://schemas.openxmlformats.org/officeDocument/2006/relationships/notesSlide" Target="/ppt/notesSlides/notesSlide30.xml" Id="Red1abebdc50d442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f0e143a304aad" /><Relationship Type="http://schemas.openxmlformats.org/officeDocument/2006/relationships/notesSlide" Target="/ppt/notesSlides/notesSlide31.xml" Id="R0cf6706681f449b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143c6cc4e422f" /><Relationship Type="http://schemas.openxmlformats.org/officeDocument/2006/relationships/notesSlide" Target="/ppt/notesSlides/notesSlide32.xml" Id="R4598bf2bc8a945c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9ec7690164e35" /><Relationship Type="http://schemas.openxmlformats.org/officeDocument/2006/relationships/notesSlide" Target="/ppt/notesSlides/notesSlide33.xml" Id="R75ae5e736a0743e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3f66016104639" /><Relationship Type="http://schemas.openxmlformats.org/officeDocument/2006/relationships/notesSlide" Target="/ppt/notesSlides/notesSlide34.xml" Id="Rdfe21a7e91e341e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66c7d782c4362" /><Relationship Type="http://schemas.openxmlformats.org/officeDocument/2006/relationships/notesSlide" Target="/ppt/notesSlides/notesSlide35.xml" Id="R5d83d1f10e8b4e7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8182e0d82415e" /><Relationship Type="http://schemas.openxmlformats.org/officeDocument/2006/relationships/notesSlide" Target="/ppt/notesSlides/notesSlide36.xml" Id="R0ef684c800b5485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fefa4fa824f58" /><Relationship Type="http://schemas.openxmlformats.org/officeDocument/2006/relationships/notesSlide" Target="/ppt/notesSlides/notesSlide37.xml" Id="R583ccdbe132343b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86c45f5a240b3" /><Relationship Type="http://schemas.openxmlformats.org/officeDocument/2006/relationships/notesSlide" Target="/ppt/notesSlides/notesSlide38.xml" Id="Rd0f4627fe0e14dc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e2d91f8754e7a" /><Relationship Type="http://schemas.openxmlformats.org/officeDocument/2006/relationships/notesSlide" Target="/ppt/notesSlides/notesSlide39.xml" Id="R627b7a65f7cc4a3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2879c99ad48f7" /><Relationship Type="http://schemas.openxmlformats.org/officeDocument/2006/relationships/notesSlide" Target="/ppt/notesSlides/notesSlide40.xml" Id="R9900ebf9515a42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CCE7D-38D6-416C-9A7C-84C83EB7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F9693-A76E-4465-A5D2-459AB88E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Modern chemical engineering plants 8 Hours Batch processing and continuous processing, transition from batch to continuo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066F0-5809-4EA2-9994-EA87A6FF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Elements of Chemical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1BECHE105/205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F2781-3E33-4B50-A7C6-E1AAEDDF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FF5CF-8EF9-4F38-9EC2-821CC930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E11E0-D2D5-4097-B8CC-224E2C94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B8F02-1FDF-4F60-8E05-6CA56B8F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D1B5B-B034-4CCA-94D2-04387AB2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243BC-8F82-4FF7-9F34-D62F1741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EB087-869D-4892-8B13-945F27D2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90E89-BA6A-49F8-A9D4-3E1B771D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93E0D-3B3F-4E5B-8624-14DAAD8D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355A3-1B88-40B6-9A0A-889CF3AD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61886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BBB5A-E1CC-48D0-AD33-1EDB19F6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8C65D-5A9C-4ADC-AF2E-E246D14D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DCB52-6AF4-4A6A-9784-1696C30F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C0C3F-514C-49A4-A444-94F0BC1C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A26E1-8801-427F-8B86-8BD1C6A8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2CEC7-DF09-42AC-93D4-80150D01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A5799-FA26-40BF-B0F5-C4FD821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0A536-CEA6-49B0-B590-F1599A9B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1E2C9-188C-4B4C-A2E2-E5DE4A49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D2735-A69D-49F7-BA66-C89FD509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A95FA-6CB6-4D52-849D-E8B56389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17491-B497-474E-BE7A-E37C2726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97150-9BB4-4187-9823-FD873906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62D5F-014F-47DF-BDFE-7E8AA1B7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210EB-9739-447F-8543-FA6230B1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740900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539DF-DAB2-4EBE-B1D8-32CC2B91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5D5D1-7E8F-434A-B9D0-1E050E19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DACF6-10BF-4C05-BFBA-B4CA93FE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01BF4-2CB4-4CAC-A288-365C8C18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89142-AF00-46AD-BFED-D31CA82A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283FB-5E3F-4BCF-AAFE-17F32A67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D2FDF-3A76-49F3-AB44-9ACEFBBE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C7B53-951C-49FD-884B-A01D8A1E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E7CF9-F533-4D0E-8C34-4ABFD9F6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Modern chemical engineering plants 8 Hours Batch processi...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FDA35-77BF-4FAB-BF1F-C3EDA45A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7A867-B52B-4C15-AAB3-48F1A5BE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39EAD-0DC0-49F5-A1EE-6D281CD7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Unit processes and unit 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2C0EC-D034-4CF6-B741-0CBA3D46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798CC-D36C-47AB-81BE-C21DC047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725AF-6A7F-4404-BB0F-D542FF3A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Case studies: Manufacture of paint, Sulfuric acid and Sod...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2EE9C-DB83-4535-8C21-EE79797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17DA5-3F0C-41A8-B490-3F2A2960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450616-3690-4F4B-BFBF-A2CDA706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Measurement of temperature, pressure, flow and level in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403836-6859-4279-AF3B-67CA6E66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1FE34-51C8-4D64-92EB-3CD52533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112350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8E734E-ED08-4861-9953-A2E14C63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F1162-29BE-4C53-8093-2B04A8A4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A5F0D-5745-4A53-A0CF-673ABDFB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F24C3-5262-4FE3-98F3-E2A5EFC2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FC9C5-E6F0-421E-B2AD-E2ADE081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7E4A1-8992-4FFE-84C7-1CD1DA5A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F53B0-2046-4191-9439-6C20FEFA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560B5-B909-4D15-971F-44F6EC9D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Modern chemical engineering plants 8 Hours Batch processi...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F0A32-C740-4249-8C56-D107D470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279CA-3F75-4AC0-8147-032E3BB0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C056F-B1F3-41B7-96F3-CEEA4207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Unit processes and unit 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690BA-E279-499F-9D37-A0612AE3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FEB48-7083-45FE-A69C-8F4D06E8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CEBA0-265B-475D-962F-7391C679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Case studies: Manufacture of paint, Sulfuric acid and Sod...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9D0A8-DC56-469F-B103-88DFF734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17AD5-001A-4FE9-B74B-3A35C6DD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A37F72-D70B-456F-BE65-B0340F7C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Measurement of temperature, pressure, flow and level in a...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116BD9-FB02-440E-B225-E6B8078A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85A380-0C67-4DE0-9889-89774290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D1F2EA-43D8-44D5-89B7-5935BD94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794864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1FE37B-CCBF-4E83-BA95-2E0C5932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34AC1-92AD-4BC8-A21C-AE90FBEA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FBAB2-748F-463E-956D-EE5887F6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A556F-C7DF-41E4-B6BA-8B994555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E5447-7385-4820-8FE5-AC2F8EC4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Modern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08C2C-E3CD-4CDB-AA34-B667302C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chemical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D8CEC-D784-42EE-8517-D29863B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plants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B959B-2487-4500-8F01-F86BB270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8721A-05AE-47FF-8329-33BC2AEA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D91BF-F1D6-4B0F-A4C7-E81FA1AC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continuous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CE551-09EF-42B5-A64F-28C023FF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transition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3F401-019A-498B-9C7C-C2DB01BE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from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8B40F-393C-4DE4-85FF-EE06DCF0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continuo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BD63DB-337A-495D-8F35-B61E5ECD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principles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AF4E18-7915-4C32-B896-FD9750A6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D5832-0CD0-403F-960B-9C18B379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94366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833A60-B96E-4D30-8E30-2525445B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899EA-F54D-48D0-AD20-CAFBEE83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475DB-B085-4FED-9629-EEC8D142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1C183-FAFB-4C59-AD94-3F6189BC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5D961-4314-47A1-83AC-28A39FED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Modern chemical engineering plants 8 Hours Batch processing and continuous processing, transition from batch to...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951BB-31B8-4141-B6E3-4290D5D0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Modern chemical engineering plants 8 Hour...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A2FC3-99F1-4ED0-9F4C-F766D1E3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F683D-9B69-49AD-BE93-784EEA66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0F217-8807-43B8-BE3A-4D8DDA1D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3D80F-743B-439C-87BA-9DF5CD32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51986-F273-4820-BE39-FC6D1D85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E2C9D-FB14-4969-9556-B56274BE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4D4F3-51A9-46F9-BE27-C68032A4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987D2D-CC38-4E92-9434-E6F1D486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447FE-A0C5-4B42-9A91-2E0CE13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B2C29-5F46-4DCA-B4A2-C8E7ECD4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481318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57A43B-E97D-4FB4-B926-FF23551F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A2DBD-40A0-4FA0-A166-41BCD558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4BDCA-3D9E-4C26-8212-B52614AE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3BEDC-6468-44B5-9765-C7450897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FD6C3-9FCF-4025-BB29-1CBB0DAF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17BF6-48FC-4380-A66A-5626834A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9817B-0F49-4266-BB41-3BDE9596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BF53B-9E88-46AB-8DED-0E569978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EDA51-08CB-40AC-8F3F-F9FBE3AE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Modern...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EB980-5BC5-4BF6-B489-853D65BB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3A18B-9C87-4E14-8330-FB0CD969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D44A5-B703-4F5E-99A9-44C68E3C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Modern chemical 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18903-2549-4384-9A28-DFE54025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77912-1732-413F-A998-1665F61C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E4F7E-A103-4AFC-860B-23E65B6B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Modern 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B17766-2F86-49DF-BB77-41896EEA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AD931-FDA3-4540-B3CB-3CE83BDE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3E6E4-9A9F-471C-8592-1AD0032B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Modern chemica...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C6046C-32D3-4A33-A8F3-3CE747EE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640E69-E09C-44DB-9A2F-9F7668D4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A7F70-5387-42CF-B180-2737DDE1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Modern chemica...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A0DC3-7F04-46F8-92D0-56EA08DE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CE6E4-B1D9-402E-89F5-E6276BD1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29341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B73A6D-635F-4A6B-8140-389A963F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67EB9-339C-49A5-9279-D19FDB25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53AE7-3444-426A-B38D-A25ED544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BF175-BDF3-4B54-927C-8482A605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E5D34-ECF6-45A2-916A-641B69BB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D4618-F597-482E-B18A-134F3631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C508C-357F-481A-BD51-E002B1B6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B3E05-79B9-4180-8D05-126485FD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3C1D9-E916-46F0-ABC6-5F4D790F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42F6C-ED11-43D4-9AF2-099C1100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761EB-147E-46F5-A6E4-EC51E17F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8EF4D-A13B-4EFD-A68D-920F4B07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4D820-54C0-4D4F-A9D7-0018D0B6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2E15D-5029-4697-9FD2-BE91F724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A2C14-4026-4263-8B10-156EA32C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711564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54FA9-D2CC-48CE-AE64-5A4029BD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80741-AF9C-4627-B0CA-090E593E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79A0E-0FFE-4A14-B404-69613851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99D6F-1C4F-4238-94C9-BFDC91CA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94B57-95B3-42C2-ABD0-A8C9BB62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57BA0-77DB-432B-81F0-D35C6B2C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Modern chemical engineering plants 8 Hours Batch processi...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08EA9-93D3-4059-91D3-7E726D26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80209-EC3D-44D0-9159-A5116CD1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1102D-6C19-421F-AB7B-BB4B4721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0A555-8EDE-44E1-B34E-4696C976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2321A-86B3-4371-97BD-D25362B2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221512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F8944-E6D7-484A-A7CB-1C76CBB7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01FB4-2C2B-4129-A76E-C89FC4EC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D48A2-B145-476F-8465-1D91D10C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138C3-0B63-4F7B-BBB0-B356E2CF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A8E8C-66C8-49B0-83F0-D784D444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Unit processes and unit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CB0BF-0D1A-464B-94F5-D80490BA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Unit processes and unit operations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64CDA-0316-4943-A14E-19E84DC2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0817E-2048-4447-964B-3A8E239B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F85A4-6CDD-4987-B367-BFD0AF5F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9871C-6BCB-43C3-AB9E-670F5985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9E81D-3AAC-46DF-BB7B-5322E927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0A475-1A8D-4FAA-8D81-9920351E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E9212-3A08-42F5-A3D2-19CBB25A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3A7E5-D2C8-48FC-8A63-00833C0C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20067-7AB0-4881-AC9F-A9783A7E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329B4-E826-4A67-9CF2-3AD802C3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240171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B2626-2D12-4840-BE09-EF83B38C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AA5C3-1E1C-4425-9A7F-9C995ECA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3EE23-D4C7-4F92-9515-6983949C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BC73B-FA8B-42AC-9B7C-55FD8D29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40139-5658-4C2E-BABD-5E1106A7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84318-18F3-44D4-9CE4-4035B459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EBFD9-F31D-4ADD-A5C2-C8CC0ADB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9CC0A-A2F4-4130-A227-3DABAE24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B8CBE-9E37-4A04-97A2-4F994F9C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Unit pr...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E2CEE-5E42-4DF7-B32B-8C9ABE4F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22F67-15F8-4DE9-BA5A-ECF3B4CF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202AB-D3AE-4AB3-B91B-07CCCE8F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Unit processes an...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558AC-9A0C-44C6-A1A2-35B79172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CA4F6-24A1-448A-881F-E7B16C16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637E8-DF07-4331-B363-DAB5215B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Unit pro...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74F68-C112-49FF-8D67-F3EB9CFA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54B7C-7654-4F08-8929-35AA8FC5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9FCD0F-CF82-4950-8D4D-8FC9F63B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Unit processes...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A047F5-4694-4DDE-9DB6-06364A2D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6AF329-E15B-485C-9873-BE5E2A51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AF99D2-AD8D-4395-84A8-7F8861D1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Unit processes...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063949-ABBF-47B5-92E9-831E97CD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56547C-5E75-4D3F-97F3-98BDA6B2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929742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829F0-7824-4EE4-8ADA-98A3E040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3056D-DB99-43C4-9EBE-B595F719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E2CD7-166D-4A4F-9918-F5309734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E8122-0601-44A1-8517-CDF0C68E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9F5BF-A016-470E-84B4-182326DB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D0B51-63B2-43F1-99C0-D10A5B98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82A0E-6E3F-41BA-A19A-0B4C6CA1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38C90-3CE0-4161-BA42-20900672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1F2F7-4959-4821-80E7-80FE765C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6263F-60CD-48DB-A706-26F5D7E4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E028F-947E-4246-BD00-00F1F125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E2BDE-0CE8-46A9-8515-8AF2C0D9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A2DB0-749C-49A4-9FEE-872AE1EC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A4178-5253-4CF0-8042-8B5A32B5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97B10-80C1-4EE9-93B2-7E729841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178894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230AC-C1ED-4122-A54F-BDAB0582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D9F05-BC15-45F2-B6A2-8C9CD558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5C4E3-874E-4908-A998-645D8A1C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1E5F1-FC8E-4405-9348-D680CC42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51133-2600-4FE6-B6B3-EFA28D18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BD8AD-3093-45C9-875B-419DF2AF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Unit processes and unit operations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6BD8C-61CD-4334-A2F9-AD8BD296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2117B-9EFA-443F-893E-3FEA7163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A94AE-72FF-45DD-8A03-89FB7FB9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AC138-0B82-437C-AEF8-3E4A3DE1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68A63-43BA-461B-9BC8-259DF838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96983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C4F90D-AD44-44C9-915E-413B274E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83765-DBC4-4C8A-85C3-271A1BD9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BFE69-70CD-4CFC-B189-83B0B8CF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3D29E-3589-4811-B946-F80B6089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C8F78-5166-4AB0-B8EA-2F162263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Case studies: Manufacture of paint, Sulfuric acid and Soda ash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23888-BBAE-4D2E-B2FB-61D17FD6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Case studies: Manufacture of paint, Sulfu...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79215-FB56-4D61-B54C-30B9E851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767A4-337D-437A-8E7B-F6EC7E02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DBD45-83A8-4699-9055-394648E6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CA227-F766-4E08-AEEF-F695979A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01DEE-DA80-4D7C-9693-1B12590A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351CC-E257-44CB-A9FC-DC6667AE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5C424-7D75-498B-9BA5-107D3324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5930B-F2BF-4A48-BCA7-3EA3284E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3A148-6792-4E6D-B82E-2ABE93E3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E981D-1205-4E98-A686-15E1C96E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826612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DFE9B8-2A40-4279-8A0D-0ADD8AFC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90E65-B894-4A86-AD64-5FDDEC4B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DA381-7005-48C0-BAD8-71A51ECD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E5553-554E-4D42-9FE1-E6FDB02B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0E758-7D5A-408A-B166-9001396E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71A93-D0AD-4CE0-A875-A1FED340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4238C-42BD-49CE-A8D0-5E4E8E48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25A86-3505-457E-861A-3524CF8E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52F08-DEA9-4BFA-AE4D-35DEEDF8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Case st...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D3E1B-F53F-4D01-A0A8-9ABB0587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FACCF-392E-497F-9C2C-C32318EC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BDB81-41DC-45A3-9C1F-4312BD91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Case studies: Man...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58EF8-573A-4E79-A8FC-87CFABA2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9D718-9439-4B56-A494-7FB9D7EF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243E8-CBFB-4527-A005-49A1564C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Case stu...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CECF5-A88E-4AEA-8264-AD4EAFE4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5AC91-FED5-4CFB-9E8F-147EA2B9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B3C93-CFD0-469B-98E5-5D2F1A66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Case studies:...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F33CD-2641-42B6-AEBD-C27ABCCE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201A17-6659-43C1-BCA1-694CB9C9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E9E5E4-49C3-420A-A460-B8113778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Case studies:...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C7940B-7196-42CA-9257-A96CAE3C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1EE97-B51A-4B6B-812B-4E91BD7D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21572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51CB9-643B-4854-8968-DD7B9227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4CA1F-77C2-4096-97BD-16446BC5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6BEBB-8AC5-4A70-8885-E55A8340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A50AC-9A2C-47CA-80A0-653D4F00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449CE-A169-4EED-A4E4-7A7B5295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E3964-0533-42C1-9641-8CE0AC33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13987-E40E-4A46-B7C0-EA65E287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DEAEF-287B-463C-9A96-0E787173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A0B65-A995-49B0-A57B-F79CAF88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5D8D8-FE61-4EE9-AC47-83BC2C99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214AB-758C-4BAD-A505-48C6BDF2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0AB65-4549-4224-8C6F-8BD494B0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DB8A2-33E0-424B-8E57-612F87EC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7B463-136B-4603-9272-F5CA247B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6496A-19BD-40DB-B2B7-111617D9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540436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198C0-5EEA-4EBB-ACDE-91B03AD5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6E53B-C245-4650-B320-79BE9284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7B588-A1D1-4E38-AF3E-DDF8D306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6ED2D-9292-447D-BC13-EA6E5A6B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26A3C-4619-4CAB-B719-DB149E1A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75A29-1F00-45B1-91D3-6F493950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Case studies: Manufacture of paint, Sulfuric acid and Sod...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3F773-2A67-4814-B9F6-94BA0710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99A5F-77D0-4C9D-AD22-C9BF3896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810A9-EA53-44A4-BAFB-401962B8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6C64E-3386-41AB-B0CD-985475F6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DFE62-90A5-4F58-92A5-CE3063FF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033081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7E3B5E-CA6A-4971-8685-35909B7E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004C7-D692-4742-862D-F0FF59DA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D90C0-829C-4C59-A0F2-38527AA8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80A2D-EE92-4D59-9CDD-8B0856A5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97549-1974-41B4-8682-57645EA9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Measurement of temperature, pressure, flow and level in a process 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CB2D9-BB8B-4108-B0D0-BF9EB1DE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 of temperature, pressure, flo...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0E462-AEDC-40F0-9507-52FF5966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F6EF6-565F-452E-A975-29EACAC8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33C3C-064F-47F4-9DEA-82DC0414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FB520-ED55-450E-90C8-1299BDB7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A3E49-D028-4705-A8D9-E95EC885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DC208-EB20-4420-A602-81B58239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AFB01-356A-4EA9-A913-034DA6F0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0BE91-1960-493B-BBBE-D8F36C9E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4398C-763C-434A-99FC-69245BF9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CE3F6-F56E-4776-9F42-CD5E64FF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393296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7BA18B-0B47-41DC-994E-A1A65492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9706F-886E-4A44-82AC-9ED01AB3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49251-BB28-4B57-A200-5F956C1D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B1450-A71C-42B5-A1B1-3AF499F1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88BC9-2134-4BCC-8CB6-AADC8996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3329A-A12E-41D0-B7DB-E35DBA57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C5AE9-B4D3-4E98-A23D-7EAEEF00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14D7E-B0FE-446A-90AE-A9E91DBB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E555D-E21B-4693-AFB8-8FFD146A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Measure...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EDFBD-15DF-4BE3-AC12-D3F27B6F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1BD3A-F767-4E9B-9A82-B8E72455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CE54C-C116-4CFC-A986-7E49F62A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Measurement of te...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D7053-D32C-4BE6-B4B4-D4FD6421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EBA8A-7904-4287-BCDF-D1FD781A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DA3DCE-398B-4A8B-B5A9-5F6A2115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Measurem...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0B0F4B-730A-4FEF-B031-EF5E3B36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BA6AB-2A1B-4C8E-9FC3-E37DA247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64816-0DB5-47C9-B027-7E64765C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Measurement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1686D1-B49D-43E9-8739-D2F860A8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E2613-ECC4-4DC8-AE81-943F6C42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49BB0-A686-48D2-9545-42F8D7B2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Measurement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EA2563-6ECF-497C-9303-0263180A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B1DA03-CD41-4227-B564-4345AFD8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90292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4602D-3729-4D45-B81B-37E691BF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8A5BF-5996-4800-80A6-F5A711AA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B9D94-3606-44F8-B301-5DEA6248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DC86C-AF47-4EBE-94AE-9371A604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9F920-035C-4CBE-A576-29DFF345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DA4C4-6BEB-4CB2-B44F-CAA59AB8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557D8-D8D6-47E5-89F5-33F0B379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31A0A-3B50-42B0-A334-0B414E5A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D4863-4842-4F44-8BF0-CBB3CA55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6E8A5-E465-4AC7-B87B-13B11786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271E0-6021-4811-9496-D16765BE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64B33-3F99-4C32-AFAE-5F38804A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1C438-6EC4-4673-9FB9-A3595C25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3D40C-39C5-4B1B-9404-AAE232FB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F90E7-5B47-4086-95A1-E93F2B5D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5681772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75D72-E6BC-4724-A5C3-011CBEF0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5807E-B51D-42C7-AC27-B3CBD092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F62BF-9109-48C5-8866-6C09C0F3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72E57-095F-4DE9-8320-3781A331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3ABF3-C1E3-4E13-94B0-613CBD3E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A12F4-EDA9-4789-9095-968A2298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Measurement of temperature, pressure, flow and level in 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FBDC4-AB13-4DD4-A0AF-BABCE5FA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A9600-2F9C-40B6-89A4-7ECC1688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E4619-E9CD-44AF-B2D4-A694EAC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49C3C-DE24-480E-9C8E-1DC9F766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30C70-22B3-4AA2-A3DF-26D38670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805745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8FF0E-0D20-4288-82A7-1E2429E7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50BC5-CDE8-4588-8341-5EE9C412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C0FDB-17A1-4998-AB45-2E2B5710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AFDEB-2F56-4C2B-B2B6-8347AD6A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D1027-6DAE-4214-A1EB-43EDC75E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E49E2-0D8C-4D2C-A18E-0B2FF434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231781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C1DDA-1B21-409D-B437-9EAAB34B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6B539-524E-4A65-BE42-A705BF94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043A8-6E23-4082-91FB-C530A821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20F67-19F6-476D-AC31-E8C95D5E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5AD45-617F-4CB8-875C-107D09E0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Modern: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chemical: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plants: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Batch: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processing: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21303-46F6-4B4A-96B4-54201C06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502842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2A01E-97E4-43E5-B49E-A4DF8228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8476E-0431-4678-BA3C-20448D70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40DDF-679D-4963-8330-A6C74E6D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689E9-D413-4E0B-BC2A-4AD7219D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5ACE0-B8FE-45F8-94B7-1B53DF08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Structure/material: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Mechanism/process: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27F4A-A487-4D82-B26F-8EACF42A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569892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9A657-1B96-4EE0-8282-2B16102C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5DBCD-C737-47B0-9F80-7021892C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82EDB-A911-4B55-B2FB-82008684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565F6-3E3F-40D6-A4CC-C22C7179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7BD60-42CF-4352-AB05-33A05B59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Listing uses without explaining the structure-property or process-performance link.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3A8A1-B545-41FD-B72A-BB5BB882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823284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BC51C-E9BA-4769-B14D-D6957224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AF119-247D-4E6B-A839-BE643BFD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AE262-EC1A-49BE-8310-A8061AD0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4146F-A52A-4A78-8296-2E3E5501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FD127-7D49-4F26-85B0-E143BBAB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Modern chemical engineering plants 8 Hours Batch processing and continu...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Unit processes and unit operations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Case studies: Manufacture of paint, Sulfuric acid and Soda ash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Measurement of temperature, pressure, flow and level in a process 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FAA34-6D35-47A9-9F0F-48EED0E9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435AE-09F0-419B-BB94-7A24A737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23496-EA65-4783-8132-F0DD32C8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0078304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50C5CA-D612-4650-A01E-D54CE989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488F7-A35D-426E-9C06-029ADFBA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Unit processes and unit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039A8-5D02-4493-AB70-B9161855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45BED-4AE5-44E2-8BCE-C760BF8D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62657-1406-4813-AD6F-F831C683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AC36B-45AC-4FC8-B353-97FCA364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50425-E00A-422B-A1A1-B2AA1D9D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23C92-4926-486A-AA86-F51C869E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08876-9236-4154-BBDC-F1415C9A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06CD1-10E2-4E71-A58D-CE3B2DF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786B2-7A6C-4C3C-8A9C-7F1D714C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A81DF-D437-4A0F-95C1-3999D6D6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E1BC2-2719-4B5A-AE76-A8B209D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F74A8-19F7-4DEE-AA46-5F5A7DBC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548A8-5EB2-4E50-9437-1826E231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89826-77FD-428D-BAF3-89262C2D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74CC2B-3F7D-4015-88AD-1714DC63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6275C-0D9E-4295-9E36-EB403D2A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9ADCAE-A123-4ADD-87F5-FE979BFF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40CFE7-2BFA-4B86-8832-3ED59AC3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CBC63-7B2C-47F4-919F-CDAEAC94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664C6-E3C5-4D99-B55A-26252CF9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ABAABD-1150-4520-A9B0-1035F5AA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40C309-2082-4DCF-B1BE-EC640A95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8A74B1-9CA7-44ED-8B83-4331A23C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71E35-D9F8-441B-A626-ED7F0F13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310A2C-7338-4340-B233-C5C22729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3687C3-EB12-448F-B8A3-31D07AA8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47052F-9841-4D68-A3B2-013C3049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3902C2-87ED-438C-9D6C-FCFB2AA9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A2FA80-2B91-4F95-89AE-73B82DC7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599FCF-5C3B-41B5-A459-621DF045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3168292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E008BC-93F1-4588-816B-3E641A8C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511CF-FB92-4461-A329-D7CC7393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Case studies: Manufacture of paint, Sulfuri...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F623E-0BA4-4204-BF65-47B6679C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00F5C-674A-41BE-8DA5-F3AEB32D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B31ED-74D4-4E28-95E9-2AEBA453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9C042-1AE4-464F-BC04-2A93C6E8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2BB0E-BCED-4B22-8A0D-4150C578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FF374-82B3-4BDB-B3F3-A22536FC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2D002-AC1E-49C3-9DFE-163B472F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64E7C-94C7-4374-8506-FC7E3630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F3E67-E2FD-4B59-9538-A61BF595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400C0-AC95-49B7-90E9-BE09C086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36CCC-50E2-46A8-8723-45CB712F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68009-1511-44BD-93F3-97537E3D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EFC3D-79E6-4FB0-A966-A43873E5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A7FB5-C27F-4C37-8F43-91A8637B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E0D57-5A2E-427E-A50B-DA5A0291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1E5A24-36ED-442C-BABB-17F04339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0B04BF-0CC3-4011-9D39-A33BCBE5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B3CA9-7735-4A03-81A0-0C0472FD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4A1695-79D1-4587-AA79-F9B9121C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FDB2DD-36B8-453D-B93F-572B1600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B9AAE-E7FF-49A9-B21B-FDB013E4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BFDA4A-FE64-43D6-98CC-9CAF9F37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6B3F1C-4AB5-4BA6-AFE0-3CA5DBC6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7065A5-6200-4213-B121-25BFDCEC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02CBC1-53F3-4A17-9F93-B0F13170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83BA97-1D2F-4302-9CFB-E8D18096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7387FB-9C83-45FB-B121-84BA03F3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2F8672-238E-465C-9D00-6901C187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7405F2-89ED-4865-AC6B-58B2E1F0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AF08E7-B889-4A8C-90B1-8362DF99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8571444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2D47F8-9361-4E06-BC5E-35C27E0E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3B717-C8EA-4CD0-BEA9-305E8A86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Measurement of temperature, pressure, flow...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CF879-7133-4973-A28B-37054E7C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F2E18-E80A-4287-8F23-0A8DE45F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4D365-8928-41B7-B4E1-43842AB7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221F3-3B45-4849-8A45-0A3FEB1B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E962F-8E63-49ED-AA1C-21F7D789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C14CD-1E94-4B32-A488-A2608AFE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EAC8C-8061-4C6E-9D36-C8E36C32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37591-66AB-4A54-9168-9DEB0470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941F8-D325-4BE7-8946-302EDD7F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7002F-65F5-4D22-BB94-88CB0182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1E2D0-9BD9-4DED-8D97-5CA99B69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6EA0B-043F-4D05-B077-5B65615C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A11E0-C56C-4A78-A71F-25723999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B1A01-53D2-49B5-8216-2CA458DA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BBED5-6474-43C3-AD38-903D2C91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19A5A-DF44-48E1-93DD-B394C499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7A02EC-F7FE-42C5-8460-E28F7F8E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2678D9-542A-491F-82DC-2CF9B7DD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3C9824-FA6F-4478-AAEF-8F554279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CD0251-C7C5-4C5D-8B00-479D571B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AEF26F-DFD4-42A4-B87A-9FE90BFC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C5A0D5-52C9-4773-A84B-CF94CFD9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BC91AE-9A2F-41A0-914C-364224E3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62E419-8F41-4392-A876-CE86D009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89D281-B2D2-4F0C-8E11-CB2C81DB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6B42E3-262D-4346-9A66-F146EBEA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B9DC50-5642-47AE-83A3-337B5EA1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6BC665-CD88-46B6-9723-95ACC579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347840-A808-4489-BDD2-0B455F4A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3FC75E-91B4-410C-AABF-F737C9B8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277022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7CA557-13D2-4C9B-A4BA-1670CF0D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8429F-212C-4C09-9175-94BE3A18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Modern chemical engineering plants 8 Hours...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8BF11-A0A8-4A66-A15A-C5070BE8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B1AEA-ABA6-4321-B4B1-6CD76EFC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FBF0A-5ECB-43B8-AAEF-28C59D16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988F6-D9AD-4A06-A164-5DC329BE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89DB2-C92F-47F3-B671-65F7FEE6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1A035-988A-465B-B702-E174186D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598FF-3A8E-49D6-9D84-056B3798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FFD19-4D8F-4275-A47F-E742D671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5F675-D8B5-4359-89F4-C8383E6B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8C3F3-D182-4808-8D3E-1CAAFD73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182D5-71AF-4471-9934-4FF9C28A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E6FB2-6912-472A-BF73-1F5E0840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98E65-3EE0-4334-8B5A-6D9FACAE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F12C82-F7D6-4947-8DE9-5CC0857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C7D96-4060-4DD3-927E-7C641615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C1494-477C-4480-8026-0FF1F25B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E5A000-CAE4-4348-8434-FD226640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41F93-1762-4CCB-92BC-B339C15A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5628CA-F0B4-4BBF-B8EE-EBC5033D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55667-02FE-4CD2-A8B2-F87599AD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14033F-9C0C-4F87-87A7-C3825DBE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63FD34-8A2C-4C3C-B982-1ACC3BE3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8D0C4E-30AD-490B-B8CB-7904B276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FF9EE8-EEF6-4AA3-BD8E-5BFEEE6C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E24023-C53D-45F0-A311-875F134E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0D1DAC-D438-4F04-AA0D-94BC302A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EDFFCB-AC29-4A11-86BE-2119D378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8311E4-CCA9-44B8-8C1E-18F7EC5D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A9D454-6E56-42EA-B8A2-C73C8712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8EF8E7-8C6A-4563-85BF-AAF152B4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5251997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EA8EAD-7C75-40AB-946A-793FB6D3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88A22-7370-4572-B29D-14ACDDA3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Unit processes and unit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B4153-D79D-49CE-B759-50970E58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011AA-D031-4076-86A8-2A13015A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BEC09-B4E1-4AC4-BEDF-58E6DA2A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B3E18-4050-4EBA-9E3A-A8879FF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E0D25-4714-4814-AEA5-230008F3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A3261-3249-4A25-B0F6-E6CEB866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4A0A3-18B8-45E7-8A98-6D195469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81814-B426-4CBD-B52B-1D41911C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6C635-3B58-463C-B8BC-6ED31ACF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A4B4C-2B5D-417D-92D9-3E9839BF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C7337-9440-47BC-BBA2-FF8E8B49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847C7-DD22-42B9-9396-B8E2359E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9B5F9-E95C-4B5D-A4EC-943A75CF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5F130-4B00-4271-8889-DD5C7D13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C8DA9E-3A4A-4682-BE59-1400866E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5B1A2A-A203-4E3C-920A-6D81AF02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33A47-E82A-45BF-BB60-B7162A95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07F1C-6079-47F2-B1E4-AB906012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A19B7-DF6B-444B-9111-3956544B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E973B-60EB-44AB-867B-7755656E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3A0A6B-08D0-4F95-96BE-4A2DBFDA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B05E51-4857-48FF-A620-6EADC783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0EEFA9-0412-4532-9E1E-E9786055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C44D47-0096-4452-A133-566910AA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1583E0-5A53-4A75-8A7A-5190EAFC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3169DD-6889-451A-BD79-6692F79E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185C4E-439E-4115-A3FD-291FCC56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3CAD17-4554-4450-9A31-A1B211D1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D46E7C-E1E6-426C-9F4E-54D4D12A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50AF1C-3DF5-4F65-8D19-E661B06B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310925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F447C1-4F7C-4F19-8F4D-7B28F43B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FCD00-0CED-49EA-9A85-7853D073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Case studies: Manufacture of paint, Sulfuri...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29B27-9435-455E-A59A-0DF73241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47FE1-D152-49B8-B25C-8C08C323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4CA40-5B45-4EF9-9E76-EF98E42D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9E1CF-7BA1-4432-B85B-23F32C58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6DC95-B850-4669-B136-1926FF39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B4261-F54E-4891-8D54-2D5DB7C5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83C87-EA5D-4C48-AA92-086062F0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98F31-8CFD-4D33-A43B-008D4CFD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779D1-72ED-4D13-B96A-557A3135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7790C-DA1D-4045-85DB-A16B28F7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D8B4F-A2CC-4FAA-927A-FCC7040B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526D8-1687-4274-9725-227D7C8D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FE35A-CEC8-4529-A5FA-80F085BB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CE30D-0CBE-4643-A446-E76F7CEC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7784E-8948-4FF1-B932-FBB8DCC9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26610-36C2-4BB0-AA8B-8F9488D8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D92C72-1391-49D9-8A0F-0F5A946C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AE3624-4A5E-45BA-934B-99BFB3E5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984726-943E-4B7E-9FE1-85D97C1C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062828-6D79-43E8-96EE-F85E3411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CBD31D-2DC3-46C4-A179-5076F3E4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3098AB-8C63-4A63-A83B-37FE2376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D642D6-B04D-4E11-B8A1-208073FB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3A8C31-6AAE-427F-9026-D5C27881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F980CC-6346-4792-AB39-28C26CAF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F13A65-979A-4191-B606-5A14724F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71CEC6-3AF8-47E4-9EA2-643CBB47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094A73-E0CF-4A7F-93A5-E2388629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BC8B45-4CFE-414E-8DE4-E6519A1B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92721F-F06B-43CD-A2A7-05E0E5F7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8812784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42D3CD-8427-4A9D-A16E-63403C86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E2F5C-6FD1-4B8F-8CEE-F29BC3CA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Measurement of temperature, pressure, flow...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9B6A4-A155-48A4-B81B-278DFE87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A9244-E2CD-4B7B-98DB-A919F9B6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DE5C4-3344-4106-BD1F-3A264159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139E9-FFF5-4057-8D0C-6EBEAB2D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DFA5B-B8AC-4339-8369-936FA98C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1D22B-3141-47C1-9A48-05767601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8C353-E90C-4519-B474-867FEF32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AA11E-8DC1-4E87-B472-6ACF6BF3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44FB4-5E43-4441-BF9F-9A77C434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DA760-CE18-41D0-A39B-49690FE0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74051-C2B1-44CA-BD29-A072B175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4A539-A0A4-493F-A988-2175202B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18FED8-39E2-4012-83BF-9AE3880E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CDCDC-5C52-4E6D-A59E-2E870996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6793D-AC30-4B72-9DCF-20816812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A6B89E-B329-4855-B0EA-9781E794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62FD3-5B13-4BF0-867D-B200D08C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CCF05-F3E4-4BAD-A652-7FF7DC61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8A536-96F7-4BA6-A7EA-B5469503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6204E-D2DA-4D91-94F6-6667AF12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BBC24F-784D-4242-A810-D32FCC85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F3107B-6D02-4387-ACF5-A525FB67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FED5EB-C84D-42C9-8E78-B0F6B0B5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EDAE23-9F56-4C29-9149-2D928FD0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055460-467B-4763-902C-D8DA1270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A44876-CDA9-405C-B37B-FDD2D657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D76681-7B8E-4468-88F1-27FB09B3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9B3244-FD3F-41B7-A1D2-F17A562D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68630A-0FB4-48F8-A13F-2BA0830A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0DAA99-E1D8-4A91-A597-AD61617E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3398578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34AE8E-2A41-4CB0-B90E-6AD86078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4D120-12ED-48BC-A6E9-D333F1EF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Modern chemical engineering plants 8 Hours...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F24D4-3E90-465B-9225-16748D9A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51B0E-201E-4C4D-BDF2-2BFD6B2F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E9750-0515-4B52-8A16-B960F165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53060-2D0D-457C-A9A9-B1850F5B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041ED-F601-4F31-8627-132B9BE9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7AA34-83E0-407A-93C3-E043E610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8EF43-60CA-4C6B-9FAD-9CF45DCD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F8626-C974-4280-9C74-03560463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1E4DD-31F5-492C-837C-59164F24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35C34-20BB-4382-ACD9-E94184E2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A4096-71CC-4DF3-8CCB-B2FFDD6B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53CC8-2C7C-4C31-8903-E39C892F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F2E87-CB9D-4BFD-9FDE-76B1B4EA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272DA-432B-4E6D-8C2D-BC837055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540DE-CAE7-4D7E-8D0C-707540C5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2301E-6E59-450B-815D-4F13759D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A39127-3FC4-4782-B213-58D32435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775FC3-39A3-48BE-AE88-0B3314FB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94A772-BB8E-4117-BDCC-98E8FA71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F36742-6B28-4006-BD03-56B4FB51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4C86E2-2D26-433D-80FB-A0523060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105C4C-C61D-4D3E-B33B-5273731B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64BDF8-79D1-4BCA-A7B2-8C30E2A1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E160E0-3932-4B4E-A5FC-2449ED93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8DE053-7B18-486D-9445-B9992751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099470-871D-4AAA-A106-E789A827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3ACF55-4993-4988-997A-A2361192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140CDB-8902-4D26-B923-D44BE9E6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B8516E-58AD-4103-B5B1-6C725C04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BA0B87-D9A9-4500-AB9F-D0219357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6479055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94E5FA-5BE0-4289-BB05-CCBB7E30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D682D-5AAF-4D4F-B2C8-8E2218CB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Unit processes and unit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0E5FB-7B03-4367-BF96-9F02BAEE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A094C-098A-49AD-A076-CCBCA5F2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AD73F-644E-4F25-9A29-BDAD1CE9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E2C14-03EA-4561-AA7D-D6BE7A87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88901-628B-402F-861F-7020B35C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550EE-7B92-4DB9-A38B-76815449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2489B-A830-43BD-BA95-2E61981A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2F18A-2B0C-4C8C-8F90-D0F15282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08D73-D52F-49C6-8033-259F13F6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FA848-B644-444C-BBA9-724FB1A7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0588F-E7C4-4CEA-AA25-06F40E89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69191-44C6-4FBE-A299-504320C2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F73A3-9725-4874-8AA9-6F128CF7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65050-D10F-4ED9-93CA-07003CAB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11B4C-C451-4F0F-A881-2C4F1B16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523C4-80B0-444F-A213-0CECC7DE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F0A98F-32F6-43EA-ABE4-B9484DE1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097E65-38BA-4A0B-9323-AC387603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B5DEAB-7872-47E5-9EF9-990A6112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669BCB-CD95-4F4A-82A9-CE296492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BCC726-4276-4628-B5DB-A7B6C7A5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359717-2988-4449-BD68-DBBD5316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F2ACF7-FAFE-4B4F-AC26-98F3FB92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291764-4F3D-4BE6-A0D8-754D42F8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5E1CEE-B1FC-473D-AE27-A2B06865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6C7A77-8956-4368-8415-D9C8BCA2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F0DDFD-4A12-4331-A3BA-65908DD4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7D0215-14C9-45F2-8004-8BC597D1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EF1D2A-E795-44C9-82CC-CC1DDF08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ACDBEC-CBC8-4275-B4A5-C8FDF207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9917128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F3351E-BA7D-4838-943E-B46F0F36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FE508-DFA2-4C14-A274-2D8C33A7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Case studies: Manufacture of paint, Sulfuri...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116ED-68CA-4EB1-A2A5-D1F7253E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917F4-4463-4644-8FF3-61A5BE0D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8FE52-21FF-4F34-B106-52045E04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FFA8C-D466-427C-A90A-6B4936F9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F0A3B-3BDB-44AA-942B-52978049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EA733-D9B9-465B-9D1D-8C65E262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C1BD5-4BD5-4F1E-AF18-4296055C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0F45B-3A15-47AD-9231-C41C4401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9117E-F638-4FDA-9FF9-E1623AE2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19BEF-8A94-46E1-8A87-7C1A93EF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6EB2B-7818-4036-9CFF-AEE8596D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8F028-09D8-4778-8A4A-4684FAF6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9834B-937A-413F-B41D-725727B7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91E20-7FF7-43BC-9019-B089FA6A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E66D90-21E6-4085-8001-A28B4382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36DD16-0BAF-497A-B07E-57D3FE5A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728F9C-75CA-4105-AC62-28E2DEE0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0949F5-0807-4762-8853-99EF3054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751B32-92C5-4357-8701-45B74577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9A839D-6773-49F9-95A7-3288CBA5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A151EE-98D6-4969-9027-C9834B3F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E91561-822C-471F-959B-A6FE1FFD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EDEA70-B8DA-48E0-91F1-21E1621B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33C339-11D4-484A-B060-D829A56D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67791D-EED1-4A71-8DCB-E4D60542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E94F2A-BDD2-40E3-96D6-39818176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9C36B3-BE61-4943-8B9B-F8715B55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1FF23E-AB1B-4253-8268-6882BD19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73592F-96F8-41B2-80E1-E0A84583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AFDC55-D3F3-4CAC-9881-B2B401FA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9996717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D0D196-10D9-407D-9DD5-FE706911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5D75C-F386-49E3-8F81-269AFA57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Measurement of temperature, pressure, flow...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05C92-4C73-418E-847D-C50F4B9C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82A84-A027-4A8C-BF9F-79448A50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02768-6B1E-4D1C-8996-5970B581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904F1-90A1-433C-A5E9-CB8B934D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29023-2F03-4D32-8565-574B3E4E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2B06A-C200-4EE6-A44F-161CCDB0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3D6E6-24E0-43A8-9A47-165AB7FE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937DE-3A5B-46FA-AAC8-65973F4B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7B459-6736-420E-87F4-BB146A70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44998-9F61-40F2-81E5-9A7F2B8B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DAAF3-06AC-4A65-A378-D6C369F7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B905F-6BD2-4834-BB6C-6AEC1F13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BC40F1-EB41-4E8D-8992-27D3A1FC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B5E23-10FA-4564-9338-E441E038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E186CA-7D73-43A7-8FBE-36547CB5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08DE9-1B42-4AFF-B5DC-311522BF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865388-F386-4E69-8B4D-E4C7E08B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12D16-8F38-446F-9CDA-6838D0FA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94788-ACEE-487F-B514-C975F5CB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EF82F-65A8-4340-BFEF-9450A7D1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B5C9C5-3F22-4C5B-B679-5C3201B8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649F76-E0AD-476F-9B10-6A820342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1926E6-E7DF-4B52-ADC3-9F32A863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9D635F-DB3D-4813-B8D8-16F4B19D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9FCA07-70C5-4ABC-9476-90BD021E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8F5096-FD61-4455-8E64-9D6BEE73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0B7733-1A59-4F3C-A9AA-AE7E3983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6B1361-4CFE-4911-ABD1-C020B295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BF1181-FA7C-43A2-B8C1-FBE89A4C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92991F-B477-4B66-9BEE-30669BD5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0507422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FB78D1-786F-45B4-9F69-5098DA7C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9BB18-2083-44C0-920E-21435DBF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Modern chemical engineering plants 8 Hours...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C191D-C341-4BF4-8BC8-D3412D34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AA1EF-8312-4453-BB15-34337808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F08D2-F013-45BC-876B-417226CC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A635E-7E9C-4F86-B946-479BD5FA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65CB1-A54F-4E72-B113-CEA43AB3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35AFA-97DB-44AF-A3ED-0A609763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3469A-28DA-42DB-AD9C-DAA77096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427AC-40F8-4CF7-A655-1EB9CFC0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E37CA-39F2-44F6-B787-66C13006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F1FA6-59F9-4177-8408-EF4B9CAD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6A483-FF04-4B1E-970D-485387F9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10B2D-07A2-4DBF-9DAE-C4CC6CCE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A4C12-5B83-4BF6-997B-78069B6D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4FAD0-E450-47E1-AAF0-D5281908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60CED-9ECD-46ED-912B-4B5846F4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A3254-0148-4E24-A5BE-8E3BEE7E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34094-8F35-415E-B3BA-97570C63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209BCB-A858-46DE-864F-F6816309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B95F2E-4763-4925-9C11-04423D66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D4480E-85A8-4C84-B4AA-409B115A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F1580B-1108-476C-A3B8-EA359EAA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6416F7-4F60-475B-A8F4-B0ACBE32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705CFC-6F87-49D6-A387-9AA114A6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28A0F2-E9F9-4404-B83B-F697FDE4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28D863-9E91-4DDC-BA08-4137954A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99E3B7-2134-4690-8BC7-55CA25A3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A8E083-50EF-403A-9610-481756D6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2449E0-C5A8-468B-B3E7-D0F99FC3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4DA847-2230-435C-B5F5-05AB33FF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31FC6B-0365-4431-A26F-7C91170F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9404269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E8D72D-B5D5-46E4-9B28-ACD4E6C9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9CBFD-6C36-4B46-B104-E000B506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Unit processes and unit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00164-4352-44CE-9CE3-D73231F8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175C1-8846-4311-B1C8-95420493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77A21-DD2C-4513-B2EF-4D38F993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096E4-39A5-4D29-A8CB-06F8C9E5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CF8E2-7102-4B03-95DA-6F688008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ADCBA-506D-4B85-A4CD-C3365239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BFA24-7ED3-4F26-866E-A837B1F2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74151-540B-4961-B3AE-85846D9F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E9634-82BA-44D5-B472-4212109C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EE2A9-47B7-4D2A-AC95-1B01AA81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D27BC-34A5-42FB-99A1-74D90F7C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FB7BE-396C-475E-AB23-C455CAEE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7E4BC-ADF7-46D5-8A64-A6C5C06D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C54A2-0FEA-4924-B625-9A911F64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635F9-C50E-409B-A98A-B3D40926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376CBB-48A6-424E-9749-69ED7FF8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6FAE7E-7489-4D21-9565-B588BDD6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9998A6-B937-4C91-96CE-2FC37E44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C68BB9-F9E7-41D9-B8A8-1FD63181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4C7507-8D98-4C96-948C-50687DBA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04BCC4-BCD9-4AF3-99FD-0A8F99AC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B0B719-F9DC-41D0-8167-4E2C1EF7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3C13DD-404D-43BA-A660-FE956E6B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6EA776-9B61-4344-ABD0-679F40BE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F13D57-0218-4148-AD5B-BC40EA56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D14898-6C15-4470-8977-CC1365E5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D115E1-0A6F-4781-9CA0-02982E2A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930EDD-1322-4FD3-BFB4-AD2C48BA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E0FDC8-102B-4E1C-8C5C-4A72FDA2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08ED45-1F04-4818-A4D5-3879B7F0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2292100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AEF86E-2803-4BE3-9ED0-534A9F6D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B57E2-E599-4DDF-A09E-E317783D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Case studies: Manufacture of paint, Sulfuri...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E2FE8-8A0E-43D9-BCC5-FAD4C874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9DA44-42A3-4947-B679-9E7BF0AD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E64E2-F5D2-4DA7-A2E9-88D84C84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0267C-3221-4FDD-A90F-58010E7D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3BE4A-C3D0-4ED6-BA0D-AFDB99B0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2C38F-AECB-4F74-87C5-00B20E8C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6D31F-7131-45BE-BEC6-5889C568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ABC2F-8C18-4CFA-B8EE-291CA376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AC356-4667-4547-8CE7-C17D4717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9B752-B8E2-480A-BB0B-679BC279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F15B0-FB04-4412-A346-D4522EFE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6B60EA-0C15-4FA3-98BD-A9935105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E58AD-4E89-4A70-8C70-E8066A8E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760C7-94AC-4DE0-B535-1220A46D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19625-8229-4793-AFEE-2195473E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F799E-5204-4A09-A3F6-ADF34E85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3C5CAE-59CB-44F5-B184-C7EBD09D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AD4AE-42FE-49AC-9A53-C33AE597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E4CE5-0ACA-48AE-9883-88BCF78C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A6333E-DEAD-44F8-BB65-45B51454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55B7D0-CF90-4382-BD76-00C9771C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6961DC-EF51-404C-965A-030D8903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EC47DE-E841-49EF-AA4E-07FE67DD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69A7D0-D78E-49B2-A063-9A7055B1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93DB9F-402F-4A78-B612-F425D7C8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ABF69E-48F7-4415-B0EB-73DE2DD0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88C677-C74A-4DCC-A111-26DD45D2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E51C94-F081-478B-959D-6BF513FC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7A79C0-CB78-47B9-A707-BEB26C7D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E39663-DE49-4A9E-A893-55848F7B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628136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2026-08-24T16:02:40.3600000Z</dcterms:created>
  <dcterms:modified xsi:type="dcterms:W3CDTF">2026-08-24T16:02:40.3600000Z</dcterms:modified>
</coreProperties>
</file>