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785666cc44d7c" /><Relationship Type="http://schemas.openxmlformats.org/officeDocument/2006/relationships/extended-properties" Target="/docProps/app.xml" Id="Rabd884cc829d4de7" /><Relationship Type="http://schemas.openxmlformats.org/officeDocument/2006/relationships/officeDocument" Target="/ppt/presentation.xml" Id="R5b9792303f9e4b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6e3c2a228409d"/>
  </p:sldMasterIdLst>
  <p:notesMasterIdLst>
    <p:notesMasterId xmlns:r="http://schemas.openxmlformats.org/officeDocument/2006/relationships" r:id="Race4afca8f6c4dc9"/>
  </p:notesMasterIdLst>
  <p:sldIdLst>
    <p:sldId xmlns:r="http://schemas.openxmlformats.org/officeDocument/2006/relationships" id="256" r:id="Rf5a4940c4af74d69"/>
    <p:sldId xmlns:r="http://schemas.openxmlformats.org/officeDocument/2006/relationships" id="257" r:id="Reb7ed2a0cef443a7"/>
    <p:sldId xmlns:r="http://schemas.openxmlformats.org/officeDocument/2006/relationships" id="258" r:id="R234b449a5dc246b9"/>
    <p:sldId xmlns:r="http://schemas.openxmlformats.org/officeDocument/2006/relationships" id="259" r:id="R1a6073512c684240"/>
    <p:sldId xmlns:r="http://schemas.openxmlformats.org/officeDocument/2006/relationships" id="260" r:id="Rbaca1ddbe8fb41b7"/>
    <p:sldId xmlns:r="http://schemas.openxmlformats.org/officeDocument/2006/relationships" id="261" r:id="R253e286377634ff4"/>
    <p:sldId xmlns:r="http://schemas.openxmlformats.org/officeDocument/2006/relationships" id="262" r:id="R089243c3b6c84771"/>
    <p:sldId xmlns:r="http://schemas.openxmlformats.org/officeDocument/2006/relationships" id="263" r:id="Rd787070e465c416d"/>
    <p:sldId xmlns:r="http://schemas.openxmlformats.org/officeDocument/2006/relationships" id="264" r:id="R2b1a57030d574044"/>
    <p:sldId xmlns:r="http://schemas.openxmlformats.org/officeDocument/2006/relationships" id="265" r:id="R08fced754e474103"/>
    <p:sldId xmlns:r="http://schemas.openxmlformats.org/officeDocument/2006/relationships" id="266" r:id="Rfd8c10d0f84b4057"/>
    <p:sldId xmlns:r="http://schemas.openxmlformats.org/officeDocument/2006/relationships" id="267" r:id="R50d62a3971bc4cda"/>
    <p:sldId xmlns:r="http://schemas.openxmlformats.org/officeDocument/2006/relationships" id="268" r:id="R5c6bcbee69b0459a"/>
    <p:sldId xmlns:r="http://schemas.openxmlformats.org/officeDocument/2006/relationships" id="269" r:id="Rd439caf11da748af"/>
    <p:sldId xmlns:r="http://schemas.openxmlformats.org/officeDocument/2006/relationships" id="270" r:id="Rfa6249344b534d66"/>
    <p:sldId xmlns:r="http://schemas.openxmlformats.org/officeDocument/2006/relationships" id="271" r:id="R86a4b792db8c4683"/>
    <p:sldId xmlns:r="http://schemas.openxmlformats.org/officeDocument/2006/relationships" id="272" r:id="R1c1dbcc022ea4b01"/>
    <p:sldId xmlns:r="http://schemas.openxmlformats.org/officeDocument/2006/relationships" id="273" r:id="R66bbe25657c74e8e"/>
    <p:sldId xmlns:r="http://schemas.openxmlformats.org/officeDocument/2006/relationships" id="274" r:id="R560f40bf4433464e"/>
    <p:sldId xmlns:r="http://schemas.openxmlformats.org/officeDocument/2006/relationships" id="275" r:id="Rd9d2bceba9d24c57"/>
    <p:sldId xmlns:r="http://schemas.openxmlformats.org/officeDocument/2006/relationships" id="276" r:id="R7b0c009e98b8443d"/>
    <p:sldId xmlns:r="http://schemas.openxmlformats.org/officeDocument/2006/relationships" id="277" r:id="Rdb1fee74540041ec"/>
    <p:sldId xmlns:r="http://schemas.openxmlformats.org/officeDocument/2006/relationships" id="278" r:id="R94c5de071e584b27"/>
    <p:sldId xmlns:r="http://schemas.openxmlformats.org/officeDocument/2006/relationships" id="279" r:id="Rb6c15be6920c4c4d"/>
    <p:sldId xmlns:r="http://schemas.openxmlformats.org/officeDocument/2006/relationships" id="280" r:id="R0d87b01dfde84997"/>
    <p:sldId xmlns:r="http://schemas.openxmlformats.org/officeDocument/2006/relationships" id="281" r:id="Rb11068524fce4f37"/>
    <p:sldId xmlns:r="http://schemas.openxmlformats.org/officeDocument/2006/relationships" id="282" r:id="R6c8852f4a01645e7"/>
    <p:sldId xmlns:r="http://schemas.openxmlformats.org/officeDocument/2006/relationships" id="283" r:id="Raae443747edc4231"/>
    <p:sldId xmlns:r="http://schemas.openxmlformats.org/officeDocument/2006/relationships" id="284" r:id="R18e5b1867c3b4efa"/>
    <p:sldId xmlns:r="http://schemas.openxmlformats.org/officeDocument/2006/relationships" id="285" r:id="Rb5a434621cad48d9"/>
    <p:sldId xmlns:r="http://schemas.openxmlformats.org/officeDocument/2006/relationships" id="286" r:id="Rd29dbc28d9a94a4b"/>
    <p:sldId xmlns:r="http://schemas.openxmlformats.org/officeDocument/2006/relationships" id="287" r:id="R1062cc4cc04b4438"/>
    <p:sldId xmlns:r="http://schemas.openxmlformats.org/officeDocument/2006/relationships" id="288" r:id="Re723bce6fcdf440e"/>
    <p:sldId xmlns:r="http://schemas.openxmlformats.org/officeDocument/2006/relationships" id="289" r:id="R647d3512ddbb425c"/>
    <p:sldId xmlns:r="http://schemas.openxmlformats.org/officeDocument/2006/relationships" id="290" r:id="Rf5bf64b2c0e3404e"/>
    <p:sldId xmlns:r="http://schemas.openxmlformats.org/officeDocument/2006/relationships" id="291" r:id="R715897bc7f804f42"/>
    <p:sldId xmlns:r="http://schemas.openxmlformats.org/officeDocument/2006/relationships" id="292" r:id="Reaa4df8533d2476d"/>
    <p:sldId xmlns:r="http://schemas.openxmlformats.org/officeDocument/2006/relationships" id="293" r:id="R43f0c7630d504a95"/>
    <p:sldId xmlns:r="http://schemas.openxmlformats.org/officeDocument/2006/relationships" id="294" r:id="Ra15c1f987fc34dd2"/>
    <p:sldId xmlns:r="http://schemas.openxmlformats.org/officeDocument/2006/relationships" id="295" r:id="R91ca5a4e602c4058"/>
    <p:sldId xmlns:r="http://schemas.openxmlformats.org/officeDocument/2006/relationships" id="296" r:id="R434b22d83c004075"/>
    <p:sldId xmlns:r="http://schemas.openxmlformats.org/officeDocument/2006/relationships" id="297" r:id="R80f2fcbb5c2e40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bcc75e2f942e7" /><Relationship Type="http://schemas.openxmlformats.org/officeDocument/2006/relationships/slideMaster" Target="/ppt/slideMasters/slideMaster1.xml" Id="R3ea6e3c2a228409d" /><Relationship Type="http://schemas.openxmlformats.org/officeDocument/2006/relationships/notesMaster" Target="/ppt/notesMasters/notesMaster1.xml" Id="Race4afca8f6c4dc9" /><Relationship Type="http://schemas.openxmlformats.org/officeDocument/2006/relationships/presProps" Target="/ppt/presProps.xml" Id="Rb644e93f29274e76" /><Relationship Type="http://schemas.openxmlformats.org/officeDocument/2006/relationships/tableStyles" Target="/ppt/tableStyles.xml" Id="R5ec5b5cf17374a59" /><Relationship Type="http://schemas.openxmlformats.org/officeDocument/2006/relationships/slide" Target="/ppt/slides/slide1.xml" Id="Rf5a4940c4af74d69" /><Relationship Type="http://schemas.openxmlformats.org/officeDocument/2006/relationships/slide" Target="/ppt/slides/slide2.xml" Id="Reb7ed2a0cef443a7" /><Relationship Type="http://schemas.openxmlformats.org/officeDocument/2006/relationships/slide" Target="/ppt/slides/slide3.xml" Id="R234b449a5dc246b9" /><Relationship Type="http://schemas.openxmlformats.org/officeDocument/2006/relationships/slide" Target="/ppt/slides/slide4.xml" Id="R1a6073512c684240" /><Relationship Type="http://schemas.openxmlformats.org/officeDocument/2006/relationships/slide" Target="/ppt/slides/slide5.xml" Id="Rbaca1ddbe8fb41b7" /><Relationship Type="http://schemas.openxmlformats.org/officeDocument/2006/relationships/slide" Target="/ppt/slides/slide6.xml" Id="R253e286377634ff4" /><Relationship Type="http://schemas.openxmlformats.org/officeDocument/2006/relationships/slide" Target="/ppt/slides/slide7.xml" Id="R089243c3b6c84771" /><Relationship Type="http://schemas.openxmlformats.org/officeDocument/2006/relationships/slide" Target="/ppt/slides/slide8.xml" Id="Rd787070e465c416d" /><Relationship Type="http://schemas.openxmlformats.org/officeDocument/2006/relationships/slide" Target="/ppt/slides/slide9.xml" Id="R2b1a57030d574044" /><Relationship Type="http://schemas.openxmlformats.org/officeDocument/2006/relationships/slide" Target="/ppt/slides/slide10.xml" Id="R08fced754e474103" /><Relationship Type="http://schemas.openxmlformats.org/officeDocument/2006/relationships/slide" Target="/ppt/slides/slide11.xml" Id="Rfd8c10d0f84b4057" /><Relationship Type="http://schemas.openxmlformats.org/officeDocument/2006/relationships/slide" Target="/ppt/slides/slide12.xml" Id="R50d62a3971bc4cda" /><Relationship Type="http://schemas.openxmlformats.org/officeDocument/2006/relationships/slide" Target="/ppt/slides/slide13.xml" Id="R5c6bcbee69b0459a" /><Relationship Type="http://schemas.openxmlformats.org/officeDocument/2006/relationships/slide" Target="/ppt/slides/slide14.xml" Id="Rd439caf11da748af" /><Relationship Type="http://schemas.openxmlformats.org/officeDocument/2006/relationships/slide" Target="/ppt/slides/slide15.xml" Id="Rfa6249344b534d66" /><Relationship Type="http://schemas.openxmlformats.org/officeDocument/2006/relationships/slide" Target="/ppt/slides/slide16.xml" Id="R86a4b792db8c4683" /><Relationship Type="http://schemas.openxmlformats.org/officeDocument/2006/relationships/slide" Target="/ppt/slides/slide17.xml" Id="R1c1dbcc022ea4b01" /><Relationship Type="http://schemas.openxmlformats.org/officeDocument/2006/relationships/slide" Target="/ppt/slides/slide18.xml" Id="R66bbe25657c74e8e" /><Relationship Type="http://schemas.openxmlformats.org/officeDocument/2006/relationships/slide" Target="/ppt/slides/slide19.xml" Id="R560f40bf4433464e" /><Relationship Type="http://schemas.openxmlformats.org/officeDocument/2006/relationships/slide" Target="/ppt/slides/slide20.xml" Id="Rd9d2bceba9d24c57" /><Relationship Type="http://schemas.openxmlformats.org/officeDocument/2006/relationships/slide" Target="/ppt/slides/slide21.xml" Id="R7b0c009e98b8443d" /><Relationship Type="http://schemas.openxmlformats.org/officeDocument/2006/relationships/slide" Target="/ppt/slides/slide22.xml" Id="Rdb1fee74540041ec" /><Relationship Type="http://schemas.openxmlformats.org/officeDocument/2006/relationships/slide" Target="/ppt/slides/slide23.xml" Id="R94c5de071e584b27" /><Relationship Type="http://schemas.openxmlformats.org/officeDocument/2006/relationships/slide" Target="/ppt/slides/slide24.xml" Id="Rb6c15be6920c4c4d" /><Relationship Type="http://schemas.openxmlformats.org/officeDocument/2006/relationships/slide" Target="/ppt/slides/slide25.xml" Id="R0d87b01dfde84997" /><Relationship Type="http://schemas.openxmlformats.org/officeDocument/2006/relationships/slide" Target="/ppt/slides/slide26.xml" Id="Rb11068524fce4f37" /><Relationship Type="http://schemas.openxmlformats.org/officeDocument/2006/relationships/slide" Target="/ppt/slides/slide27.xml" Id="R6c8852f4a01645e7" /><Relationship Type="http://schemas.openxmlformats.org/officeDocument/2006/relationships/slide" Target="/ppt/slides/slide28.xml" Id="Raae443747edc4231" /><Relationship Type="http://schemas.openxmlformats.org/officeDocument/2006/relationships/slide" Target="/ppt/slides/slide29.xml" Id="R18e5b1867c3b4efa" /><Relationship Type="http://schemas.openxmlformats.org/officeDocument/2006/relationships/slide" Target="/ppt/slides/slide30.xml" Id="Rb5a434621cad48d9" /><Relationship Type="http://schemas.openxmlformats.org/officeDocument/2006/relationships/slide" Target="/ppt/slides/slide31.xml" Id="Rd29dbc28d9a94a4b" /><Relationship Type="http://schemas.openxmlformats.org/officeDocument/2006/relationships/slide" Target="/ppt/slides/slide32.xml" Id="R1062cc4cc04b4438" /><Relationship Type="http://schemas.openxmlformats.org/officeDocument/2006/relationships/slide" Target="/ppt/slides/slide33.xml" Id="Re723bce6fcdf440e" /><Relationship Type="http://schemas.openxmlformats.org/officeDocument/2006/relationships/slide" Target="/ppt/slides/slide34.xml" Id="R647d3512ddbb425c" /><Relationship Type="http://schemas.openxmlformats.org/officeDocument/2006/relationships/slide" Target="/ppt/slides/slide35.xml" Id="Rf5bf64b2c0e3404e" /><Relationship Type="http://schemas.openxmlformats.org/officeDocument/2006/relationships/slide" Target="/ppt/slides/slide36.xml" Id="R715897bc7f804f42" /><Relationship Type="http://schemas.openxmlformats.org/officeDocument/2006/relationships/slide" Target="/ppt/slides/slide37.xml" Id="Reaa4df8533d2476d" /><Relationship Type="http://schemas.openxmlformats.org/officeDocument/2006/relationships/slide" Target="/ppt/slides/slide38.xml" Id="R43f0c7630d504a95" /><Relationship Type="http://schemas.openxmlformats.org/officeDocument/2006/relationships/slide" Target="/ppt/slides/slide39.xml" Id="Ra15c1f987fc34dd2" /><Relationship Type="http://schemas.openxmlformats.org/officeDocument/2006/relationships/slide" Target="/ppt/slides/slide40.xml" Id="R91ca5a4e602c4058" /><Relationship Type="http://schemas.openxmlformats.org/officeDocument/2006/relationships/slide" Target="/ppt/slides/slide41.xml" Id="R434b22d83c004075" /><Relationship Type="http://schemas.openxmlformats.org/officeDocument/2006/relationships/slide" Target="/ppt/slides/slide42.xml" Id="R80f2fcbb5c2e40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e96ff9d24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a160818704c7a" /><Relationship Type="http://schemas.openxmlformats.org/officeDocument/2006/relationships/notesMaster" Target="/ppt/notesMasters/notesMaster1.xml" Id="Rc5a7c7b999ae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a3310b7b6494a" /><Relationship Type="http://schemas.openxmlformats.org/officeDocument/2006/relationships/notesMaster" Target="/ppt/notesMasters/notesMaster1.xml" Id="R6be241c23761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3952a19d2422b" /><Relationship Type="http://schemas.openxmlformats.org/officeDocument/2006/relationships/notesMaster" Target="/ppt/notesMasters/notesMaster1.xml" Id="R1435a6e0959e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5b6c4953b49da" /><Relationship Type="http://schemas.openxmlformats.org/officeDocument/2006/relationships/notesMaster" Target="/ppt/notesMasters/notesMaster1.xml" Id="R756d3beb339140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77f57549a4bf4" /><Relationship Type="http://schemas.openxmlformats.org/officeDocument/2006/relationships/notesMaster" Target="/ppt/notesMasters/notesMaster1.xml" Id="Rcd9d2522742046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fa999ba994162" /><Relationship Type="http://schemas.openxmlformats.org/officeDocument/2006/relationships/notesMaster" Target="/ppt/notesMasters/notesMaster1.xml" Id="Rbf52916d05c04b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3c4664d5f4ffe" /><Relationship Type="http://schemas.openxmlformats.org/officeDocument/2006/relationships/notesMaster" Target="/ppt/notesMasters/notesMaster1.xml" Id="R36759790830b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8d7cd28a4f4ed5" /><Relationship Type="http://schemas.openxmlformats.org/officeDocument/2006/relationships/notesMaster" Target="/ppt/notesMasters/notesMaster1.xml" Id="R679edf58bcc84e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47144476e4b79" /><Relationship Type="http://schemas.openxmlformats.org/officeDocument/2006/relationships/notesMaster" Target="/ppt/notesMasters/notesMaster1.xml" Id="Re45bcefa29524d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a46c7e9be84bee" /><Relationship Type="http://schemas.openxmlformats.org/officeDocument/2006/relationships/notesMaster" Target="/ppt/notesMasters/notesMaster1.xml" Id="Rf53a17ba2e914d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538ed502f44a94" /><Relationship Type="http://schemas.openxmlformats.org/officeDocument/2006/relationships/notesMaster" Target="/ppt/notesMasters/notesMaster1.xml" Id="Rad126d01117145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d02511a281474e" /><Relationship Type="http://schemas.openxmlformats.org/officeDocument/2006/relationships/notesMaster" Target="/ppt/notesMasters/notesMaster1.xml" Id="R4c5a8ea8b07e46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e2419e8b7e4488" /><Relationship Type="http://schemas.openxmlformats.org/officeDocument/2006/relationships/notesMaster" Target="/ppt/notesMasters/notesMaster1.xml" Id="Redd1142972b640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bb27c50bd84425" /><Relationship Type="http://schemas.openxmlformats.org/officeDocument/2006/relationships/notesMaster" Target="/ppt/notesMasters/notesMaster1.xml" Id="Rfe4fd968926044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e973b9eba8406d" /><Relationship Type="http://schemas.openxmlformats.org/officeDocument/2006/relationships/notesMaster" Target="/ppt/notesMasters/notesMaster1.xml" Id="R50eaf5870f1e4a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ea1e68e702466a" /><Relationship Type="http://schemas.openxmlformats.org/officeDocument/2006/relationships/notesMaster" Target="/ppt/notesMasters/notesMaster1.xml" Id="R6ce2624724e84e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214ec921c042a0" /><Relationship Type="http://schemas.openxmlformats.org/officeDocument/2006/relationships/notesMaster" Target="/ppt/notesMasters/notesMaster1.xml" Id="R89fadccb8f1346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c82f5160ee4b81" /><Relationship Type="http://schemas.openxmlformats.org/officeDocument/2006/relationships/notesMaster" Target="/ppt/notesMasters/notesMaster1.xml" Id="R3ba4f5cef0f74a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47ae698a0f4c87" /><Relationship Type="http://schemas.openxmlformats.org/officeDocument/2006/relationships/notesMaster" Target="/ppt/notesMasters/notesMaster1.xml" Id="R6c8660f9dd824e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22bfc3a4bb4ec3" /><Relationship Type="http://schemas.openxmlformats.org/officeDocument/2006/relationships/notesMaster" Target="/ppt/notesMasters/notesMaster1.xml" Id="Ra8cc9ea76cf441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42339f6c2c473b" /><Relationship Type="http://schemas.openxmlformats.org/officeDocument/2006/relationships/notesMaster" Target="/ppt/notesMasters/notesMaster1.xml" Id="R059d3761baca49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c1f9587f364482" /><Relationship Type="http://schemas.openxmlformats.org/officeDocument/2006/relationships/notesMaster" Target="/ppt/notesMasters/notesMaster1.xml" Id="Rd817659574ae48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b62df13fd544aa" /><Relationship Type="http://schemas.openxmlformats.org/officeDocument/2006/relationships/notesMaster" Target="/ppt/notesMasters/notesMaster1.xml" Id="Re0eca98eceac41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0cd17640b74633" /><Relationship Type="http://schemas.openxmlformats.org/officeDocument/2006/relationships/notesMaster" Target="/ppt/notesMasters/notesMaster1.xml" Id="R79bb79337eb14f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a7636446924fa5" /><Relationship Type="http://schemas.openxmlformats.org/officeDocument/2006/relationships/notesMaster" Target="/ppt/notesMasters/notesMaster1.xml" Id="Rf22c419a282b4c0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c7782fa0a64ecf" /><Relationship Type="http://schemas.openxmlformats.org/officeDocument/2006/relationships/notesMaster" Target="/ppt/notesMasters/notesMaster1.xml" Id="R5aadc18cb47341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cd896ad7254426" /><Relationship Type="http://schemas.openxmlformats.org/officeDocument/2006/relationships/notesMaster" Target="/ppt/notesMasters/notesMaster1.xml" Id="R32ec8e8e32f548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2fcf3947f94cc6" /><Relationship Type="http://schemas.openxmlformats.org/officeDocument/2006/relationships/notesMaster" Target="/ppt/notesMasters/notesMaster1.xml" Id="R1db4ca37ea97472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163e5941a441ab" /><Relationship Type="http://schemas.openxmlformats.org/officeDocument/2006/relationships/notesMaster" Target="/ppt/notesMasters/notesMaster1.xml" Id="Rdc42629f06ab47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806637e81c411b" /><Relationship Type="http://schemas.openxmlformats.org/officeDocument/2006/relationships/notesMaster" Target="/ppt/notesMasters/notesMaster1.xml" Id="R40f011a95d74435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ffcfa4f532144fd" /><Relationship Type="http://schemas.openxmlformats.org/officeDocument/2006/relationships/notesMaster" Target="/ppt/notesMasters/notesMaster1.xml" Id="R4e98d69556bb4d5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10f3b8c76e84f11" /><Relationship Type="http://schemas.openxmlformats.org/officeDocument/2006/relationships/notesMaster" Target="/ppt/notesMasters/notesMaster1.xml" Id="Radc9b2a810af44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e6ae1c112d4b49" /><Relationship Type="http://schemas.openxmlformats.org/officeDocument/2006/relationships/notesMaster" Target="/ppt/notesMasters/notesMaster1.xml" Id="Rd976b36f353d4cb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43b185438f4877" /><Relationship Type="http://schemas.openxmlformats.org/officeDocument/2006/relationships/notesMaster" Target="/ppt/notesMasters/notesMaster1.xml" Id="Rabbc3e104b3041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93ea63dee204227" /><Relationship Type="http://schemas.openxmlformats.org/officeDocument/2006/relationships/notesMaster" Target="/ppt/notesMasters/notesMaster1.xml" Id="Rf537ce5919a74a5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47b3f81db1248fd" /><Relationship Type="http://schemas.openxmlformats.org/officeDocument/2006/relationships/notesMaster" Target="/ppt/notesMasters/notesMaster1.xml" Id="R173e4d03c33441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22c03c2c2746df" /><Relationship Type="http://schemas.openxmlformats.org/officeDocument/2006/relationships/notesMaster" Target="/ppt/notesMasters/notesMaster1.xml" Id="R34f5f8345bc74e7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9a5607808d144b8" /><Relationship Type="http://schemas.openxmlformats.org/officeDocument/2006/relationships/notesMaster" Target="/ppt/notesMasters/notesMaster1.xml" Id="Rafd838827c3646d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b5041b7fd6f42de" /><Relationship Type="http://schemas.openxmlformats.org/officeDocument/2006/relationships/notesMaster" Target="/ppt/notesMasters/notesMaster1.xml" Id="Rcf36bd62820c48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af788a790514f4d" /><Relationship Type="http://schemas.openxmlformats.org/officeDocument/2006/relationships/notesMaster" Target="/ppt/notesMasters/notesMaster1.xml" Id="Rc095939b374d46c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ccde4572c00465b" /><Relationship Type="http://schemas.openxmlformats.org/officeDocument/2006/relationships/notesMaster" Target="/ppt/notesMasters/notesMaster1.xml" Id="R17cb4cd49a89406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3f298180cb40e6" /><Relationship Type="http://schemas.openxmlformats.org/officeDocument/2006/relationships/notesMaster" Target="/ppt/notesMasters/notesMaster1.xml" Id="R224a3dae4d5e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6155e2370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afb5f6184479f" /><Relationship Type="http://schemas.openxmlformats.org/officeDocument/2006/relationships/slideLayout" Target="/ppt/slideLayouts/slideLayout1.xml" Id="R02d62a96777c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d62a96777c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621463f945d4" /><Relationship Type="http://schemas.openxmlformats.org/officeDocument/2006/relationships/notesSlide" Target="/ppt/notesSlides/notesSlide1.xml" Id="Rde9363cc7202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a8c2ff18646a7" /><Relationship Type="http://schemas.openxmlformats.org/officeDocument/2006/relationships/notesSlide" Target="/ppt/notesSlides/notesSlide2.xml" Id="R060cd9acfb2a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6880c202a49ea" /><Relationship Type="http://schemas.openxmlformats.org/officeDocument/2006/relationships/notesSlide" Target="/ppt/notesSlides/notesSlide3.xml" Id="R01701d4ae0ee48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a9555e2a44ce0" /><Relationship Type="http://schemas.openxmlformats.org/officeDocument/2006/relationships/notesSlide" Target="/ppt/notesSlides/notesSlide4.xml" Id="Rb000ba65262b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8586880344066" /><Relationship Type="http://schemas.openxmlformats.org/officeDocument/2006/relationships/notesSlide" Target="/ppt/notesSlides/notesSlide5.xml" Id="R7c11c7eef9d6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0a5bd76b4ec7" /><Relationship Type="http://schemas.openxmlformats.org/officeDocument/2006/relationships/notesSlide" Target="/ppt/notesSlides/notesSlide6.xml" Id="R24940bc6fb88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90e21a9e344a4" /><Relationship Type="http://schemas.openxmlformats.org/officeDocument/2006/relationships/notesSlide" Target="/ppt/notesSlides/notesSlide7.xml" Id="R30f73d76c9344d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875dea1164f3e" /><Relationship Type="http://schemas.openxmlformats.org/officeDocument/2006/relationships/notesSlide" Target="/ppt/notesSlides/notesSlide8.xml" Id="R7ba9ea22a34f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b154b8a54180" /><Relationship Type="http://schemas.openxmlformats.org/officeDocument/2006/relationships/notesSlide" Target="/ppt/notesSlides/notesSlide9.xml" Id="R6860bfa62e5c43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6141de8fa48c4" /><Relationship Type="http://schemas.openxmlformats.org/officeDocument/2006/relationships/notesSlide" Target="/ppt/notesSlides/notesSlide10.xml" Id="R75a12a2ab6a74a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68a80213d481c" /><Relationship Type="http://schemas.openxmlformats.org/officeDocument/2006/relationships/notesSlide" Target="/ppt/notesSlides/notesSlide11.xml" Id="Reb54d5658c234f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588075b864f90" /><Relationship Type="http://schemas.openxmlformats.org/officeDocument/2006/relationships/notesSlide" Target="/ppt/notesSlides/notesSlide12.xml" Id="Reb6391d506a340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badd220d4639" /><Relationship Type="http://schemas.openxmlformats.org/officeDocument/2006/relationships/notesSlide" Target="/ppt/notesSlides/notesSlide13.xml" Id="R87b6d5838d3647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1d4cbf1b642e9" /><Relationship Type="http://schemas.openxmlformats.org/officeDocument/2006/relationships/notesSlide" Target="/ppt/notesSlides/notesSlide14.xml" Id="Rfc2dcfb4a3d4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320f48354736" /><Relationship Type="http://schemas.openxmlformats.org/officeDocument/2006/relationships/notesSlide" Target="/ppt/notesSlides/notesSlide15.xml" Id="R9a725f3d199642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59325d07a4fa0" /><Relationship Type="http://schemas.openxmlformats.org/officeDocument/2006/relationships/notesSlide" Target="/ppt/notesSlides/notesSlide16.xml" Id="Ra0b8fbe7baf94f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396903554fed" /><Relationship Type="http://schemas.openxmlformats.org/officeDocument/2006/relationships/notesSlide" Target="/ppt/notesSlides/notesSlide17.xml" Id="R5beaaa88ce854c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bc669e58485f" /><Relationship Type="http://schemas.openxmlformats.org/officeDocument/2006/relationships/notesSlide" Target="/ppt/notesSlides/notesSlide18.xml" Id="R90ce11a1f86741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b3294f622405e" /><Relationship Type="http://schemas.openxmlformats.org/officeDocument/2006/relationships/notesSlide" Target="/ppt/notesSlides/notesSlide19.xml" Id="Rf2a2d0efae0245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0acdfb9dd43f9" /><Relationship Type="http://schemas.openxmlformats.org/officeDocument/2006/relationships/notesSlide" Target="/ppt/notesSlides/notesSlide20.xml" Id="R6523af1adb204f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5dc77e5c94aa0" /><Relationship Type="http://schemas.openxmlformats.org/officeDocument/2006/relationships/notesSlide" Target="/ppt/notesSlides/notesSlide21.xml" Id="Re2bc2d382bb741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6619dc42f408e" /><Relationship Type="http://schemas.openxmlformats.org/officeDocument/2006/relationships/notesSlide" Target="/ppt/notesSlides/notesSlide22.xml" Id="Raadae2c2610e4f6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001820ddd44cc" /><Relationship Type="http://schemas.openxmlformats.org/officeDocument/2006/relationships/notesSlide" Target="/ppt/notesSlides/notesSlide23.xml" Id="Rea674dc3f7a446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4623fd8347ac" /><Relationship Type="http://schemas.openxmlformats.org/officeDocument/2006/relationships/notesSlide" Target="/ppt/notesSlides/notesSlide24.xml" Id="Rc8a66cb300c54e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3fd3555804d83" /><Relationship Type="http://schemas.openxmlformats.org/officeDocument/2006/relationships/notesSlide" Target="/ppt/notesSlides/notesSlide25.xml" Id="Rb8e0747197ce474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e293ee5fa40bd" /><Relationship Type="http://schemas.openxmlformats.org/officeDocument/2006/relationships/notesSlide" Target="/ppt/notesSlides/notesSlide26.xml" Id="R808f91fecd1d44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fc2a963154859" /><Relationship Type="http://schemas.openxmlformats.org/officeDocument/2006/relationships/notesSlide" Target="/ppt/notesSlides/notesSlide27.xml" Id="R2e0ba1d535f7491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e4fa646854b27" /><Relationship Type="http://schemas.openxmlformats.org/officeDocument/2006/relationships/notesSlide" Target="/ppt/notesSlides/notesSlide28.xml" Id="Raf78535ef49e48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356edc8564ed8" /><Relationship Type="http://schemas.openxmlformats.org/officeDocument/2006/relationships/notesSlide" Target="/ppt/notesSlides/notesSlide29.xml" Id="R27e640054dae41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891404084642" /><Relationship Type="http://schemas.openxmlformats.org/officeDocument/2006/relationships/notesSlide" Target="/ppt/notesSlides/notesSlide30.xml" Id="R84c04aea1069455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ebd8ceed42c4" /><Relationship Type="http://schemas.openxmlformats.org/officeDocument/2006/relationships/notesSlide" Target="/ppt/notesSlides/notesSlide31.xml" Id="R503398b6c9b547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85818fccd4c7a" /><Relationship Type="http://schemas.openxmlformats.org/officeDocument/2006/relationships/notesSlide" Target="/ppt/notesSlides/notesSlide32.xml" Id="Red5d84f5388640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ea2be5ae4e7b" /><Relationship Type="http://schemas.openxmlformats.org/officeDocument/2006/relationships/notesSlide" Target="/ppt/notesSlides/notesSlide33.xml" Id="Rd8cbaa3dadb84bf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286dc1dc74c3f" /><Relationship Type="http://schemas.openxmlformats.org/officeDocument/2006/relationships/notesSlide" Target="/ppt/notesSlides/notesSlide34.xml" Id="Rf6aeeb854c0c4c5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2d94983bf438a" /><Relationship Type="http://schemas.openxmlformats.org/officeDocument/2006/relationships/notesSlide" Target="/ppt/notesSlides/notesSlide35.xml" Id="R17acb417f2554b8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46c6f1924dad" /><Relationship Type="http://schemas.openxmlformats.org/officeDocument/2006/relationships/notesSlide" Target="/ppt/notesSlides/notesSlide36.xml" Id="Rcfb05c2521ea468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db1f177184ba5" /><Relationship Type="http://schemas.openxmlformats.org/officeDocument/2006/relationships/notesSlide" Target="/ppt/notesSlides/notesSlide37.xml" Id="R709dd52b0cbf4cf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383bcca14dc3" /><Relationship Type="http://schemas.openxmlformats.org/officeDocument/2006/relationships/notesSlide" Target="/ppt/notesSlides/notesSlide38.xml" Id="Ra963e57fb17441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54b6c0c364bcc" /><Relationship Type="http://schemas.openxmlformats.org/officeDocument/2006/relationships/notesSlide" Target="/ppt/notesSlides/notesSlide39.xml" Id="R367b346d8d74499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4044d8934fa7" /><Relationship Type="http://schemas.openxmlformats.org/officeDocument/2006/relationships/notesSlide" Target="/ppt/notesSlides/notesSlide40.xml" Id="Rfe12e184454847e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ae29545fd432d" /><Relationship Type="http://schemas.openxmlformats.org/officeDocument/2006/relationships/notesSlide" Target="/ppt/notesSlides/notesSlide41.xml" Id="Re059d76e361e49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e506a0ac4d9e" /><Relationship Type="http://schemas.openxmlformats.org/officeDocument/2006/relationships/notesSlide" Target="/ppt/notesSlides/notesSlide42.xml" Id="Rd5725b6e0dc640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C96E5-32B6-470C-A5A9-F6F72A0C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AB23B-7112-4139-A725-4805B898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Role and importance of Natural Sciences in Chemical Engineering 8 Hours Introduction, Ideal gas law, Infinitesimal Contr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922AB-D7D5-48FB-A9F6-1C4918B2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D9E6B-D1AD-4AF8-A2C6-2DB9E81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E57E2-8CB5-4F15-BB4B-70AFC1D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C6D59-D461-4BF9-B272-1D896A8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AE341-7B82-4076-913B-31F8681F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B8445-392B-446F-8EF2-E7FBCB4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0FD90-88EE-4F63-B085-6864D66E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7BDA2-35A0-4E2D-BA2B-736C9F6B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822BB-948F-411E-B1A7-36BD999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7387F-FAF0-4EB9-9A27-6651A69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5DE4E-9968-4101-9E40-46422710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7632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37018-C4EB-4F35-820B-0FAC751A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7D1C-0B86-4292-89C2-4D5F86C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A8F3-93E3-4ED0-83BA-DB81C04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FAB6E-87C5-474D-95E9-26ABFE0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C9ABF-157B-42B3-B666-F68FACA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C61BF-7165-4D03-83C5-4E81DCF5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28EAD-3F6D-4447-BE2C-C4408A2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74F6B-B969-4A2E-AD88-588C214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6264A-06AA-4D14-A974-1005FCD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67067-6E7F-4F2B-9522-B7274C2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F180C-89E3-421C-A568-8EFDBB7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FB93E-C390-4204-8E2A-840EE744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2DA99-3FE2-48BC-A630-1B92FA1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13703-654C-49B3-8C6F-B1B8237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7AA04-0CE3-48C5-B80F-D5687F9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802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31D23-FAFE-4B42-9BFD-959F978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63A13-BA26-460D-B595-528C554E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EA10-CC7D-4160-8FA5-B798D16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B0FBF-E98D-4135-9048-AF686DCA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EF884-B821-4048-A313-46993255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C2FF0-6BB7-497E-B1D4-BE12F6A1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CA3F-1524-4126-820D-79153E6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D0BCC-290E-4050-A8E3-DE54E837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83189-EED5-4210-917B-99B08123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and importance of Natural Sciences in Chemical Engin...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C971E-8EA7-4BE2-BC8A-16892E77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9965C-CEEC-4731-A093-A41078D8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591C0-87EC-48BA-933A-FF3461D4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Ideal gas law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63FE-57BB-45CB-AE13-B4CA92D5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E66EC-09D4-49DD-8E99-32F11D55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9CB31-3B9D-4461-B42F-39FFB2B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Infinitesimal Control Volume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03F56-ADA2-48A7-B516-2CA1C04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C8925-7793-4CF2-8191-8738D3A5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F68AA-0CE2-4EC2-B62D-BC93AD78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Macroscopic Control Volume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F0DDE-3D2F-4D7F-A0D5-1487126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6241F-765D-4526-9277-3A2A430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66773-49AA-4B69-B616-83B3804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Closed Systems and Open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42101-191D-4F3D-BC81-181DD483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A4071-DE3B-4A13-B5D1-42D77B19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4291D-9617-42CE-9686-85F97DC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Conservation of Mass and energy and related numerical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7E3F5-E870-413E-9C5F-815C013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2C2EF-2AB9-4425-B77A-FA352D6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8BA63-78CD-40FE-844B-404EC0E3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Fundamentals of mass transfer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FE507-65BC-42AF-AB50-9F24206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CE45D-71D5-43EF-AA4B-6538BDBA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770A1-AE47-4946-9FF2-E680552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Fick's law of diffusion. Heat transfer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0621B-E4C5-457C-9E0A-2BB5B07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25850-9E9B-4E82-8E4B-7921DCCC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728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81AE0-7CDC-499F-B08D-14300F1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01538-409F-4C14-9F98-EA03549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AE51E-55C9-4A64-AD3C-0D349BEE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86025-7C75-45C2-B0A3-B1F201A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E975B-C85F-49A2-BD98-AC5FB0C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C42E2-9AC3-4ABF-9798-3516827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BB209-82E3-437C-B28E-00688A5A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EEC07-DA66-4151-BF16-B51F4A4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and importance of Natural Sciences in Chemical Engin...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5B067-D2AB-47AF-9A23-259124C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A7E92-C232-4413-B2C4-045C9615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C1250-1906-4F00-B9CE-608A59D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Ideal gas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60E5-F81A-429D-BD11-6AA4F34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89292-B482-4955-B6D8-B7A6686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32FFD-48CE-45F4-8D96-9EAA57F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Infinitesimal Control 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A2A63-F6BA-4472-8FB9-3952FA3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2D6BC-8F81-48B5-A8B3-69253893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7127E-2353-44CD-9A93-755000A3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Macroscopic Control Volume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FC67F-B7EC-4E1D-A960-E5C4FEE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82B04-D167-4AA9-AB44-4CAD4E41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ED842-F85E-4EF8-805D-FDE39B25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Closed Systems and Open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E3616-50DD-40BE-8932-9BE6C58B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05838-21DD-46A0-9F50-11EC5D85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30FF2-BAB0-4DD3-946B-4BC0AF4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Conservation of Mass and energy and related numerical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AC381-5EC0-4942-95C6-44DCE5EF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A60AC-E093-4E0F-98EF-105A768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ED281-D21F-4456-86CD-FDEC290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Fundamentals of mass transfer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CD45F-EA8A-403C-9966-E42F8FC0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9248B-C5ED-461A-A453-AE40640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DDCD8-98C2-401B-A9D7-5C409FB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44291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88DEE-9CA6-4E08-B143-8899554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66817-F7CB-4600-95D6-4319386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5D2BA-2592-4A53-89AF-091CBC3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377CA-B3CF-49C8-B196-A92BF6BF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09D3D-F2C0-41D1-91FE-DF7520F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0FE19-E075-4B34-AA9A-16F1D56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38943-8945-4F4A-A98B-6C9846ED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53169-F22C-487D-B470-1174D35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7E68C-4900-4F69-8DB8-D3E4AAA1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BB0E1-679B-4BC4-A4AF-42556E6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54FEC-F1B4-4F2B-961C-AC44E54B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Infinitesimal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3808C-EFBB-413B-A12E-CAE3B4E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7224-F89E-41C9-A57C-8356540A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DF60B-0E56-4E05-8A6F-85775B8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47163-F83E-4576-B4A0-50AD52C9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570BA-3105-47AF-88A7-C0F0CEED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2808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6D79D-E492-42F2-97CE-7436159B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ED32E-E2C2-4F6D-AF1A-50F00B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BE1D3-580D-4402-BCED-6FC35B1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F2521-C8D2-4EC3-8314-4F8EB924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9F201-9302-49BC-ACBD-20B280E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and importance of Natural Sciences in Chemical Engineering 8 Hours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0BB1D-B3F6-4692-BC77-0500677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and importance of Natural Sciences 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F9FE-09B6-48BF-920D-F0126DA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D13A9-F7C0-4953-AD70-F3822D64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2CF86-90FB-4506-AB5C-7D28EDA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B7554-C3FE-4211-8AE6-BB120302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5924F-8CC3-4989-A0D8-A0AB9F84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601CE-66C8-4743-A98C-0EB7641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53EA1-1764-472C-8EFA-DAA3AA87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8611-615E-4D79-8210-E900D9C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8D79A-5A8A-46AF-B488-6D96F294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DDAA7-06DB-4635-BD7D-8B37C88B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146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27080-7DAC-4E6B-8938-9B94F60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C10D-0B0D-4DE8-85E5-9DFC3064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D0427-5104-4855-85ED-1F78E46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02B8C-BC45-4552-BB95-21C613C6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1F4D1-E07A-453D-A129-7883BC7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7398-34F2-43F1-8DFC-4D0EAD02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BE0E3-8BA9-41FE-A484-31BE678A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E3A67-60AA-46DC-938B-B3F8C9E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46738-6461-4598-8022-8CBCBADD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Role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38240-3D8C-416B-9A9A-0BF63F60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CBFD-1C9B-4106-A7C7-95326BD7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A5760-5E37-4A4D-BA5C-A1623E0D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Role and importan...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9AB29-88E0-4485-8F5C-EB32BA4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A9822-72F7-43FA-8F72-B7999CB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23631-2CFA-48D7-A97F-6F1010E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Role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9B854-F177-4E99-970A-A589A53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96B6E-E505-4040-A539-1FB6C438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2586C-8EE5-497A-8977-7714868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Role and impor...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13F8A-0FC6-41F3-8F85-62F5395B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CFA83-E842-4DB4-83AA-B45C06F1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1BF1B-2C10-4456-8096-0C3FC5D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and impor...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442C0-A918-4F0C-A42F-C5BAAA7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31E57-E32B-4131-9401-9ED61B5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734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01F47-BA1F-4816-BC44-E31BFB4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9FAA1-B6AE-4AE5-B017-9E92EC23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690DE-EB05-4162-8F82-187D57B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A330-82C4-424F-9F0B-31C21460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A3799-A181-4A7D-A078-D8DF88F6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45059-EB23-484C-8AA3-C0D86B62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054AC-FBD1-43CE-A448-434CDEA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CEEBB-3CB8-4C45-A30C-EC5A12F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6329D-5982-4F86-A4DD-F5CFDA78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108D6-CEFA-4233-A160-37E26EC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5AC27-9EA4-4263-9901-6A85778F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8C287-D341-4366-9E2C-83134CF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0F38A-64FC-4EA6-844D-46C9952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741CF-4166-454B-875D-CEC87789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EBC73-538F-4B40-B9FC-F430A10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76578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12BE0-F39C-43D0-84A5-77EF35A4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8E9AF-0502-433A-8CA1-A1BDC9A6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E2B29-9462-4B15-A570-7ECFD625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D60F0-8231-4F19-9980-42B8D7EF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A127-8F06-48AE-B308-D396D3E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03234-1526-4142-903C-9542A32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and importance of Natural Sciences in Chemical Engin...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D9FBF-2B8F-4826-8AFB-8A0F3BC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50FA6-2394-4934-A3C1-E655F7FF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F6877-1858-41EF-B8C3-EDE22A8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D28C0-E049-4227-BAB4-1EA9431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AF446-E791-4D5E-A5A8-AC9EC12F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9750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792C9-1C13-4AA9-BC11-A8604451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5222C-47BE-48EC-A624-66FF6B5C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383A9-57E6-46B2-B9C6-4830FEF5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8BBA4-C763-4EA9-9C11-B2EFFB05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2A344-EA92-4FD2-9977-52EB683C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Ideal gas law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BC57D-6299-41CF-AB9B-29DEB51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Ideal gas law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3962-C289-42A5-8C8A-93480A74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1A157-FFC7-4877-B128-7D3C698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CCEC8-0DA7-479B-90B5-896CE9E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2A45-1736-446C-8A20-F648032E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FC43A-2A81-40C7-85EE-F7C7FFD3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3BA2A-FC64-4C4D-B732-CE967E90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77C48-F6E6-48FC-8AF5-05F11A3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4C450-6AEE-4F20-A90B-096E2B5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DA0B-77F8-42EA-9E92-838654B4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FFA41-F6D8-479B-8512-3E7AF6A4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7698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FEC2A-B0DB-4BA9-A881-015D79E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FC315-1DA8-4069-B4A7-50F2D9B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42700-D533-4F77-AE1C-A8C80AB8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648B1-CF44-4268-A2A4-64D1E9E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11219-A930-4DAF-85FA-F6C25B5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1D799-7CFC-4FC8-9047-13983BBD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1F69B-7FEF-47BA-82A8-F44A5E7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89613-9BE0-43F8-9034-68A55AF1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25891-7F1E-44A9-A2FC-E494C1EC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Ideal 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54E0-085A-4FD7-8436-00A5F8F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59F50-2344-44F8-B662-534E8D79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BBAB7-F67D-4B9E-AA52-686BD59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Ideal gas law.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E8D9E-1BE9-440F-BA33-BE5BE52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B9994-A49D-4077-B5EA-17E33AC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F586B-E7D3-4AA3-9524-DCB04291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Ideal ga...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22150-B917-484E-91C3-4C637B1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D4AA3-99EE-4A53-AE39-95430B9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E02E3-3915-4359-9B18-9D5C6FC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Ideal gas law.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F8AFD-B4EF-44AC-A9DD-35425001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EA0DF-F1B5-48DF-A226-72636FD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BE549-C385-41C5-B934-B0F485B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Ideal gas law.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131C4-22EA-4AC2-92B8-19B8F29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A3C23-9116-4A9D-9BAA-9052801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3658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8711F-6295-4BA6-9C3D-9A91D8B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DCA34-7714-4B18-A0B3-3D0CB21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C5699-6932-4656-8F61-E4588B02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884E6-2D54-4B01-8D83-4089F163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3C4F2-DEB5-48F6-BDB0-9DAE8DA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4289A-15A1-4A1B-9B98-D4CAB399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ED2BB-4220-4389-A958-2EDCC09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20903-3E29-4468-94C6-FFCC65C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F34D8-6AED-4D69-BF49-0E8657D3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F9F3A-587B-485D-A6E5-0B42D68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B7926-23CF-4F0D-90D7-47B83004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191BF-1D91-4B87-A38D-723F4756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F77BB-80C1-4CF7-AAAD-83C74C5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83447-083A-421E-B0FA-2F1992C7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31CCF-9F1D-4331-9597-4F4217C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9944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74781-1E49-4157-8AF9-B111F0A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2F3A3-43C1-41CD-B8E9-2F1C9A1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F67F8-6450-4021-8B90-D807176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F92E-9253-49C0-8214-09F0FE69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81C8C-29FD-4B37-9E9D-78759CF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61B6F-7864-41F1-A14A-C135C21A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Ideal gas law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E7CE4-0D72-41BC-99D5-09E51F50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C93FE-45F5-4D9F-8F8D-4836C24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4202-6747-4C62-B3F3-23A28A4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FE4ED-2F62-4A0B-A899-80C1D4F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3C62A-3EAF-4F3E-B156-162F8BF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1286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B3F3A-2468-4B9E-A1B9-B8F85AE4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F4E9D-0175-402D-8F69-FACAEFF8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2A84-1296-4151-BBE4-4BF75875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4DEB0-1AEF-4F39-8ECB-235BD7E0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7CCB4-8D01-408C-B18A-81AE21B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Infinitesimal Control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CCD5D-FBF9-4BA8-9E15-D7C8787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Infinitesimal Control Volume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3BAA6-BFE1-44C3-A418-F8E1DA6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13499-5F48-45EB-8070-74C2822D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4035-EC69-4AF0-9122-96BF100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40EF2-951F-4535-ACBB-D4F0843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FF2D-3BF8-4DF8-9380-E656F4C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AF36C-2CDD-4A92-B507-2F35B15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B26D4-56F8-452D-A1E8-3C95B7A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E7093-55FB-4B42-9A8C-ACC9CBA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F1330-16BE-42B3-A0AB-25D128F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9FBFD-653A-4349-A41E-410F54F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62526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1C13D-7F1A-4559-8A3C-8540C69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47241-64B1-4BB9-AB3D-C17FF4A2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425A-35F6-4346-B6DF-4F82B7C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50D4E-0245-42ED-837E-F7D913F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5DEE2-AFE7-445E-AA08-50F4D1B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2BD0-66C6-4DE8-BCEA-16C8BA13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F307C-8F2F-405C-BF41-F834B5B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A10E-CF7B-4391-8BD1-1E32383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FFFCB-A2CC-454D-9F8E-F9003990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Infinit...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CFAA0-1551-4BA4-8997-AA73CDF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F3AF5-B438-499A-B85A-39E700D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99589-39E4-43A7-AE9E-8692A78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Infinitesimal Con...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735DD-A14E-4C7C-9847-E17AEF6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487D6-0247-4B59-B586-D9CFF7EA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A1D4A-88AF-4905-9326-5CEF0B2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Infinite...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035FF-2524-41EF-BC1B-EA15F0C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1544F-46E2-48DD-891A-D8620E6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EABBE-AD95-4118-9EE6-ABCB277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Infinitesimal...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45F57-1AC4-4CDE-93B5-9CA158C1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64FDC-0FA4-405E-9B47-F81F7FD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F1C91-D66E-4F29-8E20-EC917B69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Infinitesimal...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859BB-E3B4-43A7-BDBF-63DFB5B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A5FE6-490C-42C8-9055-CF5AA337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5021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93027-520B-4ACE-A8EB-C6C83E6F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12455-41D4-437E-8E86-123CE20E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07017-F1B2-4119-94C3-B22AA07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04945-7FAF-4AF6-8A66-AF639AD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FA4D0-18BF-46F0-A641-8718625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2B564-D483-4251-8C92-32A2482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FDEAD-C68F-406D-B217-ECA4881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83C0-21EC-413D-AD4E-46F3886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F4974-2A00-4F92-9C22-F82506D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87422-2A3C-4C54-9EB2-CCA84630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0835-76AE-461B-968D-BFA5B09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ED81E-E83F-4953-9DC1-FFAB804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B7BFD-E86C-4A3F-8780-F31D4300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1BE10-36DC-4233-8F34-0CD935E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B5280-BB33-480A-B037-25A8D80E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68732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1C760-A36E-4E33-B96D-14581F2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7AFAA-EAC1-4B08-BC47-CD62B212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F3E26-86F8-4D41-B568-D620314E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EC046-AAF1-4CB1-ABD4-8E2BEB42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9BF4E-B1A9-457E-8F0F-49BC2BC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4077-E148-4F34-B063-D5FECF9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Infinitesimal Control Volume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D022C-53D6-4549-9701-A893A33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CFB25-8FEA-4F1D-9B23-47272A57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47028-2485-4744-9E80-2125CA46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B6D9F-2CB2-40B8-B8EE-F72FE22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69773-E9B4-40AB-A4DD-823A62D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713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B9510-62C9-41DB-92E3-F3B8749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6BBC5-5270-40D7-A084-F06E1BF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11882-FD46-4DB8-B0D6-BA8B662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F2729-94C5-4BCC-ABD5-58F15B8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EF8D-C50B-4109-AF31-10D207B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Macroscopic Control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7E953-318F-4653-8FCC-4F7FA24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Macroscopic Control Volume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13E7-7696-40CF-A784-5293968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792E5-7FE8-4F53-9954-67879C8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DFE98-8EDE-4A93-810C-E2BCFDC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ACEE4-B21B-4A6C-AAA6-9F6824C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FEA2E-4A10-4C19-9763-9D58D3B8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00B80-CF0E-491D-9D10-B9D2E3C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955F9-3912-4BA3-8A83-7C80D901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118F9-F94A-43E4-B172-B1306C5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3EF36-AE8A-491C-80E7-C9F9D101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6D0D4-05FE-452D-86E8-33673EBF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769982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C8A3D-598B-4AE7-AAF1-C0F8475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7494-612B-4480-9C93-AE8AF7A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3F995-3198-4BBC-A069-B3379447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DC40D-FD2F-4AA2-B8D7-AB44618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7A7AA-33F7-4BFD-A3C8-138AFCC7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0CBB1-4201-4C2D-8DEA-4BDDB248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D4988-58BA-498D-A691-204DD8A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1B130-22A6-4A8C-8FA5-DF6B44E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2EDB1-0490-4B23-99FD-FC53D0F3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Macrosc...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FAD97-E610-4266-A927-915C76BF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B89C0-A905-4427-B954-16F291C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4C3D-49F5-4C6D-B178-51445252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Macroscopic Contr...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01192-1939-46AE-AE59-03971F0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53723-06FC-474C-B569-8F11F03F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F2276-CA01-481A-A4DA-B75DE0B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Macrosco...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18C82-E7B6-4D70-ADD5-9AEA5B1D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5D9DC-A4BE-4191-9A7D-6318E1A2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31DAA-03BA-4F80-8F9E-951AB251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Macroscopic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5C860-DB9B-4EFF-8341-283E3CE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85874-4305-4929-B318-FFC120F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8077F-E30A-45C4-89AC-850724DB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Macroscopic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5AB38-376F-4C04-ADB5-8B3BE56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5DE82-E106-4C11-B063-E4C3D65C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588176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4248A-52D4-4290-AF34-B193ADE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1D8D5-48F4-447D-BCE9-EC9A3F2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12911-6898-4F36-9A26-9E6F7AA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67641-60CC-4224-9D94-D328F03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155CB-3F43-495C-AA9E-868AED4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1BE0-3D18-4217-9921-80E87A8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C02CE-B562-4799-AB66-D4353C35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44819-3E92-447C-8E03-2E356E4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DA441-645A-42B4-A3FD-26A8417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56932-A761-4184-BE49-9EEB76E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33491-4C49-425A-A176-32442B4C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F602D-0879-403C-8B79-CDB5494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3126-3761-407C-90F8-2FEE020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C17A4-78D8-4FA2-A3DC-1E3BDAA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A2942-F178-4282-91EC-E4E2800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06849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A9D0C-39F2-4C79-AEDB-0B1C362F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0C1E6-6496-4AC0-BB9A-A2BA8EF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B6FFF-09C1-4D97-99E0-E4E2CD69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AD102-D031-4BC6-AEF2-EA907E5D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01F03-5BA5-467A-A078-F5EFC032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D33F8-3197-4167-8653-647AFF80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Macroscopic Control Volume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3E2F3-EE43-440C-A00E-DFF0A826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BB4FC-A15A-4F2C-AB18-440FBE0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500FE-7244-494D-A8F5-D98AB574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E76DA-DDEB-4C07-BF9C-1EA727BF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B0025-17E0-462E-8764-13C58EB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85404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CA547-1D69-450F-A525-3D6B2CF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29895-E1BD-4522-AE94-39BDA31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5962E-3D60-49DE-BBA5-2D28C3AD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6FA07-0608-4425-A6BF-FD16F754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AFCC-70EB-47FD-AD3F-221A03E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Closed Systems and Open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475B3-225F-45F0-A451-013C166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Closed Systems and Open Systems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B8449-D133-408C-B9CE-E85FFC53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5FC1F-8949-477F-A67E-C3E78746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260B6-547A-4439-8230-59B03DE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8B80F-0006-4B02-A5A9-9B6D796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83A70-A42C-4BDA-99C9-9D077AD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F7EBC-389B-4A01-B49D-CCD5640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2F236-369F-4844-8B0B-41281F9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57D5B-EB05-4C4F-9D36-74FF3DA2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4BB76-2C77-477B-AC3F-C174BB1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EC36E-07A0-48A5-8B59-9A2C7AA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08437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689A5-0134-4A2B-837C-7E55BB4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B5E19-29F8-4303-9B17-158EC70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B22CC-8C9D-4AF7-B4CD-9CC5A8C2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6AA72-B5A9-4EFE-ABC1-E6F8DF6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BE389-B5A5-4940-8937-6F69251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1979B-CF64-40A6-82EC-8F0D0CB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2BB13-CF40-4B28-B0F9-17C4D61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269E6-09AB-4FD3-9635-F424B88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3C1CE-16F9-4B78-A71F-D540982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Closed...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A536C-1D1A-48A6-A7C4-E9F115C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F4C0E-A67A-4F85-9068-5E29D5D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76556-4A7F-469F-A982-4D7AC8C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Closed Systems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183C9-057C-4F4C-BBC9-63A4D271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15666-3320-42E0-BF33-04BD81C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AB9E6-F29F-4E9F-8970-30AF7FD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Closed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82536-64DD-4968-BFCA-5FEE01D9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C7E34-DB07-4917-B33A-B31240F4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DE30A-443A-40C5-8706-23D109C3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Closed Systems...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B4822-A566-4FB3-8E95-B0D32EF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67772-70C9-431C-B5DE-8DD1B364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5C5E5-98C1-4259-8362-F4509D3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Closed Systems...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7E470-5284-4C8B-8AAF-489B151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93311-F457-417B-AFFC-A682146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02542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09275-3154-4775-B17B-5B7082F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C5D09-5E93-4A4B-A288-EF5F842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4838A-9A11-41D2-B2DB-84E545CB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44C35-1360-4EBB-8A0D-1ACF9C07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B3A46-41C4-4E3D-9498-7D65E32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C72D-9BDD-4BCE-9FBC-295FEAC5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7D05A-A64D-4C41-B11B-D1908C7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AB009-2219-44DF-8015-74F68ED3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D8685-0D1C-4A03-93B0-6C15B314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6028A-062A-4F55-A92F-FF72578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6B12A-8AD5-4D1A-9F9F-97D7A37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40E79-D118-4A51-A9E6-9201D42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F254-9199-4079-B136-FD65079A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6993E-F7F2-4A6F-BD8F-B6CF87C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9B1ED-7D6A-4C25-84DF-25DBF576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72680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AAC1E-83D9-4648-BC92-7285FE6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5DDB4-238F-48E3-BB47-46DA8A97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4E2BD-C092-42E8-989E-6C4A4381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ECF7-9709-4AAE-B41B-CD91360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E028A-7492-4E9C-9294-8A7BAAEC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36084-41DD-4164-AEFA-26D2C08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Closed Systems and Open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0A044-049F-4C78-B44E-163D9332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C43D-B23F-4112-BD9F-16C8A38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058F3-CBF8-409E-838A-B91FAB0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67FE4-84FE-4610-A48C-461FB7F4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9FE67-5E15-4D40-8465-0105952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91437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B80D9-B737-474A-9369-D36B0D7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EFAE4-5062-4BE3-B58B-9AA5D6A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A42E8-C606-40CF-9C4E-9E2B0A5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D0076-2335-492E-8352-C58AB3FF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10731-AC95-4A1D-943A-BEE5859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Conservation of Mass and energy and related 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FAE58-463A-464A-BDBC-01B68F1C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Conservation of Mass and energy and relat...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5A26A-34A2-4C17-97DE-BFCF263A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D39D0-0605-40DB-A6E7-9A822EB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B9D0-BB60-45FD-B1EE-F8218A5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5CF14-0F97-4BAF-BAC9-28BDD31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23DC2-27BF-463C-B238-23D71720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F0E3A-A61E-4D39-B8BE-67EC756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F6C7D-79FA-4D5F-BFBD-8C310519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72333-D598-4685-9B68-747BB36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D8F24-EAE2-4E92-AA90-C3384D19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FBFD8-0874-4D43-B875-4007A27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56090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5BF6A-694A-4CB7-892D-597C602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23C64-A8CE-4513-910E-3F4189E2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83A1A-96CA-42F2-8125-7B653A9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8750E-FBA1-4DB3-BBDC-61C1EF6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9F0D0-461E-4F2E-9FFB-36917421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C8914-CBB7-4D60-B51D-CAA4CEC3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F04A5-C122-4AB1-9948-F51F9F6A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9A23F-FD13-49EE-96DA-CD312480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A01F8-BDB3-47F9-AA4E-9B37B657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Conserv...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DC6E5-EE95-4398-A9C2-B5B441E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78596-6E49-4D5F-B4E3-0F045274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B51C2-5507-4D1D-BC3A-355A2C4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Conservation of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BA03B-2BFB-4D3F-951D-DCEF3ED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A4A61-E57A-4AB5-B308-3A36D811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FC620-B35D-44F2-91DB-E572708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Conserva...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A6A32-4878-421A-BFDF-50BCC939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4EA90-D83C-405E-A7FD-6269720B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18AFC-99D5-4883-A594-C4F61B2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Conservation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C79F9-FE74-47D5-8119-2D471A0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A1E16-7290-488F-A82A-3B62AE0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A8515-9A33-4D15-A78E-DB115744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Conservation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DC1D7-9C3E-4970-97C1-1AFBFBE5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6D38D-B630-4D2F-BDB0-7592295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902020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8658A-B887-4A62-8482-D06DE92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D5C2E-D095-40C8-88F2-521BF81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B5B7D-B8ED-42EA-AC9E-2B7F1F9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FD45-A64B-454D-A791-4DF43DA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90F81-161F-451E-BA5E-AA9EA33F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594F3-B61E-4A75-80DC-BC0AE19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1C486-C053-4ADA-9FE4-6C0B444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1AD51-8978-4366-9531-1052A83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4001C-EFCE-46B6-8101-60D03DE4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15A2A-45C4-4697-83A9-94F9BC4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049D6-2392-4512-A27D-EA78933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41170-EC16-428C-A9E6-75CFC71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DF34A-8242-46E9-B0F5-ABACE78E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79FEB-2FCF-426F-8998-5F82887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A3074-F248-4EE8-BA05-F1FE4E18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63721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6700A-11C1-4418-9DE9-C19F8C2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CD2E5-F463-4A4A-B736-72FB16F2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A73DA-F06B-4ACF-B38F-6D49E1C2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5A358-0F75-4E99-A39E-29353AC3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05DA0-F454-4F26-BEF7-CD491671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0A383-15AA-40CE-AC59-AE7811DA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Conservation of Mass and energy and related numerical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1006-F8AC-4907-9F79-657C6D0A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756CB-6B00-4B5D-A53E-88266C3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BEA75-8A0B-4CE8-A4FE-45B69C68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C09B8-13D7-4DFF-8947-50D1E36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7ACD2-A289-4FF0-83E5-F61D4875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7357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5188F-D16E-40F6-AD76-3D28E75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B1C1F-A218-4362-9A28-9748AC9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BEB3-C9CC-4D42-9683-4E78675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F73AC-E449-4981-9EC5-0CB627C5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BBD3F-E08A-49D8-9CAB-F48051F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Fundamentals of mass transfer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0CD13-3A13-4C3C-B96C-4A87E62B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 of mass transfer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2B7D2-56AF-4038-A648-6C92FAC1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8AA29-DB4B-4631-87CA-9E64BE45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DD5A9-0E37-4653-B7F6-9DD0C4A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A7B57-86A9-4173-A88A-316960DD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5A7BF-E0E3-4FFC-8C6A-AD8E5F9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2A5E4-1B24-4C1E-95B7-298E9617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C5C6D-CFF6-4483-942B-144B1D7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CC38-FA89-4D07-81DD-0A6AF6D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6F33B-E305-40FB-AFD1-FC012E1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62BC4-B1CF-4B22-BE1B-6BA52AA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342848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2EB89-873E-4024-ABCB-3D8179A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16509-1056-4F01-A3D8-E2C2DF6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30067-D16F-47FA-93A0-BB2CE30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43575-3199-498E-B6C3-A90B1A6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0FC49-F72B-4D82-B587-7007EE46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F0F3F-6F82-43E6-A43B-D57D001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9E158-46BC-41C5-A475-4202C21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7787E-0A6F-41D0-8784-FE25D185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3106-6A80-418F-84A8-7844DBBF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Fundame...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3F88B-E71E-4F18-95FC-F2AA651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A7272-D1E0-4F81-AFAB-510469D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5D353-7D76-4FC4-9DC8-5DCC2C3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Fundamentals of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442A4-9A8A-4889-B4FF-9163B7F7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33106-71A9-4919-BD79-27A33976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0519-D396-416D-A2E1-0A8600FC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Fundamen...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A506D-CAF6-48A1-837A-4F0DBC8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9CDE6-BC38-4845-8944-06AC5C7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61509-25FF-45AE-A700-57BC26E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Fundamentals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AF628-C06F-4B3D-AF92-4D3F598D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D0A07-1CAA-40CF-B535-B28EBC3C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CEAEE-ABAC-4A22-84DB-E68B084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Fundamentals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A112C-4F87-4A27-A02C-B6A9AC50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4CFA5-398E-4C36-9768-E8BFAFE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50949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D6867-1B1F-4045-A97C-7165AE9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163A6-88C9-4E3D-B3A9-C7995A53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97314-A999-445A-B249-0FD2D90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873E6-972B-4C34-A93F-C9AFA1A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75E8B-9973-4F37-9460-C85E861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C23B0-EF4D-4E79-B3DF-BB4A59E5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B5901-85B9-48CB-B3D5-363990D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0E358-A557-43B3-B643-C66339D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7F116-034F-41F2-B451-D95CCEE5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4878-C292-4647-B12E-F9DBA82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328A9-5821-4D2D-A7D7-387EA2B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029E0-6DE1-403C-BF01-5B035DE3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61FE6-A6B6-4853-ACB2-1760D80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2735F-7372-496F-AB0E-527B7AFC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F4FFD-956F-4A7D-8D2F-7774A5CA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382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82282-D56B-40D7-814C-D79CF6B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EB4F8-5C5E-4FA6-B6B5-68D815A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A4B1B-8924-43DF-AA15-F90034B9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C6EE-B7FF-41CB-B2F4-7E6F4C8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9D8B3-FED3-4452-BE65-0B30964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9323D-B882-4199-9F3C-CEDACF0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Fundamentals of mass transfer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82C45-B702-4523-B1FA-648AC695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7D13C-142D-41DE-8F3C-730B71B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4907E-4358-42B4-BCF6-72C492F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8A895-0AC0-4FE7-A40B-45E918FB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6BBF9-1127-4B0A-BD5A-9099F03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67962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B5981-258C-42CA-B410-F033B1B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A3DD3-A991-48C6-8EBB-D07BDFA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E645-2361-4C5C-809B-35FECC7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ACA13-B978-47BE-AFF2-646852C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AD2DF-F758-4CFF-9A72-DF07B43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Fick's law of diffusion. Heat transfer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41E1-6D24-4F3C-BB2A-D9F76BE2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Fick's law of diffusion. Heat transfer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DC948-CFFE-47ED-9045-DF05C997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A9770-E83E-4FF0-8ED1-94070B9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D8E82-AD40-483C-9D0E-DB1B149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EDDEF-080C-43C3-9090-5D393A8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42B97-CEC2-4C1D-A934-3D243AFC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73E27-5B3C-427A-8C95-BD2E8E9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E3B90-00E8-4179-9D4E-71DAE42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35AD9-032A-441C-8641-C1D40AE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8B8B1-7244-48F2-BD9F-6FC6C2A6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09E80-01B2-4705-9831-F058A1F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85349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C89E1-6E33-4B43-940C-DD98F2B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304FB-BCE1-4262-9EEC-F33EA695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D233-426E-4E79-B82A-F4EDA2D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6EFB7-AEC5-408A-90DA-46C6955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F8065-B5C9-4D89-8630-A762B07F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730FD-3479-4E3A-A505-6D30B97A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0588-D52B-4964-BE85-6E7ADB7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EBA3C-593C-44C7-AB8A-A0784AA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15AB7-54D5-4841-AABE-D5744B73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Fick's...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A988-24FE-454B-90F7-B2281E2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C796F-84ED-44C2-BA02-F0CACD53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4C7D6-FA35-4448-9785-1A925C7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Fick's law of dif...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8DD4B-4A49-471D-994A-4429F0A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01703-799C-47C7-BF34-552AFE67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2D518-7A74-4870-87E3-F9A69F5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Fick's 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DA317-0E7D-469F-9189-0087B32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F6EB1-5DE9-401C-A51D-71D7B14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FB013-0973-49A4-B3BD-E25456BB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Fick's law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F5601-D5D1-46AB-A21C-AFBFCB5F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7409E-54DF-4168-9BDC-2CDDEA9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8499A-A933-431E-BAFF-D0464CF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Fick's law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E5A96-FCB4-4121-9D7E-A11ED74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B05B7-619A-4CBA-B91E-51F2F04F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42187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FCB3B-9935-42ED-A527-6361311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19F8D-C23F-4BC1-86D4-530FE6A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0AD2D-9D7E-4A2B-A24B-3DEA6A72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F0CB-AD29-49EA-8992-A2326C6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29BEF-B3A9-4F2A-B92A-A32EB56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AD66B-BA7F-42A2-836D-3884F1C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239D6-2118-4D9F-8A7C-D5F921B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C716-7091-478C-9437-223E126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29179-C39D-4572-8CFE-DF836186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1C9EB-1173-404B-99B8-76D1ADC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A6EB3-3897-4925-BFD4-40B9C979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0EF4B-76B5-4D9C-9872-6ED7B92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C528F-663C-4778-AA7F-26C4C247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695EE-92C6-43CB-A244-A7FE7B5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2210C-CC82-41BD-B9AF-EBE1B322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48337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BD0A3-2983-432B-8C1A-B7FC8E8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A26BE-A0ED-486D-80AB-7245F91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E701-BA5D-4AFD-9DB4-0C6E4D8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50B7-183F-40B7-8F60-507024C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7CBFA-FBB6-46ED-9906-A6498F6A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7DDB8-9492-462D-9F78-1B05B7BF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Fick's law of diffusion. Heat transfer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29B39-BAD2-4AEF-ADE3-9D01481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AF0DD-3D80-4829-BA1A-A0E6846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164AB-0E72-434A-8DFD-F9AE554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FD94B-5DF3-4567-B40C-CEA5092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793DF-8B1C-43AF-92AE-15D5FBD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99329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5FA3B-AD76-4276-A9BC-3B3E9F12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DB5FE-DACC-4CB9-AE53-AC61EB2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C5CDB-3079-48E0-BEA4-C08A16B9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E70CE-E6A8-4EB6-AC9A-D78ADEC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5FE9F-1F84-4211-BCC0-B122945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81DA6-9A85-4A3A-AE5B-6DE811FF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068333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D7F40-11AE-4674-8267-B5F0AC6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1DFB1-BDBF-460B-94E8-4202341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CE945-14A2-4D4D-AFDD-5F170AB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1411C-D991-4D06-81FD-C74F2D8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55690-8D64-4808-8D38-CD9C4AC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importance: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Natural: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Chemical: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BECEB-B22F-4E47-8D4F-9004730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83579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9331-2970-434A-BCD6-D9474D5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C4CA2-90B2-470C-B0A4-0F8F8563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70337-EE84-45AC-B71F-CFCF5A76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3DD9C-A25E-4C20-884E-71E8BC3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B546B-A681-4944-9694-ECFF19F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E8F42-AB8B-4AF4-8BE0-254B153E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02619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14E5E-C4AC-442A-AA69-61814E70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39E2E-0928-4DF1-899F-292546BA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0BA35-1CEA-4C44-AD27-ED950830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61BA5-D274-4609-81BD-E67C8B2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288DB-D223-4664-9425-E14FA4F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8911E-4510-486B-995A-13262B2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73538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D7BE-5DA0-4A78-ACDB-FF703757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6B33D-D2E7-4BE7-8B44-60DDF6B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3D889-47B0-45D1-AC93-5E4005B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EDF01-9ED0-4CD8-9199-BECB771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81DD-C3A4-4DF1-AB1E-6F04FAE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Role and importance of Natural Sciences in Chemical Engineering 8 Hours...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Ideal gas law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Infinitesimal Control Volume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Macroscopic Control Volume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Closed Systems and Open Systems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82586-E0EC-4EBB-A622-2798353D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7F30D-DA7A-44C6-9610-7D682BB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3F7FC-3279-4873-BEFB-B9B1CEB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1706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2026-08-24T16:02:40.6270000Z</dcterms:created>
  <dcterms:modified xsi:type="dcterms:W3CDTF">2026-08-24T16:02:40.6270000Z</dcterms:modified>
</coreProperties>
</file>