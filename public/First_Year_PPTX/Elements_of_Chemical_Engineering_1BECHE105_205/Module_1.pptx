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d9d517e3e944f4d" /><Relationship Type="http://schemas.openxmlformats.org/officeDocument/2006/relationships/extended-properties" Target="/docProps/app.xml" Id="Rb85452a605304cec" /><Relationship Type="http://schemas.openxmlformats.org/officeDocument/2006/relationships/officeDocument" Target="/ppt/presentation.xml" Id="Re7e5fdf62f5f44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0e6d1e7aa2d4014"/>
  </p:sldMasterIdLst>
  <p:notesMasterIdLst>
    <p:notesMasterId xmlns:r="http://schemas.openxmlformats.org/officeDocument/2006/relationships" r:id="R886f3bff114d4994"/>
  </p:notesMasterIdLst>
  <p:sldIdLst>
    <p:sldId xmlns:r="http://schemas.openxmlformats.org/officeDocument/2006/relationships" id="256" r:id="Ra30f4bf914d944d9"/>
    <p:sldId xmlns:r="http://schemas.openxmlformats.org/officeDocument/2006/relationships" id="257" r:id="Rb4714663467e4fb7"/>
    <p:sldId xmlns:r="http://schemas.openxmlformats.org/officeDocument/2006/relationships" id="258" r:id="Rda161cc65b934df7"/>
    <p:sldId xmlns:r="http://schemas.openxmlformats.org/officeDocument/2006/relationships" id="259" r:id="R9ae693567c3244bb"/>
    <p:sldId xmlns:r="http://schemas.openxmlformats.org/officeDocument/2006/relationships" id="260" r:id="Rdbc7f8a0e0204f25"/>
    <p:sldId xmlns:r="http://schemas.openxmlformats.org/officeDocument/2006/relationships" id="261" r:id="Rdf875d1b70094cfd"/>
    <p:sldId xmlns:r="http://schemas.openxmlformats.org/officeDocument/2006/relationships" id="262" r:id="R825874575e3b4e0d"/>
    <p:sldId xmlns:r="http://schemas.openxmlformats.org/officeDocument/2006/relationships" id="263" r:id="R97c4279e1adc45b6"/>
    <p:sldId xmlns:r="http://schemas.openxmlformats.org/officeDocument/2006/relationships" id="264" r:id="Rbc665dbc75f04478"/>
    <p:sldId xmlns:r="http://schemas.openxmlformats.org/officeDocument/2006/relationships" id="265" r:id="Rb267053fc4e640df"/>
    <p:sldId xmlns:r="http://schemas.openxmlformats.org/officeDocument/2006/relationships" id="266" r:id="R2c2949acf36642fb"/>
    <p:sldId xmlns:r="http://schemas.openxmlformats.org/officeDocument/2006/relationships" id="267" r:id="R97603b0f81424f7d"/>
    <p:sldId xmlns:r="http://schemas.openxmlformats.org/officeDocument/2006/relationships" id="268" r:id="R5f265e5e57c94520"/>
    <p:sldId xmlns:r="http://schemas.openxmlformats.org/officeDocument/2006/relationships" id="269" r:id="R22845b44add24f14"/>
    <p:sldId xmlns:r="http://schemas.openxmlformats.org/officeDocument/2006/relationships" id="270" r:id="R0b42b73ef0ad40fa"/>
    <p:sldId xmlns:r="http://schemas.openxmlformats.org/officeDocument/2006/relationships" id="271" r:id="Rd2c51fc0df4b4402"/>
    <p:sldId xmlns:r="http://schemas.openxmlformats.org/officeDocument/2006/relationships" id="272" r:id="Rb49d8d0ceaf6417a"/>
    <p:sldId xmlns:r="http://schemas.openxmlformats.org/officeDocument/2006/relationships" id="273" r:id="Rb14f7402e22c4c3b"/>
    <p:sldId xmlns:r="http://schemas.openxmlformats.org/officeDocument/2006/relationships" id="274" r:id="R280b8b55c9724537"/>
    <p:sldId xmlns:r="http://schemas.openxmlformats.org/officeDocument/2006/relationships" id="275" r:id="R7e62b9faacb14c83"/>
    <p:sldId xmlns:r="http://schemas.openxmlformats.org/officeDocument/2006/relationships" id="276" r:id="R9a57268e3b8549b9"/>
    <p:sldId xmlns:r="http://schemas.openxmlformats.org/officeDocument/2006/relationships" id="277" r:id="Rc7f3b8a4ceac43c0"/>
    <p:sldId xmlns:r="http://schemas.openxmlformats.org/officeDocument/2006/relationships" id="278" r:id="Ra7aff36260284e34"/>
    <p:sldId xmlns:r="http://schemas.openxmlformats.org/officeDocument/2006/relationships" id="279" r:id="Rc3106536358f4b24"/>
    <p:sldId xmlns:r="http://schemas.openxmlformats.org/officeDocument/2006/relationships" id="280" r:id="R20555c51888547ed"/>
    <p:sldId xmlns:r="http://schemas.openxmlformats.org/officeDocument/2006/relationships" id="281" r:id="Re99baeda4e17409b"/>
    <p:sldId xmlns:r="http://schemas.openxmlformats.org/officeDocument/2006/relationships" id="282" r:id="Rdac9b89c71964b8f"/>
    <p:sldId xmlns:r="http://schemas.openxmlformats.org/officeDocument/2006/relationships" id="283" r:id="Rbcea0af321024873"/>
    <p:sldId xmlns:r="http://schemas.openxmlformats.org/officeDocument/2006/relationships" id="284" r:id="R1b8791b2b4774997"/>
    <p:sldId xmlns:r="http://schemas.openxmlformats.org/officeDocument/2006/relationships" id="285" r:id="R9ea51e9db50b4e66"/>
    <p:sldId xmlns:r="http://schemas.openxmlformats.org/officeDocument/2006/relationships" id="286" r:id="R04a12de77a2f453e"/>
    <p:sldId xmlns:r="http://schemas.openxmlformats.org/officeDocument/2006/relationships" id="287" r:id="Rdc8c086b8a6f400c"/>
    <p:sldId xmlns:r="http://schemas.openxmlformats.org/officeDocument/2006/relationships" id="288" r:id="Reaeccd89f2ee4d23"/>
    <p:sldId xmlns:r="http://schemas.openxmlformats.org/officeDocument/2006/relationships" id="289" r:id="R51ff99020aef4513"/>
    <p:sldId xmlns:r="http://schemas.openxmlformats.org/officeDocument/2006/relationships" id="290" r:id="R6999d8b677424cf4"/>
    <p:sldId xmlns:r="http://schemas.openxmlformats.org/officeDocument/2006/relationships" id="291" r:id="Ra53609297faf4c04"/>
    <p:sldId xmlns:r="http://schemas.openxmlformats.org/officeDocument/2006/relationships" id="292" r:id="R1d5bd2343b3e41f4"/>
    <p:sldId xmlns:r="http://schemas.openxmlformats.org/officeDocument/2006/relationships" id="293" r:id="Ree037237e56e48b7"/>
    <p:sldId xmlns:r="http://schemas.openxmlformats.org/officeDocument/2006/relationships" id="294" r:id="R548b7973ba9b4bf1"/>
    <p:sldId xmlns:r="http://schemas.openxmlformats.org/officeDocument/2006/relationships" id="295" r:id="R42b5e20656cf46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f29c509cc044838" /><Relationship Type="http://schemas.openxmlformats.org/officeDocument/2006/relationships/slideMaster" Target="/ppt/slideMasters/slideMaster1.xml" Id="R00e6d1e7aa2d4014" /><Relationship Type="http://schemas.openxmlformats.org/officeDocument/2006/relationships/notesMaster" Target="/ppt/notesMasters/notesMaster1.xml" Id="R886f3bff114d4994" /><Relationship Type="http://schemas.openxmlformats.org/officeDocument/2006/relationships/presProps" Target="/ppt/presProps.xml" Id="R0b4efe23dd654245" /><Relationship Type="http://schemas.openxmlformats.org/officeDocument/2006/relationships/tableStyles" Target="/ppt/tableStyles.xml" Id="R374b3890206e4768" /><Relationship Type="http://schemas.openxmlformats.org/officeDocument/2006/relationships/slide" Target="/ppt/slides/slide1.xml" Id="Ra30f4bf914d944d9" /><Relationship Type="http://schemas.openxmlformats.org/officeDocument/2006/relationships/slide" Target="/ppt/slides/slide2.xml" Id="Rb4714663467e4fb7" /><Relationship Type="http://schemas.openxmlformats.org/officeDocument/2006/relationships/slide" Target="/ppt/slides/slide3.xml" Id="Rda161cc65b934df7" /><Relationship Type="http://schemas.openxmlformats.org/officeDocument/2006/relationships/slide" Target="/ppt/slides/slide4.xml" Id="R9ae693567c3244bb" /><Relationship Type="http://schemas.openxmlformats.org/officeDocument/2006/relationships/slide" Target="/ppt/slides/slide5.xml" Id="Rdbc7f8a0e0204f25" /><Relationship Type="http://schemas.openxmlformats.org/officeDocument/2006/relationships/slide" Target="/ppt/slides/slide6.xml" Id="Rdf875d1b70094cfd" /><Relationship Type="http://schemas.openxmlformats.org/officeDocument/2006/relationships/slide" Target="/ppt/slides/slide7.xml" Id="R825874575e3b4e0d" /><Relationship Type="http://schemas.openxmlformats.org/officeDocument/2006/relationships/slide" Target="/ppt/slides/slide8.xml" Id="R97c4279e1adc45b6" /><Relationship Type="http://schemas.openxmlformats.org/officeDocument/2006/relationships/slide" Target="/ppt/slides/slide9.xml" Id="Rbc665dbc75f04478" /><Relationship Type="http://schemas.openxmlformats.org/officeDocument/2006/relationships/slide" Target="/ppt/slides/slide10.xml" Id="Rb267053fc4e640df" /><Relationship Type="http://schemas.openxmlformats.org/officeDocument/2006/relationships/slide" Target="/ppt/slides/slide11.xml" Id="R2c2949acf36642fb" /><Relationship Type="http://schemas.openxmlformats.org/officeDocument/2006/relationships/slide" Target="/ppt/slides/slide12.xml" Id="R97603b0f81424f7d" /><Relationship Type="http://schemas.openxmlformats.org/officeDocument/2006/relationships/slide" Target="/ppt/slides/slide13.xml" Id="R5f265e5e57c94520" /><Relationship Type="http://schemas.openxmlformats.org/officeDocument/2006/relationships/slide" Target="/ppt/slides/slide14.xml" Id="R22845b44add24f14" /><Relationship Type="http://schemas.openxmlformats.org/officeDocument/2006/relationships/slide" Target="/ppt/slides/slide15.xml" Id="R0b42b73ef0ad40fa" /><Relationship Type="http://schemas.openxmlformats.org/officeDocument/2006/relationships/slide" Target="/ppt/slides/slide16.xml" Id="Rd2c51fc0df4b4402" /><Relationship Type="http://schemas.openxmlformats.org/officeDocument/2006/relationships/slide" Target="/ppt/slides/slide17.xml" Id="Rb49d8d0ceaf6417a" /><Relationship Type="http://schemas.openxmlformats.org/officeDocument/2006/relationships/slide" Target="/ppt/slides/slide18.xml" Id="Rb14f7402e22c4c3b" /><Relationship Type="http://schemas.openxmlformats.org/officeDocument/2006/relationships/slide" Target="/ppt/slides/slide19.xml" Id="R280b8b55c9724537" /><Relationship Type="http://schemas.openxmlformats.org/officeDocument/2006/relationships/slide" Target="/ppt/slides/slide20.xml" Id="R7e62b9faacb14c83" /><Relationship Type="http://schemas.openxmlformats.org/officeDocument/2006/relationships/slide" Target="/ppt/slides/slide21.xml" Id="R9a57268e3b8549b9" /><Relationship Type="http://schemas.openxmlformats.org/officeDocument/2006/relationships/slide" Target="/ppt/slides/slide22.xml" Id="Rc7f3b8a4ceac43c0" /><Relationship Type="http://schemas.openxmlformats.org/officeDocument/2006/relationships/slide" Target="/ppt/slides/slide23.xml" Id="Ra7aff36260284e34" /><Relationship Type="http://schemas.openxmlformats.org/officeDocument/2006/relationships/slide" Target="/ppt/slides/slide24.xml" Id="Rc3106536358f4b24" /><Relationship Type="http://schemas.openxmlformats.org/officeDocument/2006/relationships/slide" Target="/ppt/slides/slide25.xml" Id="R20555c51888547ed" /><Relationship Type="http://schemas.openxmlformats.org/officeDocument/2006/relationships/slide" Target="/ppt/slides/slide26.xml" Id="Re99baeda4e17409b" /><Relationship Type="http://schemas.openxmlformats.org/officeDocument/2006/relationships/slide" Target="/ppt/slides/slide27.xml" Id="Rdac9b89c71964b8f" /><Relationship Type="http://schemas.openxmlformats.org/officeDocument/2006/relationships/slide" Target="/ppt/slides/slide28.xml" Id="Rbcea0af321024873" /><Relationship Type="http://schemas.openxmlformats.org/officeDocument/2006/relationships/slide" Target="/ppt/slides/slide29.xml" Id="R1b8791b2b4774997" /><Relationship Type="http://schemas.openxmlformats.org/officeDocument/2006/relationships/slide" Target="/ppt/slides/slide30.xml" Id="R9ea51e9db50b4e66" /><Relationship Type="http://schemas.openxmlformats.org/officeDocument/2006/relationships/slide" Target="/ppt/slides/slide31.xml" Id="R04a12de77a2f453e" /><Relationship Type="http://schemas.openxmlformats.org/officeDocument/2006/relationships/slide" Target="/ppt/slides/slide32.xml" Id="Rdc8c086b8a6f400c" /><Relationship Type="http://schemas.openxmlformats.org/officeDocument/2006/relationships/slide" Target="/ppt/slides/slide33.xml" Id="Reaeccd89f2ee4d23" /><Relationship Type="http://schemas.openxmlformats.org/officeDocument/2006/relationships/slide" Target="/ppt/slides/slide34.xml" Id="R51ff99020aef4513" /><Relationship Type="http://schemas.openxmlformats.org/officeDocument/2006/relationships/slide" Target="/ppt/slides/slide35.xml" Id="R6999d8b677424cf4" /><Relationship Type="http://schemas.openxmlformats.org/officeDocument/2006/relationships/slide" Target="/ppt/slides/slide36.xml" Id="Ra53609297faf4c04" /><Relationship Type="http://schemas.openxmlformats.org/officeDocument/2006/relationships/slide" Target="/ppt/slides/slide37.xml" Id="R1d5bd2343b3e41f4" /><Relationship Type="http://schemas.openxmlformats.org/officeDocument/2006/relationships/slide" Target="/ppt/slides/slide38.xml" Id="Ree037237e56e48b7" /><Relationship Type="http://schemas.openxmlformats.org/officeDocument/2006/relationships/slide" Target="/ppt/slides/slide39.xml" Id="R548b7973ba9b4bf1" /><Relationship Type="http://schemas.openxmlformats.org/officeDocument/2006/relationships/slide" Target="/ppt/slides/slide40.xml" Id="R42b5e20656cf46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ace332006334b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008350650549bd" /><Relationship Type="http://schemas.openxmlformats.org/officeDocument/2006/relationships/notesMaster" Target="/ppt/notesMasters/notesMaster1.xml" Id="R98daf04e2cd14f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c075d0a4a6c4514" /><Relationship Type="http://schemas.openxmlformats.org/officeDocument/2006/relationships/notesMaster" Target="/ppt/notesMasters/notesMaster1.xml" Id="R853accffcd344dd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add83e06c6d4f33" /><Relationship Type="http://schemas.openxmlformats.org/officeDocument/2006/relationships/notesMaster" Target="/ppt/notesMasters/notesMaster1.xml" Id="Reeed074f4bac468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5912768356944df" /><Relationship Type="http://schemas.openxmlformats.org/officeDocument/2006/relationships/notesMaster" Target="/ppt/notesMasters/notesMaster1.xml" Id="Rf24d129bac7745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536d39fa818494c" /><Relationship Type="http://schemas.openxmlformats.org/officeDocument/2006/relationships/notesMaster" Target="/ppt/notesMasters/notesMaster1.xml" Id="R1d7afdc169b14c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b659ae806941a5" /><Relationship Type="http://schemas.openxmlformats.org/officeDocument/2006/relationships/notesMaster" Target="/ppt/notesMasters/notesMaster1.xml" Id="R6e58a397a7ff407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81041e5f444ca5" /><Relationship Type="http://schemas.openxmlformats.org/officeDocument/2006/relationships/notesMaster" Target="/ppt/notesMasters/notesMaster1.xml" Id="R3558233796cd4e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667a855dcb4322" /><Relationship Type="http://schemas.openxmlformats.org/officeDocument/2006/relationships/notesMaster" Target="/ppt/notesMasters/notesMaster1.xml" Id="R02f046d104b648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8b2d5e47f44795" /><Relationship Type="http://schemas.openxmlformats.org/officeDocument/2006/relationships/notesMaster" Target="/ppt/notesMasters/notesMaster1.xml" Id="Rd5526db4ad964dc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c0351d4e3c84840" /><Relationship Type="http://schemas.openxmlformats.org/officeDocument/2006/relationships/notesMaster" Target="/ppt/notesMasters/notesMaster1.xml" Id="Rf957e169dd0e423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b11bca61d7340bf" /><Relationship Type="http://schemas.openxmlformats.org/officeDocument/2006/relationships/notesMaster" Target="/ppt/notesMasters/notesMaster1.xml" Id="R5765f2b2d55b461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13e3883dd64ec0" /><Relationship Type="http://schemas.openxmlformats.org/officeDocument/2006/relationships/notesMaster" Target="/ppt/notesMasters/notesMaster1.xml" Id="Rcdd995a61625482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812a380db2a413b" /><Relationship Type="http://schemas.openxmlformats.org/officeDocument/2006/relationships/notesMaster" Target="/ppt/notesMasters/notesMaster1.xml" Id="R6a05154c1d974a6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513e5d66154c6c" /><Relationship Type="http://schemas.openxmlformats.org/officeDocument/2006/relationships/notesMaster" Target="/ppt/notesMasters/notesMaster1.xml" Id="R80ff7c0ed79c4a3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3491c57ae314317" /><Relationship Type="http://schemas.openxmlformats.org/officeDocument/2006/relationships/notesMaster" Target="/ppt/notesMasters/notesMaster1.xml" Id="R396ab758019d4c2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815694b559a4ecb" /><Relationship Type="http://schemas.openxmlformats.org/officeDocument/2006/relationships/notesMaster" Target="/ppt/notesMasters/notesMaster1.xml" Id="R4a1a05a988f74f3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d550bcf5864250" /><Relationship Type="http://schemas.openxmlformats.org/officeDocument/2006/relationships/notesMaster" Target="/ppt/notesMasters/notesMaster1.xml" Id="R96073719010d480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c3db260f61e4f6d" /><Relationship Type="http://schemas.openxmlformats.org/officeDocument/2006/relationships/notesMaster" Target="/ppt/notesMasters/notesMaster1.xml" Id="R094a9db840e14685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8f954d0f0ef4797" /><Relationship Type="http://schemas.openxmlformats.org/officeDocument/2006/relationships/notesMaster" Target="/ppt/notesMasters/notesMaster1.xml" Id="R9a371010ac5a4cc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b4333cfcb941c3" /><Relationship Type="http://schemas.openxmlformats.org/officeDocument/2006/relationships/notesMaster" Target="/ppt/notesMasters/notesMaster1.xml" Id="R8281d73fc6ff4592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2a3066128d04574" /><Relationship Type="http://schemas.openxmlformats.org/officeDocument/2006/relationships/notesMaster" Target="/ppt/notesMasters/notesMaster1.xml" Id="R3454c25bfab1471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4208d4483624d3c" /><Relationship Type="http://schemas.openxmlformats.org/officeDocument/2006/relationships/notesMaster" Target="/ppt/notesMasters/notesMaster1.xml" Id="R8b13e3eea72b455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8b6f88d9da9c478f" /><Relationship Type="http://schemas.openxmlformats.org/officeDocument/2006/relationships/notesMaster" Target="/ppt/notesMasters/notesMaster1.xml" Id="R16f71f9cad9b496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c2daf03c6894602" /><Relationship Type="http://schemas.openxmlformats.org/officeDocument/2006/relationships/notesMaster" Target="/ppt/notesMasters/notesMaster1.xml" Id="R51bb9a23c19347aa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fb480da04fa428f" /><Relationship Type="http://schemas.openxmlformats.org/officeDocument/2006/relationships/notesMaster" Target="/ppt/notesMasters/notesMaster1.xml" Id="R8a73e64d030443b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5edbf7a1e3346ee" /><Relationship Type="http://schemas.openxmlformats.org/officeDocument/2006/relationships/notesMaster" Target="/ppt/notesMasters/notesMaster1.xml" Id="R2d12652d31e1477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b709138a1b14e42" /><Relationship Type="http://schemas.openxmlformats.org/officeDocument/2006/relationships/notesMaster" Target="/ppt/notesMasters/notesMaster1.xml" Id="R5f4e8e4189f9408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74befe2878d4fd7" /><Relationship Type="http://schemas.openxmlformats.org/officeDocument/2006/relationships/notesMaster" Target="/ppt/notesMasters/notesMaster1.xml" Id="R4ccfafc52f9343b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ac41b3f72ac46e8" /><Relationship Type="http://schemas.openxmlformats.org/officeDocument/2006/relationships/notesMaster" Target="/ppt/notesMasters/notesMaster1.xml" Id="Ra73bc898e64b423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11ee7f8f4224603" /><Relationship Type="http://schemas.openxmlformats.org/officeDocument/2006/relationships/notesMaster" Target="/ppt/notesMasters/notesMaster1.xml" Id="Rc7945e0917ba4d59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12f1d7647ce4f6c" /><Relationship Type="http://schemas.openxmlformats.org/officeDocument/2006/relationships/notesMaster" Target="/ppt/notesMasters/notesMaster1.xml" Id="R15ce957a14de40a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7d5a26222dd41c3" /><Relationship Type="http://schemas.openxmlformats.org/officeDocument/2006/relationships/notesMaster" Target="/ppt/notesMasters/notesMaster1.xml" Id="R1ef153fac53b466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4b70398106448cb" /><Relationship Type="http://schemas.openxmlformats.org/officeDocument/2006/relationships/notesMaster" Target="/ppt/notesMasters/notesMaster1.xml" Id="Rb478e05cf5ff468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737c46a5d32440b" /><Relationship Type="http://schemas.openxmlformats.org/officeDocument/2006/relationships/notesMaster" Target="/ppt/notesMasters/notesMaster1.xml" Id="R8d14e2284383456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268ee00fb3e4f21" /><Relationship Type="http://schemas.openxmlformats.org/officeDocument/2006/relationships/notesMaster" Target="/ppt/notesMasters/notesMaster1.xml" Id="Rd4117526563b47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6efe06cfc95d46d8" /><Relationship Type="http://schemas.openxmlformats.org/officeDocument/2006/relationships/notesMaster" Target="/ppt/notesMasters/notesMaster1.xml" Id="Rd4fe894580b649d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37d70b3c63d42d7" /><Relationship Type="http://schemas.openxmlformats.org/officeDocument/2006/relationships/notesMaster" Target="/ppt/notesMasters/notesMaster1.xml" Id="R293fc66fec7f4e4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6bce5c450f34a34" /><Relationship Type="http://schemas.openxmlformats.org/officeDocument/2006/relationships/notesMaster" Target="/ppt/notesMasters/notesMaster1.xml" Id="R191722306f474ce5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374c8b62ee6420b" /><Relationship Type="http://schemas.openxmlformats.org/officeDocument/2006/relationships/notesMaster" Target="/ppt/notesMasters/notesMaster1.xml" Id="R6b8e50a7e9c0414c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a071a95d4b8b4034" /><Relationship Type="http://schemas.openxmlformats.org/officeDocument/2006/relationships/notesMaster" Target="/ppt/notesMasters/notesMaster1.xml" Id="R4be7d983006d495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88b942e74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077a7d50ec4790" /><Relationship Type="http://schemas.openxmlformats.org/officeDocument/2006/relationships/slideLayout" Target="/ppt/slideLayouts/slideLayout1.xml" Id="Rf3db1f3478ce447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db1f3478ce447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ff1666ed1b40ac" /><Relationship Type="http://schemas.openxmlformats.org/officeDocument/2006/relationships/notesSlide" Target="/ppt/notesSlides/notesSlide1.xml" Id="Re160734f728540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4f7a918214523" /><Relationship Type="http://schemas.openxmlformats.org/officeDocument/2006/relationships/notesSlide" Target="/ppt/notesSlides/notesSlide2.xml" Id="R22176b5df2b448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323ee051fc44c3" /><Relationship Type="http://schemas.openxmlformats.org/officeDocument/2006/relationships/notesSlide" Target="/ppt/notesSlides/notesSlide3.xml" Id="R5a50957b2ba14d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c53b85ee471e" /><Relationship Type="http://schemas.openxmlformats.org/officeDocument/2006/relationships/notesSlide" Target="/ppt/notesSlides/notesSlide4.xml" Id="R7f4210b59ae04c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70027b50c54b57" /><Relationship Type="http://schemas.openxmlformats.org/officeDocument/2006/relationships/notesSlide" Target="/ppt/notesSlides/notesSlide5.xml" Id="Rf63afaae78a943d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8d50acb0b468d" /><Relationship Type="http://schemas.openxmlformats.org/officeDocument/2006/relationships/notesSlide" Target="/ppt/notesSlides/notesSlide6.xml" Id="R96d2f68225fb4f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a95d4be1bf4521" /><Relationship Type="http://schemas.openxmlformats.org/officeDocument/2006/relationships/notesSlide" Target="/ppt/notesSlides/notesSlide7.xml" Id="Rb348249d92a745a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34a1871a694883" /><Relationship Type="http://schemas.openxmlformats.org/officeDocument/2006/relationships/notesSlide" Target="/ppt/notesSlides/notesSlide8.xml" Id="R1f85d3e7fc1440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8dd18022904bb9" /><Relationship Type="http://schemas.openxmlformats.org/officeDocument/2006/relationships/notesSlide" Target="/ppt/notesSlides/notesSlide9.xml" Id="R7b26a2c405a9477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01f2ddc20743c0" /><Relationship Type="http://schemas.openxmlformats.org/officeDocument/2006/relationships/notesSlide" Target="/ppt/notesSlides/notesSlide10.xml" Id="Re78cc93d13a240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eb8d7489e642c6" /><Relationship Type="http://schemas.openxmlformats.org/officeDocument/2006/relationships/notesSlide" Target="/ppt/notesSlides/notesSlide11.xml" Id="R0d551f45659542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06f63a819647bd" /><Relationship Type="http://schemas.openxmlformats.org/officeDocument/2006/relationships/notesSlide" Target="/ppt/notesSlides/notesSlide12.xml" Id="Rfd2cab3941e945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9b0ca1d794f0d" /><Relationship Type="http://schemas.openxmlformats.org/officeDocument/2006/relationships/notesSlide" Target="/ppt/notesSlides/notesSlide13.xml" Id="R832d43fe436c452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5fcc5e8da4969" /><Relationship Type="http://schemas.openxmlformats.org/officeDocument/2006/relationships/notesSlide" Target="/ppt/notesSlides/notesSlide14.xml" Id="R72c96185a99c4cb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9c5576ba640c0" /><Relationship Type="http://schemas.openxmlformats.org/officeDocument/2006/relationships/notesSlide" Target="/ppt/notesSlides/notesSlide15.xml" Id="R76a841312a8c4d8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1f58b1363048a6" /><Relationship Type="http://schemas.openxmlformats.org/officeDocument/2006/relationships/notesSlide" Target="/ppt/notesSlides/notesSlide16.xml" Id="R86bf2711723449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08ab43dbdf4813" /><Relationship Type="http://schemas.openxmlformats.org/officeDocument/2006/relationships/notesSlide" Target="/ppt/notesSlides/notesSlide17.xml" Id="Ra04c4c4873ba4b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60564d7c143bd" /><Relationship Type="http://schemas.openxmlformats.org/officeDocument/2006/relationships/notesSlide" Target="/ppt/notesSlides/notesSlide18.xml" Id="R80dec68288e1409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02eb6c81b4646" /><Relationship Type="http://schemas.openxmlformats.org/officeDocument/2006/relationships/notesSlide" Target="/ppt/notesSlides/notesSlide19.xml" Id="R3e8b7d7167b64d5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f5321e5ee4ea4" /><Relationship Type="http://schemas.openxmlformats.org/officeDocument/2006/relationships/notesSlide" Target="/ppt/notesSlides/notesSlide20.xml" Id="Rf8807a34d62f47c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37d1e486a34704" /><Relationship Type="http://schemas.openxmlformats.org/officeDocument/2006/relationships/notesSlide" Target="/ppt/notesSlides/notesSlide21.xml" Id="R5e61a397cc6a4acc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f4d8dcf054bf6" /><Relationship Type="http://schemas.openxmlformats.org/officeDocument/2006/relationships/notesSlide" Target="/ppt/notesSlides/notesSlide22.xml" Id="Rd1c62e6fa7c54d17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121e5f37a4bd0" /><Relationship Type="http://schemas.openxmlformats.org/officeDocument/2006/relationships/notesSlide" Target="/ppt/notesSlides/notesSlide23.xml" Id="R858c6424ab344fc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44dcd65a2b4cc5" /><Relationship Type="http://schemas.openxmlformats.org/officeDocument/2006/relationships/notesSlide" Target="/ppt/notesSlides/notesSlide24.xml" Id="Rbab3c2d4e8d4483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f0b6c1f1164595" /><Relationship Type="http://schemas.openxmlformats.org/officeDocument/2006/relationships/notesSlide" Target="/ppt/notesSlides/notesSlide25.xml" Id="Re96614dc61ad411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e8173dcdf4d15" /><Relationship Type="http://schemas.openxmlformats.org/officeDocument/2006/relationships/notesSlide" Target="/ppt/notesSlides/notesSlide26.xml" Id="R3c2f0b2497024c9e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82ae08c3284b8a" /><Relationship Type="http://schemas.openxmlformats.org/officeDocument/2006/relationships/notesSlide" Target="/ppt/notesSlides/notesSlide27.xml" Id="R2289ab20803b44e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0619350b4d4fc6" /><Relationship Type="http://schemas.openxmlformats.org/officeDocument/2006/relationships/notesSlide" Target="/ppt/notesSlides/notesSlide28.xml" Id="R4ed191d453e949b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0ec856e4514f17" /><Relationship Type="http://schemas.openxmlformats.org/officeDocument/2006/relationships/notesSlide" Target="/ppt/notesSlides/notesSlide29.xml" Id="Rf711bfc9b45048e1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c936be4eb4894" /><Relationship Type="http://schemas.openxmlformats.org/officeDocument/2006/relationships/notesSlide" Target="/ppt/notesSlides/notesSlide30.xml" Id="Rcea04d86274c4bd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5e7bf304c240d8" /><Relationship Type="http://schemas.openxmlformats.org/officeDocument/2006/relationships/notesSlide" Target="/ppt/notesSlides/notesSlide31.xml" Id="Reeb9f4ac181846f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df265c562c4c77" /><Relationship Type="http://schemas.openxmlformats.org/officeDocument/2006/relationships/notesSlide" Target="/ppt/notesSlides/notesSlide32.xml" Id="Rf8eeaad7a4354478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bf79588a9d49fb" /><Relationship Type="http://schemas.openxmlformats.org/officeDocument/2006/relationships/notesSlide" Target="/ppt/notesSlides/notesSlide33.xml" Id="R4b3ca9693d3d4fa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2f1a8b0634071" /><Relationship Type="http://schemas.openxmlformats.org/officeDocument/2006/relationships/notesSlide" Target="/ppt/notesSlides/notesSlide34.xml" Id="Rad05f8f9525a485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7a39561e74878" /><Relationship Type="http://schemas.openxmlformats.org/officeDocument/2006/relationships/notesSlide" Target="/ppt/notesSlides/notesSlide35.xml" Id="R172135d630df4c8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90fbac5aa4297" /><Relationship Type="http://schemas.openxmlformats.org/officeDocument/2006/relationships/notesSlide" Target="/ppt/notesSlides/notesSlide36.xml" Id="R0432d76b4620494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23087bef02447c" /><Relationship Type="http://schemas.openxmlformats.org/officeDocument/2006/relationships/notesSlide" Target="/ppt/notesSlides/notesSlide37.xml" Id="Recdeda0ac1584af0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74a396a6e4be8" /><Relationship Type="http://schemas.openxmlformats.org/officeDocument/2006/relationships/notesSlide" Target="/ppt/notesSlides/notesSlide38.xml" Id="Ra2a67db577c5439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3d1167dbd4dd1" /><Relationship Type="http://schemas.openxmlformats.org/officeDocument/2006/relationships/notesSlide" Target="/ppt/notesSlides/notesSlide39.xml" Id="R48363536899c4506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d099669f0149c5" /><Relationship Type="http://schemas.openxmlformats.org/officeDocument/2006/relationships/notesSlide" Target="/ppt/notesSlides/notesSlide40.xml" Id="Rf4370670c6c0443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9F902-220A-4DAE-AE2D-18514E2DE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E02747-D389-42CE-83F9-F282DBDD8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Introduction to Chemical Engineering &amp; Role of a Chemical Engineer 8 Hours Introduction: Chemical Engineering in Everyda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C77653-7580-421F-A87F-AFBCB83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Elements of Chemical Engineering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1BECHE105/205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58949-11B3-4D3A-B1F3-DEC3DF5EA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D7928-0050-42B4-A0EA-5F5CEFAA2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9A8FC-FDA7-46CF-8231-CDD82E10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5B49F8-BDF3-477D-A173-1C64B58A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DE2682-3516-4A07-8284-74D298532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AA8E1A-C167-4B59-ADA8-3B2C5FA2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B8F56D-A86F-4F77-817D-6DFFB143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087A22-F15B-4314-9802-48079DDA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A6267A-3E2B-4F9E-BC9E-B5ACA297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6FA048-255F-4044-B0BC-D9DEEA55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32489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8821DE-FC3F-459D-8AF8-B20B53675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81D29-6584-4F5F-AC65-A3398CDC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7F3254-2FA0-4D43-B603-E601FFA8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2C857-FE26-4B41-97A1-4DC5E561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B13CF5-9895-4758-94A7-D6DFE18A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3269FA-5419-4443-8091-A5177D9AD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8779BB-DD7A-4F77-B609-F34B0A7E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7006AA-38E2-4C56-BE68-8D6398F6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860809-2D84-45A9-AFE9-7318C39A2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A53423-3165-40CE-9D1A-CA79BB95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AD2066-2DE8-4D52-95EB-75275845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E7732-E7B0-4D9F-B59B-ECF629FC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A65AC7-2C67-4F50-A4A0-6DEAA988A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ED3B4-0F4D-4047-B33F-7D4A06E6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B95EE7-E43B-4F35-8553-3F43CED2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7330071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CBD1FE-D5BF-4687-954D-A9CF80CC5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CF7B1F-C1D4-4C17-9619-63404587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FBAFB-0806-4B52-82EF-3CA64326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88A993-64E9-4601-B8F6-7F900D48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3DC1B-148D-46DD-AD15-5AE5EBE6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57AC0-88E3-478E-9CCC-E9E59DA67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43C11-405C-4208-B7D8-1A18253A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AED7C0-D0E0-4F76-B2FF-A1E46A12D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5839E7-B7AB-4C3B-BCCC-03C1B2FA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 to Chemical Engineering &amp; Role of a Chemical...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05E9D-0F66-4B46-8DC4-80FEDF12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994AE-9DC9-4E7F-B816-7B965E20B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6B13FA-DEB8-4E36-A141-F981C8CA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Introduction: Chemical Engineering in Everyday life , His...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60D865-6ADD-4FC5-BE23-5D27CF5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764AD4-A3B3-4207-9AFB-B45B40965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3CDB0-993A-4133-BF55-F9E1728F8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 ustainable development framework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26CDD2-980F-467D-A569-11D602FC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D2E545-2B41-405A-89B8-A0FB9EDC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00919F-E9DF-4FC1-82E0-DFE22F4B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United Nations SDGs, Emerging Technologies to implement 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73E14-48D7-4C40-89DD-BC8E17A6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563450-8B08-444D-B97C-16DCFAE1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831274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F55D08-EF20-411D-B0F6-E3D757CB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C164E6-E7F4-4D04-BE50-FECBDF4A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AABE21-FE95-4047-BB03-D463C0C97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437745-6372-41B2-AE0A-D14504E97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3976A2-66E2-407F-9B08-3D2E49F5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800241-3CE9-48AF-8132-798CEF57C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5C6C7-D7B0-439E-9322-97EFE05E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7075AB-70CA-45EB-B670-CBF121CD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 to Chemical Engineering &amp; Role of a Chemical...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ED508-FB6E-486F-8D11-ADB9B16B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DD58AE-8A6C-4087-A6EB-C20E46AF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EE6D1B-D57B-458B-A356-6E66B19A1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Introduction: Chemical Engineering in Everyday life , His...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CA7F9-C703-41B1-851A-C5077578D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77B2F8-FD30-4C32-9A59-57741C18D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5ABDA0-A1CD-497E-9555-3C4C29393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 ustainable development framework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83760-062E-4D9C-AED9-821441AA8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35911E-2EB4-4F1A-9304-3C773270E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60E253-DBFC-4030-AEC6-4E5E68B5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United Nations SDGs, Emerging Technologies to implement s...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8F455C-2431-4FC2-BB2D-44B7A4830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4EA6A9-7B34-4CA4-93E4-7EFD04502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9EDCE9-953D-4A74-8C2F-19A6DC297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88581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8304F3-BB08-4B36-990B-010A003E9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C8BB89-69FD-4433-9665-DEF830FF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383569-E734-491B-9A15-031F5434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6EC3FD-D7A3-45BF-8DA4-C398F4BE7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C69CC4-2559-49A2-9BF2-AE6190B2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Chemical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2421B4-F6C2-404C-B3DF-8F2CBA191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Role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BF9EC-1AD3-4089-B738-3DF964F82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Engineer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E2823B-D7C6-4ABF-8ABC-CAFD0A6E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Everyda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244886-7347-4B75-80BE-DB3C4F4EF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Everyday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F61CC7-12D6-4F82-A331-0E710B93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A355E7-2474-4E72-BF00-510E1780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History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3DD348-25F7-4CC0-9BD4-E346534A8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Major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5AEE1E8-09CC-469C-8B10-86BA113F3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Contributions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4B7600-0FEF-421C-A1B3-BF7B340F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Society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3C3B85-3B84-4CF8-A175-D92C44F1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015BB9-F2B2-4A56-8227-D63F3F41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580979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7C665-3631-4CDF-81DB-EE966BF9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6114B-CDC0-4036-8C8C-BD14E1C4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475B8-3068-4CCD-868B-B1A6A243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E062E8-9182-43A7-AF2B-49D1449A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B25E48-D8EE-4C31-B901-B1BC00F9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 to Chemical Engineering &amp; Role of a Chemical Engineer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169AD2-7676-4B39-9CE7-F5717657D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 to Chemical Engineering &amp; Ro...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2F992A-961E-4948-A72A-7AB05A31F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7A2B5-6200-47E4-B7C9-0B6BCF1FD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F8583-7942-4EE1-A531-4DEDACAA7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52F57F-E86D-4F32-8E66-16CAE46F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B5F8FF-029C-4689-B4F6-F62CB20A5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49277-6C02-4975-BA4A-87CC46A6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DFF23-3630-40D2-A914-AD10CA60F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5388AB-DF42-4D3E-AE79-5C008722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0AB4D-CC16-4EB0-ADD8-CD51A4EA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45CE55-7FD4-4879-8E00-9CAE1DD10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32724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12A54-7536-43FF-9116-352FA77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E79167-1F84-4470-BD37-80578A2C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83654F-8F57-488D-897A-895DF09E4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44E788-C7A6-47BC-A4BC-EA8E2EBD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11D5C4-9CB8-4140-A270-8BED9626C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15724C-DD82-487C-B0D9-22734F140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B8416-7E75-4240-A597-4F172FDB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23C037-E69B-492B-9E0C-3BB1D227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FE976-3A02-4128-8A8B-3C34E2F8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Introdu...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9E7AB3-D085-4DA1-B120-FCFEFD97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9F283-6C18-44BC-9A72-FF77CB2D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8CC33-08F4-413A-9F42-78C9FB17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Introduction to C...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2490E5-162B-4CAC-9F80-9F300EC6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AFE257-793A-486A-96E6-974853E4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5BEEEE-E6A7-4EE5-A72C-C95A9238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43897B-2BD9-4188-90D2-F9FACB90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5244F-6622-43C0-8DE2-951D550B6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A56EAF-6FF3-46EE-9EA2-BA4C4018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Introduction t...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B0AFF9-6A7A-4808-AEE7-7AE049DB6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6CD714-36FF-48A7-9F09-9F86B005B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7E0DD48-4446-492F-A295-4B02CEDC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 t...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D5BBA9-6576-45DF-ABDB-AF44E2D4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F55F2F-5BA3-4795-97FA-AEBD96882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69706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C0A02B-AD45-4024-833D-5F3DE31F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514E3-6C02-432E-A420-7905ECB0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09CA2-7AF7-41D5-84FB-3D0108D92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F516D7-E464-4742-BFAE-E0F1774AF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6CE71-215B-404D-9228-F298FDB68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4B9522-40D0-48D2-AFA3-1086AE73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A5AC7A-CFAA-4E34-A124-9DECFAE75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99541-8A26-467E-B08B-05A312FFD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EC8109-DBB6-483C-AD96-7DA087BB3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D8CE51-5EEF-4C55-9139-AED565215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BC487-3402-485A-9790-3BAF0406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7DF40-CC7E-4C36-ABD2-9C31EA49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C61AD3-5EF4-498D-98CE-A33103E0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73B4BA-8F0A-4D78-81D2-E0F7DB98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559437-2F03-40B7-B2A2-008C4A20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416646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F161D7-2BAA-4024-9E9A-3308BCBA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43AA88-3DA4-48DE-A9C8-39F07D9D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64140-32D7-4C87-81DE-C3926F7EA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300ED5-F6B0-48A0-98FE-A09BD420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352EE2-CBDE-42AB-9526-3CB07795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C933EC-61A5-49ED-93D1-D6B896376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 to Chemical Engineering &amp; Role of a Chemical...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2622F0-BAAD-44CE-8DB0-86AC61B60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626BBA-A2BE-4339-B83F-AE148CB5E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AF264-137C-4C95-8D63-CA78BC69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142830-4C18-491B-A1FB-E7D3CD88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D7885A-4C44-41F4-8A06-8BFE1FB9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035329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9B7B12-FCC9-490C-AF0D-F06635F12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675AB2-0CD4-43F4-9F50-CB682AA6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F17A17-E978-49A6-8897-B60226E2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B8181-DAB8-42B0-9412-C088E4304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D39502-DC09-42E0-AC8C-50208FFA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Introduction: Chemical Engineering in Everyday life , History of Chemical Engineering , Major Chemical Engineer...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83B615-CC6A-4D5F-9835-FE53F214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Introduction: Chemical Engineering in Eve...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484F46-6AE3-4D04-BE86-94DAAF63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F6BBB3-DF71-4F92-ACC4-1F275BAD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4DA987-01CD-4E92-824F-5F4A8ADB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088DD9-33C1-43C0-8787-A5E18439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28B991-7549-4CBB-B214-D362ADB8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28FFB2-846E-4BE3-97E9-76C1F3EE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EBDF24-D38B-4209-8D75-03EE2EAF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A45CFD-1885-4744-A94F-C1A493CB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30162-2F3A-4ED5-8C36-38D585FB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4CD65-CF3C-464D-8BE3-46A88606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41716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081E424-5DD1-4B4E-889B-E03133255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5368D7-165F-4F0E-9481-2188CA89E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49580B-A865-4190-B17D-3753A893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2DA9FD-7035-429B-AAC9-DB5908CD0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01A3E2-5565-4077-910F-67819770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0B8B16-54B2-4DD0-A114-4386A938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3C53E4-B619-4863-86E3-EE8C4898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F1189-9025-45C5-A328-2789E782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F49FFC-C84E-4E5C-8665-B53FC122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Introdu...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3A3712-4B21-440D-865A-F232AB5B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C94411-A0D4-4A53-AC26-0AED47B8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0B89C-4BCC-4C32-B56F-4B50C488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Introduction: Che...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156F7-007F-4357-964C-BD4DECEF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CE2B69-6878-4BD8-9D7C-ADA7CC97B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A79EA-9699-44C6-9530-992CE8EB5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Introduc...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C8EB4C-18BF-44AC-A916-C6D5FAB1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9EB48B-DA83-4F68-A5D3-BD0D3C79F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16DB2-6D3C-4292-A6E7-07941AFA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Introduction:...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28406-2832-4DC5-8821-C1E9A16F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2B728A-8808-4F26-88DF-203B33F87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4B6AF0-56C4-43DD-9D56-9642BDCD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Introduction:...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90CF88-15CE-4C3F-9592-5E42AAF6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E4CECA-FAF8-4520-9891-DF6A3E83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401085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D47B5F-A510-457A-8B30-9D60215C7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5F98A-43AE-4312-A9C5-80D3AF22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EF0738-4093-4752-86FA-8D16D683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F4287D-FC96-4138-BD41-6799DA47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974556-1326-4D1D-A5E4-1E45951D1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F50868-0E88-46E4-A0C4-BD53D2DF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F5AFCB-C0F3-49A1-86DC-66B8CD2D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387C88-2A32-4011-A7E1-B3BB3CED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E8B02-02A4-4F2E-8B83-8D3112D5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409AAB-60D5-4AB7-A9AF-97DB5D931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4DD93A-F72D-4D74-8192-EB0C2221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12EA3F-11FA-4AA6-BF00-2522D378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53F105-C0FD-4F96-9202-D2BD2CC8C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853587-3B1A-4AA0-87F9-C58943D7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88F08-7497-4DAD-BA8B-A3AC0E0F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219774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ECA0DD-F0E2-451D-9861-DA52E27E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4C213B-58D8-4645-9D57-C2E254FE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B16B18-D412-487D-98EF-8E99980A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C09035-F89C-4478-8B0D-66C82272E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15F23-43A5-462D-87DF-CE077B5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BB0DDA-7A24-42C6-9AF6-1BF8C712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Introduction: Chemical Engineering in Everyday life , His...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AD5AA3-6A68-44CC-9136-BA85B602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923CEF-1FD1-48EE-94DD-57CDD7E2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26D4BD-3737-4F7D-BEE1-7D1DAEEC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42DF2-0FB5-44A1-BDAC-47FD5E14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A38903-CB98-4F3B-8FB8-6B5210529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967093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6356AE-DA7D-49A9-9707-415CC65EC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487914-9446-4EAB-AF92-E34D4F2A8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30547-7FB5-4FEE-BD4F-F4970A9C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EAA418-6B83-403F-BB83-B87250E0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51254-BF6F-4491-A07A-33E0D7AA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 ustainable development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20A2B-90AF-4D94-A002-4D8AC948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 ustainable development framework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F68A50-CC59-4312-BFE8-3F9D78A2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2EF3FE-C4BD-49EF-A042-48258C71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AD8D5-EDB3-4655-A57E-2EC9E67BF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493091-24DB-44AA-A606-99A3921F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56BF62-4847-4F09-B291-DCB8130A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4AEACA-67B1-43DB-8860-775D59DB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6CE04D-DDF6-49F0-BF2E-EEE84013D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79A7F8-16B7-4E73-9399-793CD275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497E6-7968-45EA-A7DF-389B761F2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E211E9-3039-4947-81EF-B362A7C12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600860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5BB7E40-4136-43E2-A6B1-3487D470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2E33E-BC21-4FA2-B6F8-52D8D3B5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FCE65-3093-476A-9EBE-E9EBC899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3BE65D-A920-47D6-B560-10301C7C4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6425E-297E-4272-9BDF-37F6C538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A7D790-78F8-4FF5-9DDC-5C482E00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B7921-D37F-46DE-9E45-7FEBA187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7EF38-45E1-41B0-BC2E-C49BDC29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0DB04A-444B-482E-B9C2-8513725C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S ustai...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186806-0A05-4217-B830-F412B115A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FBBEC1-D3A0-4777-BD06-3A61333F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31C36F-1156-4263-9544-2D755C67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S ustainable deve...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AB9AB0-EFBF-43A1-BA26-06B46E61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06CB6-D9D0-4F2F-A432-3F1D2D73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39C600-4C95-4C83-8AF9-1D879579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S ustain...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FCEBE3-7A70-434E-9D10-1B487C0E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873FCA-70ED-4759-A4F8-CA67C2A0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61C83-35DD-453A-A991-99F3A032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S ustainable d...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F28DF6-BCAE-488A-82FB-46E62BC9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2D9894-2B73-4FB0-B044-5EDC2D50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E0B3E6-F119-44B2-B43E-EE9399C01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 ustainable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B238BA-B34C-4E52-80EE-21FFC202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C6FFA2-B9FE-4E51-8C5B-A7C803A03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33788090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0E0AB3-171F-4E0B-9FAA-FBA205F75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8D321-A9D1-47A6-B857-6951E1E6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C7989C-BB51-4953-A828-60FD18069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DB6F21-B37A-466F-90A6-DE1D127DB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209CC-0EDE-4FD4-9F3B-D1E418558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E8B115-1FC6-4E0F-B20C-69B467C9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4862A7-71BB-41C3-8E12-CABBB74D4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CDE025-10A8-429E-B5C4-EB8A88C1C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DC7D64-5F94-498D-9321-DAF5CA0B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7C4AE-A8CD-4CF4-9EE7-8E1271012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900789-E636-4270-99D1-DA33CB48A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E9AA1B-4602-491A-8FCB-C77E9BB51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17980D-1D02-42B4-BDB4-9AAC2D12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82EF3-82EB-43F3-82FF-BCBDF134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907FEE-5BB1-4FF8-B648-198F8692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98057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FCCBC4-4883-45B0-AFC8-E56FF89F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1138D4-FE9D-437D-A63D-179841E7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DF812-688C-4953-8F18-5EA9A3DC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2E3330-3A85-4E94-86D7-D8B43A8D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B27DF-D867-47A5-8DCD-32FE1555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38349-B396-46E9-AD76-CD8851DCF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 ustainable development framework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09D982-5D0A-4E28-A5AE-503775EC1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11968F-DE29-4F46-B35E-249755C7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27BCAC-ACB2-4ACF-B7A0-67CB3107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614386-825C-4B0C-BB9A-6C62C0E3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28830C-BF8A-4E14-88C6-35D49E8D5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805734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9C9DEA-7989-4F02-A9DB-38FEA9C0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FD3E62-84B6-46D4-9E75-518460AA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D4188-CA58-4A18-959F-171B23410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FFC326-E003-467B-8BAA-0B63C8083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B8D2FE-9642-4370-BE9F-8ED82DB5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United Nations SDGs, Emerging Technologies to implement sustainable development goals.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D39143-FECB-4667-87B5-6B644271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United Nations SDGs, Emerging Technologie... links material structure, process conditions, measured property, and engineering performance.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A495BC-C75F-43D8-BDD0-777651B7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134EB-6AB0-4693-B350-BD93DDEE9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EBC151-4A24-4E10-A083-5CE2ACE39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C1811B-96BB-41F4-ABF5-6AC89BBD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35082-64EF-44D2-AA2D-F45F2CD03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C941D7-E02D-4122-996F-D6AB1E24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429450-26FE-462C-A302-8B04ECF4C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FF8875-6A65-4CC5-8B4D-DB81AF4D9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68656F-0D23-4778-8E58-24D9940EF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B5A7C-EB71-46CA-AAFD-EB5796B3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8054350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13EED8-7EF7-446B-BC83-0A0E08BE5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06E72F-374A-4FC5-8813-429FB13E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EA8D25-5C3C-4D86-90A1-CE484E6F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60D841-BAB6-447C-8766-B11ED949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B7033A-729F-423E-8B9B-71AE6FD8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C4778C-2C55-432F-A0F8-FFAE9B83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70F2C3-5A8E-4155-B56A-94F5F6C1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149C26-0671-472F-9B42-CA08A8DB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FD2EB-4061-4E3D-8278-BD8BBFF4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Structure/material explains one necessary part of United...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7359D-5E72-4EEA-A87A-2F5BF587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D361CA-96EE-4D7D-895E-B10C81D9E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5C490C-E5C2-4C1D-A322-E9B3B4AFA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Property explains one necessary part of United Nations SD...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6A870D-8DBF-44D4-A5FC-2D24E8207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0D4D2A-3327-4A26-98FA-E2AB88C1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A80EC-A7F9-48F2-BF52-2DBE7282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Mechanism/process explains one necessary part of United 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2C48AB-67CA-4FA1-A862-4B86E3FB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2EAEF3-DF84-4A84-85AB-D7898FF4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13E009-AC24-4A92-A0D2-204EE9149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Measurement explains one necessary part of United Nations...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F6D55D-621F-4929-99BB-060F66F93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0B451B-F176-414C-8AB4-35D0684A6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3D91A5-7A35-409B-829D-79F5223A1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United Nations...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CA57E9-3750-4D30-AD14-B94E44DF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5DC044-9676-44A9-AA61-9A1BAA88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944629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45F9CD-5BD4-4B1B-A079-2C0D2311D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F6F80-4CA2-498D-B2C0-6C61A26B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EEB7C8-1269-432E-A05A-E1765185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D9F61-EF86-4BAD-A97E-33F40DA93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24BDB-7240-453F-B040-45834B40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60FC38-DDB7-46AF-BC15-B10EF5A6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5B8E94-268F-4417-8DDF-7B16223F9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B3163-EBF5-422B-A446-1017D133F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DD6B90-79C9-471E-BB4C-B9C6EFCF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66BD5E-9730-4696-87BE-E05AD9C13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340A60-16E6-41E5-835E-DA8C8F2E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00AF1-EE1B-46CA-8745-DA8BA26E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5C65C7-7301-498E-A463-5D7C2497E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50D9B3-F6FF-4BEE-812A-9E12D20A7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Identify material/process: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Explain mechanism: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Write relation/reaction: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behaviour: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State application: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Note limitation: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92C4FF-FE43-4524-ABD1-B1BDD89C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851548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2317D3-9C7C-4248-9308-E5AC11D1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35FE23-5DB0-4A62-A9B2-60A579AB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D9CF8E-AE3C-4B61-A638-79B8D4DF4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F6796-BDD3-4DF1-B190-C05F13F6C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5F128A-BA22-41C5-834E-F807C353B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14CF4-DC59-47AA-A1B1-1B60546E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United Nations SDGs, Emerging Technologies to implement 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4F5DDB-C334-4FED-BAC0-380D0981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49F2BC-6EA2-4772-8522-E713324A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Listing uses without explaining the structure-property or process-performance link.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E2524-B9F5-4447-A4B3-59D7434A0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A23DA-C572-4D2E-B25E-837BBB77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EDA369-AA2C-4F6F-B6D6-8B6BA6F5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6450218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4816C3-0A98-4494-903A-A71DE081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709DE6-043F-4828-84F9-70481FDB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2A09FB-1112-4B4E-85A2-29B19CE2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E4835A-4B1E-4F85-9D6D-E09C1B472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7602A-84F7-4C16-B60C-0C838DF36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D4FEB3-EC4F-4A6E-BA4D-9F1C2428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366552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0FC9A3-6696-43CE-96C5-B4F69A7B0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44B92-A22E-42B0-97D2-F329731E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84559-6297-4B94-A92C-C65ED9CC7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EFE3B-0EAD-4FAC-A0F3-A8590617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82FB1-DADA-40E1-8AA0-0EABE117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Chemical: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Role: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Everyda: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Everyday: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BC6725-0938-44A4-A1E5-C65869E3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501819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2C28C8-6072-477B-962B-CE57D7532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74877-83FA-4E4E-BE7D-C5E3E421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73152-0A03-430E-99B7-D94C3E36E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11CB6F-77D5-4CE0-B8E6-6DFC44B0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72B77-FD62-4876-A421-3DF7F676A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Structure/material: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Property: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Mechanism/process: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Measurement: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B7CAC3-42CF-4F21-B3EC-AB269F4C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5851073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A9D57B-F9DF-4E2A-B28D-6C2AD2A0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8CF65-7054-4C7B-80AC-45FAA20F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634C84-980F-40FF-9D08-610B7A642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9F4ED4-9D6F-4E32-B271-D41045D2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E904AA-05BB-4AFA-880E-2EB18C2E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Listing uses without explaining the structure-property or process-performance link.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ECFC5A-19AC-4FF9-B744-34B26DB96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19681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D117F3-DBA3-4DE9-B1B9-9CF40FF1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260969-29D6-4E22-8323-6A0E6D18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7D6C7-44D2-475A-9AD2-DDCD3EE77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CDB11-67DA-4699-B76F-481FB3E0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355816-0B7B-4420-BB6C-7AF00769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Introduction to Chemical Engineering &amp; Role of a Chemical Engineer 8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Introduction: Chemical Engineering in Everyday life , History of Chemic...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S ustainable development framework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United Nations SDGs, Emerging Technologies to implement sustainable dev...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EC01F-A2C8-4365-9E1B-01528FB3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AA74C-475C-4B1A-B9D6-1EF1A4FF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E30EDC-D46A-44E7-801E-B658866EF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49403188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A71EA1-09D2-4384-BF89-7F01BC74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94E35-591F-43FF-BB0C-2055E5937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Introduction: Chemical Engineering in Every...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07196-8E97-4907-AB8F-ECA44F43B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049EDD-A4CA-4715-97F4-EA8398F0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968A05-0CA8-4FE8-9595-07D7CEB4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E08E43-565C-4A76-AE93-C63EE808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0B082-3128-4D2C-B30F-B629A00F9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200EE9-3A4C-4AD1-9B8C-2CBB06301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4B6AED-46B2-42F6-9684-0C71219BF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7997A3-5A4D-448E-97F6-A01838120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8DF34-F8C3-4B0F-A74B-FACED3A0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5189C-ACD2-41F1-B33C-60C91B48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FC0C18-1DDF-4C83-9FA2-E6E86A1E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1EE83E-43AC-427D-815B-4361BE66C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61B07E-866D-4886-8E86-5D2606BF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7A6627-0795-4F51-8DA5-87C3B3EB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C457F1-7E60-4817-B42D-779FA61E9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2A91C2-439A-4A2F-B844-21E88AA5E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394559-FE86-4BEE-8771-E850D775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27D9ED-8A4C-492C-9013-FC213B31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A2302-8312-4D7F-9E69-6F6D9E785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3447A-1DF2-462C-BDE7-383ACEEA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99F328-86DB-40E6-B2F3-0548CB81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1018AD-679C-4EA3-8F3C-533DF3F03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31B956-A15B-4FD4-AAED-80B1A127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49172E-0147-4DDF-8B57-77A99E4D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DD6CAB-42DC-49EE-90A3-304F6C3C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4326BC-A498-45AD-A61B-157044B8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1129AC-CB8D-45AA-B424-3D84ED9B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841776-8DAB-4ACA-BFA5-6D652AFC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3A3B1-D1F6-4465-9FD4-68ACDAA6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0F79DF-FF5A-4711-AEC2-8B7870B14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05866579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7FDA1A-2ACF-4293-BEB8-6AC9ED056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FCEDFC-B9A9-45FF-A474-E2ADCDAAB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 ustainable development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F10EB-1E81-4B92-B1D0-4FB7E62EB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B93609-FACC-4118-B394-CF17A580D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58368-F970-4038-BE8A-A712347F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765205-5FA4-4CB8-9C41-2048C6504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E7AC8-6972-4BC8-9B1E-848D47DF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7C2F50-779D-4647-826F-F0715027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9C750-9D08-4EF2-9993-DB00A9C5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91E249-6309-4EC4-A4C8-8B491CD6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52F3CE-C6B9-4C3C-AA0B-D6EE26E3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8EDCF3-A7D9-465D-8DAF-4BA77DEA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4D3F8F-AA86-4789-9A6F-9A230037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0AA6F4-93FC-4577-BD90-6CD5E0426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8C8C0-E0A4-426A-8B7C-34F98CFF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7B4976-59BA-4ABE-92D8-B7789D2B8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4A4B2-F8C2-4C0C-98A9-85F78232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5A3F6-2AA9-4082-80A7-78939461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539F02-F75E-4AEE-AC38-CC21FC7D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341016-C3C9-4182-A138-BC6E3318D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5BDD83-1AF5-4CE6-8723-DF80A1AE5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AF4120-0E62-4702-B37C-FDD5215E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F27AD6-557D-4E41-866D-AA1855E14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20E25B2-7271-4C78-ADFD-505F2345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467DBB-7565-49F5-9CC7-A8793E0C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36002E-3B3F-4C94-8512-7CBF548DD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AD9AC3-D007-4A3B-A80D-9F742DCC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10CC8B-7FEF-4CBE-9112-060CC2E5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5ABC76-F813-4F82-BD83-8FD5B613D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C5FBC19-2B22-4677-8EA2-8F3A8028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8FC9C6-1C4E-4471-9BA2-73CFBA1E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4AA73B9-84D5-4A72-B0B5-03E6879C9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91757251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C8CACFA-6914-4AC4-8360-F8E50F52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B44F4E-50C1-47D8-BC1E-253CF025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United Nations SDGs, Emerging Technologies...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0B51D-51E7-4CDE-A7A6-0EE3D271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A0717A-8D55-44CC-857D-F25A51EB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3EE3A9-F4DA-4270-8A15-D9C6784B0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1D828-84EF-45CF-916D-C198E9CA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ADE10-B431-4853-AB81-E73DBF9D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2D2133-53D0-4AF3-9219-6E6E8627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633A2-79CE-4CAE-981D-45A208170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22736-40FA-4412-BEF0-7F91866F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B6A24-109F-4CA7-AB53-1DFBE40A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BBDBE6-8D0C-4065-B0A8-0A2C539A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7557D8-B63E-413B-BCCC-B084FFCBA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109F41-71AF-408E-9525-E90312B5D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8479FE-DF31-4587-95B2-D9347B25D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3D2B8-2FFA-4DC8-BF2C-9E74052B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82ACA-933C-4E28-9585-50D32EC4E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49ABD-FCCF-4D1D-A3DD-F901F5B3A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8F2BDB-1182-43DA-B490-FCE1FEC4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F88C2E-A417-47FA-955B-9DEE96BA8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37CB1B-6AD7-4EAF-AA02-96F02764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4FEE824-67B6-4337-8788-44B63AFD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6B278-9AB6-491C-A887-DE3F2A60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F177BC9-7051-44D9-8A99-FB17A6F88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1AA06F-04E9-4727-BFFF-2DD87E53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22B098-D809-4D93-9585-5E70399D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3C7A0B-BC56-4821-8F2C-A70EA7C2E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11247-C473-4593-A976-F3B78E0A0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0159D-A46D-4EC6-AB36-6C97F069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DC74B7-5F11-462D-8947-CBBE91D8B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722349-AA4C-42D4-B27E-8381BD964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1B2F28-4AB3-4D57-BA20-D8F22467B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5726849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CB0BA10-FE8E-48B9-81C3-BD0770BE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B9780-C1C4-4FFB-9C2D-EB9AE890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Chemical Engineering &amp; Role...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0E662D-FE55-4A17-ACD0-33E566732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790CB-A213-4AAA-A469-DC635A2EA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34C94A-7C1B-46A9-949F-E0F6B1BA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09DB7F-75CF-42C5-99C6-646C58F65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5F0AB1-B154-47C0-897C-CA93B481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B0863-3325-4DD6-A396-E9557589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F44EAC-384C-4BC0-94A2-4A51FB0D5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3EEA27-3E64-43CA-9253-CE4B0A30C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636330-D8AA-40FC-BE2E-F819A5AC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D376D-6AA1-4FC3-B09F-D7397B6D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17901C-074E-4595-8A2E-270D4329E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D39439-ED2F-4CCE-9BDA-2ABBC6EE5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3BDC8D-25E5-4B7B-A883-3B6D3CE7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9D380-5828-4E80-A8D9-51952E51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4511F9-1255-46D4-8C07-2DB556D1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A79E5A-D0B0-4527-8307-C17A936F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294244-1927-4CD1-9E28-D59B985D5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978DF-5581-4885-BB25-A7CF9C2C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B7AC97-E30B-4115-ABFE-CC2FDDD0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03D9EF-263E-42BD-8BFA-8DFF53CB9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99FA40-C86A-4C9E-AB9F-7A77C501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09A7BE-A3D0-4904-A008-FBEDBB04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AA3278-8BA7-4745-85BE-52C3E330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49DEEBD-3ACB-43B0-810A-75ACF4F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F36C00-A068-4DEB-945F-225B5BA6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DDAB47-383E-4A9B-B382-AA1E33714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9CFBD8-170E-4741-AD47-F433E627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DA95AA-9A0E-452E-B428-2B721F272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9D4125D-0A85-4C4B-AE4C-5ED6FA8E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0F035-2585-443F-9547-40516FB3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40556667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19EF11-F23A-420D-9DD4-2BA4949B4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9E710-5CA8-4EBD-A976-5FA01132F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Introduction: Chemical Engineering in Every...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7C86F-7767-44B0-B2B7-78E006D2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6AE1D4-D9BC-49B3-9FD2-3D555734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82272-8041-440D-A024-A53D34F7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F3E9BB-635B-4915-B4C5-0BD8E05C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6BB8F-B532-43E5-BDEC-7A6DB962F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36131-C057-48AB-9C97-A88A5F075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0D5C8-E053-4199-B51A-93A8BA1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90630-2984-4A9B-87DE-3D4F5E7FF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731ECC-5B27-4555-99AA-D191AE577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373A81-A54F-46D6-AA82-F1E400881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89C56B-A343-426D-94E0-51EE581A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A6085-BBDB-4BB3-997D-E020903E2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1CCBC-07BC-4FF8-9CA1-00B95DD9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C6021-D1B8-40D6-9969-CC941207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5159F0-7C06-438E-B88C-AD1A6527F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B11AF4-7210-4121-928F-342DD1BCC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93B75C-B16D-4716-A432-9B9E33A06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8537D-F54E-4FA7-800C-3AA9F5423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669600-A759-4429-A152-74767F89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B184D-EAE6-4B44-91F8-9D67F974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812488-C008-4402-AE28-D4EA56C8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E1ED29-DD9E-4C08-99E1-515D5E91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6D0A18-05F7-4EDA-95BF-9F9FE45E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F19E07-FDB2-496C-9532-C5D4E42C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85036C-61F5-4A92-B54D-3279D19B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29EC95-7230-4525-9E8D-2DAAAD2D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B39FB3-DBB5-4A60-AEEA-B19C5E65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7AD971-B40D-49DA-842A-5725160B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D3DBA0-0AAA-4E61-A006-6ECD217C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B69B80-91DA-4D9F-BE44-790ADEA5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9312635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98B61B7-E4B5-4944-BFD0-B4CF5560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5C3430-15D3-4CF9-97DF-5AF2657ED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 ustainable development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C10A3C-E759-472E-9B46-982FFC32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AF011D-1073-4823-92FB-1DD0F1A1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86E7C0-40EB-4CAD-9092-17F6A882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24ACAE-F6F3-4569-8ECD-713726B42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BD93B-0BFD-4AA6-A8FC-C0B2156DE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D1820-2DA3-46A9-9A11-FF0577E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6244DD-D2FE-4AF0-A6CD-C2B06647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081F3D-C8CC-4758-9B9F-8A1A057CD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B76EDE-25BD-4944-B668-E9C6B541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ED223-E1E0-4317-84C5-5E4F70CD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1776E5-A94A-4A25-B4FE-933A2B74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178EE0-9782-4D4D-9381-9A0DA92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6FC94-1ECD-4A5A-AC34-F2304230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9F6482-493A-4BE3-834A-14933C17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00E30D-DEEB-4F78-A27A-2B1A423A7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887C9B-F585-4418-BEC7-B51CDE5A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111F4-B7A0-42AF-A09B-917B70E7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D8BC1-C369-4E48-A7BF-E013C62ED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9D044E-4C2E-4857-BB99-BBFD97BC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9FDCFE-561A-48AA-85B2-566F2F9AB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A47406-5CBA-49EB-92F9-E0129964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0C59F8D-2BC4-401E-9274-13DB5641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E50907-2F66-4239-8510-7EF313E9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8DB772-17F9-43B3-AAC6-F4512D0D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9159B87-D80A-4D37-8293-82204EA15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A86021-E4C8-46D7-BED0-87322AC79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3A89B7-600C-46BF-9093-F2E5E281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0D863B-75EB-4D3A-AD5A-AC8B1996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C4C91A-038B-4057-94FA-A9D933941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185D5A0-4D9B-4EEA-9C3C-7B74DDA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28473454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76F9F14-7BCE-4748-B79E-4BC85D83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CE888-E5BB-45A1-BE43-DE6DECA3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United Nations SDGs, Emerging Technologies...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7DA20B-E960-472B-BF6C-C6D22229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D8DFB-3844-4D22-A033-05AF9CE09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F947D1-A0FE-4CB7-869F-4EE259809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EB0360-4FD9-44DB-BB03-B33473CB3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0DFF93-2E42-44AF-8F94-FF5888A2A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528387-C73A-4ED1-8B53-DCB4B734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C594F5-8228-4D5F-ADCA-862B79991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1DEB2D-B063-460C-A4E5-6F19702DE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529DF9-648A-4932-A05A-6FE5B0D6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D83B2D-7947-4291-88BB-72A3FEB6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7AE65A-F654-44C7-9698-B60E0ADA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2B8D0D-80CB-4CEC-99C0-6AE946A4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178D53-60D9-44C4-BDEA-C8846660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608C04-E952-482E-A720-ED6FC9F8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4A419B-5AC2-4FFF-86B8-DC3F1D3B2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39D204-057D-48EF-9DC6-3F925F0A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77D6B5-223C-4913-81D5-244C98FF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632E19-3FAB-4E75-95A5-196AA3312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08B78-866E-4CAE-A8BF-E21568A0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057A8CE-BEBC-43F3-BB56-174A9010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7C36FD-EBC2-4DE8-AA70-0CB750BD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0F28BA-01C9-4113-AB51-BBA24230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2A19FF-FB95-43B4-AB5B-101D21AA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3B375-C48E-45C7-A3E3-B2FAA41C3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3B25B2-E761-43F8-955F-F1337341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C25272-E658-4904-A64B-DC8AAA730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D9314A-E119-451C-988E-CB4E7E28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83B35B-10DC-4197-8448-3633A02D2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ADE9F8-6C22-49A4-9FF9-C414C190E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085AC7-E4C5-427E-A608-AA3E9339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11259188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BEDA21-21FA-4F08-96D4-BB2CC9AB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C033CF-FEE1-4DB6-AFAC-77B9EAD8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Chemical Engineering &amp; Role...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E8A5EF-D989-46CB-B07B-1094FB342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40DC40-2C10-48C9-9BDE-4F6BB7CC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3BC81-5181-492F-A2AE-C432B146D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AD089E-53D5-4D83-BE32-84AA2E47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B6C613-93BE-403A-A307-EDCD654E7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3D4B2F-7A5B-46A7-8BD3-2070E01D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0BD0E-6B0D-4BCA-80FE-3204FFC6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931F7F-1202-44C4-BCA9-243957494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4AEB9-E17B-4E47-99BD-27ED0687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023F1-D26D-497F-B74D-8EE9194C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94AFA-1CE1-486F-AC4C-E6B4FAC7F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7E0BE-F9A3-4601-8C2B-567599F2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1A9DD69-10EC-4F13-B941-0CA7F4A6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C392BD-A4E9-445D-8D46-87301037D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5EFA3E-58AB-4130-9EF6-8E8F9C1B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7A9783-AB8A-4607-8BD9-151093CFF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742608-FCB9-4851-96C3-8CDAEE19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6D30F9-F371-4D43-8076-A3879DE4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41FA8-790B-41AB-9127-235B136B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93CAC5-9E0A-4C16-B464-B1AF3F1B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DFD5D-B507-4F43-ADFB-D794911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F7D883-C175-40F3-8250-F97EA3441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75D7C0-FB0C-4467-A4D4-FFDB0C270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524C1E-76C3-4521-929D-8457177FB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F3463E-7140-4116-993C-A3908BCC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4F0A4B6-C5CE-40B9-B907-C2023C17B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C172C3-25AA-4DB4-A632-F41CBC44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B69D97-5CB3-40BE-865A-FA671F46A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ECDC80-CA3F-41BF-B5B4-49AE49AD2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1E2DD6-0BA2-4ACB-80DE-1326D87AF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30860781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F41B91-5617-42E5-B0BD-E58DEDF77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2A703-7182-471A-9351-C3A6F2ECC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Introduction: Chemical Engineering in Every...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DC1E60-692B-4AB6-A993-37A8FFF7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0FB496-6F46-4CB5-AAA0-F4094214B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71362C-A69F-4EF9-B7C5-BA500AD4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FF8799-A740-42D6-BF81-BD8555BE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5F2645-1B8A-4CA1-8021-A04D1D83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C491B-6510-4935-9FA6-A761A7E8B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DDD9F9-F71A-4A8C-BDE3-2092C3962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DB811B-5D1A-407D-80C7-4B9A1BB2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9C3861-50BB-4E1A-846E-2140D589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4607B-69AB-4629-B104-C9848174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B6D06-E8B1-4017-88AF-C0986404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134890-1CAC-4B11-B8E1-EC0C5215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79CF70-815D-4925-AA19-7C7FDA6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C864EF-B2C4-4C94-867D-7B8E60EA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9F0E0-289D-486F-9F0C-95F66A16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674C71-E6F6-4F42-A393-D49A0B736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19480F-3EE7-4EA4-970C-3BE4518B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BC12DB-1191-4036-91E2-15A2F22F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BD4DDD-F1DC-4BEB-AC6F-1105DEA77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656515-B17F-4514-A543-D52C3D8A1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2BAFD-35F1-4C83-83E2-BC423271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9CC333-7551-44DB-A846-1D909BFC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4302ED-657C-46B9-BEF0-4344033C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8A054-968F-4ABF-B790-A3F4832B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34535E-B31F-4EA8-9BB9-5D8811EB3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9D91F35-86AF-4B0D-AFB8-3152F5B3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F6E007-3CEB-4D1A-A2FD-DFE4D503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4007A31-0113-4263-A4B8-45B28C2F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EE5A3-4F6F-4B25-A392-FECE1004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E575905-EB09-40AB-AC26-D159F2682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95855100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3B2612-035D-440F-A5DD-DA98A251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31C2A9-339E-4655-977D-5BE2A148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 ustainable development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A9CE27-098F-4164-A7D8-23829B35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9CF25-8D6F-442A-A401-C18619C0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2E7198-8060-48B5-851E-25210F0FA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F6111-EA2F-4116-ABE2-36B15BC1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60E3E-658E-4AD5-A784-905BAFD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F3AB3D-298D-4578-98CF-3788F2C3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A86BC-50DC-405F-8898-C4624FE5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F79988-3BB0-45E3-8D00-C4D87446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56D37D-1D99-433E-9195-0E5C452AC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3F380F-DB74-4A55-8040-5D773CE82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5243B6-58EC-4252-83C9-3D829C2F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4525E-2338-4278-ACA6-7B905AC72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35896-AFFD-440C-845F-F25960211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6A564D-AE5D-48D3-9D04-12DADC05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886A91-63CA-4205-9CE3-FEFC778D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724DF94-DABF-4583-9D63-48B9D3F0E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79DADC-C946-49D9-BD89-1A0EEC4B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6740B8-201A-4C41-9729-7F0EE4ADA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F89DF0-297D-4DD1-B341-4A786431E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5EB65D-A65D-459E-849B-7CF4A347A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02D036-4C5A-4DC3-B6DA-F93BB52F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4E6A91-F925-4BAF-817A-F1A06DED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DC2F2B-D2A7-464C-95AE-BBFBCBD02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402083-9398-4EA7-885D-46B757A9E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156D39-7EF3-404F-9037-723C2101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1925F5A-D834-45EE-A74C-B0CDFBE0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5D60C-249F-4981-8D5E-0CE9A31C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7CBA28-16F3-456F-9D7B-703F7FC3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B6A553-B43C-4197-B28A-8D8DD332F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5EB585-8F3F-4B9F-A85B-F096EBE32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55252754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5BB7357-8679-4A72-BD54-EDA933A07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61A834-7306-4D84-902B-FFEC284A1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United Nations SDGs, Emerging Technologies...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D0D4C6-4046-482F-8E06-F9F408A0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FC87DE-2F78-440B-94A1-9FFBE75C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7BB977-DCAB-4A86-A725-17E0850C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A0217-38F8-44AD-AB7C-5C8DFAF1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5773FD-BCC9-47B1-94D1-F93705B4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73741B-CBBD-4299-93E6-4B38E3E7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5C0D8D-4BB1-4E10-8906-62768155D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B2F85A-8EF0-4924-9D59-D67C727CF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198B5-7D77-4EC3-883B-03994AA3B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8AB698-B914-4CB7-823E-D01193D2D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C5D00D-7E8E-449A-976F-60B40FF4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561B7A-C648-46D6-ACC8-EDCD21D3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C8C236-7231-49B9-8792-F5C6A83FF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31CE99-B2E7-477D-A438-6677316D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79229A-4FC3-4622-8C87-1CA6F4FA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416489-3DCD-40C0-9958-46E9D80B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2C835-869B-478B-B95F-7DA10088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FEAC0-0C02-4EB5-8944-6E86309D5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75ECC6-92D4-4AED-9416-57DD78758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5E299F-B574-4F4C-AE24-00634B4A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833D83-4240-4CD9-81BD-73EEE826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CD96D2-385A-4DFE-8DD7-B8F190014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DA96D9-317B-4877-9836-4D6547A9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5108F1-3502-4CAC-9C71-D74A301A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53522E-9972-4FE6-B0EA-5F4354FE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996271-92A4-46B9-8DBA-2F37A000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AF7787-4307-4BEE-8B88-464CE371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62ACCD-26C5-4C93-B02C-6C667A0E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588F17-0AA8-4589-809E-A50047A1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F728F7-63EF-4B0A-8D0D-C801AA45D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186068512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7CCEF6-DDC9-4CFF-B48F-81CDF43C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48D692-8B36-43F1-A371-2099797B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 to Chemical Engineering &amp; Role...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41C21F-8392-40A7-9C3F-2CCFC810D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9AA9A-33B5-4536-9C85-701B329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224F85-17FF-4327-9EEB-2CDF1AB7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0098B9-207B-4E44-8B60-66A51FD6D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7C3B6C-D36F-47BF-BCCC-569228C64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5F6BD-A711-42CA-964E-5D5FBC04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2D7779-5EF1-4A56-975A-1C879168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B9859-4C74-4C5A-A621-C798B3DB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0356F-D26F-4667-9B5E-B20BEA4C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950314-4A02-4C04-A571-18DCF5A67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F9B81C-309D-46B7-B3A0-450E4D86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A0C6D-B060-4773-9119-F8522A4C3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223A41-9C96-4298-BDE2-577D1B21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796292-985C-4941-8733-FF52C391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6C06F3-78DC-4310-970F-BD28A5C8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78D03BF-E36D-454A-877A-A32F33F37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77B979-1F7A-4B58-BE20-CE58D582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FBB02-DA8D-4984-B8FA-F102788D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F3607-D9B4-446F-877B-18318345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14878-A897-4178-9CF5-593A29C6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121010-C2BF-4B2D-82DA-148E8591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3C253-D6AB-44F5-B0BB-D263AB13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DCC38B-A94C-415D-97E8-76765278D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AAD8C8B-8B46-4A62-91F5-3D030E7C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15A37F-CB2C-43BE-A486-0A7877F57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A85E71-C58D-408C-B48B-6BB5D26F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CA743D-2287-4D9D-9413-985E2044C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0598A2-0632-4567-8A33-2CF575F3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57B71C-4A93-48B4-80B5-2FDEC570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60F991-AA1E-493A-81DD-CF60FE580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5639154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0F1490F-0A3F-4B5C-9D1B-F149E9D10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A0EED-CF5E-4988-BD86-1E8F47EF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Introduction: Chemical Engineering in Every...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882C3-1C33-4171-9678-4CA2D842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CDED2-172E-47CF-8D53-69F60281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36CAE7-BF65-4EA0-8F2B-A0EC3F4E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0AD79E-1400-4109-B36D-6F1E1543E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2C8837-3B86-4300-9431-D0588B11A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CE3930-97B6-4C4C-8A27-FB8BC230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04EAE1-E474-4395-BAFC-0ABF813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D00D41-8161-4590-ABB4-480FC893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2C603-093C-43F1-9119-570239CA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BF8576-BFC7-4C9F-A067-51923C09B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9EA22D-109D-4371-B740-7A1DF114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74DD78-47B8-430C-B3A9-AAC6BFC4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9D47AD-2CF0-467B-A37D-439BE097C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6505A8-9A87-46F5-B5BB-99AE40EF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990D1-CC81-4300-8058-E76A13B3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DEFEAA-F789-4054-9543-5D382262A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11FB08-F6DB-430C-A0D0-6F5394630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2275BF-B6E5-4085-92CC-85BF1300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78054-A529-4E5A-AF7C-26066D1C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13D510-EF67-4BF8-B264-61C2CA9B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05758C7-0CA9-4B46-94C9-6A7006FA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6266E8-4C3B-433F-A328-A97A668F8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E350BB-4194-4AF7-A04A-093DB1A5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EF0864-8D8B-48B4-B24B-38BA81CE1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4A97E0C-D6AF-49E0-9809-621C6F42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80F2E5-3DD4-4279-AF5D-8B9CDCD4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233603-FEB8-4F98-A43E-C4C9D41C5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F11B03B-01E7-40A4-8123-FDFF4520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6FF007-C815-47AF-85D9-FC5F761C6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B3BE84-555C-47DF-B7AE-3E5C5813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709737623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D87DA89-CD53-48A1-9636-CFF2132E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1BECHE105/205 | Module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C54DC-0099-4E73-862B-0525C797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 ustainable development framework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2071DD-B827-4237-B990-9175A4B28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526C0B-1687-41B9-BDC9-F5421A95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3AE6C-51DA-4250-A5BA-B6B37819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0AF0E2-AC65-4B6C-85EC-10D1974A1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A750B-55CA-4515-AC95-E3A1E3C2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434C94-7BDE-41A2-911B-C5FB1D8E7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FAD075-5CB7-4785-88DF-5895AB5A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AD40F-8680-49FA-8E3D-A81D4AE2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C6B68F-B9B0-4020-894F-5CD9BD15A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89E2B-3EBF-42C0-BC3B-480DBB30F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25BD71-7896-4CD2-ABCC-5C7AFDD9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47E9D8-017A-45FD-9774-BE46744B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106225-5512-4D3F-B637-7C8EF1F3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448459-DED2-4D75-B28D-04557C25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20192E-3BF9-4013-97BE-BF6305DD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7592A7-8415-4377-AF97-8786DB1E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material/process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9F6C6-B221-46FC-B5BC-90FDB9CA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6EC3A0-2DF3-420E-9F22-862B4DF9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49A98C-4447-45CE-8F3B-62D05FDFF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Explain mechanism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E5BDBE-921B-4C03-86F4-1D1577BE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4C18C-881A-4916-A76E-8A1A2BCFB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E70089-825F-4CAC-9BB4-14C3FE6D6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Write relation/reaction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2F5C39-AE95-46A4-A6B7-C421B6B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D8069D-E669-4C42-9648-A3A49A29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5D7606-35E4-4C91-B765-F618F736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behaviour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63D42B8-34AD-46E5-B75D-D8CA99A8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428A69-F7E3-45E6-92BE-C7C846AB4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8204F0F-5631-42EC-9A37-E4F29FDF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application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81F003A-7EF8-44C2-A1A2-9387352A3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DA82D2-DF8B-411B-8F12-3CCBD050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Chemical Engineering</a:t>
            </a:r>
          </a:p>
        </p:txBody>
      </p:sp>
    </p:spTree>
    <p:extLst>
      <p:ext uri="{BB962C8B-B14F-4D97-AF65-F5344CB8AC3E}">
        <p14:creationId xmlns:p14="http://schemas.microsoft.com/office/powerpoint/2010/main" val="2089278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2026-08-24T16:02:40.0740000Z</dcterms:created>
  <dcterms:modified xsi:type="dcterms:W3CDTF">2026-08-24T16:02:40.0740000Z</dcterms:modified>
</coreProperties>
</file>