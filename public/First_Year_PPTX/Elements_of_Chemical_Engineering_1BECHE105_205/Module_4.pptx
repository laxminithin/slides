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bf58585bbb4ef1" /><Relationship Type="http://schemas.openxmlformats.org/officeDocument/2006/relationships/extended-properties" Target="/docProps/app.xml" Id="R79517fd124b3430f" /><Relationship Type="http://schemas.openxmlformats.org/officeDocument/2006/relationships/officeDocument" Target="/ppt/presentation.xml" Id="R94e184a7f1ca4b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e207dd6c004b5c"/>
  </p:sldMasterIdLst>
  <p:notesMasterIdLst>
    <p:notesMasterId xmlns:r="http://schemas.openxmlformats.org/officeDocument/2006/relationships" r:id="R0cfd0fab616e4314"/>
  </p:notesMasterIdLst>
  <p:sldIdLst>
    <p:sldId xmlns:r="http://schemas.openxmlformats.org/officeDocument/2006/relationships" id="256" r:id="R9929401cb0634a10"/>
    <p:sldId xmlns:r="http://schemas.openxmlformats.org/officeDocument/2006/relationships" id="257" r:id="Reab47e8e7aa64a88"/>
    <p:sldId xmlns:r="http://schemas.openxmlformats.org/officeDocument/2006/relationships" id="258" r:id="Rc08bd204b1cf4fc9"/>
    <p:sldId xmlns:r="http://schemas.openxmlformats.org/officeDocument/2006/relationships" id="259" r:id="R9708a8762ab34dd6"/>
    <p:sldId xmlns:r="http://schemas.openxmlformats.org/officeDocument/2006/relationships" id="260" r:id="R313ed8294e9b4f16"/>
    <p:sldId xmlns:r="http://schemas.openxmlformats.org/officeDocument/2006/relationships" id="261" r:id="R68c85abd1d67470c"/>
    <p:sldId xmlns:r="http://schemas.openxmlformats.org/officeDocument/2006/relationships" id="262" r:id="R6754dde037ce421c"/>
    <p:sldId xmlns:r="http://schemas.openxmlformats.org/officeDocument/2006/relationships" id="263" r:id="R781fb17a799c4c4a"/>
    <p:sldId xmlns:r="http://schemas.openxmlformats.org/officeDocument/2006/relationships" id="264" r:id="R5aa94e779a8d41b5"/>
    <p:sldId xmlns:r="http://schemas.openxmlformats.org/officeDocument/2006/relationships" id="265" r:id="R4c8d8432cc9e4251"/>
    <p:sldId xmlns:r="http://schemas.openxmlformats.org/officeDocument/2006/relationships" id="266" r:id="R1faf226612444290"/>
    <p:sldId xmlns:r="http://schemas.openxmlformats.org/officeDocument/2006/relationships" id="267" r:id="R9cff6805bf074d5b"/>
    <p:sldId xmlns:r="http://schemas.openxmlformats.org/officeDocument/2006/relationships" id="268" r:id="R754df5590ebf49a6"/>
    <p:sldId xmlns:r="http://schemas.openxmlformats.org/officeDocument/2006/relationships" id="269" r:id="Ra1573a91c7284f20"/>
    <p:sldId xmlns:r="http://schemas.openxmlformats.org/officeDocument/2006/relationships" id="270" r:id="R0f5b3c7c40114cf5"/>
    <p:sldId xmlns:r="http://schemas.openxmlformats.org/officeDocument/2006/relationships" id="271" r:id="R150e6b0ac8f44458"/>
    <p:sldId xmlns:r="http://schemas.openxmlformats.org/officeDocument/2006/relationships" id="272" r:id="R1c44abaa84d148a8"/>
    <p:sldId xmlns:r="http://schemas.openxmlformats.org/officeDocument/2006/relationships" id="273" r:id="R75a1938e9887435b"/>
    <p:sldId xmlns:r="http://schemas.openxmlformats.org/officeDocument/2006/relationships" id="274" r:id="R69560d5eb1c04148"/>
    <p:sldId xmlns:r="http://schemas.openxmlformats.org/officeDocument/2006/relationships" id="275" r:id="R2d350f429dcf4aa1"/>
    <p:sldId xmlns:r="http://schemas.openxmlformats.org/officeDocument/2006/relationships" id="276" r:id="Rcaeba58e6b37449b"/>
    <p:sldId xmlns:r="http://schemas.openxmlformats.org/officeDocument/2006/relationships" id="277" r:id="Rb0866f3cae454837"/>
    <p:sldId xmlns:r="http://schemas.openxmlformats.org/officeDocument/2006/relationships" id="278" r:id="R916ad86691964ffc"/>
    <p:sldId xmlns:r="http://schemas.openxmlformats.org/officeDocument/2006/relationships" id="279" r:id="R9a0b7892b2504c2d"/>
    <p:sldId xmlns:r="http://schemas.openxmlformats.org/officeDocument/2006/relationships" id="280" r:id="R41d9a1f493a14f02"/>
    <p:sldId xmlns:r="http://schemas.openxmlformats.org/officeDocument/2006/relationships" id="281" r:id="Rd8845778b2114426"/>
    <p:sldId xmlns:r="http://schemas.openxmlformats.org/officeDocument/2006/relationships" id="282" r:id="R4f51ad2c83e547ca"/>
    <p:sldId xmlns:r="http://schemas.openxmlformats.org/officeDocument/2006/relationships" id="283" r:id="R9bcf53dd693843e3"/>
    <p:sldId xmlns:r="http://schemas.openxmlformats.org/officeDocument/2006/relationships" id="284" r:id="R39431e16b0ac45f6"/>
    <p:sldId xmlns:r="http://schemas.openxmlformats.org/officeDocument/2006/relationships" id="285" r:id="Rfc7b31f45ecf4b42"/>
    <p:sldId xmlns:r="http://schemas.openxmlformats.org/officeDocument/2006/relationships" id="286" r:id="R83d03779fc554ac8"/>
    <p:sldId xmlns:r="http://schemas.openxmlformats.org/officeDocument/2006/relationships" id="287" r:id="R98b2620bc8754277"/>
    <p:sldId xmlns:r="http://schemas.openxmlformats.org/officeDocument/2006/relationships" id="288" r:id="R08ca8271e6064b80"/>
    <p:sldId xmlns:r="http://schemas.openxmlformats.org/officeDocument/2006/relationships" id="289" r:id="R1b68992bbd244d80"/>
    <p:sldId xmlns:r="http://schemas.openxmlformats.org/officeDocument/2006/relationships" id="290" r:id="R195b504ce27d4390"/>
    <p:sldId xmlns:r="http://schemas.openxmlformats.org/officeDocument/2006/relationships" id="291" r:id="R06cd9592f7714b9a"/>
    <p:sldId xmlns:r="http://schemas.openxmlformats.org/officeDocument/2006/relationships" id="292" r:id="Rdae78e20b6654c7d"/>
    <p:sldId xmlns:r="http://schemas.openxmlformats.org/officeDocument/2006/relationships" id="293" r:id="Rde9eb5c66ff14d67"/>
    <p:sldId xmlns:r="http://schemas.openxmlformats.org/officeDocument/2006/relationships" id="294" r:id="R700d03b2fb72448b"/>
    <p:sldId xmlns:r="http://schemas.openxmlformats.org/officeDocument/2006/relationships" id="295" r:id="R0814d02854d64489"/>
    <p:sldId xmlns:r="http://schemas.openxmlformats.org/officeDocument/2006/relationships" id="296" r:id="R84a53dbaf9e1421a"/>
    <p:sldId xmlns:r="http://schemas.openxmlformats.org/officeDocument/2006/relationships" id="297" r:id="R4a3f16a317fe43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6792d56b2545fc" /><Relationship Type="http://schemas.openxmlformats.org/officeDocument/2006/relationships/slideMaster" Target="/ppt/slideMasters/slideMaster1.xml" Id="Rcfe207dd6c004b5c" /><Relationship Type="http://schemas.openxmlformats.org/officeDocument/2006/relationships/notesMaster" Target="/ppt/notesMasters/notesMaster1.xml" Id="R0cfd0fab616e4314" /><Relationship Type="http://schemas.openxmlformats.org/officeDocument/2006/relationships/presProps" Target="/ppt/presProps.xml" Id="R77d9959a737342b7" /><Relationship Type="http://schemas.openxmlformats.org/officeDocument/2006/relationships/tableStyles" Target="/ppt/tableStyles.xml" Id="R40b39701fd81479d" /><Relationship Type="http://schemas.openxmlformats.org/officeDocument/2006/relationships/slide" Target="/ppt/slides/slide1.xml" Id="R9929401cb0634a10" /><Relationship Type="http://schemas.openxmlformats.org/officeDocument/2006/relationships/slide" Target="/ppt/slides/slide2.xml" Id="Reab47e8e7aa64a88" /><Relationship Type="http://schemas.openxmlformats.org/officeDocument/2006/relationships/slide" Target="/ppt/slides/slide3.xml" Id="Rc08bd204b1cf4fc9" /><Relationship Type="http://schemas.openxmlformats.org/officeDocument/2006/relationships/slide" Target="/ppt/slides/slide4.xml" Id="R9708a8762ab34dd6" /><Relationship Type="http://schemas.openxmlformats.org/officeDocument/2006/relationships/slide" Target="/ppt/slides/slide5.xml" Id="R313ed8294e9b4f16" /><Relationship Type="http://schemas.openxmlformats.org/officeDocument/2006/relationships/slide" Target="/ppt/slides/slide6.xml" Id="R68c85abd1d67470c" /><Relationship Type="http://schemas.openxmlformats.org/officeDocument/2006/relationships/slide" Target="/ppt/slides/slide7.xml" Id="R6754dde037ce421c" /><Relationship Type="http://schemas.openxmlformats.org/officeDocument/2006/relationships/slide" Target="/ppt/slides/slide8.xml" Id="R781fb17a799c4c4a" /><Relationship Type="http://schemas.openxmlformats.org/officeDocument/2006/relationships/slide" Target="/ppt/slides/slide9.xml" Id="R5aa94e779a8d41b5" /><Relationship Type="http://schemas.openxmlformats.org/officeDocument/2006/relationships/slide" Target="/ppt/slides/slide10.xml" Id="R4c8d8432cc9e4251" /><Relationship Type="http://schemas.openxmlformats.org/officeDocument/2006/relationships/slide" Target="/ppt/slides/slide11.xml" Id="R1faf226612444290" /><Relationship Type="http://schemas.openxmlformats.org/officeDocument/2006/relationships/slide" Target="/ppt/slides/slide12.xml" Id="R9cff6805bf074d5b" /><Relationship Type="http://schemas.openxmlformats.org/officeDocument/2006/relationships/slide" Target="/ppt/slides/slide13.xml" Id="R754df5590ebf49a6" /><Relationship Type="http://schemas.openxmlformats.org/officeDocument/2006/relationships/slide" Target="/ppt/slides/slide14.xml" Id="Ra1573a91c7284f20" /><Relationship Type="http://schemas.openxmlformats.org/officeDocument/2006/relationships/slide" Target="/ppt/slides/slide15.xml" Id="R0f5b3c7c40114cf5" /><Relationship Type="http://schemas.openxmlformats.org/officeDocument/2006/relationships/slide" Target="/ppt/slides/slide16.xml" Id="R150e6b0ac8f44458" /><Relationship Type="http://schemas.openxmlformats.org/officeDocument/2006/relationships/slide" Target="/ppt/slides/slide17.xml" Id="R1c44abaa84d148a8" /><Relationship Type="http://schemas.openxmlformats.org/officeDocument/2006/relationships/slide" Target="/ppt/slides/slide18.xml" Id="R75a1938e9887435b" /><Relationship Type="http://schemas.openxmlformats.org/officeDocument/2006/relationships/slide" Target="/ppt/slides/slide19.xml" Id="R69560d5eb1c04148" /><Relationship Type="http://schemas.openxmlformats.org/officeDocument/2006/relationships/slide" Target="/ppt/slides/slide20.xml" Id="R2d350f429dcf4aa1" /><Relationship Type="http://schemas.openxmlformats.org/officeDocument/2006/relationships/slide" Target="/ppt/slides/slide21.xml" Id="Rcaeba58e6b37449b" /><Relationship Type="http://schemas.openxmlformats.org/officeDocument/2006/relationships/slide" Target="/ppt/slides/slide22.xml" Id="Rb0866f3cae454837" /><Relationship Type="http://schemas.openxmlformats.org/officeDocument/2006/relationships/slide" Target="/ppt/slides/slide23.xml" Id="R916ad86691964ffc" /><Relationship Type="http://schemas.openxmlformats.org/officeDocument/2006/relationships/slide" Target="/ppt/slides/slide24.xml" Id="R9a0b7892b2504c2d" /><Relationship Type="http://schemas.openxmlformats.org/officeDocument/2006/relationships/slide" Target="/ppt/slides/slide25.xml" Id="R41d9a1f493a14f02" /><Relationship Type="http://schemas.openxmlformats.org/officeDocument/2006/relationships/slide" Target="/ppt/slides/slide26.xml" Id="Rd8845778b2114426" /><Relationship Type="http://schemas.openxmlformats.org/officeDocument/2006/relationships/slide" Target="/ppt/slides/slide27.xml" Id="R4f51ad2c83e547ca" /><Relationship Type="http://schemas.openxmlformats.org/officeDocument/2006/relationships/slide" Target="/ppt/slides/slide28.xml" Id="R9bcf53dd693843e3" /><Relationship Type="http://schemas.openxmlformats.org/officeDocument/2006/relationships/slide" Target="/ppt/slides/slide29.xml" Id="R39431e16b0ac45f6" /><Relationship Type="http://schemas.openxmlformats.org/officeDocument/2006/relationships/slide" Target="/ppt/slides/slide30.xml" Id="Rfc7b31f45ecf4b42" /><Relationship Type="http://schemas.openxmlformats.org/officeDocument/2006/relationships/slide" Target="/ppt/slides/slide31.xml" Id="R83d03779fc554ac8" /><Relationship Type="http://schemas.openxmlformats.org/officeDocument/2006/relationships/slide" Target="/ppt/slides/slide32.xml" Id="R98b2620bc8754277" /><Relationship Type="http://schemas.openxmlformats.org/officeDocument/2006/relationships/slide" Target="/ppt/slides/slide33.xml" Id="R08ca8271e6064b80" /><Relationship Type="http://schemas.openxmlformats.org/officeDocument/2006/relationships/slide" Target="/ppt/slides/slide34.xml" Id="R1b68992bbd244d80" /><Relationship Type="http://schemas.openxmlformats.org/officeDocument/2006/relationships/slide" Target="/ppt/slides/slide35.xml" Id="R195b504ce27d4390" /><Relationship Type="http://schemas.openxmlformats.org/officeDocument/2006/relationships/slide" Target="/ppt/slides/slide36.xml" Id="R06cd9592f7714b9a" /><Relationship Type="http://schemas.openxmlformats.org/officeDocument/2006/relationships/slide" Target="/ppt/slides/slide37.xml" Id="Rdae78e20b6654c7d" /><Relationship Type="http://schemas.openxmlformats.org/officeDocument/2006/relationships/slide" Target="/ppt/slides/slide38.xml" Id="Rde9eb5c66ff14d67" /><Relationship Type="http://schemas.openxmlformats.org/officeDocument/2006/relationships/slide" Target="/ppt/slides/slide39.xml" Id="R700d03b2fb72448b" /><Relationship Type="http://schemas.openxmlformats.org/officeDocument/2006/relationships/slide" Target="/ppt/slides/slide40.xml" Id="R0814d02854d64489" /><Relationship Type="http://schemas.openxmlformats.org/officeDocument/2006/relationships/slide" Target="/ppt/slides/slide41.xml" Id="R84a53dbaf9e1421a" /><Relationship Type="http://schemas.openxmlformats.org/officeDocument/2006/relationships/slide" Target="/ppt/slides/slide42.xml" Id="R4a3f16a317fe43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09d939e40042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52766a65484b5c" /><Relationship Type="http://schemas.openxmlformats.org/officeDocument/2006/relationships/notesMaster" Target="/ppt/notesMasters/notesMaster1.xml" Id="Rc1749aff575241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b2fb795a384fd3" /><Relationship Type="http://schemas.openxmlformats.org/officeDocument/2006/relationships/notesMaster" Target="/ppt/notesMasters/notesMaster1.xml" Id="Ra76ca68dca8c4b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f0b73b20d940f5" /><Relationship Type="http://schemas.openxmlformats.org/officeDocument/2006/relationships/notesMaster" Target="/ppt/notesMasters/notesMaster1.xml" Id="Ra1656c3668c94b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40d092e321412e" /><Relationship Type="http://schemas.openxmlformats.org/officeDocument/2006/relationships/notesMaster" Target="/ppt/notesMasters/notesMaster1.xml" Id="R32b873b226bf4d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6bb91e7e18436a" /><Relationship Type="http://schemas.openxmlformats.org/officeDocument/2006/relationships/notesMaster" Target="/ppt/notesMasters/notesMaster1.xml" Id="R286f8c67fa7344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554562acdb400e" /><Relationship Type="http://schemas.openxmlformats.org/officeDocument/2006/relationships/notesMaster" Target="/ppt/notesMasters/notesMaster1.xml" Id="Rc3a6b39c37794e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7b9e33429b4881" /><Relationship Type="http://schemas.openxmlformats.org/officeDocument/2006/relationships/notesMaster" Target="/ppt/notesMasters/notesMaster1.xml" Id="Rbdf67d40c43c4e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7d91556e2c4d02" /><Relationship Type="http://schemas.openxmlformats.org/officeDocument/2006/relationships/notesMaster" Target="/ppt/notesMasters/notesMaster1.xml" Id="R3d0a102d728744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9a86cb08674c11" /><Relationship Type="http://schemas.openxmlformats.org/officeDocument/2006/relationships/notesMaster" Target="/ppt/notesMasters/notesMaster1.xml" Id="R8374fe36c2f24d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f2119d0c0b48dd" /><Relationship Type="http://schemas.openxmlformats.org/officeDocument/2006/relationships/notesMaster" Target="/ppt/notesMasters/notesMaster1.xml" Id="R339de4cbb2a442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b4336dbbcd4078" /><Relationship Type="http://schemas.openxmlformats.org/officeDocument/2006/relationships/notesMaster" Target="/ppt/notesMasters/notesMaster1.xml" Id="R2dbfbf2ab8a846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30732d3b564462" /><Relationship Type="http://schemas.openxmlformats.org/officeDocument/2006/relationships/notesMaster" Target="/ppt/notesMasters/notesMaster1.xml" Id="Rfb8dd187011c4f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2b0cc98bf64c8a" /><Relationship Type="http://schemas.openxmlformats.org/officeDocument/2006/relationships/notesMaster" Target="/ppt/notesMasters/notesMaster1.xml" Id="R4dff504b402b4b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62e89310244403" /><Relationship Type="http://schemas.openxmlformats.org/officeDocument/2006/relationships/notesMaster" Target="/ppt/notesMasters/notesMaster1.xml" Id="R82e407be2ea047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54e2546d3d48df" /><Relationship Type="http://schemas.openxmlformats.org/officeDocument/2006/relationships/notesMaster" Target="/ppt/notesMasters/notesMaster1.xml" Id="R6477cd9ea850494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2f3e988e9c4477" /><Relationship Type="http://schemas.openxmlformats.org/officeDocument/2006/relationships/notesMaster" Target="/ppt/notesMasters/notesMaster1.xml" Id="R8516469c4c8e42d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dd8c01b044e469a" /><Relationship Type="http://schemas.openxmlformats.org/officeDocument/2006/relationships/notesMaster" Target="/ppt/notesMasters/notesMaster1.xml" Id="Rbf6e5edbbc4e420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f90a8afee0a429a" /><Relationship Type="http://schemas.openxmlformats.org/officeDocument/2006/relationships/notesMaster" Target="/ppt/notesMasters/notesMaster1.xml" Id="R0ab7d148a04546e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68f1ac6a7ae46ac" /><Relationship Type="http://schemas.openxmlformats.org/officeDocument/2006/relationships/notesMaster" Target="/ppt/notesMasters/notesMaster1.xml" Id="R4f02cfa9ff454cc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220c53151c749d4" /><Relationship Type="http://schemas.openxmlformats.org/officeDocument/2006/relationships/notesMaster" Target="/ppt/notesMasters/notesMaster1.xml" Id="Ra077c3712bdb40e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c9fdd9be6bf480d" /><Relationship Type="http://schemas.openxmlformats.org/officeDocument/2006/relationships/notesMaster" Target="/ppt/notesMasters/notesMaster1.xml" Id="R35b68a02f2d84d0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04ded6d9c784717" /><Relationship Type="http://schemas.openxmlformats.org/officeDocument/2006/relationships/notesMaster" Target="/ppt/notesMasters/notesMaster1.xml" Id="Rbc9f9b3bbe29485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e945c296fab45ac" /><Relationship Type="http://schemas.openxmlformats.org/officeDocument/2006/relationships/notesMaster" Target="/ppt/notesMasters/notesMaster1.xml" Id="Rd18de2c17c10481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5907bf0edc84cbf" /><Relationship Type="http://schemas.openxmlformats.org/officeDocument/2006/relationships/notesMaster" Target="/ppt/notesMasters/notesMaster1.xml" Id="R6165271ab59f4c9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745aa7d3bf8401c" /><Relationship Type="http://schemas.openxmlformats.org/officeDocument/2006/relationships/notesMaster" Target="/ppt/notesMasters/notesMaster1.xml" Id="Ra018db0fd568468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da01222a7e345ec" /><Relationship Type="http://schemas.openxmlformats.org/officeDocument/2006/relationships/notesMaster" Target="/ppt/notesMasters/notesMaster1.xml" Id="R06446aee8bc8406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7ff221b3bed43d8" /><Relationship Type="http://schemas.openxmlformats.org/officeDocument/2006/relationships/notesMaster" Target="/ppt/notesMasters/notesMaster1.xml" Id="Rd4f79eb0ef234f5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9e8653cb759472d" /><Relationship Type="http://schemas.openxmlformats.org/officeDocument/2006/relationships/notesMaster" Target="/ppt/notesMasters/notesMaster1.xml" Id="Rf250e94b84af466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bc80bbb85fa4adb" /><Relationship Type="http://schemas.openxmlformats.org/officeDocument/2006/relationships/notesMaster" Target="/ppt/notesMasters/notesMaster1.xml" Id="R9621c3e56e8d481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05ea5bfbfa242e9" /><Relationship Type="http://schemas.openxmlformats.org/officeDocument/2006/relationships/notesMaster" Target="/ppt/notesMasters/notesMaster1.xml" Id="R2a3d046e80c8458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f59fe8227b7426a" /><Relationship Type="http://schemas.openxmlformats.org/officeDocument/2006/relationships/notesMaster" Target="/ppt/notesMasters/notesMaster1.xml" Id="R08bef83c13ec49d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c553063747c4f17" /><Relationship Type="http://schemas.openxmlformats.org/officeDocument/2006/relationships/notesMaster" Target="/ppt/notesMasters/notesMaster1.xml" Id="R261d9f325e124cc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f1be5717ea04830" /><Relationship Type="http://schemas.openxmlformats.org/officeDocument/2006/relationships/notesMaster" Target="/ppt/notesMasters/notesMaster1.xml" Id="R277aa91549e340c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4db7b46b75442a7" /><Relationship Type="http://schemas.openxmlformats.org/officeDocument/2006/relationships/notesMaster" Target="/ppt/notesMasters/notesMaster1.xml" Id="R2d0195105e4e499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01e950c4b4d4426" /><Relationship Type="http://schemas.openxmlformats.org/officeDocument/2006/relationships/notesMaster" Target="/ppt/notesMasters/notesMaster1.xml" Id="R71b3abcfd7e443d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abe382bc53b4fe2" /><Relationship Type="http://schemas.openxmlformats.org/officeDocument/2006/relationships/notesMaster" Target="/ppt/notesMasters/notesMaster1.xml" Id="R6a6d4612c362467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17411ed746340d5" /><Relationship Type="http://schemas.openxmlformats.org/officeDocument/2006/relationships/notesMaster" Target="/ppt/notesMasters/notesMaster1.xml" Id="R924ba6e5e847460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a1a3731dca2413f" /><Relationship Type="http://schemas.openxmlformats.org/officeDocument/2006/relationships/notesMaster" Target="/ppt/notesMasters/notesMaster1.xml" Id="R8a9a68d9644b470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7d5e396ae454e79" /><Relationship Type="http://schemas.openxmlformats.org/officeDocument/2006/relationships/notesMaster" Target="/ppt/notesMasters/notesMaster1.xml" Id="Rf8e92aab444e4e0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142e2daf1884a96" /><Relationship Type="http://schemas.openxmlformats.org/officeDocument/2006/relationships/notesMaster" Target="/ppt/notesMasters/notesMaster1.xml" Id="R22bf8981869a4a9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0ac4dbebe974e13" /><Relationship Type="http://schemas.openxmlformats.org/officeDocument/2006/relationships/notesMaster" Target="/ppt/notesMasters/notesMaster1.xml" Id="Rcccaa874041740d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023cf5da4624e5b" /><Relationship Type="http://schemas.openxmlformats.org/officeDocument/2006/relationships/notesMaster" Target="/ppt/notesMasters/notesMaster1.xml" Id="R80761bff2b9642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745ddc18e040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452ff77a1e4687" /><Relationship Type="http://schemas.openxmlformats.org/officeDocument/2006/relationships/slideLayout" Target="/ppt/slideLayouts/slideLayout1.xml" Id="Ra2902c7cec4746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902c7cec4746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9277bc0264b43" /><Relationship Type="http://schemas.openxmlformats.org/officeDocument/2006/relationships/notesSlide" Target="/ppt/notesSlides/notesSlide1.xml" Id="R283edd1a806445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eb37333ba47cf" /><Relationship Type="http://schemas.openxmlformats.org/officeDocument/2006/relationships/notesSlide" Target="/ppt/notesSlides/notesSlide2.xml" Id="Rbcb325d8082748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b8d61b8f74cbc" /><Relationship Type="http://schemas.openxmlformats.org/officeDocument/2006/relationships/notesSlide" Target="/ppt/notesSlides/notesSlide3.xml" Id="R92e9d0678b3640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0bf2bdcc9455a" /><Relationship Type="http://schemas.openxmlformats.org/officeDocument/2006/relationships/notesSlide" Target="/ppt/notesSlides/notesSlide4.xml" Id="R45dbb36863c043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0c599492e42d2" /><Relationship Type="http://schemas.openxmlformats.org/officeDocument/2006/relationships/notesSlide" Target="/ppt/notesSlides/notesSlide5.xml" Id="R69ad9515f35942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d6f5de1de4fa1" /><Relationship Type="http://schemas.openxmlformats.org/officeDocument/2006/relationships/notesSlide" Target="/ppt/notesSlides/notesSlide6.xml" Id="R1c3f4926b92d4f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d9a6831e64549" /><Relationship Type="http://schemas.openxmlformats.org/officeDocument/2006/relationships/notesSlide" Target="/ppt/notesSlides/notesSlide7.xml" Id="Red611d64434d45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8181f96fe4a0b" /><Relationship Type="http://schemas.openxmlformats.org/officeDocument/2006/relationships/notesSlide" Target="/ppt/notesSlides/notesSlide8.xml" Id="Re0ee5196f57e47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83fea8d02419f" /><Relationship Type="http://schemas.openxmlformats.org/officeDocument/2006/relationships/notesSlide" Target="/ppt/notesSlides/notesSlide9.xml" Id="Rb75f3e74a38844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c2427bf4647cc" /><Relationship Type="http://schemas.openxmlformats.org/officeDocument/2006/relationships/notesSlide" Target="/ppt/notesSlides/notesSlide10.xml" Id="R99072aeaf26c47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00fdac6914890" /><Relationship Type="http://schemas.openxmlformats.org/officeDocument/2006/relationships/notesSlide" Target="/ppt/notesSlides/notesSlide11.xml" Id="R848bcf46471e46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aeac4eec646c2" /><Relationship Type="http://schemas.openxmlformats.org/officeDocument/2006/relationships/notesSlide" Target="/ppt/notesSlides/notesSlide12.xml" Id="Rb146b54d4f0348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1f863497f4b0c" /><Relationship Type="http://schemas.openxmlformats.org/officeDocument/2006/relationships/notesSlide" Target="/ppt/notesSlides/notesSlide13.xml" Id="R5229c9963bcd4a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73fcf882b4d7a" /><Relationship Type="http://schemas.openxmlformats.org/officeDocument/2006/relationships/notesSlide" Target="/ppt/notesSlides/notesSlide14.xml" Id="R06c28961c5e646c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11efcbbe7435a" /><Relationship Type="http://schemas.openxmlformats.org/officeDocument/2006/relationships/notesSlide" Target="/ppt/notesSlides/notesSlide15.xml" Id="R1a5dceee54c346f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c5eb1f6e24250" /><Relationship Type="http://schemas.openxmlformats.org/officeDocument/2006/relationships/notesSlide" Target="/ppt/notesSlides/notesSlide16.xml" Id="R5732adf79609473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d495b5875471a" /><Relationship Type="http://schemas.openxmlformats.org/officeDocument/2006/relationships/notesSlide" Target="/ppt/notesSlides/notesSlide17.xml" Id="R65646ab872e7400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acc7fe7cd4009" /><Relationship Type="http://schemas.openxmlformats.org/officeDocument/2006/relationships/notesSlide" Target="/ppt/notesSlides/notesSlide18.xml" Id="Rd508999e9998463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43fa4d6d24028" /><Relationship Type="http://schemas.openxmlformats.org/officeDocument/2006/relationships/notesSlide" Target="/ppt/notesSlides/notesSlide19.xml" Id="R738c14d3f39b439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39424042d4446" /><Relationship Type="http://schemas.openxmlformats.org/officeDocument/2006/relationships/notesSlide" Target="/ppt/notesSlides/notesSlide20.xml" Id="R7c3dd7ba1738495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cd34e3fd049a4" /><Relationship Type="http://schemas.openxmlformats.org/officeDocument/2006/relationships/notesSlide" Target="/ppt/notesSlides/notesSlide21.xml" Id="Rf5dc35762ea8475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808f20a8e410f" /><Relationship Type="http://schemas.openxmlformats.org/officeDocument/2006/relationships/notesSlide" Target="/ppt/notesSlides/notesSlide22.xml" Id="R0659079f7ecb405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54e21fdef4fb0" /><Relationship Type="http://schemas.openxmlformats.org/officeDocument/2006/relationships/notesSlide" Target="/ppt/notesSlides/notesSlide23.xml" Id="R3e8c88c7d9f6438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789cb0a164079" /><Relationship Type="http://schemas.openxmlformats.org/officeDocument/2006/relationships/notesSlide" Target="/ppt/notesSlides/notesSlide24.xml" Id="R581f0e8f7079424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b4f6beb35461d" /><Relationship Type="http://schemas.openxmlformats.org/officeDocument/2006/relationships/notesSlide" Target="/ppt/notesSlides/notesSlide25.xml" Id="R42d7d65dc37a48f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399c5f3e843ea" /><Relationship Type="http://schemas.openxmlformats.org/officeDocument/2006/relationships/notesSlide" Target="/ppt/notesSlides/notesSlide26.xml" Id="Rc5c982b3950e460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17419208c4e6c" /><Relationship Type="http://schemas.openxmlformats.org/officeDocument/2006/relationships/notesSlide" Target="/ppt/notesSlides/notesSlide27.xml" Id="R1d15c560f4a5428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c9e53f45e4409" /><Relationship Type="http://schemas.openxmlformats.org/officeDocument/2006/relationships/notesSlide" Target="/ppt/notesSlides/notesSlide28.xml" Id="R9bfae2f905d3469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61c5dc8874764" /><Relationship Type="http://schemas.openxmlformats.org/officeDocument/2006/relationships/notesSlide" Target="/ppt/notesSlides/notesSlide29.xml" Id="Rc14fb7d84a224bc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d5be6c82c4659" /><Relationship Type="http://schemas.openxmlformats.org/officeDocument/2006/relationships/notesSlide" Target="/ppt/notesSlides/notesSlide30.xml" Id="R0847a89486a54ce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024f0ebd54135" /><Relationship Type="http://schemas.openxmlformats.org/officeDocument/2006/relationships/notesSlide" Target="/ppt/notesSlides/notesSlide31.xml" Id="R14ba0a85dbe04eb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dd67aff95413b" /><Relationship Type="http://schemas.openxmlformats.org/officeDocument/2006/relationships/notesSlide" Target="/ppt/notesSlides/notesSlide32.xml" Id="R33bb3df1688b499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063c120664383" /><Relationship Type="http://schemas.openxmlformats.org/officeDocument/2006/relationships/notesSlide" Target="/ppt/notesSlides/notesSlide33.xml" Id="Rabbceee810af422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7cdfb178b4ae2" /><Relationship Type="http://schemas.openxmlformats.org/officeDocument/2006/relationships/notesSlide" Target="/ppt/notesSlides/notesSlide34.xml" Id="Re6a3526930f24ea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e0c25769e4ed2" /><Relationship Type="http://schemas.openxmlformats.org/officeDocument/2006/relationships/notesSlide" Target="/ppt/notesSlides/notesSlide35.xml" Id="R9d2819c43b094d6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777ed810c4a43" /><Relationship Type="http://schemas.openxmlformats.org/officeDocument/2006/relationships/notesSlide" Target="/ppt/notesSlides/notesSlide36.xml" Id="R1bfef916a0df4d8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ce804c7f04ba8" /><Relationship Type="http://schemas.openxmlformats.org/officeDocument/2006/relationships/notesSlide" Target="/ppt/notesSlides/notesSlide37.xml" Id="R00776da4a9cb42e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f8295d440443e" /><Relationship Type="http://schemas.openxmlformats.org/officeDocument/2006/relationships/notesSlide" Target="/ppt/notesSlides/notesSlide38.xml" Id="Re0a6a772a6d240a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2894716224ae4" /><Relationship Type="http://schemas.openxmlformats.org/officeDocument/2006/relationships/notesSlide" Target="/ppt/notesSlides/notesSlide39.xml" Id="R35dea89cd12f434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cb74d7e454f25" /><Relationship Type="http://schemas.openxmlformats.org/officeDocument/2006/relationships/notesSlide" Target="/ppt/notesSlides/notesSlide40.xml" Id="R8659bcedafa049a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da3ab3322469d" /><Relationship Type="http://schemas.openxmlformats.org/officeDocument/2006/relationships/notesSlide" Target="/ppt/notesSlides/notesSlide41.xml" Id="Rf7431d4f5188499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f77ebecdd4f28" /><Relationship Type="http://schemas.openxmlformats.org/officeDocument/2006/relationships/notesSlide" Target="/ppt/notesSlides/notesSlide42.xml" Id="R91ee837615cf40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7EE1F-A6CA-4230-870D-EFC0B319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4C5EF-FECE-454B-815E-D2411396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Fluid flow phenomena and Dimensional Analysis 8 Hours Types of fluids - shear stress and velocity gradient relation, Typ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856EE-9C0C-4997-AD59-B76B8A66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Elements of Chemical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1BECHE105/205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B0F74-91D7-4E1D-977C-22EFC407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D9618-6723-4C55-BA8C-CF916DC0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822B0-292A-46CA-A485-16C8C6D8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53DF5-1061-46D3-ACE2-5F6F2A67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6A016-3BE8-433F-B791-C9BAA335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E8130-E76C-4992-B476-CA06F522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39322-364E-4827-BDD0-B537CB37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C7E20-BFB7-4F60-9AF6-B0EF71F6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2A722-1418-4CEE-9E4A-D2247607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EAED66-D992-44D2-A630-2A3D5BDD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79403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9F24A-B9A9-4987-9DBB-B1335C4D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55E51-FDB0-4FF3-B5B2-B2B09590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6BFFA-3971-44C1-96F4-D2C9BA28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70AF4-6757-4B00-B669-ACF978C5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0228A-366C-41A9-BFAE-0053E073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735C7-B743-41BC-9E9F-57718F69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97C18-6605-41D2-8942-8CDF1E65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712EE-4693-4BB3-BD62-6B79339D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ED83D-D144-4100-A4BE-2CCCD751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3BD76-5952-4D4C-9AE9-0F83F1E9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563EE4-0CD9-489F-B534-6EC9AB48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69CFE-3725-449B-AE57-1017A6AF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C66D4-0710-4593-A7BD-58B2C35C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DC63C-E914-48E9-9EB0-1B00EB5D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54B91-74C8-4350-BAFE-2A190916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234914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872CAA-A883-4ADC-A519-C7584989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075CD-26BA-41FD-B9E6-77B20147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E10F0-30B2-4E88-A60F-AAD5C0A3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E9381-BC91-48DE-A403-A1990007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71CFF-CDA3-4D06-A60B-0AA30E23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752A4-6C4E-4405-AEE6-214B0EFA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2C150-7CCD-40B3-BDC8-285F1AF8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88936-889B-4CBC-B112-C2E03B03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15DD2-CFFD-480B-B0BF-063AF950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Fluid flow phenomena and Dimensional Analysis 8 Hours Typ...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51F71-07F5-47AB-BA8A-53B4E730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75582-2BC5-4E0A-B06F-96FEDB39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DCAB0-9979-4049-AFD4-19E25C4D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Types of fluid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270C7-D4E0-44EC-8E92-3264CF1B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26608-2327-4EF4-AF81-6463D5DF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9DD0AA-E104-4D10-B61A-3A5C4BB0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Measurement of fluid flow : Rotameter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914F5-827F-47D5-870B-A1A891ED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C4281-9F70-43D9-AF02-0E55DDAC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8547E-ACCE-4F5B-BD0E-17187C53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pitot tube. Dimensionless Numbers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5FB41E-1257-41E7-9DC0-41751A93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1E69A-3074-498D-B0E2-DAE4B63B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C9BE3E-8694-4855-92A2-526A5BCA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Primary and derived quantities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94BB2B-348E-4A76-A0E8-AB8A2A7B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A7623-7BF5-45FE-99A5-9FD56CFD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990506-8BC1-4005-B2A4-FDA691CB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Dimensional homogeneity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30202C-C23B-4F22-96BE-7FD75608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13601F-002C-4EAC-AF48-16E2B0CE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457DCB-5DC7-4BE2-BE1F-DC9C5757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Methods of dimensional analysis (Rayleigh's) and its appl...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501424-7EA7-4CF7-8DF4-2543A02B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15E4AB-0ED6-4EAF-9A11-3A3E521B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07E606-881B-4128-8C3A-BAFA3FC0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related numerical.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3ACDBD-2AB8-4734-B571-16459504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25CA45-DB80-4B7F-84CC-DC713437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37170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7EF5BE-C995-4264-B657-7C0F8F70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46436-ADBD-4E54-A2F5-9D2778F7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1F665-2A4E-480E-959C-87201384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D3069-5F96-4A53-80A2-45938612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54821-1796-4DCA-8379-390F200D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3C206-6FAD-486E-8A95-0703B91F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C8688-BCBC-4CA7-9159-18E89886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A553E-DD77-4765-BB59-F9C73D52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Fluid flow phenomena and Dimensional Analysis 8 Hours Typ...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47682-6BC0-4B05-BCAA-E515C60D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7D6B6-3FE2-41C5-99DF-B1CBE5CB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C2669-24F1-4301-8EA3-E633E749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Types of fluid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598B9-1E17-4E2B-8AD9-3852612F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63626-0E8C-4109-AB00-95B37550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C2C51-C146-43A3-8E3B-A1539948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Measurement of fluid flow : Rotameter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16984-0ABE-44D2-BF76-297C0B27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2F9A0-B9C4-471F-8AC5-5CB0F0F6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A2369-2080-49AF-8690-4A483917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pitot tube. Dimensionless Numbers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60858B-6786-4A1C-A9B0-AEE6D44B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32F7D-CB20-4178-B00E-150E0614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04459A-66E8-4C6A-B05C-24078C75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Primary and derived quantities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0AC5FD-AADB-4A06-9B78-870D1127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6E36D1-A42D-4EC9-BB8D-6C3B7080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CABF7-B38B-41C3-88C6-5C3B6079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Dimensional homogeneity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CF1F6E-5768-4360-8FFE-1EF5DB2A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24E8E5-1648-4FC2-9248-0F3ECE8F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A7BC35-4C97-48B4-BE84-0C4E115B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Methods of dimensional analysis (Rayleigh's) and its appl...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CEB639-41D6-41AA-B341-972ACC4A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56BA03-D9F8-44FD-8609-FD340B25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B9F21C-F43A-488B-99B9-1C6EEF5F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468857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C0B4C7-421F-4F00-9011-E2164B38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70D9A-7284-4001-ADF9-CF520E31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3ABF1-1184-4F28-8B9E-5B3304DB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C54DB-6355-43AC-8C71-723C3AF7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83014-A99D-4A64-B921-38AB10AB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Fluid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62D75-B633-4BE8-9492-1B81BF3F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EB47F-9606-411E-B558-ECDD0D36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phenomena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E28CF-3142-4988-903D-997519F6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Dimensional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B2C12-16E6-42DF-8237-2BD69B9F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69F22-A159-4864-8BC8-B8C69675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fluids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C9668-9CFD-4131-BDE6-0480FEC2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shear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338ED-76B4-46E9-97F2-81186959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1EEBB-D5B0-4C02-80AF-AD4541CB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velocity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467B3-C416-4546-B0F5-E6790282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gradient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44FF8-0174-4AAD-B7D1-26AA1826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953E94-B61F-4BB4-B176-26C67E04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925635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04DC0-FAC6-4952-8D31-9E4ECC8C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888D3-D17C-40F5-B06F-E76CC74E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21180-CEAD-4A2C-A8CA-F4005E9C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FC610-3076-4C60-9DDA-D9DA45BB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96BF0-9063-4500-8C36-E414DD2D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Fluid flow phenomena and Dimensional Analysis 8 Hours Types of fluids - shear stress and velocity gradient rela...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82F6F-9B8C-4773-9AC3-FEB71EFF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Fluid flow phenomena and Dimensional Anal...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14183-924D-41DA-B528-0E5B9D26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6A9E9-EAE4-4AD2-929A-13EDB65E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330DE-66EF-4D6F-A913-34F6D7B5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1D896-693F-47E7-ACCA-C8313969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28FD1-B5BD-4AB8-A57E-E7340CA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75334-EC76-4F30-81B2-B02D0CCE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B2DC0-AA02-458D-929F-4B649D8A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AA601-61D1-415E-A84A-27463C7E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C49CE-1AA2-40B5-8427-323E50F2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5953D0-1A65-426D-87A3-2CABDF7D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384171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49BB50-36EE-4A52-8035-270D7FA0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953F2-D5F8-4618-83F8-9FA778C9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A2A84-5978-41DF-936D-6287816C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ECBAA-8CBC-40E2-B6C3-F4B572C4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F25A0-6B2C-4C0B-BAA9-31221605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74863-0A0D-4AFC-903A-579D9AF5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F827F-A36D-48F0-BE1D-419F8E31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003B1-C4F8-4325-A122-0A2D9E41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E56F0-2F15-4829-9211-CD25D13D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Fluid 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6FD4A-3346-4F79-B185-A68199F1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654A8-F547-4AA2-9931-415D0958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F9556-FC9F-4488-B05B-1C462CBE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Fluid flow phenom...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6EFCA-FD8B-4613-964C-C7DA7409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ACD6B7-AE4E-4385-B49B-66260D47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ECEF6-6340-43F9-82BC-0AB9979C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Fluid fl...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2C50E-30A9-46A1-82D7-159C6C37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37432-DD25-4C0E-B25A-F16E3F88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9F602F-D1EB-421A-9141-2C4AFF75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Fluid flow phe...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D77A56-3CE8-4541-8521-31FE36E7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2CE34F-9BBA-418F-B805-B00F88E8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276EE9-0CD0-4690-8B7B-464806EA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Fluid flow phe...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252156-772F-4A53-A69B-4E76E60A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F1E185-23B8-47BD-9FC0-7D9B3E3D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783069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DFB1D-4A6C-4291-BC2C-D22E0B2B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B24FF-AC55-4255-8A2C-DF8CF037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E0F24-3448-4332-A599-B0351396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73C2B-B8C7-41D0-A120-F0126ADC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B1DA2-84D8-4969-BCEE-B300A610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C7DF6-F02E-454A-B7F4-E4BE17E2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AB170-1597-4EFF-80E1-C1182753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9B443-B6A9-4D4E-B9FF-F55C6813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3394B-C94D-439C-9556-F41C0D2B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E8C34-21F6-473C-B8D9-6ED0EF8A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B46AF-742D-4985-98D6-499EEE8D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8517D-D76F-4553-942F-D3C74001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0F7DB-F4BC-4759-85A4-1C64599E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BF7B2-7B36-4976-B6C7-FBCFF280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2D64E0-AAEC-49B2-A4F0-AD9E6CF6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967895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7F546-3F7F-45D2-A0D8-0EB860F5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85A6F-49FE-4B22-AEEF-7E9D86DD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9E083-7F0F-416A-9985-4702D76B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560CE-F641-4759-BB22-1BB401E3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C810C-3644-460E-9B45-D74C1E61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4E95A-CE3B-4A24-9E38-49DBA618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Fluid flow phenomena and Dimensional Analysis 8 Hours Typ...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F561F-4F2B-45BC-B7DC-344E1101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BD12C-ACCD-4B2C-A280-ACC0C81E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82D8A-4D86-48B8-836C-F95D7417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B9122-022B-433B-ACE0-6A89C5CF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128EC-006F-42F2-B6B6-15185B10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976579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87962-9E3F-4735-A1EE-0DE4AD44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03E62-5119-41D7-B536-31060032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FE022-1F4A-4545-9634-4717A934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E408F-2C22-43E8-982A-58CB1D12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50359-1BB8-40AA-ABC1-E87CB83C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Types of fluid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22529-8D9E-4692-81AA-4C9A2FB8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Types of fluid flow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AB270-995E-4035-8203-55AA8924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79541-3D2A-4EEA-9CDD-C3C6744D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3160C-713E-428E-953B-BFA7228B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A9069-300D-4C92-8917-38763FF3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F7C6E-2E16-4730-B7F2-AF59E8A5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FFBB7D-2D82-41CD-8943-93D4A5E1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1E89E-FF1B-47A2-8126-9B1DB0AB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635BB-0F0F-42EF-84FC-703664D9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CC9CCB-5E2D-4306-9B84-CEF1A6BE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5DE95-13D0-4A5B-859D-FCC58BD4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360864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E240F6-5CF9-4BAB-83C4-75848980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C3505-FBC5-4DDE-BFDD-0DAC4A86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C0D00-DBD3-42B8-A4F0-25A3D8B7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109AE-E429-4960-A123-3ECAC851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F50C4-F9D0-4E2A-941A-9BA3917A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A6445-A5CB-45DD-8BA2-60FB3B15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7DBE2-7BFD-47FD-B9B2-74EF7968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EB65D-AC81-47BC-95C2-65D2E7C2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B9064-E3B2-4A4F-B227-3C22186E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Types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64404-FCB3-4151-8D36-4ED94A3F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8B300-4F0D-4875-A369-0B173EA1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6C384-E44E-4B12-8577-6FEAF9E6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Types of fluid fl...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CC9CC-54F9-4EEF-AA34-5B3056E0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1CED0-B999-4231-9289-424DA10E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487252-F7E0-4444-A2D8-2027D467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Types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80595-76C2-444C-950D-1EAADF5A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B2B109-6F5A-4E4C-AF4D-4E6F506A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85DA57-B88F-4D50-8DFF-090CD46C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Types of fluid...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03FCE7-1636-43C6-A95E-7EDE02C6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BEBE10-DA78-4C03-B77C-01499E6B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12AEED-7023-4173-B19D-48362713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Types of fluid...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AD02E3-D6F8-499E-AD4D-1A7FF46F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35C84F-83D2-48A2-97C5-B2CECB39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885763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496D1-49B7-44A0-B7FA-1518B890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79881-6B09-48A9-AD0B-0E4A7FA4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C4575-1E3C-4602-A9B6-78BF9AD6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BECD3-8DBD-4205-B4E3-AA771C3D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64DF8-22A2-4881-B09E-F5A5FD23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468FA-EEB9-427D-ACFA-8A2A7351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66B15-CB2B-480D-993E-BC901178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F69A8-FAB9-4B49-BDD4-E0434D09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84F00-F358-4AF9-8CC0-262D9362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789E5-A1F1-4DA6-86E4-B97FDE6C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DB0A3-8693-457D-9F6B-C2847E7A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4FCCF-E62C-4AD4-8A56-F72EC4B4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AA38E-847F-4E00-A58B-06CF152E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C27EC8-D1FB-4A9D-8654-882921F5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D11E00-5B33-4C94-A2D8-9D32EE74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531986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C9C0D-A868-4F68-8C58-3C0FF5CA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B2A91-25E9-4465-9C50-18E892AA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39BC1-A898-459D-A691-5840CFEF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5FAAD-044E-4038-9707-798B7FB5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B4EA5-B794-4A0C-87FF-D35983E4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6E464-222B-4A85-9BA3-7F83FCEC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Types of fluid flow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28926-9275-4D19-909B-4B267ADA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EA035-BAFA-43CB-B6D0-73ECA82D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00215-A379-4714-B4B3-C39DD8E5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2A7ED-A46B-41F6-8E8D-2D141202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329A4-45A2-4A04-B78B-84730E62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391491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74C67-4C6A-44E3-B52D-DF26357D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C39FE-C8A5-443D-815A-059F5C49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ABB93-9D3F-4043-BBEE-FA004332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02590-A7D1-46E8-90F4-F70DF10B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187BC-C683-45AB-8204-6424F940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Measurement of fluid flow : Rotameter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09277-28AD-4D1D-8014-3E28F0CC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 of fluid flow : Rotameter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0D7B6-C4EA-44E9-96E7-54669FDA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49B2C-D785-4C38-94AF-362EB72B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E3B21-3DFA-4C3E-853D-E10A6D6A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D810C-A240-42EB-8485-9D2B972A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7D350-0465-403F-9E9D-3D584C9E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71DEF-EE52-4DF6-94C9-5E8D34CE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F60E9-0970-4336-8730-3A009371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0F407B-0308-41FA-8671-4150F1B1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33A78-20E5-4E33-A0F7-12E08650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0A5B6-28A0-4A75-AD79-C1416AF9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47293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E76E22-7670-4482-99FF-167386B7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9DE36-983C-4140-80C6-29573881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1825A-F902-48C1-B556-D17A337C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72087-8236-4FE2-B171-2EDF181C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179E1-16C9-4E6E-8048-E6759F41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44C90-2CB5-43F5-94E2-C466065B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E4BE6-8FF0-40CA-9879-2E7EC6DD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2C515-B1CB-4DB7-BC1C-1FAA8BCE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C1724-5929-4F32-84B5-5F31D907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Measure...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C0224-67A0-4D3A-AB31-32EDEA55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A4A81-9C3F-4A05-92E3-35031716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6CC21-FE52-490A-954C-7866C47F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Measurement of fl...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8CDD9-FB86-45C2-8C68-2E9B1EE1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B9464-C4F0-448B-AA95-6224EF7B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3E4AF-DB19-4B53-BF08-47542820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Measurem...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DD945E-5F38-419A-AD23-84C6A801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7CAF40-21F6-4374-92C0-C8703223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2E9B6-D3E4-4BE8-BFAA-ED24DAEF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Measurement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1DF70F-DA85-466B-BC51-8DA07B20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B2EB6-2277-4BD6-915B-62A0ADE8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5EA987-D511-485A-9320-9020741A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Measurement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0F597E-601C-4464-B92E-08DEF5BA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905E5E-0785-4231-88FC-3FA9BB8F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792115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ABAEA-943B-4A4B-8577-1A63059A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1E1A6-A3CF-417A-8290-9B855F8D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3F65D-3F49-44B2-A618-CD883B08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7086B-2163-49A2-823D-C2D6F59F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174AC-29DA-47D0-A811-322E1A54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4CDF9-5205-451A-8418-EC2FB801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F1A87-D695-4370-B00E-58DC7688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B0584-E41C-4F1B-AEA7-6E8FA05E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4B251-EC18-4063-9E0C-3C0AC1FB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A2291-B3FD-434F-A06F-F353DB8E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6D8B6-2BCB-40F9-833A-3CD6A29F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AED94-E4B8-4E5D-A194-4CB25E5C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99EC9-C9B9-402A-B58F-F13AA19C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B5637-0C01-42A0-BF6D-2EB02BD7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754021-1FFC-4084-8F37-83D49BF3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38758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C6FDF-0222-4E68-9B7D-33CD2E98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B173A-A029-41E3-AFAF-64354D79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5156F-F902-47B8-9D05-49DC97DB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37EAC-C53A-46BD-845B-8D362A61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574B3-E29D-4DF8-9E6E-34E45C50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EE2A5-B66F-4E98-AEB9-DDB8E905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Measurement of fluid flow : Rotameter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9116D-CA69-4ECC-9445-88F3C398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94859-7B9C-4AD3-A3D5-2F466825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4F48B-BC9F-437F-AE7A-62958606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34593-73DF-406F-AC57-7CE1B0C4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96248-910B-4755-B17F-20D664DB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33630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EA9BCF-FB1A-4C74-B0BA-819032A1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C3C0C-9FD8-4628-B73F-FF60B6D0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525F9-2610-43BC-B0C1-6FC24323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5779E-979E-4A6B-A111-73C9D528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6C59E-0473-4191-9B94-372E81A1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pitot tube. Dimensionless Numbers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DE903-978A-4BE2-88F5-7CB230BC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pitot tube. Dimensionless Numbers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912FC-C849-431D-9990-918A6248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2A4C2-B893-4B7D-865C-0744FEA6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742C9-B561-4668-BC84-DB7E8BEB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73B78-C80A-416E-8A5B-FE8FEDDD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1F826-63A6-4B8E-9E2F-494B772B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1A93A-A362-4706-831D-1E22A841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C882D-1BAD-4F0F-8412-EE6F2C24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6ECA2-0909-4481-8026-14894DB5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A2E7F7-B38F-412D-8A50-293C3170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3C494-B4CB-47B2-B85B-DA8B3FE2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638324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9A5788-9489-42A8-84C8-2FF2A4B5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9BED2-A9D4-4250-9E85-5B83F033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1AAA7-1CD3-4DA0-B6BC-42D8A0C8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FDF02-FF92-4347-827F-A49848C2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7065D-A9CA-4782-B5C9-687030F7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2092E-B45A-43A2-AED4-528BC4CB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6A897-3194-4998-B035-273A6099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1BC17-1EDD-40AE-ADE9-2322A315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C241B-0AC6-45E8-9F9B-6BB5C118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pitot 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AC552-3797-48A3-9C99-59C5B82B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31D2A-8C78-4A93-AC7F-56B7D57C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E08C6-24F7-4E49-8AAA-A7C43004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pitot tube. Dimen...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8B510-7E38-4BC2-8F04-38A581B4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96AA3-75BF-418C-8747-2D87069B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4D17E-FF6E-4E89-BAF8-D546AE0E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pitot tu...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A6DC7A-A406-46C2-AABF-782EDCB4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E6DCA3-82E8-4262-9C69-1FE18B78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0FF953-D88D-453E-B4A6-E8524BA0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pitot tube. Di...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FDB3C-B490-4931-9C58-708EA52C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732169-778A-45A9-B972-78446F42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350757-7AB7-44B1-9416-9802D3FC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pitot tube. Di...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859279-380D-4C77-9FE3-17027D7B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7A62EE-A8FB-4430-BF76-D3FB8C90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527212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6151D-2FCB-4DE8-8F9E-2DB27364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4748F-9E06-4CE5-BF9C-A8213E2E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3BAF7-F1AE-40C7-987A-CD95488B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00201-5867-4DA7-9CD8-B230C413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1875A-E99A-4700-AAD6-E9BB7EDD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9E870-1474-4823-A874-FE240991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F747D-8BE2-4A4A-9C7B-0920951A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76DC0-D50F-4FE7-8BC8-92AD0AAD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574B8-83A7-409D-BBCC-910E1BAC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34D10-625B-4380-B9A7-DE05E2A9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E906A-A352-40A6-B8FB-CEC08EB0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9C6E9-5C70-4407-8A55-7EB94C2E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F52CE-AA5A-40C6-9B2E-ADF11BB6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C66D5-17EA-4CBE-A250-7BC52A0D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8F86E3-A77E-4E47-A870-499BA832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291691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B168C-A46D-4D8C-AFDC-53BFFAA7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CE28A-E8EE-4E4A-8EC2-961A613B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9CD6D-38C7-4613-A9FE-C8DCFC21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7AB98-BDF6-4906-8A72-586B8CFE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842EF-828C-43AF-A9D7-E6E513EA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7F6BF-6BF4-4B38-A50B-5B723E96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pitot tube. Dimensionless Numbers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43673-88F8-4FD1-810F-0352BBE5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A4716-8E14-4273-8076-D6D2F5D1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A8CF4-47DB-431C-A2A3-1D87DF03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879B7-771E-4CE0-88E2-B77A1F9B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A4DBB-E5A7-4B97-B971-24A5E863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30245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5E9DF1-74C5-4FE3-91A4-12BF6C82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7AF93-64E1-492F-A067-A4CD350F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FF98F-6F54-4704-B75A-0BA5B619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82834-B4E6-4C9E-81D8-7966A44D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7D4DC-EE07-4585-A5A4-EA29D1A5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Primary and derived quantities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6C3AD-0383-4D55-9769-22588B76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Primary and derived quantities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B8B0F-CF75-469E-8086-96362192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3E651-63F1-4F75-9D95-F6616D64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2AC57-7E7C-45CC-93C8-A658647D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2E9F3-6BDE-43B1-9A44-85AD5420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DF7C6-CDBA-4FB5-98D3-E1568A29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F5DB7-85AD-40C2-ABD8-07E6D2D3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9F4BD-9237-4254-ABF9-C55BCFF6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E0878-FB2D-4523-B484-8D905180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4764A-89F7-4D72-994E-77251D66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ADB20-D5CA-49EA-9588-02E50EE8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43662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4E9340-D0DD-4111-A799-A3E4FAFB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092A8-C30E-4220-9D47-55925336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A4F72-9654-438F-A64A-E5937EA2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30AB6-C414-4F49-A1FE-90D5C824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ED18C-E930-4419-A4F7-7B775821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E036F-B511-47EC-8ECC-05359D61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9F5EE-0553-4E1D-B2CA-D27A61BB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D4880-4C89-4A11-96B8-B9358236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8A7E3-EEA5-481C-93E3-D5F4C11C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Primary...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4C168-6B2D-4264-BBC7-8EDD9165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FD11C-23D0-42B1-8751-501A5786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AA26E-6F62-4C41-BE3C-AA0E4933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Primary and deriv...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D3AD8-21C9-4D13-B185-F03CA770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5DF94-59F5-4FBD-A911-B7AC6E7F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B71F4A-9604-45D5-ABF2-9935BC13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Primary...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1E4C09-F9CE-4837-A859-67E930B5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2D9668-E0FF-48FA-A571-79C05EE6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330137-99E0-4A42-877B-1434AD8E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Primary and de...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B35AFF-7347-462D-88DD-529627F8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FA0D51-FF20-4A84-A4F4-3846A691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86DCB5-3F3B-4093-8C5F-4550EFF5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Primary and de...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5A7A70-3EFD-4FB5-B2AF-7D9C4DA2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442BF-80B9-4153-B630-18968C0A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5581083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F733B-A15F-4085-B45C-AECDFBCB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B9486-27C0-4AD1-AE57-3C85A96E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AF04D-A0E4-4866-91C3-60623E93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1D0F9-5771-4E5A-B2B6-60373B1E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F2D5B-238B-4031-A74B-B174DBA8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7909A-C658-4CC4-8D86-0E85780F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89616-E126-4544-87B6-B5D78453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407CA-F8D3-47F7-BDAA-F6A28F74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A26B0-EBDB-4546-9285-46524407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44C6D-D684-4359-A5B3-B0E282B6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DC0F1-E4B0-42E9-9BD1-9DCA8053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2D6AF-E5EC-4564-89DB-A83CA20C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AB179-5C5D-40BF-A1CC-788B0FC3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81F10D-4E19-4683-B56D-37B537CC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51D88-F498-4D4A-8688-8DF9BD88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7067962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DFDC8-2101-4C38-8D99-AF04E319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E182A-AB97-4C9E-A376-98C2F94B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FDD09-7FB0-4A0E-B30F-CD24A941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49BBC-5216-4EEF-B2F9-7240154E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57EF3-AEC0-4FD8-824C-12F037D6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6E1EB-A705-4DBF-B272-228C24FD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Primary and derived quantities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2DF71-E563-4E2B-968B-C07D35BA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E4FA2-F64F-45CB-88B5-1662BFCA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D06A6-69F0-4995-95D8-0532CDC2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D592E-3F99-4739-AAF3-F982FC66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FCB7E-7300-4996-A264-26EB0968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467002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134A48-9828-4329-80BF-414CA504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37A7B-BD11-4075-8C43-3384788E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345A4-E9A7-403D-85F2-6C815932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260F7-FBEF-4300-9E7A-D5D7AC70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CD1CB-BBC1-4CA4-A6A3-646D327F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Dimensional homogeneity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132EA-358A-4115-AA57-A105554C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Dimensional homogeneity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050CF-0F17-468C-8A7B-40B5C4D4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00BA7-D7CC-4CA5-95E3-A1594854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08523-B01A-40AD-BC18-24A6B9C4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32DD8-85DA-46E7-8C79-75C22F3D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456EB-1AEA-4004-9FB7-24A87F22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8B3E1-9A00-4BFA-A777-30E30C12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E1287-AFFE-4384-8516-D5C01BD6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C94ECA-8235-46AF-A616-3898202E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59A67-E005-4DFF-ABB0-4C3A99FE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F5092-8A77-43EB-A952-292C20EB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409979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D3126A-FC5E-45EB-8B45-2E357E9E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409FE-C646-4552-9E5E-C33C89E7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A5E67-9BF7-40E1-B1FC-79ED3DCA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6B436-6845-4434-B4D8-C1D5A515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5218A-8117-4499-8CDA-B753AF14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043A1-DA8B-48AA-940D-298325EE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046AD-5C99-45E7-A657-FDD854F2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192B9-8552-4626-BC60-E12373DF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CA9C4-7453-4105-BFDA-6DC70950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Dimensi...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49BB1-8280-4E42-8D3B-A35B81E4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B6515-25E7-4D87-A152-6DA0207C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4075A-C34A-462D-80B0-E35BB5B0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Dimensional homog...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F676E-EC10-4196-84A6-761078D3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08E23-ADA7-4E1E-ABB4-E1D7A462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ADD7C-28BF-42D9-B7A7-43CED2A0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Dimensio...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FBCD8A-C466-4965-A813-CAF4B34C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F007B-E0C0-4E88-B785-6CA53697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4111ED-F3A8-4FC7-8CAA-1A40DAA8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Dimensional ho...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AD1A6-1753-47CF-A31D-23698161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D41B34-4FEB-4034-8965-AD448F60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CCBF23-8C6F-4D7A-8EA8-6468565A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Dimensional ho...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528FC4-9564-4E34-9FB4-81992FC6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AFF916-AA30-4536-BC3A-C32E384A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4515262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624FE-A8E3-47A5-9A09-C3919277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663E8-BC52-4FE8-9CF2-D97EA7AB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8E738-0095-47FA-AEB0-66F762F7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8EDD9-2972-40B0-87B6-70B8A2A9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04C37-0846-4157-97ED-587B8EE7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D0BAE-A01B-41DC-B443-3B0A056B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48B6B-2EBC-401D-B470-8A98B780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CDA0F-85B8-4572-BAC4-B826E836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0CFC7-5F7A-4526-81BF-47A30553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9FDC6-65D2-40AE-A592-51EECAAC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325E1-7627-4979-8824-EC29C5BA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0BCE3-07B8-4274-97C8-1C4082FA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F705D-EB50-440B-808B-CF4C5977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63B53-4A9F-49FA-8D68-404A619C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CB7B1-7750-4B2E-B2DE-E3912452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2236930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B94E1-4CCF-45CA-B228-33A51304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C17B1-35CE-4672-A6BE-ADFEFE3F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1272D-11B7-4E2F-8781-1429E43A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007F0-E141-422C-AE62-F1E91B01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19084-15DE-48CF-A265-4FCEC3C3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23F7E-0D04-4F1D-8421-EE5AA12A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Dimensional homogeneity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8B525-21D9-4AAE-BD1C-0B7C1FF5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22C7D-0DD0-4AA5-82FD-5AB27BC2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54C6C-0178-4FA0-B4F2-978FE662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C0E07-0393-4B0E-A9C2-8D89BA3B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A8A10-082C-41FA-A19B-8F857F58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285097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6F1D7C-6302-42A8-812B-4D8F8133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E4AF2-4F85-4D24-9E56-9ECD33D7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60AAD-5BD3-49F9-8B35-76196F59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A1C00-54E0-4094-82E6-DA94E92F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444C7-DABF-4D2D-A79B-EAD1E3FF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Methods of dimensional analysis (Rayleigh's) and its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F593A-53F9-4F56-A692-7E08CEAB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Methods of dimensional analysis (Rayleigh...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45C22-EE08-4BE4-8D4F-418BB69E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A86DD-7EB5-41AB-B3A9-F99E1695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06DBC-4A71-4B4F-AE3A-CFA9233D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9E9EA-7EC7-42E5-97D8-5B86C459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513CD-C16D-42F9-81E4-C698C2B1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87520-EAAA-4F5F-8387-9C4B5EDB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9AE3E-EA84-4E57-AE25-3720C0CC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61E77-FF0C-4568-8FC4-9D7197CC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AA2CF-35CB-49A1-8589-B13FE15A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C0475-E4BA-4ED6-A999-2A481B7F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5265157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E04FA7-C5CD-47EF-915F-3FC3613B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11AD0-DF74-4E3C-873D-B5259D33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68374-A9EF-43CE-8019-84A3E2B1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A9208-931E-418F-B836-5D082BA9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A12C0-8999-4295-95E8-1F18112C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E8E76-A7BE-445E-9F79-6E9E301E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F1ECB-0CDF-435D-927D-3D1B3CA2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FB323-EC1F-4374-A54F-0C259177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B918E-2340-4DC5-B798-0C7028F1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Methods...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DCFEE-4A2B-4731-9ED9-68E970CF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C7752-DDA7-4D4B-A1A2-1A6CC879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A5377-48FB-4D8B-BED6-12FC45C0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Methods of dimens...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1B563-4F59-4772-BCB5-905DE49A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8E56A-EF48-413D-86B6-A5F672C1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8123E-7A4E-4C6A-8094-A35C0DE0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Methods...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135E6-2348-4EFB-8356-95137A6F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819F1-5091-43D9-8F1A-86FACE89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44824-BE03-444E-8193-0401BEC2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Methods of dim...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A35E1C-CE30-4374-9C3F-44145E39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0A3DC7-0901-4593-A4BE-0322C811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513072-8A33-49DC-B594-006228CA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Methods of dim...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63F0D7-4956-4A6A-8C4E-2EEFD063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51B5C7-73D1-4BCD-BE31-3E75FA16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6784771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6789BB-C928-4913-98C2-75733F3E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D1BAA-EF38-4485-BC05-76944C43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A92A5-9FA0-498F-AE43-EA6B8B23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4FCA8-CEB1-430B-8857-D3549856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B316C-8186-4D89-B850-0BFE6468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697CC-3D3F-4461-90E5-C8B9393C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C19FF-7CB7-413E-8E4C-66AA6807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09F77-C99C-4F34-9B13-EB0906C7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653E4-4AA2-45D1-9D55-4A4AF7AD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5DFB0-C734-4287-ACC6-EAAFCA60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1538F-1D75-4FA0-AC9C-1EF34A6E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BE4AA-B1EB-4DE6-9665-1E2134E3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AA28D-91E2-4E51-A24B-1BE12919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F7856-4F54-47A5-8C51-4ACDA0CF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B7AFF-B00E-434E-AA94-7AE73763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7466612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DEFF5-62A3-4F98-8A99-629DC322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1EDEB-63F4-4926-A13B-F005FEEA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48825-D6A4-46D0-978B-1A40B902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2BA7D-C48C-403E-A363-BD5954AC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109CB-512C-4265-ACFF-925E4506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CE0DD-8738-49EF-9447-437EADCE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Methods of dimensional analysis (Rayleigh's) and its appl...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EB745-9ED7-4738-9868-D796F764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ED6BE-8061-40DA-A075-A22ED66E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EA689-6110-4829-8977-EB484F4D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B4D4A-279A-4048-A1C7-6189A556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F3C38-BDFF-48A2-A414-350EAD2E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8721432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C26DFA-FCE9-4C2A-921E-63B1D1C2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F479B-E3E5-40CB-A39E-87A817F6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0819B-EC03-4D81-A16C-306C0F19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0AAAC-E61B-415F-ABA1-13C68806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64981-A980-4EC9-AF2E-FE5EE8F7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related numerical.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487DD-CC78-473E-B922-4C95703D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related numerical.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6F7D9-ED1A-405E-9E7B-977CA5B3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2AFD9-0DED-49AF-918B-9E0AA6E6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0F385-5676-4B0A-AFE5-42DADD0C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4C40A-A9E6-4750-B0A0-1885F0D3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E94FF-C1F0-4D6C-A5CC-1459C654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556CA-3D80-4963-BF71-49DA0B74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6337F-DC71-4E28-8E79-17DC8729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902E50-094B-48F3-BDAB-21A8271C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F33DD-253F-426C-AD81-C51654EF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8A87EF-E799-4643-8ECE-E185FDB9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745293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BB0CA9-7988-417A-BC5B-6A2E2874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B45F4-72CF-417C-96A4-1564E298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199D0-1624-4977-A29C-0A793264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2D56B-3312-424C-8F1C-6603863E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D14BD-F93A-4BCD-BF74-37F86125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1A68B-9568-4AB3-8148-657E1B31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C2042-689F-4C3F-B423-EE7101B9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6D01C-06A4-4B93-9BA7-0019D7A6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83637-08CE-4977-81FD-68B7A553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related...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9E665-31A1-4BA4-B11F-CDD13232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47AD9-080D-4729-BE28-E28A1243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66F49-55B5-4A4F-99A1-21DF2798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related numerical...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9A8F4-60A3-4189-B419-31E6161F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42756-D0F0-4863-87B5-48707E65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FBB68-F1DD-4FA3-B3E4-F78CD084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related...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FBC73-7132-424D-8CA6-C5F72B6E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FC4DC-4BD9-4C9B-A966-34067083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C54DC-9492-4F8B-B3E5-BE9B80F6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related numeri...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E7B14-4B57-41E6-A3D9-F1624A9A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4FDF83-EF66-4BA7-8BBE-7BAA461D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0F980A-AD2D-43AF-BA35-C198888E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related numeri...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6E4A63-F6C2-47E6-AE5A-EFC1DE27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CDA652-44CB-4DAD-A533-BD7AAC36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9334753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6F78A-7998-437E-A0BA-4BEEFF6C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57533-1D7C-4C89-9E92-E4A8F538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73BFD-A6FB-41A8-B1EA-F0D552A5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9A102-D472-49B5-A844-743F27EB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7332C-BA43-4325-B94A-7B54D9EF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98BD5-B3F9-4323-8EF8-735434DB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7D231-F422-4C5A-ACA6-0643E973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CB192-9B33-45CB-B439-ED944114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19752-CD99-431A-9530-4991003B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69E26-D66C-4AB0-92BC-CE5480B8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9D960-C05A-47A0-BC10-ECB47B82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3243A-8CA9-4922-9EED-F1E06C56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F2584E-1B44-4E92-A957-5DF6BBD7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4229F-AC99-4C9D-9A91-A2EEF889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95FB2-2313-45C0-89DA-314E0D88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3281949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A4A45-EF48-444B-B3E7-36C26148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4F158-F40B-4B39-AD4B-F6CAC82B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C4C6C-BC9C-4949-970B-DF566592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0A3B3-A490-49E7-9AFF-4F87601A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F9063-6146-4DBB-B49C-802B0E0A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E8647-FF13-49FB-83F9-F4E20F01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related numerical.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B5BDC-F9C3-4FFA-887B-07942492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EE995-A9B9-4981-98B8-9E037568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097CF-7621-43D7-9CB0-62C5D95E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31DC5-74A1-411A-BAB3-ED13374D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A9C43-E9AD-4FFD-9FBE-D392A051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9100213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BDA0C-8338-4586-834F-E951E8EA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E40F1-E0A1-4469-BC4C-7217A384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BEB01-A96F-4B10-94E3-CEE37B68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4A33C-72BB-4A9D-9978-6A322FD4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12B8C-E14B-44B9-A36D-9E34D9D9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0F57F-0A40-4952-B9BA-0CF7DBF0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1401671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92D35-CED4-4855-9E46-676A9F81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E53A8-4E68-4935-A90D-7B2782B8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A0182-6F49-4F4E-A85D-44672461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51798-3548-47EB-94E5-EE5DDBBC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894CD-6F1B-4A95-8508-E7BEA786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Fluid: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flow: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phenomena: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Dimensional: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Types: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8B67D-592F-41D6-AA95-62B666C9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7347928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BB2C8-A6D7-44DD-919C-0EA66639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1D75A-A4B6-4AFE-83AF-21F81C82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9944F-8139-4D3A-B580-AD4A9F20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E3C8A-D097-4BD6-A6AD-23A201F7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75CB8-A572-40BB-935B-DF7A36A3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Structure/material: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Mechanism/process: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8D6B7-90E2-4A69-8387-3415A840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081031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B5C9B-6921-4E82-9CED-02236F3F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81D0E-2B75-4876-AEB0-9F085D5B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83EFC-AFE7-4A2A-AF2A-444C20DC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25C57-C914-4E5D-AECB-6B6ED3B7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8FB73-2AE9-4A98-AAC5-45858CEB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Listing uses without explaining the structure-property or process-performance link.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6B32A-BD16-40D0-9F2E-778FA453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6162069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5FECC-2D6A-4776-8EDC-BAD3C32F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86C1E-B923-49EE-86A2-8F1BBEF5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F3599-4E81-46BB-8E58-7AB519DB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4C375-2CE2-4F4A-9858-C5716BB3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61B6E-9531-481E-9918-1319C45E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Fluid flow phenomena and Dimensional Analysis 8 Hours Types of fluids -...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Types of fluid flow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Measurement of fluid flow : Rotameter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pitot tube. Dimensionless Numbers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Primary and derived quantities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3F6D8-8672-49BC-B2CD-B51D88CA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2769B-93BB-4EF5-A052-5342F228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2BB40-B1A5-4B2D-B621-8B407CF1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2649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2026-08-24T16:02:40.8570000Z</dcterms:created>
  <dcterms:modified xsi:type="dcterms:W3CDTF">2026-08-24T16:02:40.8570000Z</dcterms:modified>
</coreProperties>
</file>