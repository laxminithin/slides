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223049ec65498a" /><Relationship Type="http://schemas.openxmlformats.org/officeDocument/2006/relationships/extended-properties" Target="/docProps/app.xml" Id="Rb9f6f1debb254c6e" /><Relationship Type="http://schemas.openxmlformats.org/officeDocument/2006/relationships/officeDocument" Target="/ppt/presentation.xml" Id="Re3fe20cafeb64b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409006716453f"/>
  </p:sldMasterIdLst>
  <p:notesMasterIdLst>
    <p:notesMasterId xmlns:r="http://schemas.openxmlformats.org/officeDocument/2006/relationships" r:id="R8c5559de37b84845"/>
  </p:notesMasterIdLst>
  <p:sldIdLst>
    <p:sldId xmlns:r="http://schemas.openxmlformats.org/officeDocument/2006/relationships" id="256" r:id="R252f74fd0bab45ac"/>
    <p:sldId xmlns:r="http://schemas.openxmlformats.org/officeDocument/2006/relationships" id="257" r:id="Ra55415ae727140c1"/>
    <p:sldId xmlns:r="http://schemas.openxmlformats.org/officeDocument/2006/relationships" id="258" r:id="R29cbeb7bdedc404a"/>
    <p:sldId xmlns:r="http://schemas.openxmlformats.org/officeDocument/2006/relationships" id="259" r:id="R3e430ed4f70e4ce6"/>
    <p:sldId xmlns:r="http://schemas.openxmlformats.org/officeDocument/2006/relationships" id="260" r:id="Rf11300fa4e744a1e"/>
    <p:sldId xmlns:r="http://schemas.openxmlformats.org/officeDocument/2006/relationships" id="261" r:id="R5683914d05b04398"/>
    <p:sldId xmlns:r="http://schemas.openxmlformats.org/officeDocument/2006/relationships" id="262" r:id="Rd26814f3009d458b"/>
    <p:sldId xmlns:r="http://schemas.openxmlformats.org/officeDocument/2006/relationships" id="263" r:id="R4ecb59580a384bd6"/>
    <p:sldId xmlns:r="http://schemas.openxmlformats.org/officeDocument/2006/relationships" id="264" r:id="R7db94e6c038c443d"/>
    <p:sldId xmlns:r="http://schemas.openxmlformats.org/officeDocument/2006/relationships" id="265" r:id="Rb0d5e6b11bc74537"/>
    <p:sldId xmlns:r="http://schemas.openxmlformats.org/officeDocument/2006/relationships" id="266" r:id="R8b4c7e2e566a432e"/>
    <p:sldId xmlns:r="http://schemas.openxmlformats.org/officeDocument/2006/relationships" id="267" r:id="Rb0774735ced84c7b"/>
    <p:sldId xmlns:r="http://schemas.openxmlformats.org/officeDocument/2006/relationships" id="268" r:id="R78220f7018f34eea"/>
    <p:sldId xmlns:r="http://schemas.openxmlformats.org/officeDocument/2006/relationships" id="269" r:id="Rc7da0496b3e9472e"/>
    <p:sldId xmlns:r="http://schemas.openxmlformats.org/officeDocument/2006/relationships" id="270" r:id="Rf016e167d0604012"/>
    <p:sldId xmlns:r="http://schemas.openxmlformats.org/officeDocument/2006/relationships" id="271" r:id="R92b5675828994c6c"/>
    <p:sldId xmlns:r="http://schemas.openxmlformats.org/officeDocument/2006/relationships" id="272" r:id="Rb05f30cb688e46a2"/>
    <p:sldId xmlns:r="http://schemas.openxmlformats.org/officeDocument/2006/relationships" id="273" r:id="Rdb1b7070af6e4273"/>
    <p:sldId xmlns:r="http://schemas.openxmlformats.org/officeDocument/2006/relationships" id="274" r:id="R3c5f601655894bc5"/>
    <p:sldId xmlns:r="http://schemas.openxmlformats.org/officeDocument/2006/relationships" id="275" r:id="Ra8650b13ff114dac"/>
    <p:sldId xmlns:r="http://schemas.openxmlformats.org/officeDocument/2006/relationships" id="276" r:id="Ra8e88efd334448c3"/>
    <p:sldId xmlns:r="http://schemas.openxmlformats.org/officeDocument/2006/relationships" id="277" r:id="R3af8916772114e4d"/>
    <p:sldId xmlns:r="http://schemas.openxmlformats.org/officeDocument/2006/relationships" id="278" r:id="R38c9bdacdff64a63"/>
    <p:sldId xmlns:r="http://schemas.openxmlformats.org/officeDocument/2006/relationships" id="279" r:id="R3290ecae100a4dad"/>
    <p:sldId xmlns:r="http://schemas.openxmlformats.org/officeDocument/2006/relationships" id="280" r:id="R97df03acc0754373"/>
    <p:sldId xmlns:r="http://schemas.openxmlformats.org/officeDocument/2006/relationships" id="281" r:id="R5450721172064dd1"/>
    <p:sldId xmlns:r="http://schemas.openxmlformats.org/officeDocument/2006/relationships" id="282" r:id="Rdbd2e89ee2c14f1a"/>
    <p:sldId xmlns:r="http://schemas.openxmlformats.org/officeDocument/2006/relationships" id="283" r:id="Rd78d312538454cc3"/>
    <p:sldId xmlns:r="http://schemas.openxmlformats.org/officeDocument/2006/relationships" id="284" r:id="R856af9255bfb4556"/>
    <p:sldId xmlns:r="http://schemas.openxmlformats.org/officeDocument/2006/relationships" id="285" r:id="R3955267e2bbf46f5"/>
    <p:sldId xmlns:r="http://schemas.openxmlformats.org/officeDocument/2006/relationships" id="286" r:id="R99856e4874624da4"/>
    <p:sldId xmlns:r="http://schemas.openxmlformats.org/officeDocument/2006/relationships" id="287" r:id="R0dea99170d7e4e68"/>
    <p:sldId xmlns:r="http://schemas.openxmlformats.org/officeDocument/2006/relationships" id="288" r:id="R0648e3f4478a4420"/>
    <p:sldId xmlns:r="http://schemas.openxmlformats.org/officeDocument/2006/relationships" id="289" r:id="R319d415b133e41e6"/>
    <p:sldId xmlns:r="http://schemas.openxmlformats.org/officeDocument/2006/relationships" id="290" r:id="R57aba9b3f50d44f8"/>
    <p:sldId xmlns:r="http://schemas.openxmlformats.org/officeDocument/2006/relationships" id="291" r:id="Rf2495b6add4e40fb"/>
    <p:sldId xmlns:r="http://schemas.openxmlformats.org/officeDocument/2006/relationships" id="292" r:id="R064753a3996d4dfc"/>
    <p:sldId xmlns:r="http://schemas.openxmlformats.org/officeDocument/2006/relationships" id="293" r:id="R67de50495ccd4203"/>
    <p:sldId xmlns:r="http://schemas.openxmlformats.org/officeDocument/2006/relationships" id="294" r:id="Rf3189aa781db4506"/>
    <p:sldId xmlns:r="http://schemas.openxmlformats.org/officeDocument/2006/relationships" id="295" r:id="R6f14d089f52b42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e5a1ef5461401f" /><Relationship Type="http://schemas.openxmlformats.org/officeDocument/2006/relationships/slideMaster" Target="/ppt/slideMasters/slideMaster1.xml" Id="Rb12409006716453f" /><Relationship Type="http://schemas.openxmlformats.org/officeDocument/2006/relationships/notesMaster" Target="/ppt/notesMasters/notesMaster1.xml" Id="R8c5559de37b84845" /><Relationship Type="http://schemas.openxmlformats.org/officeDocument/2006/relationships/presProps" Target="/ppt/presProps.xml" Id="R5865aaa1690a4635" /><Relationship Type="http://schemas.openxmlformats.org/officeDocument/2006/relationships/tableStyles" Target="/ppt/tableStyles.xml" Id="Raa734a20a5a84607" /><Relationship Type="http://schemas.openxmlformats.org/officeDocument/2006/relationships/slide" Target="/ppt/slides/slide1.xml" Id="R252f74fd0bab45ac" /><Relationship Type="http://schemas.openxmlformats.org/officeDocument/2006/relationships/slide" Target="/ppt/slides/slide2.xml" Id="Ra55415ae727140c1" /><Relationship Type="http://schemas.openxmlformats.org/officeDocument/2006/relationships/slide" Target="/ppt/slides/slide3.xml" Id="R29cbeb7bdedc404a" /><Relationship Type="http://schemas.openxmlformats.org/officeDocument/2006/relationships/slide" Target="/ppt/slides/slide4.xml" Id="R3e430ed4f70e4ce6" /><Relationship Type="http://schemas.openxmlformats.org/officeDocument/2006/relationships/slide" Target="/ppt/slides/slide5.xml" Id="Rf11300fa4e744a1e" /><Relationship Type="http://schemas.openxmlformats.org/officeDocument/2006/relationships/slide" Target="/ppt/slides/slide6.xml" Id="R5683914d05b04398" /><Relationship Type="http://schemas.openxmlformats.org/officeDocument/2006/relationships/slide" Target="/ppt/slides/slide7.xml" Id="Rd26814f3009d458b" /><Relationship Type="http://schemas.openxmlformats.org/officeDocument/2006/relationships/slide" Target="/ppt/slides/slide8.xml" Id="R4ecb59580a384bd6" /><Relationship Type="http://schemas.openxmlformats.org/officeDocument/2006/relationships/slide" Target="/ppt/slides/slide9.xml" Id="R7db94e6c038c443d" /><Relationship Type="http://schemas.openxmlformats.org/officeDocument/2006/relationships/slide" Target="/ppt/slides/slide10.xml" Id="Rb0d5e6b11bc74537" /><Relationship Type="http://schemas.openxmlformats.org/officeDocument/2006/relationships/slide" Target="/ppt/slides/slide11.xml" Id="R8b4c7e2e566a432e" /><Relationship Type="http://schemas.openxmlformats.org/officeDocument/2006/relationships/slide" Target="/ppt/slides/slide12.xml" Id="Rb0774735ced84c7b" /><Relationship Type="http://schemas.openxmlformats.org/officeDocument/2006/relationships/slide" Target="/ppt/slides/slide13.xml" Id="R78220f7018f34eea" /><Relationship Type="http://schemas.openxmlformats.org/officeDocument/2006/relationships/slide" Target="/ppt/slides/slide14.xml" Id="Rc7da0496b3e9472e" /><Relationship Type="http://schemas.openxmlformats.org/officeDocument/2006/relationships/slide" Target="/ppt/slides/slide15.xml" Id="Rf016e167d0604012" /><Relationship Type="http://schemas.openxmlformats.org/officeDocument/2006/relationships/slide" Target="/ppt/slides/slide16.xml" Id="R92b5675828994c6c" /><Relationship Type="http://schemas.openxmlformats.org/officeDocument/2006/relationships/slide" Target="/ppt/slides/slide17.xml" Id="Rb05f30cb688e46a2" /><Relationship Type="http://schemas.openxmlformats.org/officeDocument/2006/relationships/slide" Target="/ppt/slides/slide18.xml" Id="Rdb1b7070af6e4273" /><Relationship Type="http://schemas.openxmlformats.org/officeDocument/2006/relationships/slide" Target="/ppt/slides/slide19.xml" Id="R3c5f601655894bc5" /><Relationship Type="http://schemas.openxmlformats.org/officeDocument/2006/relationships/slide" Target="/ppt/slides/slide20.xml" Id="Ra8650b13ff114dac" /><Relationship Type="http://schemas.openxmlformats.org/officeDocument/2006/relationships/slide" Target="/ppt/slides/slide21.xml" Id="Ra8e88efd334448c3" /><Relationship Type="http://schemas.openxmlformats.org/officeDocument/2006/relationships/slide" Target="/ppt/slides/slide22.xml" Id="R3af8916772114e4d" /><Relationship Type="http://schemas.openxmlformats.org/officeDocument/2006/relationships/slide" Target="/ppt/slides/slide23.xml" Id="R38c9bdacdff64a63" /><Relationship Type="http://schemas.openxmlformats.org/officeDocument/2006/relationships/slide" Target="/ppt/slides/slide24.xml" Id="R3290ecae100a4dad" /><Relationship Type="http://schemas.openxmlformats.org/officeDocument/2006/relationships/slide" Target="/ppt/slides/slide25.xml" Id="R97df03acc0754373" /><Relationship Type="http://schemas.openxmlformats.org/officeDocument/2006/relationships/slide" Target="/ppt/slides/slide26.xml" Id="R5450721172064dd1" /><Relationship Type="http://schemas.openxmlformats.org/officeDocument/2006/relationships/slide" Target="/ppt/slides/slide27.xml" Id="Rdbd2e89ee2c14f1a" /><Relationship Type="http://schemas.openxmlformats.org/officeDocument/2006/relationships/slide" Target="/ppt/slides/slide28.xml" Id="Rd78d312538454cc3" /><Relationship Type="http://schemas.openxmlformats.org/officeDocument/2006/relationships/slide" Target="/ppt/slides/slide29.xml" Id="R856af9255bfb4556" /><Relationship Type="http://schemas.openxmlformats.org/officeDocument/2006/relationships/slide" Target="/ppt/slides/slide30.xml" Id="R3955267e2bbf46f5" /><Relationship Type="http://schemas.openxmlformats.org/officeDocument/2006/relationships/slide" Target="/ppt/slides/slide31.xml" Id="R99856e4874624da4" /><Relationship Type="http://schemas.openxmlformats.org/officeDocument/2006/relationships/slide" Target="/ppt/slides/slide32.xml" Id="R0dea99170d7e4e68" /><Relationship Type="http://schemas.openxmlformats.org/officeDocument/2006/relationships/slide" Target="/ppt/slides/slide33.xml" Id="R0648e3f4478a4420" /><Relationship Type="http://schemas.openxmlformats.org/officeDocument/2006/relationships/slide" Target="/ppt/slides/slide34.xml" Id="R319d415b133e41e6" /><Relationship Type="http://schemas.openxmlformats.org/officeDocument/2006/relationships/slide" Target="/ppt/slides/slide35.xml" Id="R57aba9b3f50d44f8" /><Relationship Type="http://schemas.openxmlformats.org/officeDocument/2006/relationships/slide" Target="/ppt/slides/slide36.xml" Id="Rf2495b6add4e40fb" /><Relationship Type="http://schemas.openxmlformats.org/officeDocument/2006/relationships/slide" Target="/ppt/slides/slide37.xml" Id="R064753a3996d4dfc" /><Relationship Type="http://schemas.openxmlformats.org/officeDocument/2006/relationships/slide" Target="/ppt/slides/slide38.xml" Id="R67de50495ccd4203" /><Relationship Type="http://schemas.openxmlformats.org/officeDocument/2006/relationships/slide" Target="/ppt/slides/slide39.xml" Id="Rf3189aa781db4506" /><Relationship Type="http://schemas.openxmlformats.org/officeDocument/2006/relationships/slide" Target="/ppt/slides/slide40.xml" Id="R6f14d089f52b42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33ae766d5b49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c271afd51c41d3" /><Relationship Type="http://schemas.openxmlformats.org/officeDocument/2006/relationships/notesMaster" Target="/ppt/notesMasters/notesMaster1.xml" Id="Rf774b7c5813440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65d5c574a460a" /><Relationship Type="http://schemas.openxmlformats.org/officeDocument/2006/relationships/notesMaster" Target="/ppt/notesMasters/notesMaster1.xml" Id="R53ebcb31e6174a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30dd3fe6954f57" /><Relationship Type="http://schemas.openxmlformats.org/officeDocument/2006/relationships/notesMaster" Target="/ppt/notesMasters/notesMaster1.xml" Id="R64e3ccc1bdee4d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1db24f347d4eca" /><Relationship Type="http://schemas.openxmlformats.org/officeDocument/2006/relationships/notesMaster" Target="/ppt/notesMasters/notesMaster1.xml" Id="R27833acd26274d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ae2c9c076400a" /><Relationship Type="http://schemas.openxmlformats.org/officeDocument/2006/relationships/notesMaster" Target="/ppt/notesMasters/notesMaster1.xml" Id="R8f427cea37b742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cdd95b5eca4f4a" /><Relationship Type="http://schemas.openxmlformats.org/officeDocument/2006/relationships/notesMaster" Target="/ppt/notesMasters/notesMaster1.xml" Id="Rd3029c6a74b044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91b86456c476a" /><Relationship Type="http://schemas.openxmlformats.org/officeDocument/2006/relationships/notesMaster" Target="/ppt/notesMasters/notesMaster1.xml" Id="Rb27fc6d7c86740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96fcf1d1e4a3b" /><Relationship Type="http://schemas.openxmlformats.org/officeDocument/2006/relationships/notesMaster" Target="/ppt/notesMasters/notesMaster1.xml" Id="R2853abbee39042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6272196bde45b3" /><Relationship Type="http://schemas.openxmlformats.org/officeDocument/2006/relationships/notesMaster" Target="/ppt/notesMasters/notesMaster1.xml" Id="R2cdb7270b26b4a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d21d3e0c1748e0" /><Relationship Type="http://schemas.openxmlformats.org/officeDocument/2006/relationships/notesMaster" Target="/ppt/notesMasters/notesMaster1.xml" Id="Rca607e51b18441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2af09a9e1e43a5" /><Relationship Type="http://schemas.openxmlformats.org/officeDocument/2006/relationships/notesMaster" Target="/ppt/notesMasters/notesMaster1.xml" Id="Rf17b4eeba03648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8280ba347a4b10" /><Relationship Type="http://schemas.openxmlformats.org/officeDocument/2006/relationships/notesMaster" Target="/ppt/notesMasters/notesMaster1.xml" Id="Race6b0b44a244c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0855980cdf424d" /><Relationship Type="http://schemas.openxmlformats.org/officeDocument/2006/relationships/notesMaster" Target="/ppt/notesMasters/notesMaster1.xml" Id="R95f4f6753da844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0d85af81e744cf" /><Relationship Type="http://schemas.openxmlformats.org/officeDocument/2006/relationships/notesMaster" Target="/ppt/notesMasters/notesMaster1.xml" Id="R186515e4996744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715036229d42db" /><Relationship Type="http://schemas.openxmlformats.org/officeDocument/2006/relationships/notesMaster" Target="/ppt/notesMasters/notesMaster1.xml" Id="Rbb88045ce92349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ef32195f68495e" /><Relationship Type="http://schemas.openxmlformats.org/officeDocument/2006/relationships/notesMaster" Target="/ppt/notesMasters/notesMaster1.xml" Id="Ra522f90a94cd4a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4e75a578524411" /><Relationship Type="http://schemas.openxmlformats.org/officeDocument/2006/relationships/notesMaster" Target="/ppt/notesMasters/notesMaster1.xml" Id="Re08ac948d4034d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75df96072b48ac" /><Relationship Type="http://schemas.openxmlformats.org/officeDocument/2006/relationships/notesMaster" Target="/ppt/notesMasters/notesMaster1.xml" Id="Rb9600264ed4046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2ecb11abb34537" /><Relationship Type="http://schemas.openxmlformats.org/officeDocument/2006/relationships/notesMaster" Target="/ppt/notesMasters/notesMaster1.xml" Id="R9bb40d257aba49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908e12f5e8a49d6" /><Relationship Type="http://schemas.openxmlformats.org/officeDocument/2006/relationships/notesMaster" Target="/ppt/notesMasters/notesMaster1.xml" Id="R99607e702f8d4c9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ea56d2405f443b9" /><Relationship Type="http://schemas.openxmlformats.org/officeDocument/2006/relationships/notesMaster" Target="/ppt/notesMasters/notesMaster1.xml" Id="R598ffdb114fa42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ae22b41020240a5" /><Relationship Type="http://schemas.openxmlformats.org/officeDocument/2006/relationships/notesMaster" Target="/ppt/notesMasters/notesMaster1.xml" Id="Rdf4f3750879c46f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4b52805bd64b94" /><Relationship Type="http://schemas.openxmlformats.org/officeDocument/2006/relationships/notesMaster" Target="/ppt/notesMasters/notesMaster1.xml" Id="R70ed2dac4c384c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d461d1b0184da2" /><Relationship Type="http://schemas.openxmlformats.org/officeDocument/2006/relationships/notesMaster" Target="/ppt/notesMasters/notesMaster1.xml" Id="Re07f48d2670440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77c2d1377cf48ce" /><Relationship Type="http://schemas.openxmlformats.org/officeDocument/2006/relationships/notesMaster" Target="/ppt/notesMasters/notesMaster1.xml" Id="R4e3ab005ab0441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af639513f3c495c" /><Relationship Type="http://schemas.openxmlformats.org/officeDocument/2006/relationships/notesMaster" Target="/ppt/notesMasters/notesMaster1.xml" Id="R2f7df86e89ff479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6be30e513824445" /><Relationship Type="http://schemas.openxmlformats.org/officeDocument/2006/relationships/notesMaster" Target="/ppt/notesMasters/notesMaster1.xml" Id="Ra149f40f74074f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5692caa3fc4e67" /><Relationship Type="http://schemas.openxmlformats.org/officeDocument/2006/relationships/notesMaster" Target="/ppt/notesMasters/notesMaster1.xml" Id="Rb516502450d343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088610f3c34317" /><Relationship Type="http://schemas.openxmlformats.org/officeDocument/2006/relationships/notesMaster" Target="/ppt/notesMasters/notesMaster1.xml" Id="R595e0eb126134c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870e5f52ec841e5" /><Relationship Type="http://schemas.openxmlformats.org/officeDocument/2006/relationships/notesMaster" Target="/ppt/notesMasters/notesMaster1.xml" Id="R4fee024f911448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a60c8495ec749a2" /><Relationship Type="http://schemas.openxmlformats.org/officeDocument/2006/relationships/notesMaster" Target="/ppt/notesMasters/notesMaster1.xml" Id="R005fa0cd4b6d4e7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243d1c0e704be0" /><Relationship Type="http://schemas.openxmlformats.org/officeDocument/2006/relationships/notesMaster" Target="/ppt/notesMasters/notesMaster1.xml" Id="R79da95652df143d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04de63d80b24052" /><Relationship Type="http://schemas.openxmlformats.org/officeDocument/2006/relationships/notesMaster" Target="/ppt/notesMasters/notesMaster1.xml" Id="R9f0a8e1cebd14d2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1386812f1c0444c" /><Relationship Type="http://schemas.openxmlformats.org/officeDocument/2006/relationships/notesMaster" Target="/ppt/notesMasters/notesMaster1.xml" Id="R8fa71ae1c7c24b2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b277d1e28134cea" /><Relationship Type="http://schemas.openxmlformats.org/officeDocument/2006/relationships/notesMaster" Target="/ppt/notesMasters/notesMaster1.xml" Id="R9e7ebe82efed42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0a247a4b874c3d" /><Relationship Type="http://schemas.openxmlformats.org/officeDocument/2006/relationships/notesMaster" Target="/ppt/notesMasters/notesMaster1.xml" Id="R02be6331fc9444f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4f5d5311f484807" /><Relationship Type="http://schemas.openxmlformats.org/officeDocument/2006/relationships/notesMaster" Target="/ppt/notesMasters/notesMaster1.xml" Id="Rb16b9dc231624a5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4f8b3e17f146af" /><Relationship Type="http://schemas.openxmlformats.org/officeDocument/2006/relationships/notesMaster" Target="/ppt/notesMasters/notesMaster1.xml" Id="R054b9798fb0a498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12edd1ddca849d1" /><Relationship Type="http://schemas.openxmlformats.org/officeDocument/2006/relationships/notesMaster" Target="/ppt/notesMasters/notesMaster1.xml" Id="R7c3273f14abc423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3dd0776f6a04bd8" /><Relationship Type="http://schemas.openxmlformats.org/officeDocument/2006/relationships/notesMaster" Target="/ppt/notesMasters/notesMaster1.xml" Id="R5fc34ac66d60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1f25619814a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fce53fd52949ce" /><Relationship Type="http://schemas.openxmlformats.org/officeDocument/2006/relationships/slideLayout" Target="/ppt/slideLayouts/slideLayout1.xml" Id="R4da9002608d34b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a9002608d34b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a5519b264bfc" /><Relationship Type="http://schemas.openxmlformats.org/officeDocument/2006/relationships/notesSlide" Target="/ppt/notesSlides/notesSlide1.xml" Id="R76ddce20323944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9ba7503f84a91" /><Relationship Type="http://schemas.openxmlformats.org/officeDocument/2006/relationships/notesSlide" Target="/ppt/notesSlides/notesSlide2.xml" Id="R3d86a4d231e248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c032504364473" /><Relationship Type="http://schemas.openxmlformats.org/officeDocument/2006/relationships/notesSlide" Target="/ppt/notesSlides/notesSlide3.xml" Id="Rb0d2e7e8055c40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ade84253f45a5" /><Relationship Type="http://schemas.openxmlformats.org/officeDocument/2006/relationships/notesSlide" Target="/ppt/notesSlides/notesSlide4.xml" Id="R68cac682c9f44c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e4fa3ce0348c3" /><Relationship Type="http://schemas.openxmlformats.org/officeDocument/2006/relationships/notesSlide" Target="/ppt/notesSlides/notesSlide5.xml" Id="Rc638040b133b48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f7b97078343a1" /><Relationship Type="http://schemas.openxmlformats.org/officeDocument/2006/relationships/notesSlide" Target="/ppt/notesSlides/notesSlide6.xml" Id="R5962a6daf2754d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d462b1a2d4aa8" /><Relationship Type="http://schemas.openxmlformats.org/officeDocument/2006/relationships/notesSlide" Target="/ppt/notesSlides/notesSlide7.xml" Id="R6af1e45092cf40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ab0a38ee24a83" /><Relationship Type="http://schemas.openxmlformats.org/officeDocument/2006/relationships/notesSlide" Target="/ppt/notesSlides/notesSlide8.xml" Id="Rb0b37161368745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545a960f54216" /><Relationship Type="http://schemas.openxmlformats.org/officeDocument/2006/relationships/notesSlide" Target="/ppt/notesSlides/notesSlide9.xml" Id="Ra4d13daa428545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a5fcc6a1e4513" /><Relationship Type="http://schemas.openxmlformats.org/officeDocument/2006/relationships/notesSlide" Target="/ppt/notesSlides/notesSlide10.xml" Id="Rc967a573aad247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b0775b69e4f76" /><Relationship Type="http://schemas.openxmlformats.org/officeDocument/2006/relationships/notesSlide" Target="/ppt/notesSlides/notesSlide11.xml" Id="R81add7ece4924f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ac9b22781495e" /><Relationship Type="http://schemas.openxmlformats.org/officeDocument/2006/relationships/notesSlide" Target="/ppt/notesSlides/notesSlide12.xml" Id="R04f68452341045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045fc602c4c53" /><Relationship Type="http://schemas.openxmlformats.org/officeDocument/2006/relationships/notesSlide" Target="/ppt/notesSlides/notesSlide13.xml" Id="R5ae7171dc60c4c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d377ebd4e4c8c" /><Relationship Type="http://schemas.openxmlformats.org/officeDocument/2006/relationships/notesSlide" Target="/ppt/notesSlides/notesSlide14.xml" Id="R77e7deaef1e84b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96dcb77ee4c1b" /><Relationship Type="http://schemas.openxmlformats.org/officeDocument/2006/relationships/notesSlide" Target="/ppt/notesSlides/notesSlide15.xml" Id="Rd3c051a6e21b48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6da91e32a4fd7" /><Relationship Type="http://schemas.openxmlformats.org/officeDocument/2006/relationships/notesSlide" Target="/ppt/notesSlides/notesSlide16.xml" Id="R35b6ce5ebf1747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569156eba4d98" /><Relationship Type="http://schemas.openxmlformats.org/officeDocument/2006/relationships/notesSlide" Target="/ppt/notesSlides/notesSlide17.xml" Id="R2dbccde13ad142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7320fa6bd48ff" /><Relationship Type="http://schemas.openxmlformats.org/officeDocument/2006/relationships/notesSlide" Target="/ppt/notesSlides/notesSlide18.xml" Id="R87c0fe9c111745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ddf2435ec4345" /><Relationship Type="http://schemas.openxmlformats.org/officeDocument/2006/relationships/notesSlide" Target="/ppt/notesSlides/notesSlide19.xml" Id="R56475006cfc247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e930c9ec94706" /><Relationship Type="http://schemas.openxmlformats.org/officeDocument/2006/relationships/notesSlide" Target="/ppt/notesSlides/notesSlide20.xml" Id="R0cddfccbb64a40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b97ff63fe485a" /><Relationship Type="http://schemas.openxmlformats.org/officeDocument/2006/relationships/notesSlide" Target="/ppt/notesSlides/notesSlide21.xml" Id="R19159c50b21044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bf2e18a3f4f7b" /><Relationship Type="http://schemas.openxmlformats.org/officeDocument/2006/relationships/notesSlide" Target="/ppt/notesSlides/notesSlide22.xml" Id="Ra7e7ed82e1ed4c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a959c7d7a4975" /><Relationship Type="http://schemas.openxmlformats.org/officeDocument/2006/relationships/notesSlide" Target="/ppt/notesSlides/notesSlide23.xml" Id="R68df517dcf1446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0d3ee77b041a6" /><Relationship Type="http://schemas.openxmlformats.org/officeDocument/2006/relationships/notesSlide" Target="/ppt/notesSlides/notesSlide24.xml" Id="Ree17f346eb2d4f2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e01a5f0e84226" /><Relationship Type="http://schemas.openxmlformats.org/officeDocument/2006/relationships/notesSlide" Target="/ppt/notesSlides/notesSlide25.xml" Id="Rc85b93c04cef40c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ad87d3d0e412c" /><Relationship Type="http://schemas.openxmlformats.org/officeDocument/2006/relationships/notesSlide" Target="/ppt/notesSlides/notesSlide26.xml" Id="R87829ae136a941e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269917f1b4b6c" /><Relationship Type="http://schemas.openxmlformats.org/officeDocument/2006/relationships/notesSlide" Target="/ppt/notesSlides/notesSlide27.xml" Id="R76d688353c7e4aa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8d593aec94382" /><Relationship Type="http://schemas.openxmlformats.org/officeDocument/2006/relationships/notesSlide" Target="/ppt/notesSlides/notesSlide28.xml" Id="Rf67e4efa852b43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3616a565e4704" /><Relationship Type="http://schemas.openxmlformats.org/officeDocument/2006/relationships/notesSlide" Target="/ppt/notesSlides/notesSlide29.xml" Id="R06d0a97f869847e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e32dcee154f09" /><Relationship Type="http://schemas.openxmlformats.org/officeDocument/2006/relationships/notesSlide" Target="/ppt/notesSlides/notesSlide30.xml" Id="Rdbe9a02ecb47419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497743c6648fa" /><Relationship Type="http://schemas.openxmlformats.org/officeDocument/2006/relationships/notesSlide" Target="/ppt/notesSlides/notesSlide31.xml" Id="Rc34f8558df77427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da60322734e38" /><Relationship Type="http://schemas.openxmlformats.org/officeDocument/2006/relationships/notesSlide" Target="/ppt/notesSlides/notesSlide32.xml" Id="R94a9bed086984ab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725a198c64c90" /><Relationship Type="http://schemas.openxmlformats.org/officeDocument/2006/relationships/notesSlide" Target="/ppt/notesSlides/notesSlide33.xml" Id="Rbee0eab3b59940b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3e0eaf21048de" /><Relationship Type="http://schemas.openxmlformats.org/officeDocument/2006/relationships/notesSlide" Target="/ppt/notesSlides/notesSlide34.xml" Id="Rb57b8d711ba947a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f5565b3f740c5" /><Relationship Type="http://schemas.openxmlformats.org/officeDocument/2006/relationships/notesSlide" Target="/ppt/notesSlides/notesSlide35.xml" Id="R70c4750409df424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87ba549304bc3" /><Relationship Type="http://schemas.openxmlformats.org/officeDocument/2006/relationships/notesSlide" Target="/ppt/notesSlides/notesSlide36.xml" Id="R5e30b385583e42e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dc890ecad43fd" /><Relationship Type="http://schemas.openxmlformats.org/officeDocument/2006/relationships/notesSlide" Target="/ppt/notesSlides/notesSlide37.xml" Id="Ra86421eedaf1445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86613ae334241" /><Relationship Type="http://schemas.openxmlformats.org/officeDocument/2006/relationships/notesSlide" Target="/ppt/notesSlides/notesSlide38.xml" Id="Rb34e226244674e5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c2d67f854a6e" /><Relationship Type="http://schemas.openxmlformats.org/officeDocument/2006/relationships/notesSlide" Target="/ppt/notesSlides/notesSlide39.xml" Id="Ra7aa76ff2a344fd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4c48415014a9a" /><Relationship Type="http://schemas.openxmlformats.org/officeDocument/2006/relationships/notesSlide" Target="/ppt/notesSlides/notesSlide40.xml" Id="R1eaaf4ec46ad4f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6210E-04D4-4157-BBBE-47BE2C25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D6201-B605-4219-BE1C-D3B5A63E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Safety in Chemical Process Industries 8 Hours Safety in Chemical Process Industries, Lessons for the Management, Importa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C9A9C-461A-4072-BCF9-22E281AE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30A6D-F602-4189-BE60-3F58F847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231EF-6995-4DF1-B303-261E4B76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9C188-BC17-4C68-9F24-6210B43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D9BC0-C135-48D0-878C-0CC720DA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7F684-C15E-45C0-B3E9-693A965E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8ACEB-C890-47C8-B531-57152F7D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572BA-9CD3-4A0E-B616-B24E2F65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5B01C-8739-47C3-A3E7-68294D2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1F633-F5EA-49F4-B9B0-6B8415E5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E5857-D387-46DF-8240-86D9592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26408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FAC39-FA94-4186-9E98-08BADE31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1C086-6946-4EA5-962B-7592E2F8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742D0-8C44-4489-97AE-CFE647D7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7E8D2-AFAF-4BC9-A89A-AD4592F5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6B52E-1B40-4447-9DEE-CD9C9DE0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1C442-787E-4D90-BDA6-E8459DF7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0260B-ECDB-4254-9ECF-710A568C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E2548-689B-491A-A33D-49ED30CA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2F999-D210-44A4-9551-FB5653D7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3F94F-6ADF-4ED7-9D03-D1A8AC60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BAE3A-8C8A-4013-8435-6DB1C45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0F087-4427-4EF2-B8DB-7E85C535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C25FC-8018-48DA-9955-1DCF4C4B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E0E12-10F1-473C-95E2-DD73DD2D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B7417-8E08-4685-81BE-189269C3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8106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98E77-13D8-46E3-9CBD-7E0EDB65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3015B-C881-474D-8DC0-2EF6303F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D5AF7-F5CD-4280-9D8E-C9716B9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BC9AD-DEEE-4B89-85FF-285C9D7F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4D59D-AB56-49B0-B22D-01A45F09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270EA-3152-4869-9F78-A5F2FA95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F2379-48C3-41EA-A41E-8AF3A74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8C6BF-A2F3-476E-AD68-FFE60A29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7ADDC-F263-4CB9-9A55-2B7F1600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Safety in Chemical Process Industries 8 Hours Safety in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172E6-608A-451B-8E11-B979ED60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2DCDD-59C3-4EFD-BE0C-23E372E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16606-A12B-4C48-880B-AB2936DE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Case Study 2: Environmental Hazards of a Green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26ED1-8B81-4CBD-81B3-3C0F7434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7F596-ED9B-422C-96BA-576D2EC6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1B989-B176-4F8C-9D4A-FFB952F6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Case study 3: Bottling plant of Coco -Cola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1797D-2454-4714-B11A-99CA881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EC65F-AD1A-48FE-B23B-DC0C38B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8DD2B-BD2C-47A2-A91E-C826DE8C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Basic safety and process management (Process design for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33D32-9944-4B0E-9661-4CFA87E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9ADDF-F552-4E75-B8ED-C2DEA9DF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17252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B5A8D-6547-4A4B-94DF-86B808DA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A2D2E-FC0F-4350-B479-7A2C0299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F059A-0B44-4AD6-A8BC-72CDC670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82757-42A3-4F64-81BF-7A14E23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82CF3-C814-4774-A7E0-BBA18707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C6C3B-94C3-4A00-96A8-2293351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5FA8F-7BAA-4F09-8F25-9B2B5A66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077C5-388C-4A87-AFBB-18657AEB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Safety in Chemical Process Industries 8 Hours Safety in C...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EEE6A-1213-4270-859C-201B552B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C1F83-6F14-437F-A1F3-D2154EA5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FEED0-3071-429B-84C8-9AADF73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Case Study 2: Environmental Hazards of a Green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E8E09-716A-470B-A908-CF38034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495EE-99A2-4991-8940-5422E2B0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CBB18-CAD2-45BC-80E5-567D509F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Case study 3: Bottling plant of Coco -Cola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E7F8C-470D-4DB5-9EDC-1711B0E8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A0279-13C3-42D9-9BBD-105804FC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BBBED-A710-45BC-AA6B-B94F6CAB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Basic safety and process management (Process design for s...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839E9-009C-450A-86DF-42B9519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F47EA-8FE5-4E8B-9B3A-6A1223A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39C1F-731D-45D5-AD12-52F972BE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9465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7D490-A939-49EA-BC75-B7593750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481FA-8308-45EE-B041-1DD16A42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46596-C8E8-4845-8CCE-41431851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05239-FE38-4EC7-B8B4-A8001901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8CF9F-6FA2-4E21-B191-26982D7A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E7E36-11AC-4675-A5E2-3CD694FF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Chemical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B8D8C-FC0A-45BB-AB58-42D36A8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Industries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935F3-488B-4E48-AFB1-4226DDBD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Lessons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5C7F7-FE03-4F90-8186-3544113C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C1975-9017-4624-8744-5C16A5DC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Importa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A8351-A500-4F52-B364-B2349AC3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Importance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F7AC8-4C08-42BE-9927-72174748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Quantitative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B5087-ABF8-4C4B-AB66-A57801F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3DD0A-539E-4963-9749-0DB61B6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E23FF-A98B-407E-81BC-0820E6F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2E5F5-7DF8-437D-A02B-B1A23C8E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25238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BFE42-3E81-4997-A2D1-EC011382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5E4E2-ACC2-4DDC-A523-765246A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754F0-975E-4112-80DD-00DABD76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9716A-C57A-482E-A9BB-F3396329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CB7F1-98C3-4539-81A8-D85F2FE7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Safety in Chemical Process Industries 8 Hours Safety in Chemical Process Industries, Lessons for the Management...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44182-E303-44EF-BCCB-58D7B05A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Safety in Chemical Process Industries 8 H...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435AE-0780-4ADD-B0F5-708E64C0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17B3C-A517-43B8-BEF0-828A7BEC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9EA1D-0AA8-4F9E-8A48-429C583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C2D25-FF96-4493-A45F-A8CEE5EE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F17F7-C4E6-4EFA-8C2D-4F2CF00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CCFBA-BC18-438B-AE9E-C58D945C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7C3B5-0BD8-4594-AFFC-6744C3E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1B123-9073-4F3B-AF88-0F05C5BF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388B7-B99E-441D-8053-A70B093D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23CE5-2651-4597-8C82-A4FC9F6C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2478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760CB-73F8-4A44-AB17-A75EB2E6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D4F43-C098-4466-91D6-3981515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91136-F4FD-49E7-BB7F-1433D1B0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66BB-AD53-47C8-ABBD-6DDE105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4AC18-E33D-493E-A070-15061E00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B285F-5B04-4D2C-AFDD-D82CBA86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BD867-29F8-469E-B680-71254D9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F37A5-0A63-49AC-9627-4C7B814E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FFEC0-3A12-4705-818E-4ED45F93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Safety...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B80E6-090F-4477-851B-B951ACD2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61EAD-A573-468B-9515-5AAA775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71AF7-C656-4B97-8495-E4D6D8B9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Safety in Chemica...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7E6FE-88D6-4B08-A135-70691282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6EC27-D0A4-4AF7-AB5D-5310AAB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BCE18-A666-451B-A232-147C07E3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Safety 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C4A4B-43FB-4C73-B529-1329807A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8DC8C-D583-4301-A363-E8347B06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FE118-C1FC-4C3D-A307-4A698741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Safety in Chem...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DE586-6488-44D2-82F7-6BB34FF5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370E8-CB74-49B2-A906-EDF0BB5B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381BA-FB44-4C96-992E-2F06354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Safety in Chem...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A89E3-3ABD-409B-9A67-F365A994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0F1AB-E8F6-4DED-902B-5D16A7B0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51001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D89E0-A905-4C83-9DC4-B258B521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ADFD2-85FA-45B6-B2B7-6F5BB43D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40732-E2BA-41A3-928E-7DB0DE68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0907E-4EFD-4868-BACF-8DB6A142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6E4FB-9386-42F8-BB5A-961A25D2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E6E15-F509-4741-A891-F538EDA5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4FA5A-2F4E-465A-9F8A-7297732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D7EDD-3738-4C21-8A2E-87353563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C6890-4AA5-4E2E-BD13-BF19848C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669CD-6AC1-4A20-AECA-99226039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64C61-F6D5-453A-9896-BA5F7927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AD82E-4243-4A84-B1FC-62DF5499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79308-4C7C-450C-9EC2-F85FDC30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CE6A3-3E77-45BC-8165-2D80CC1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9D219-D3A6-4A44-86F5-0C197C6F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21121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BCFD7-4F21-4015-9C38-741F6A12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72F91-4520-4EAF-8AC5-0F5BC7E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F2FB0-29CE-4627-82EA-57A2E379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74C42-931B-4A31-9BCF-FBB6E8D2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38D77-9A6D-49D1-971D-C23F76B4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F5A89-6E01-4FCC-A069-F2EF5BD6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Safety in Chemical Process Industries 8 Hours Safety in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15CDD-D396-4697-83E6-3A732C2C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8A76B-2F15-4987-B3E1-09056393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118C7-EE55-415A-998C-613E7EF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200EB-83F4-42CD-BC9B-353729D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FD498-4530-4F20-A1CC-5837933C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80489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CF5A5-5052-4174-B0B7-D2D9B9CE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D21F6-F7FD-4B8D-960E-B323F83E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04F6A-03D1-4F0F-92BD-25F55E68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C68FA-9B1D-4F4F-ADC2-99BD5007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BF5C2-40A8-4F43-B057-C029EBAD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Case Study 2: Environmental Hazards of a Green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19483-6D4F-4ACA-B64C-AD7B78D7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Case Study 2: Environmental Hazards of a...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AAA55-5A8B-4316-956A-0FE7B4C1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1DEEB-8246-448F-B165-348E5C5C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E8405-3413-4DB6-B088-7DEE8D75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DC33D-70EE-4140-98FF-BE7A9812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894CA-BC8D-4A31-8ADB-58B6BE20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AB97B-881F-4269-8F41-839A66EF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0E93A-FB0E-4739-8A35-79E4012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D902B-476F-4485-AE79-E503917B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6C802-0BF5-42ED-A802-5837E5B7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B400B-C316-4769-971F-44D0D34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62505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A3A7B-2D09-4E43-ADBF-547B3774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37D94-CF5C-4B4C-8419-4860F154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53840-B32F-4C1A-87F0-819F4ABE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A0C4F-02B1-43B1-984C-3D5D7845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35124-831C-4B09-9342-B815F035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A72E3-5CFA-4D62-BA0E-1CD3660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32744-ACEC-4F36-A4B3-B0A43B8E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BF95F-CB7B-4D7D-97E5-97F360D3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A4775-0A1A-44E4-8416-A415E9F8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Case 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D946C-4327-4D7E-B2B8-A034C4DD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C1D13-9308-4CCB-8412-A0E38711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6C2D7-026D-48B7-8E5B-35C9E91F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Case Study 2: Env...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0525E-3A67-4582-BE87-906C463E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799EE-B218-4C97-AA2F-9B64BD0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B9E8D-5019-473B-A2B5-34DE8948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Case Stu...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D6F9D-F05E-4E95-B2E4-FC4D7666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DDB9C-FD9C-45E3-AC7E-B32855E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61CE5-537F-4A81-8D30-D049E38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Case Study 2:...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76933-1AE1-481F-B137-898C762F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C920A-568A-407C-8E7A-DC8DFADE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FB29B-95AC-47F5-A36E-B03C904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Case Study 2:...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972B3-516F-43FA-AEA6-6E6DD58C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82643-9756-4B6B-98D2-0A922BEF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9955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C7539-D36D-40E3-AB6E-A20463A3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8494B-5889-44AC-937A-1E9E2FEC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571C1-CA5D-4C43-BFB9-27A0160D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B060-B529-441E-B4C2-12CDD983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020C7-8AB6-4934-9165-6B8FF981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CB664-A1E4-4EBA-9676-0AE535F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D734E-FA7A-4481-8AAD-1AF3257C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3675D-7F26-4330-8C31-0A4EE381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980A1-E92A-4E70-A019-201BEA9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26A03-7532-402D-A3F9-9C2B73B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62F59-6DA2-4FA0-AE63-821E244F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78B8F-7557-4255-A7FA-F47149F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E3127-B1E3-4274-9198-71A586E5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5F544-C6C7-430E-AF8C-C2986D43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9CA02-DCB4-4737-B84D-4B398362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35577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FB46A-9134-4D33-96B0-B7889300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4D2C5-6EAA-41AD-AA15-637CF4B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FBBA7-FD1A-4E79-A7F2-2FDC205A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CB6C5-217E-41EE-A3E2-43DBACA7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B8607-FAB1-4164-9ED3-3F058D5B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CF126-B883-4A3A-AF51-D89945F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Case Study 2: Environmental Hazards of a Green Project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3318B-FE80-4C75-974B-2922514F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6E25D-F00C-4001-B81B-FE4477FE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E9C24-5E3C-4A50-AA89-8D361D39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0D5CE-3835-42D8-A604-109755C0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B1361-036A-4C59-A618-EE59FC26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66607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2753A-EFD8-4B8A-9DDB-34290A85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2ED88-E48F-4F7A-A944-2A25CBE6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D6114-1547-4932-80E6-7AAF2A2D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23A26-E0FC-4457-A52E-825FCE28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AC7CF-F870-4FBB-B71F-091E5C4B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Case study 3: Bottling plant of Coco -Cola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C73E4-0B1B-44EC-963D-52440314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Case study 3: Bottling plant of Coco -Cola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23863-773D-4F7A-BC45-753D5FA6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B2F23-624C-42D9-9B91-7FABC743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C56A4-D4E2-48D1-A2BC-1FB9A45E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DAA82-9E01-4066-A871-ED7A35F4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4958D-A5F8-4F36-AE2F-A9BF49C9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C35B4-CD4A-4DE6-BC86-D928C0DF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91227-B163-42E7-8323-3C2DA515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7FDD8-FCAD-4330-B952-5F16DA3F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9BD71-439E-464D-81FA-BEF864BD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64825-FDD8-43D6-959B-30D82412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714403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5F7BB-4AB7-4D2C-BB76-59382190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36913-85AF-4521-8114-73D6B1CB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C982B-7AEF-430E-8EBD-41515E66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A256B-9C84-485F-9B81-08AC9FBC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CA49E-E6B0-46B9-B27C-7CF1FA17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8129-1F25-4A12-AA7E-9240890B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214A5-5CB6-48E5-B33A-15CBC14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3AA94-726F-4B0D-8ADE-FAE0E971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BC399-AEAE-4724-A08B-E688A1A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Case 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BE44A-8919-4E5F-B970-BDEBB6E5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3F140-811D-4A15-9277-827BA57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F4408-D253-45ED-876E-5240C3FB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Case study 3: Bot...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1CA9C-6E05-4784-A2F3-54550F8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A3DC6-A062-49EF-912B-3689AF69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B292B-7083-46FE-9DA4-3B33C6A0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Case stu...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441AD-0393-45CA-BD10-4B23E101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C1210-9D0F-4660-9491-06A86F42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D837C-CA99-42B3-A7E8-B78B539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Case study 3:...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91942-B0BB-40A8-9C03-62960F5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6057B-E3C0-40CA-B88D-CC69990C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6F349-8DFC-45EE-B91E-C1E3C500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Case study 3:...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289EE-408F-400C-8416-0D88B54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C6745-38D5-4C12-BCE2-9E42BE4F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49632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E267D-39AF-4594-AA2A-48D4FACB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389DC-201D-47FB-B3F5-485266D0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EBBEA-AAB9-4A8B-8A68-55DC6655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E5761-328B-4CD2-BD7B-227FED96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60EDD-3C04-4389-916D-9AAB17C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72FBF-78CD-4C39-AAD9-984D7819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0C4C6-F074-4E4B-B452-1C23E45B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9A50B-D42D-4F83-8B56-4C5CE31B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4F042-2C27-47A2-90CF-DA4193E1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CD263-1A5F-4A48-A0CE-790E7D10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880B9-C611-4115-991F-B606F28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54F98-25DD-4FEC-81D1-7348C16F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0CA02-87C6-43F5-BA3B-B198C0D2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CE3BD-0DD5-4A0E-A72A-8D2D72FF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05BC0-1238-4CF9-8E5A-D1F7DBD2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21703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BA7BC-4507-4F0B-875D-7E58D4BA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5C290-1919-42DD-9277-55E254AD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27356-EF93-454E-B1FA-2B69AEDE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469ED-60F7-4972-9F36-6B6998A6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55ADD-4369-4E0C-B0D8-86BCE5A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BD673-8C06-4F1C-B515-77E0602C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Case study 3: Bottling plant of Coco -Cola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FA2CB-BA48-4293-ACEF-CCF158C9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A4850-EE62-41EA-B26E-4BA8A22A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C4B74-F5C1-4F34-8964-839EEB63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21F2E-D785-489B-9701-70C3AC63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4750-CE51-4F69-B0C7-7904B4F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76790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8B9A2-13A2-4743-A0C7-E189DBCB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BEE57-8049-424A-898C-FE17746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94F66-79E0-4B4E-8B3E-1BD3B20C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1C8A3-BFDB-42C9-B939-CBCB455F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0A6F5-8CF9-4C1A-9070-B38E3255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Basic safety and process management (Process design for safety, introduction to HAZOP and safety management pro...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B6605-C06C-4B24-BE4B-0EAF0339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 safety and process management (Proc...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66D91-FE9D-4BDC-9338-F4932AAC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77CEA-F0C0-4288-AA5E-C7D7286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3010D-B0F3-420E-9685-91560FA7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70B56-5FE6-485E-A086-4B49907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70A7B-C7A3-4047-A8B6-FC362734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C2AD8-DAEE-49F7-81C3-65457957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A548A-9F2C-4168-8ADD-1715FBD3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61156-5EBE-4714-B516-DD758230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7F3BF-0268-4ABA-92D7-ECA4DB86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7BC50-ED06-4651-BD9D-21E07FD5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171109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84ABD-D50D-4F77-A3C4-4623837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2D6D5-127B-4CE5-A811-FF9D8D5F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0A474-5395-4F65-A2AE-EAFF92A4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207D3-800B-4D81-A03D-65713401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AF247-2EB1-4011-B92A-4A00E2FB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311E8-3563-4F3F-88C3-0CDD8750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1DCD4-9416-4219-A588-B7143CE3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429C5-0D7C-4288-AFC7-4DCAC26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30707-DC32-4F4B-8341-C9E37AB1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Basic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5DEF4-7641-4F06-AC14-C5F45D04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F6992-7A75-4BDD-96BC-40D168E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0CFE5-7776-435B-9EDD-64570FF7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Basic safety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AD012-7D5A-4BBD-BA2B-53269CE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E21D6-1B1D-4787-BEA3-9D8FBC7C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F0271-E1AB-459F-A14A-A3279E7A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Basic sa...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8C681-7E05-40A7-BDAC-0AA686BE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19B5C-BFD9-442C-861F-B8AB14A1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056E9-99EA-42BB-896F-521A7CA5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Basic safety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5B6A3-47E8-43A3-A8FD-44FFED59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2F401-B622-47E9-8B78-99226F80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2AC43-AB77-4919-B36E-9FDB99C6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Basic safety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FFB6D-7F4A-43FF-8676-5E51725B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24DE7-9B77-4114-809D-6D30ED20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21903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4F3AC-F4FD-4F63-8F6F-D6E18850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A6F2B-CA7E-4A76-91BA-06C08322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86BEF-8080-4F96-8370-9AE048A8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8B6D9-56DF-4529-9CCB-407CE9F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472CC-0758-4BC3-8600-97B05889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C35E1-5F23-4874-A8D4-D0BC0689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CB502-3A3E-4090-805F-573ECE45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4D9B0-D3FF-439F-9900-C9C6154C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50906-AFFC-4AC2-834D-B21CA612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61855-4A93-455C-A56C-9575DD92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5B6B1-CDAF-4F54-8F54-DFA71419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CFE28-7A02-47DD-A7EC-0402A337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73714-B64F-44B8-9C6D-4AB3173A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EE20E-3C11-41BE-B47C-E7BAB99F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02389-1158-479B-BB3D-EE9A3C6A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92572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A0058-C29E-49AB-8847-CF447CC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88B56-918C-42CC-843F-F3CB340E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060EA-51DF-47D3-9B4C-6311B4F1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AA681-E355-45FC-8D53-F01EAF3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19696-CDA1-4CE6-B81B-D181AD4B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636AC-248C-4C45-B8A7-54A0F87D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Basic safety and process management (Process design for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D208A-E1CC-4082-A4D9-49953D24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40DFE-47D7-46D8-80CB-701AE8DC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35859-F2FD-47CC-85F7-E27BBC86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1DDA5-344A-472D-9F70-297D0E5D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EDAFA-D1BE-48E4-81D2-6E973CA5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94308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87157-CB60-458E-8FC4-92C9AE1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AD8A4-5EE6-4800-B01D-C9B13F64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39391-0384-49F9-BB8D-1FB8E30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3CD04-3C61-4AC1-98C6-AEDA555C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14D1B-1565-4350-89B4-8BEF2532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33C0B-ED9E-454D-803C-7EEE0E04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679689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344A1-35E5-470B-AEE6-8A01C437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D6609-5F57-40F5-8AC1-00661A78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4E2EA-0AAB-46C9-96AD-78F7C46A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C0F12-7AAC-4C22-A46B-31B137E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4EB4B-C2CC-4DE1-85B8-FC84F25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Safety: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Industries: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Lessons: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Management: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EB0D7-5B81-49DA-B3F4-A6339A30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0929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71654-F9F3-404E-9F70-DAA7751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0E5BD-E939-48A0-B5BF-353C2AA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9866C-4CA6-451D-B146-358E281B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E0595-CCB8-43FD-8429-2690FB8D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B0A61-0488-49D3-BA69-529D1800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3ED72-73ED-4232-B974-7A62546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00251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57B00-1B77-4134-B18C-3F592D2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50C3D-BAB6-42AB-B01F-9ED432B7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0FE68-0B5A-4CA1-A857-FDEF22B6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0A515-7ED6-485D-98B4-0592297F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6B66E-B948-4112-8649-173B8E91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345E9-F90C-4E6D-AF8A-9FC9E91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344916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C4D3A-D9AF-4FD8-B1FC-40E77651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E4BDB-2626-4CA1-B951-2A7FFF26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5616D-3A0C-4701-BF1C-78F1F321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58294-656E-4024-83FF-0CF39D59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1D156-0D0F-4D67-9E8C-231F815A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Safety in Chemical Process Industries 8 Hours Safety in Chemical Proces...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Case Study 2: Environmental Hazards of a Green Project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Case study 3: Bottling plant of Coco -Cola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Basic safety and process management (Process design for safety, introdu...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726EB-72CA-47BE-9F1D-62890E3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1A21D-0B03-4831-AAC1-8BFB4CB9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84EE-6458-4B70-8FF7-91CA7CBA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663871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8E8949-46FA-4D00-98C9-3BEFC1F5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043AB-C079-45F3-8958-ECED812B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2: Environmental Hazards of a Gr...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11B7C-42AC-4029-A634-154CE4A2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5B4ED-DB6B-41F6-8DC0-A7189FBD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4D55A-48C8-4921-951F-675D7B1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CBB01-BB29-4166-BAE4-09CE177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C1B40-11B8-4E61-B481-DCA32FEE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DB9AE-7967-444A-B0A3-3655DF4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3E000-2B01-4611-BB59-035F0C1C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3EBA7-FE2D-4782-A6E0-7B546B3B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2F750-DB03-41A1-87CB-AEE0DFB4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AD606-97C8-41A5-A936-BDF3AFF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71B6E-AAEF-4529-B12E-FB730947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B64DD-942A-433D-9B41-15CF0DF2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60257-DB1E-40DC-8E0E-B58B3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334B8-B4BB-4984-BD97-F76C3255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39E37-30C2-49C3-8DD6-A8CBCDB4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E6446-743B-4ED3-98DC-EE7525F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F86D0-10C7-428F-BFD8-D3427253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CE996-4858-4E99-A123-6E92AC69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F99F4-F43B-4D24-B0B8-633ABE6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DFA11-2EB6-47FE-BE01-2CE37F63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78352-1012-47AC-AC13-A6234BFD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5A7E5-E1BD-4D5C-80FF-0B7A70D3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77CAF-2479-4DC9-8D7A-39C01A7D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C7DBF-0DA9-4A4D-925A-6E3A03B6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B6592-D2F4-4158-AD2B-B2F314C3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0833D-29F3-4616-8252-FB506462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4A9A1-8B60-4C1F-BDB6-AD0C4BC1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B8CB6-9E28-4962-8777-D1FB2E94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EA614B-5DF2-4F2A-ADA7-AF7D011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8CD4F1-42CB-4AA9-B406-901C1205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45586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B82CF4-B3FA-412F-8F7C-D313A4E2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1E6D1-8079-4251-A9E0-F1B252A9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3: Bottling plant of Coco -Cola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06DD-D132-441D-8903-AFF950B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226E0-7471-4142-8B5C-C5A66B7D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1C91E-6328-41F5-A6DC-E2FCE50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87048-0046-4E5D-8775-8DF0C95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7395A-D587-4193-A096-54608276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A96CE-2CFB-4AA2-9EBC-DFD58196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87036-8EBB-4E65-BF16-CF23220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2DC2A-CB81-4531-A84C-72C91241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03488-A63F-479C-BC9B-D0FD15B2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FDE10-99F1-415C-B8CC-C59139EA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DC5F2-6E2D-4555-BCC6-8369645F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78E65-51AF-4DA8-A2A8-6E4DFF4A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BCA62-E769-4A0E-8214-60CE9FBE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95FC1-F3E3-49EE-A9E3-9214B3C1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3A634-187D-4484-924D-0B4C44F9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EE0A3-6DDD-49DF-8AEC-E54CBD8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E28A7-66A3-4789-A523-0B7E533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EDDC6-A156-4145-BE7F-5CCD5F82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FCE8C-7907-412A-B7A2-1638FE84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35FD0-AB11-428E-AD49-5F462A42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78BA3-A25C-494C-8965-4E1C5B9D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DA45C-9D6B-4E56-BC05-010F5B9F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84614-A3CA-4EEA-8548-700640C2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CFD4A-2572-4676-995D-7370B26A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22CF59-48C1-4024-B101-A2190EA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BD771-1F85-4703-BC97-06F3252B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09478F-3853-4E04-83D8-E33659FA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572CF-4786-4A5F-AAE4-D773A861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5E0C6-C07E-4313-B397-F905DACD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7F4E5-9B51-4BF1-AE10-2156B1E5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115460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D75C68-5BFD-4454-8F61-ABB532B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9C9C6-2D8D-4EE8-A842-982215BB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Basic safety and process management (Proces...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7EB51-35DE-4C39-A600-91C5B672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0DF84-7181-4FFA-8343-8F89E83F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7C581-DC7D-45BA-8E77-F29ECD6D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5DB36-C7F8-443D-B926-4C80F21C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ECE7B-EA70-4937-A8BA-1F1D0F12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F41FF-AC77-4F2A-B350-B721A071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81721-EACB-4CC3-BF1E-A9569A3A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CB593-D6A6-4DBD-894F-C1A73A6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5F0C9-D141-482F-B426-8D31D5F3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018E2-F1BF-4604-9E44-3AC583DC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2736A-BE23-4561-AC87-82A564E2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381D2-A462-4615-9C4D-B732E94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A1379-039B-4CEA-BD01-955503DB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D6F3C5-27F8-4DA3-B320-BB25892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B595B-F381-471E-82CC-2C125315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3E3F5-F2BC-455C-BA88-E9E1641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E15CA-B455-4C94-996F-E67F65B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0B4DD-4FAA-4ED8-84B7-A7064742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7D854-90CE-4950-926D-CE2CB79B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6479AD-0187-4D24-9A14-40335B83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61E19-8CED-494F-8C24-BC013790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37D97-8157-4192-8FF2-F32E554A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C08CE-4088-4E20-A817-238DAA8A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4EAD59-0F64-4DAE-AAFF-1F5F5FA5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D3016-46D6-4B34-9A63-619486FD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31835-C9CD-4262-B5AE-5EC51BF3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027672-40F6-444F-B723-BB3F819E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727D7-657E-4D8C-A850-7F75DCF2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11C03-DF25-476C-A491-A58E88E0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9D972-FADA-4C80-A970-68F85B11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050442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D25B17-BC67-4A39-AE8A-CA8E37A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2E232-C552-433F-9ECF-311BFED8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Safety in Chemical Process Industries 8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AE91A-9B22-4174-BDC2-3E50D6D5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4ED41-455E-4A59-B86E-4FB1334C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8A880-B6AA-4731-8689-97F26376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352C7-1378-4091-977D-A6381AB8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E915C-81D4-4F17-8E61-C790AB63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F1E47-8DC4-41DA-826F-C876F70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6AFE9-1214-4A74-9385-53892345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32873-67C7-431D-A585-00198EE5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277DB-E307-4339-90DE-02918AC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373E6-BEEB-436A-A119-20213A2B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4B36B-BF3F-4514-8437-226B852A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A3E72-A4DE-428D-9580-603A6657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83F76-4053-4E6D-A4F3-CB9FCA5D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5439B-7C63-464B-B92C-C9337A8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A8C6D-4CC6-4198-B23D-88CFB9D6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E7F06-BFF1-4A8F-A81D-50FB8769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267F1-FAB2-4495-BA60-AEB2B53E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4DE55-0CC4-4D58-95CE-D4230B3B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41635-62F3-4E3A-A83E-06A27F07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CC38C-454D-4EEA-8F43-4E4BAB60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382CF-236F-4DB1-8DE9-EE6055B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D18EF-0AF3-44EE-A632-58186EC9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48578-5985-4BE9-A950-B0A2D1D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1F061-2791-4493-8C93-A99A553D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607BA4-60B9-4E69-955E-388C228B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B90F2-3EA4-4E4F-A8AA-B3182202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F829C-D60D-42B3-9D6D-50ED1C1C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35E133-3FB7-4822-80AB-91D82768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6ECD8-5267-4665-B7AD-763048E3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CBC53-E2E7-43D9-AC42-E8EFB80A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91002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AF750B-DB66-4382-87AF-296B6F87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B7E00-EF31-4DCB-9B88-E46503CA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2: Environmental Hazards of a Gr...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FA6D8-1624-4009-8EF1-E00DEBA6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7F2CB-EB7A-4B90-960E-6BEC3B0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AD469-2FC9-44FD-A937-A3B02C48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358F5-BD32-4726-A8C6-4B2BBB6F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ED6CB-6A09-4AAC-B3C3-C7AE991F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8867E-347E-4F94-814B-0372352C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33288-A3B7-4C6E-99FA-75568384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18678-D314-4C2B-A43C-ACC313CF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4276D-CF1B-4291-8FA2-36A6C7E0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612D9-099D-4FF7-8A0B-B8594172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7712B-D1F5-47BA-BCC3-72A6B532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2C2AA-D8A7-4111-8D7F-231C7EC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701B8-D671-4B33-A99F-08CE38FB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0F809-ACE2-4152-9895-A533E31B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8B9BC-75F3-4528-ABE1-72004300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0CD78-5572-4CB5-95F4-DBAB9299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A65F8-00E0-4F53-B7D0-DE5A488E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82F43-A5E0-4373-A801-B9AEF1E5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EC24B-6011-4E84-A661-A8492F9B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04CD1-B1F5-43BF-AC03-61A6CAB5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C6E7A-66CE-4A9E-9398-8A328BE1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93E74-E4AA-4FDE-B1C6-06B64938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D7435-2DA6-4518-8566-677D3B7D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915FC-AB3A-4D13-8FC1-AC8B8D86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0DEA97-4F11-4A47-8525-4036DF0B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D8DDBA-B8CD-41BD-8C06-7F91AF4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53489-548B-492A-A43E-CD7A23AE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3299F-263C-4367-ABAB-DF116D90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EF6CDE-C3F0-40E4-B6D7-A55ABF43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2299A5-090D-4C4E-ADEA-BC49BEC1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4166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A121C-B4D2-47F8-93B2-27498BA0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AC1F9-171D-40AF-910D-79EEECB3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3: Bottling plant of Coco -Cola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25580-6A06-4371-8020-E62862EB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9E90A-9AB9-435F-BB46-75B44FE7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A234F-5C4A-40C8-9C70-12BD27A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B46AF-67A8-4A11-A042-8E564A3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053A5-17C7-4428-866B-45E19F5D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1D785-CE42-4047-96D0-0875502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96222-CB0D-4D09-8931-2B94430B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97456-78EE-4E4D-87C4-6444BEC7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61043-33D8-4979-BB23-55F4B21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CC542-C909-4727-97FC-A834532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1733C-5978-41F7-97AC-A12F9527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6BEFD-A2B2-4B95-9296-530FDED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B7885-CF28-46D4-95F3-98560A9B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D63A5-847C-4D7D-8989-411CADA2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3424D-0B00-461D-A4C0-EFAEAF7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6A5CB-5E1B-4DBE-BD07-7480C005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12354-994C-4C63-946D-DC979817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77031-E6AB-48BC-81D1-30930BF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A0DC6-868F-4864-9005-DDE19C4A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BF005-605B-4F6E-BCAE-E1FF0C36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238AE-89CC-4006-9FB8-BCB13889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C4628-7A67-4C6D-ADC4-3D1D0D70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CA05D-C19F-4570-9955-591C218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88E5F-F992-4E6A-90EC-260AA738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B099C-7881-45F2-BE51-B4A9A581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22BA3-24D9-4BFB-9513-0BFBF11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E4210-D89F-4E7F-8A46-DB2AA275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B31B6D-BD68-4D25-AE56-CABD1A5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B4BF7-76E0-4412-90F7-A7583710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C8B79-8625-4827-A85B-BEB1599D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236614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96FF9-7A8C-46A7-BD22-B6E29210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DF0AA-3F7D-45D9-BF26-2C0A9223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Basic safety and process management (Proces...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E911C-EF6D-4EB9-ACAA-2521D39D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DB17E-B0C7-4136-8632-A0A002B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25E25-83A0-42FC-AF23-F40E7F42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9F4C3-B13D-4E8E-841F-8BCE98D9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2125F-E67D-473F-B8AC-E58FA16D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F3DDF-EBF0-460A-B14C-9AEA6AA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B264C-3C56-4DED-915C-2BBAD42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F7A14-AD0F-4D16-BB47-ED92AE91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DE2ED-7C14-44B0-861B-B6A0FC6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E6696-FCAA-40F8-ABF1-12B8A02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C3DB8-B359-4039-BE50-1C89EF1C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1A8E4-228D-4D2E-84EF-0DCF5926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2EBB0-E5A3-4CA7-862C-823BF9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E5789-7224-473E-9C4F-A568CADD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81852-70D3-44CC-A47D-4FA35917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F3338-6EDA-41F3-B1D6-B0D384F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FC313-3201-4B67-A9C2-CF52A1A0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E8F52-04C0-49B3-B5FA-CE86939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97AEA-0694-45E2-B6C9-2AB3A2DE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7FCB5-ADF6-4D5F-8143-8DE2984A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7B761-D4F5-4EB3-9FF8-8FA22AEA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5DFEC-7755-4A4A-B281-A6336D47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EF2F8-3960-47B3-BA69-AAAADC9C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175EC-8B80-4E37-A4B0-C8FBA767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4674D-2F17-4CF4-BEA5-564F8D0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D31D4-A234-42AD-B3D6-9C277F23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C3F2E-1AF2-426D-ABCC-E96E21A2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3E6773-B413-4CCE-9376-A3C106A9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4F6E8-F744-4B91-85C5-60643D24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583784-E846-4993-A485-4D1C2AFE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13274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CB0CA-9A0D-4A5C-B203-7F6FD276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BDEF4-4669-4121-9144-BE0C8272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Safety in Chemical Process Industries 8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99FD6-5848-4BDE-B13A-ACB39040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B4C49-9D75-4C0B-8D26-B03C9FF0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4379C-2EDE-4F81-A449-8FEEFC29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40C07-2917-49CF-BBC1-1015D5E0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D5C58-31E2-44D8-B673-7123FA8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8B3D9-A0C3-4F5E-9F7A-D79B77A5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332AB-89B6-4D89-8A8B-AFCB724B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A36F3-DBF3-4077-8E64-A92732F6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C70BF-6C59-4676-B566-669E4DCD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DECA3-C5A3-4450-A297-69999A71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833A8-E759-428F-B12C-9CBD6B0B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B7347-FA02-4383-8099-AB097886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AAAAC-B31C-4053-8E3E-3201C9FB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6013D-31D1-49F7-BA64-9F4E45B8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63717-289F-42F9-9753-B9E082C3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E3BC0-EB0A-49B6-886B-0CA94D2E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A359E-1726-4FB1-9FF2-675A176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4F376-A64B-4185-9AFA-AE7E061B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73683-6869-4F80-8DA1-FCCD6351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805B7-B6DE-40B0-AD81-9117944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CB2F4-DC27-478A-B03F-513EB90E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000FC-F805-458D-A9E9-351294BD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11BDD-99B2-4526-8D92-887D98E0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19149-6922-4B3A-A4F4-7D8F76AF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56FFA-84D9-49C2-9052-F4CC187C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97AD22-6BB2-4E99-A3E6-1A0BC41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7A79C-D121-4D55-9A3A-08F90B29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A4CDC-7441-4148-A8B2-A2CDD98D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489476-DD5B-4B20-8B5E-2CDD6D0D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5C90D7-47AD-44DE-88C7-E1A5E8E7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802986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52AFA2-FDC5-41CD-8017-9F8D532F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50FE3-E55D-4C5E-BA7F-D4A5E834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2: Environmental Hazards of a Gr...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38A79-A377-484F-A09A-087D0CC3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FE3AF-2B8A-4F9E-9E1A-084D41EF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A6D60-966C-4867-973A-B940F71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33CA9-04DF-45BD-8D59-603F24F5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0045B-612D-4C70-9F9A-5D4DCD93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695AC-731E-4682-A9FF-D6314EA5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5842A-4EBD-4995-866E-818A63D1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0B422-83CD-4C4D-92E3-B2E52E2C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17841-86B6-4A2B-9F06-EF928429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43310-7E21-4506-A85A-A97D64EA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2560F-7520-4238-BF3A-45107B5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B7B23-3BF5-4ABE-B51B-25318726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805A4-A4CD-441D-97BA-C5985FD8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DB6C2-1A66-4F50-9110-6736E355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6B61D-9901-43D3-ACFB-9FF6E3CB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26353-CEA3-4F91-9C6E-E9D9268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9A7F8-C572-48C6-AD7D-EF73F74F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5210E-B88C-4E5E-913B-C81B1A95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11B5D-4D1B-4F6F-B46E-EA5806AB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59209-66A4-44A1-92A3-E98A5F1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4B619-FC7C-4046-9D72-539661BB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26551-7940-4802-BAC5-C8222737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12596-F3B4-419B-AFF9-28E0F79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B9869-10BC-410D-86AA-ABD63A09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06BE8-EBA4-424F-8F10-5ABF9B35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D3310-947F-4F86-B816-53D71B5C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F7630-DEAF-4F1A-A1D2-EDDFF614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483F8-F08D-4F23-86B9-42E4B52B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2B7F24-C0D0-46F2-8C66-F23E58C0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0C35F-994A-494C-B076-8AE7C458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936494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5EBF57-5393-4A34-B828-32C8B3E5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2D14E-F27E-4C4A-B8DA-8A21286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3: Bottling plant of Coco -Cola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7CDB6-4958-4D04-9CD2-2034686B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CFB80-82EC-4D31-BF21-2DD9134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B0A4A-81DB-4866-AFAF-CF06863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E12CC-9ED0-4E21-8695-D1BC67F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42EEA-71C4-43AC-BF6C-70810221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A8EB9-D8BB-440E-BB6D-8993E1F9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B8F76-7AC8-4B83-80BF-AF5622A6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2868F-2399-4B8E-8913-E0E90F4F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EF02F-069B-4027-B9A2-ED938F1C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D968B-C2D9-4161-8043-23FB41D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B0618-CFF1-4840-9AC7-6F2AA813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5084A-2F3B-4186-BA79-534108B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52B4C-C963-489D-A48E-A9865C55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1D758-770B-46CD-95BC-B31F9E84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352EA-1A50-4173-A5BB-CB312FCB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AD4A3-F261-4C17-9079-45DFE240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A90FC-2D25-46B8-A8C6-8A4FB92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AA52A-68B2-4332-979A-20F3CE16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586F8-C114-427A-AE60-1B4D4B5E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38CAA-B522-4106-A82D-0072C48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06F09-C6CE-4D2E-8F27-4DAEC68D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9AD0E-701B-4F2E-91AE-C58045C7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3658E7-83A7-4115-851F-07772F7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EC816-BDF3-48C5-A762-1F5B22D2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F77B6-02E6-4ED7-853C-EF61A252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742E33-B792-4420-83A7-1DEEF054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59FE6C-ADF3-4EFF-81DD-8178BF14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BFE6C-7D8B-4361-8496-05DE1885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886D66-07B0-4D7A-9737-FB89882D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26E98-9CC6-4F78-905E-6DA618BA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115356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D1DA87-DB15-4561-8AD1-1FF2D9C3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F30DC-F8DE-4A85-BE20-B89A704D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Basic safety and process management (Proces...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9F80F-B2FF-4726-AACD-8B05D649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6C5C7-9E5B-40A9-994B-30869077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A079F-DC55-4EC3-8540-4A54374B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BCEAF-A6AC-479B-BBC9-E96A55AC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3ACEA-50A7-41D3-B32F-926325CF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2CB11-2F53-4C3B-B734-DEFF3BF5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E4E1F-A0ED-4112-80B6-7281EA7F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3C529-BE7B-4FFB-AB73-61A97E7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D30AA-AE62-49A2-8361-6B5D442A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46044-0D4A-4069-AA0F-16CBDB9A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0D778-0F25-4FBA-B84E-EB1651A9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C8195-A736-47C7-94E7-7D5B47F2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AC673-B7F7-4CFE-9226-99F38CA1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3A288-949D-48B4-883D-E19595B4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76E49-26A2-45F1-BDD0-105897E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8816A-4D38-408B-BFD3-061E0136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AFE94-3DD2-485F-8499-765B238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03BA9-0576-4951-9EFB-A581CBDC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1937F-995B-4D0A-81FF-82FCBF7B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4114E-CA33-42A7-9D0B-67FD669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E435E-9371-4ED2-AE98-655C92CF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993E3-4A93-4261-8EBD-0447C36F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37C2D-FBE1-40A5-939F-22379957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512883-43F5-40DD-926A-10C5B95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DDA7C7-EDE2-4B34-8F49-705DD521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E5C58-CEF3-425A-BB57-3B8C2D08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949C28-AA54-4A1C-8916-71A6AD08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2B39D9-E734-474B-8BE3-43A06B3F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0E3081-314C-4978-85F6-3C2A9235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D11A6-8295-4495-B4CB-945A71A2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8210120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AD9646-0E55-40F5-ACAD-93E1BF85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CD04F-AEC6-46DB-A10D-64C11E3C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Safety in Chemical Process Industries 8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DFD51-7D5F-471F-89A1-1D7DC0D3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DF005-C368-4E85-80A4-F325F302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197E4-CF69-429B-A09F-869F1354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CF3EA-806E-4933-A765-F087A929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572C9-2953-4EEC-ACD5-C5F007DB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ADCB8-D936-4F8A-9FB3-9B97641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87BB0-BB2F-4BA0-973B-C89998AB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97B85-99E4-4D61-88DA-FC0DF2BA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D85A2-07B4-46CC-AB84-BD746F25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E3C72-B963-42D5-B084-3055DE38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53DE2-5081-484D-B830-D3DD8936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7B679-9771-4B39-9097-C4D1D2D4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4ED8C-DD60-4D6D-9C9D-B0D1343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71D6D-DCC2-4708-86A2-83365FFD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F4EE-831A-4A5F-B966-72CC4560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3A414-CF96-4A6E-90A6-81F54B5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A23C3-FD00-436C-940A-C9D41651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C121C-CFDD-4AED-92B3-A555ADC3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FF5B5-3C7A-49AF-BD4B-E4E5655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870BB-4EF7-444B-91D0-EB2A2FD8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24F01-73D4-400A-B235-95D182C1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65375-E2E6-4767-B36D-9EC98CC7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8091F-EE9B-43AF-8387-2DC3B305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712033-2049-4FD5-A9DB-5B2418C6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696A4-6701-409D-BFB9-E7317919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56549-F94B-4EB2-92D6-916A45D4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686BB-81D6-4EF0-98FE-FB43BC5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3FACD-ECF0-4842-8B2B-EEEEB949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9E393F-5253-4B2D-9101-A26B0130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4201DF-8145-4C66-A786-266D180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734306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2DD3D-C96E-4FEA-B6A4-200E3B46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CBF8F-C2FC-41CC-AA91-02AE7B85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2: Environmental Hazards of a Gr...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9C206-E398-43FF-9D45-785644BD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A93DA-40A9-44DA-B301-E70C7AA1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32244-3488-4502-ACCD-54B991EA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E63A1-C445-4E29-94FC-5D3F3F9F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B6981-12E5-4A72-BC3B-A8FB84E2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E44B2-BE92-4BB5-BB25-0256452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A9DCE-28ED-420E-9EB1-5A6C2D8D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26736-2473-4DE6-A425-80C7838A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66371-F16D-4C61-AD60-077B4B22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9450B-6AC4-45EE-8E8D-3BD5AD54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8D584-A388-46D5-81C3-A2DD0F0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3831F-8EA8-459B-90F0-E675736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97ED0-A1E3-463C-ABD8-8A95BA06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3A2E7-B20C-4CAB-85CA-3E374A45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92EB6-4A6E-4ADC-B8F0-34952FC5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42684-4215-4633-8454-ABD79769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549C5-3E33-4D00-AE54-DA421145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3E55A-B76B-4F90-A78D-65F2F963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13734-1E0E-4AE6-873A-2066BB13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C95D7-9B66-49DB-BF1E-172BF6A2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9E54B-4D06-4647-9391-05A58590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E7996-95ED-48FE-B8F8-137CD313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81A53-0C7B-4B89-809B-AE7D9A2A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FD311-B948-4CFF-8F44-0B19CB82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E8CE0-38E4-42C4-9CED-F448170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6F5D1-E5A1-4FE4-B592-2F05E03D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327520-2465-4A96-88AD-EF0F5A52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1AEC0-6945-4C86-A3BD-2CAAEA60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142C15-2C49-4D02-A3A4-08354A80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48EA73-B5C0-4B50-8A21-1A955631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338300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E692CC-C9D2-40E6-AF23-7B79248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143B9-6DB3-405F-AD27-95D6505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study 3: Bottling plant of Coco -Cola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F5FA7-DB78-4EEE-BE5B-08DB480B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92D88-0619-4F0B-BB13-441C53F9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12110-487A-444F-95EA-CF781580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14783-C28A-488B-91BD-BB35941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762BE-F475-4911-8AC1-AC2C58CB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D8D2A-8C61-4C30-8204-6958DDF9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C16AD-032C-4B6B-8CFD-43323047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0F658-E228-4B49-8E37-6235C947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09268-C515-45EC-98C7-F775E0FC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9AA81-D411-458D-88E7-BAB2D33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BD113-C7BB-4748-AACF-E6DC52CF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EFEEE-445F-4F82-813A-FE7B206B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94B8F-451D-4756-BBB0-BCF8342A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59D71-5AE1-43D2-A26C-869304E1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3CC45-9AFF-4710-A834-D9E8ADC3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B74BC-31E7-4691-80EE-72A0EF9E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B5D3D-4C10-4CDB-97E7-1340532E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3878C-9166-4AD8-AEF9-EAF47EF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1FAE7-D5F8-4057-9A76-B14C8229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BFFF4-8C83-4519-B69B-2B038528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EE1C9-2C87-4E38-B1F1-4EDB09D2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34E18-A321-4923-B2BA-C441E5FA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19E6D-D4E3-45B0-8C60-D8F6D918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F0DBB-0D8B-4CE6-83E8-FDD41EB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AD5A66-D51C-442A-9984-0DCF277F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C525C6-14B5-4773-B8CF-132D8445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39C66C-C1C0-44BA-A816-3C975354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DD578B-DBE8-4ACF-8517-00034207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29BF2D-5BE4-4116-860E-AF3162DD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D47EB-72C9-41BE-88B5-E63F7862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8922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2026-08-24T16:02:41.1150000Z</dcterms:created>
  <dcterms:modified xsi:type="dcterms:W3CDTF">2026-08-24T16:02:41.1150000Z</dcterms:modified>
</coreProperties>
</file>