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7288ace32497f" /><Relationship Type="http://schemas.openxmlformats.org/officeDocument/2006/relationships/extended-properties" Target="/docProps/app.xml" Id="R95e1c564316340b4" /><Relationship Type="http://schemas.openxmlformats.org/officeDocument/2006/relationships/officeDocument" Target="/ppt/presentation.xml" Id="Rf2c1afd1743f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42ccc1cc74675"/>
  </p:sldMasterIdLst>
  <p:notesMasterIdLst>
    <p:notesMasterId xmlns:r="http://schemas.openxmlformats.org/officeDocument/2006/relationships" r:id="R0ca29e393eb24519"/>
  </p:notesMasterIdLst>
  <p:sldIdLst>
    <p:sldId xmlns:r="http://schemas.openxmlformats.org/officeDocument/2006/relationships" id="256" r:id="Rd1587df6057b4a8a"/>
    <p:sldId xmlns:r="http://schemas.openxmlformats.org/officeDocument/2006/relationships" id="257" r:id="Re081a617bdd8460b"/>
    <p:sldId xmlns:r="http://schemas.openxmlformats.org/officeDocument/2006/relationships" id="258" r:id="Rba70cdb8e52f4f18"/>
    <p:sldId xmlns:r="http://schemas.openxmlformats.org/officeDocument/2006/relationships" id="259" r:id="R731a4b96f91449d8"/>
    <p:sldId xmlns:r="http://schemas.openxmlformats.org/officeDocument/2006/relationships" id="260" r:id="R8853a7bfca2a4d2b"/>
    <p:sldId xmlns:r="http://schemas.openxmlformats.org/officeDocument/2006/relationships" id="261" r:id="Rb4f31391acfc4f65"/>
    <p:sldId xmlns:r="http://schemas.openxmlformats.org/officeDocument/2006/relationships" id="262" r:id="R246bebef1e154ca4"/>
    <p:sldId xmlns:r="http://schemas.openxmlformats.org/officeDocument/2006/relationships" id="263" r:id="R288d9dcdd17d445a"/>
    <p:sldId xmlns:r="http://schemas.openxmlformats.org/officeDocument/2006/relationships" id="264" r:id="R190807f15e0444dd"/>
    <p:sldId xmlns:r="http://schemas.openxmlformats.org/officeDocument/2006/relationships" id="265" r:id="Rfba31f9ecd36465a"/>
    <p:sldId xmlns:r="http://schemas.openxmlformats.org/officeDocument/2006/relationships" id="266" r:id="Rb1b21a9cb99946e0"/>
    <p:sldId xmlns:r="http://schemas.openxmlformats.org/officeDocument/2006/relationships" id="267" r:id="Rb98df3cb338340fc"/>
    <p:sldId xmlns:r="http://schemas.openxmlformats.org/officeDocument/2006/relationships" id="268" r:id="Receeb2bd51784c28"/>
    <p:sldId xmlns:r="http://schemas.openxmlformats.org/officeDocument/2006/relationships" id="269" r:id="Rc1f7c68829c14b07"/>
    <p:sldId xmlns:r="http://schemas.openxmlformats.org/officeDocument/2006/relationships" id="270" r:id="R8c79aa21306849c5"/>
    <p:sldId xmlns:r="http://schemas.openxmlformats.org/officeDocument/2006/relationships" id="271" r:id="R09ff783b69664087"/>
    <p:sldId xmlns:r="http://schemas.openxmlformats.org/officeDocument/2006/relationships" id="272" r:id="R6c29904208114917"/>
    <p:sldId xmlns:r="http://schemas.openxmlformats.org/officeDocument/2006/relationships" id="273" r:id="Rdff7ada3aee64579"/>
    <p:sldId xmlns:r="http://schemas.openxmlformats.org/officeDocument/2006/relationships" id="274" r:id="R5d2d192051bf4e64"/>
    <p:sldId xmlns:r="http://schemas.openxmlformats.org/officeDocument/2006/relationships" id="275" r:id="R8022e91454fc4973"/>
    <p:sldId xmlns:r="http://schemas.openxmlformats.org/officeDocument/2006/relationships" id="276" r:id="R63a770b90a3d4224"/>
    <p:sldId xmlns:r="http://schemas.openxmlformats.org/officeDocument/2006/relationships" id="277" r:id="Rc199643bad1144f6"/>
    <p:sldId xmlns:r="http://schemas.openxmlformats.org/officeDocument/2006/relationships" id="278" r:id="Rd85561acffa543b4"/>
    <p:sldId xmlns:r="http://schemas.openxmlformats.org/officeDocument/2006/relationships" id="279" r:id="R1fc12cd8c8984707"/>
    <p:sldId xmlns:r="http://schemas.openxmlformats.org/officeDocument/2006/relationships" id="280" r:id="R6d05bb75f44e4c9c"/>
    <p:sldId xmlns:r="http://schemas.openxmlformats.org/officeDocument/2006/relationships" id="281" r:id="R8272d160609a429e"/>
    <p:sldId xmlns:r="http://schemas.openxmlformats.org/officeDocument/2006/relationships" id="282" r:id="R428d7dcc46b8440e"/>
    <p:sldId xmlns:r="http://schemas.openxmlformats.org/officeDocument/2006/relationships" id="283" r:id="R6e4d13cfab744f95"/>
    <p:sldId xmlns:r="http://schemas.openxmlformats.org/officeDocument/2006/relationships" id="284" r:id="R853edb77f3d84d57"/>
    <p:sldId xmlns:r="http://schemas.openxmlformats.org/officeDocument/2006/relationships" id="285" r:id="Re7799e942c064c8c"/>
    <p:sldId xmlns:r="http://schemas.openxmlformats.org/officeDocument/2006/relationships" id="286" r:id="R05fda058e9824e45"/>
    <p:sldId xmlns:r="http://schemas.openxmlformats.org/officeDocument/2006/relationships" id="287" r:id="Reda9db8f9f0d4391"/>
    <p:sldId xmlns:r="http://schemas.openxmlformats.org/officeDocument/2006/relationships" id="288" r:id="Rdad56ca6d2c24c6f"/>
    <p:sldId xmlns:r="http://schemas.openxmlformats.org/officeDocument/2006/relationships" id="289" r:id="Rd5b680dff6154ad8"/>
    <p:sldId xmlns:r="http://schemas.openxmlformats.org/officeDocument/2006/relationships" id="290" r:id="R0a4c598319324e1e"/>
    <p:sldId xmlns:r="http://schemas.openxmlformats.org/officeDocument/2006/relationships" id="291" r:id="R33a20d65ef3147c7"/>
    <p:sldId xmlns:r="http://schemas.openxmlformats.org/officeDocument/2006/relationships" id="292" r:id="R8ba958b6603e406f"/>
    <p:sldId xmlns:r="http://schemas.openxmlformats.org/officeDocument/2006/relationships" id="293" r:id="R16e22823d3224ce0"/>
    <p:sldId xmlns:r="http://schemas.openxmlformats.org/officeDocument/2006/relationships" id="294" r:id="Rb9fb8eaeeabe4555"/>
    <p:sldId xmlns:r="http://schemas.openxmlformats.org/officeDocument/2006/relationships" id="295" r:id="R7c0f20bb44f747d7"/>
    <p:sldId xmlns:r="http://schemas.openxmlformats.org/officeDocument/2006/relationships" id="296" r:id="Raad8fd23ba6e490d"/>
    <p:sldId xmlns:r="http://schemas.openxmlformats.org/officeDocument/2006/relationships" id="297" r:id="R4c3fdfca14a647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19d4bb9824773" /><Relationship Type="http://schemas.openxmlformats.org/officeDocument/2006/relationships/slideMaster" Target="/ppt/slideMasters/slideMaster1.xml" Id="R6f642ccc1cc74675" /><Relationship Type="http://schemas.openxmlformats.org/officeDocument/2006/relationships/notesMaster" Target="/ppt/notesMasters/notesMaster1.xml" Id="R0ca29e393eb24519" /><Relationship Type="http://schemas.openxmlformats.org/officeDocument/2006/relationships/presProps" Target="/ppt/presProps.xml" Id="Rccb4308246684fd9" /><Relationship Type="http://schemas.openxmlformats.org/officeDocument/2006/relationships/tableStyles" Target="/ppt/tableStyles.xml" Id="R6deb37a53ded4ac4" /><Relationship Type="http://schemas.openxmlformats.org/officeDocument/2006/relationships/slide" Target="/ppt/slides/slide1.xml" Id="Rd1587df6057b4a8a" /><Relationship Type="http://schemas.openxmlformats.org/officeDocument/2006/relationships/slide" Target="/ppt/slides/slide2.xml" Id="Re081a617bdd8460b" /><Relationship Type="http://schemas.openxmlformats.org/officeDocument/2006/relationships/slide" Target="/ppt/slides/slide3.xml" Id="Rba70cdb8e52f4f18" /><Relationship Type="http://schemas.openxmlformats.org/officeDocument/2006/relationships/slide" Target="/ppt/slides/slide4.xml" Id="R731a4b96f91449d8" /><Relationship Type="http://schemas.openxmlformats.org/officeDocument/2006/relationships/slide" Target="/ppt/slides/slide5.xml" Id="R8853a7bfca2a4d2b" /><Relationship Type="http://schemas.openxmlformats.org/officeDocument/2006/relationships/slide" Target="/ppt/slides/slide6.xml" Id="Rb4f31391acfc4f65" /><Relationship Type="http://schemas.openxmlformats.org/officeDocument/2006/relationships/slide" Target="/ppt/slides/slide7.xml" Id="R246bebef1e154ca4" /><Relationship Type="http://schemas.openxmlformats.org/officeDocument/2006/relationships/slide" Target="/ppt/slides/slide8.xml" Id="R288d9dcdd17d445a" /><Relationship Type="http://schemas.openxmlformats.org/officeDocument/2006/relationships/slide" Target="/ppt/slides/slide9.xml" Id="R190807f15e0444dd" /><Relationship Type="http://schemas.openxmlformats.org/officeDocument/2006/relationships/slide" Target="/ppt/slides/slide10.xml" Id="Rfba31f9ecd36465a" /><Relationship Type="http://schemas.openxmlformats.org/officeDocument/2006/relationships/slide" Target="/ppt/slides/slide11.xml" Id="Rb1b21a9cb99946e0" /><Relationship Type="http://schemas.openxmlformats.org/officeDocument/2006/relationships/slide" Target="/ppt/slides/slide12.xml" Id="Rb98df3cb338340fc" /><Relationship Type="http://schemas.openxmlformats.org/officeDocument/2006/relationships/slide" Target="/ppt/slides/slide13.xml" Id="Receeb2bd51784c28" /><Relationship Type="http://schemas.openxmlformats.org/officeDocument/2006/relationships/slide" Target="/ppt/slides/slide14.xml" Id="Rc1f7c68829c14b07" /><Relationship Type="http://schemas.openxmlformats.org/officeDocument/2006/relationships/slide" Target="/ppt/slides/slide15.xml" Id="R8c79aa21306849c5" /><Relationship Type="http://schemas.openxmlformats.org/officeDocument/2006/relationships/slide" Target="/ppt/slides/slide16.xml" Id="R09ff783b69664087" /><Relationship Type="http://schemas.openxmlformats.org/officeDocument/2006/relationships/slide" Target="/ppt/slides/slide17.xml" Id="R6c29904208114917" /><Relationship Type="http://schemas.openxmlformats.org/officeDocument/2006/relationships/slide" Target="/ppt/slides/slide18.xml" Id="Rdff7ada3aee64579" /><Relationship Type="http://schemas.openxmlformats.org/officeDocument/2006/relationships/slide" Target="/ppt/slides/slide19.xml" Id="R5d2d192051bf4e64" /><Relationship Type="http://schemas.openxmlformats.org/officeDocument/2006/relationships/slide" Target="/ppt/slides/slide20.xml" Id="R8022e91454fc4973" /><Relationship Type="http://schemas.openxmlformats.org/officeDocument/2006/relationships/slide" Target="/ppt/slides/slide21.xml" Id="R63a770b90a3d4224" /><Relationship Type="http://schemas.openxmlformats.org/officeDocument/2006/relationships/slide" Target="/ppt/slides/slide22.xml" Id="Rc199643bad1144f6" /><Relationship Type="http://schemas.openxmlformats.org/officeDocument/2006/relationships/slide" Target="/ppt/slides/slide23.xml" Id="Rd85561acffa543b4" /><Relationship Type="http://schemas.openxmlformats.org/officeDocument/2006/relationships/slide" Target="/ppt/slides/slide24.xml" Id="R1fc12cd8c8984707" /><Relationship Type="http://schemas.openxmlformats.org/officeDocument/2006/relationships/slide" Target="/ppt/slides/slide25.xml" Id="R6d05bb75f44e4c9c" /><Relationship Type="http://schemas.openxmlformats.org/officeDocument/2006/relationships/slide" Target="/ppt/slides/slide26.xml" Id="R8272d160609a429e" /><Relationship Type="http://schemas.openxmlformats.org/officeDocument/2006/relationships/slide" Target="/ppt/slides/slide27.xml" Id="R428d7dcc46b8440e" /><Relationship Type="http://schemas.openxmlformats.org/officeDocument/2006/relationships/slide" Target="/ppt/slides/slide28.xml" Id="R6e4d13cfab744f95" /><Relationship Type="http://schemas.openxmlformats.org/officeDocument/2006/relationships/slide" Target="/ppt/slides/slide29.xml" Id="R853edb77f3d84d57" /><Relationship Type="http://schemas.openxmlformats.org/officeDocument/2006/relationships/slide" Target="/ppt/slides/slide30.xml" Id="Re7799e942c064c8c" /><Relationship Type="http://schemas.openxmlformats.org/officeDocument/2006/relationships/slide" Target="/ppt/slides/slide31.xml" Id="R05fda058e9824e45" /><Relationship Type="http://schemas.openxmlformats.org/officeDocument/2006/relationships/slide" Target="/ppt/slides/slide32.xml" Id="Reda9db8f9f0d4391" /><Relationship Type="http://schemas.openxmlformats.org/officeDocument/2006/relationships/slide" Target="/ppt/slides/slide33.xml" Id="Rdad56ca6d2c24c6f" /><Relationship Type="http://schemas.openxmlformats.org/officeDocument/2006/relationships/slide" Target="/ppt/slides/slide34.xml" Id="Rd5b680dff6154ad8" /><Relationship Type="http://schemas.openxmlformats.org/officeDocument/2006/relationships/slide" Target="/ppt/slides/slide35.xml" Id="R0a4c598319324e1e" /><Relationship Type="http://schemas.openxmlformats.org/officeDocument/2006/relationships/slide" Target="/ppt/slides/slide36.xml" Id="R33a20d65ef3147c7" /><Relationship Type="http://schemas.openxmlformats.org/officeDocument/2006/relationships/slide" Target="/ppt/slides/slide37.xml" Id="R8ba958b6603e406f" /><Relationship Type="http://schemas.openxmlformats.org/officeDocument/2006/relationships/slide" Target="/ppt/slides/slide38.xml" Id="R16e22823d3224ce0" /><Relationship Type="http://schemas.openxmlformats.org/officeDocument/2006/relationships/slide" Target="/ppt/slides/slide39.xml" Id="Rb9fb8eaeeabe4555" /><Relationship Type="http://schemas.openxmlformats.org/officeDocument/2006/relationships/slide" Target="/ppt/slides/slide40.xml" Id="R7c0f20bb44f747d7" /><Relationship Type="http://schemas.openxmlformats.org/officeDocument/2006/relationships/slide" Target="/ppt/slides/slide41.xml" Id="Raad8fd23ba6e490d" /><Relationship Type="http://schemas.openxmlformats.org/officeDocument/2006/relationships/slide" Target="/ppt/slides/slide42.xml" Id="R4c3fdfca14a6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179c1512d2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d53ce476a48de" /><Relationship Type="http://schemas.openxmlformats.org/officeDocument/2006/relationships/notesMaster" Target="/ppt/notesMasters/notesMaster1.xml" Id="R48e4da0952c3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2b2d5187f487c" /><Relationship Type="http://schemas.openxmlformats.org/officeDocument/2006/relationships/notesMaster" Target="/ppt/notesMasters/notesMaster1.xml" Id="Rf7dd6eb4fd4a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6c604ded254379" /><Relationship Type="http://schemas.openxmlformats.org/officeDocument/2006/relationships/notesMaster" Target="/ppt/notesMasters/notesMaster1.xml" Id="R05fe877d6bb2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fb0dfedf8f4b2b" /><Relationship Type="http://schemas.openxmlformats.org/officeDocument/2006/relationships/notesMaster" Target="/ppt/notesMasters/notesMaster1.xml" Id="Rf57bd92aa92144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cd94d9ca24055" /><Relationship Type="http://schemas.openxmlformats.org/officeDocument/2006/relationships/notesMaster" Target="/ppt/notesMasters/notesMaster1.xml" Id="Rb5ac4c1f00444f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49b31236041d5" /><Relationship Type="http://schemas.openxmlformats.org/officeDocument/2006/relationships/notesMaster" Target="/ppt/notesMasters/notesMaster1.xml" Id="R07462c355979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eeab76fdb4370" /><Relationship Type="http://schemas.openxmlformats.org/officeDocument/2006/relationships/notesMaster" Target="/ppt/notesMasters/notesMaster1.xml" Id="R7166584486274f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52cd01eafc40cc" /><Relationship Type="http://schemas.openxmlformats.org/officeDocument/2006/relationships/notesMaster" Target="/ppt/notesMasters/notesMaster1.xml" Id="Rc161695a5dbd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b4a8862bef4567" /><Relationship Type="http://schemas.openxmlformats.org/officeDocument/2006/relationships/notesMaster" Target="/ppt/notesMasters/notesMaster1.xml" Id="Rcfb1bdca7feb4c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2cf31ac984867" /><Relationship Type="http://schemas.openxmlformats.org/officeDocument/2006/relationships/notesMaster" Target="/ppt/notesMasters/notesMaster1.xml" Id="R4013e50687004a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74591ddd74321" /><Relationship Type="http://schemas.openxmlformats.org/officeDocument/2006/relationships/notesMaster" Target="/ppt/notesMasters/notesMaster1.xml" Id="Re0ae5123079048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c04e45a2ad41c6" /><Relationship Type="http://schemas.openxmlformats.org/officeDocument/2006/relationships/notesMaster" Target="/ppt/notesMasters/notesMaster1.xml" Id="R3a2bf467a6b449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2f869ca5c34513" /><Relationship Type="http://schemas.openxmlformats.org/officeDocument/2006/relationships/notesMaster" Target="/ppt/notesMasters/notesMaster1.xml" Id="Rdbb751fe69dc4c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950746a684c11" /><Relationship Type="http://schemas.openxmlformats.org/officeDocument/2006/relationships/notesMaster" Target="/ppt/notesMasters/notesMaster1.xml" Id="R8c14f1a49a8944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e51ff836c343fc" /><Relationship Type="http://schemas.openxmlformats.org/officeDocument/2006/relationships/notesMaster" Target="/ppt/notesMasters/notesMaster1.xml" Id="Re844df82bf2c4e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372461512b4a17" /><Relationship Type="http://schemas.openxmlformats.org/officeDocument/2006/relationships/notesMaster" Target="/ppt/notesMasters/notesMaster1.xml" Id="R96bc2e270da14d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38193e7c5e4014" /><Relationship Type="http://schemas.openxmlformats.org/officeDocument/2006/relationships/notesMaster" Target="/ppt/notesMasters/notesMaster1.xml" Id="R0862b960c27a4a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3ef62236004520" /><Relationship Type="http://schemas.openxmlformats.org/officeDocument/2006/relationships/notesMaster" Target="/ppt/notesMasters/notesMaster1.xml" Id="Rb6877255fd2746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56c760ba3c4db8" /><Relationship Type="http://schemas.openxmlformats.org/officeDocument/2006/relationships/notesMaster" Target="/ppt/notesMasters/notesMaster1.xml" Id="R2460325e366b4f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0eb162702e43ac" /><Relationship Type="http://schemas.openxmlformats.org/officeDocument/2006/relationships/notesMaster" Target="/ppt/notesMasters/notesMaster1.xml" Id="Rd394e8e99e2642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04612b0a27428a" /><Relationship Type="http://schemas.openxmlformats.org/officeDocument/2006/relationships/notesMaster" Target="/ppt/notesMasters/notesMaster1.xml" Id="R5fe1f067d0fb45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1223eee38e4180" /><Relationship Type="http://schemas.openxmlformats.org/officeDocument/2006/relationships/notesMaster" Target="/ppt/notesMasters/notesMaster1.xml" Id="Rcbc27843b43c44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5e9722721c450e" /><Relationship Type="http://schemas.openxmlformats.org/officeDocument/2006/relationships/notesMaster" Target="/ppt/notesMasters/notesMaster1.xml" Id="R87a64a831ea145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c7c9b873134a81" /><Relationship Type="http://schemas.openxmlformats.org/officeDocument/2006/relationships/notesMaster" Target="/ppt/notesMasters/notesMaster1.xml" Id="R0759675e410945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e65ce2675e45d4" /><Relationship Type="http://schemas.openxmlformats.org/officeDocument/2006/relationships/notesMaster" Target="/ppt/notesMasters/notesMaster1.xml" Id="R4bf3c3b0180a48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15cea4e19344c8" /><Relationship Type="http://schemas.openxmlformats.org/officeDocument/2006/relationships/notesMaster" Target="/ppt/notesMasters/notesMaster1.xml" Id="Rf5febaaab5e943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e955d15aad4be0" /><Relationship Type="http://schemas.openxmlformats.org/officeDocument/2006/relationships/notesMaster" Target="/ppt/notesMasters/notesMaster1.xml" Id="Radeeecd8f96642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4b5d8a34d14792" /><Relationship Type="http://schemas.openxmlformats.org/officeDocument/2006/relationships/notesMaster" Target="/ppt/notesMasters/notesMaster1.xml" Id="R1176a0cd736240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56cc3c95a564602" /><Relationship Type="http://schemas.openxmlformats.org/officeDocument/2006/relationships/notesMaster" Target="/ppt/notesMasters/notesMaster1.xml" Id="R5565d54648ef46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ff291d93f442e0" /><Relationship Type="http://schemas.openxmlformats.org/officeDocument/2006/relationships/notesMaster" Target="/ppt/notesMasters/notesMaster1.xml" Id="R00852106654f4a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3af4ab4e581448e" /><Relationship Type="http://schemas.openxmlformats.org/officeDocument/2006/relationships/notesMaster" Target="/ppt/notesMasters/notesMaster1.xml" Id="Rfed7e29c313846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11ff9053f084c73" /><Relationship Type="http://schemas.openxmlformats.org/officeDocument/2006/relationships/notesMaster" Target="/ppt/notesMasters/notesMaster1.xml" Id="Rde8194658f004e2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f0d7d37c70447a4" /><Relationship Type="http://schemas.openxmlformats.org/officeDocument/2006/relationships/notesMaster" Target="/ppt/notesMasters/notesMaster1.xml" Id="R748001a0a27543a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fafc634e1644b56" /><Relationship Type="http://schemas.openxmlformats.org/officeDocument/2006/relationships/notesMaster" Target="/ppt/notesMasters/notesMaster1.xml" Id="R96aab5eb0b27454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1f48e8fabfd43c7" /><Relationship Type="http://schemas.openxmlformats.org/officeDocument/2006/relationships/notesMaster" Target="/ppt/notesMasters/notesMaster1.xml" Id="R643f41b6a4ac4a7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3d12c7160947ac" /><Relationship Type="http://schemas.openxmlformats.org/officeDocument/2006/relationships/notesMaster" Target="/ppt/notesMasters/notesMaster1.xml" Id="R6094df632f21459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5764e97947a4548" /><Relationship Type="http://schemas.openxmlformats.org/officeDocument/2006/relationships/notesMaster" Target="/ppt/notesMasters/notesMaster1.xml" Id="Ra79ef5968a9548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57f6192a2c4b8b" /><Relationship Type="http://schemas.openxmlformats.org/officeDocument/2006/relationships/notesMaster" Target="/ppt/notesMasters/notesMaster1.xml" Id="R0095275cb36940b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92c19ee18d14e2f" /><Relationship Type="http://schemas.openxmlformats.org/officeDocument/2006/relationships/notesMaster" Target="/ppt/notesMasters/notesMaster1.xml" Id="R1352d78690344de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caf65ac1504c4a" /><Relationship Type="http://schemas.openxmlformats.org/officeDocument/2006/relationships/notesMaster" Target="/ppt/notesMasters/notesMaster1.xml" Id="R2e3d31a0f6d845d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c6071601ac8412f" /><Relationship Type="http://schemas.openxmlformats.org/officeDocument/2006/relationships/notesMaster" Target="/ppt/notesMasters/notesMaster1.xml" Id="R9a708389519845e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6bcf3cbeffa4deb" /><Relationship Type="http://schemas.openxmlformats.org/officeDocument/2006/relationships/notesMaster" Target="/ppt/notesMasters/notesMaster1.xml" Id="R676e226396f5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969de12bf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7f35d5ae84037" /><Relationship Type="http://schemas.openxmlformats.org/officeDocument/2006/relationships/slideLayout" Target="/ppt/slideLayouts/slideLayout1.xml" Id="Rbae8b2849d1647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8b2849d1647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f9f90284e4be5" /><Relationship Type="http://schemas.openxmlformats.org/officeDocument/2006/relationships/notesSlide" Target="/ppt/notesSlides/notesSlide1.xml" Id="R767f3f9e7986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f39a03cb547ef" /><Relationship Type="http://schemas.openxmlformats.org/officeDocument/2006/relationships/notesSlide" Target="/ppt/notesSlides/notesSlide2.xml" Id="R455b8450937e4f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42fcd076f40dd" /><Relationship Type="http://schemas.openxmlformats.org/officeDocument/2006/relationships/notesSlide" Target="/ppt/notesSlides/notesSlide3.xml" Id="Rb6c7ad278e5943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57bb8c951426b" /><Relationship Type="http://schemas.openxmlformats.org/officeDocument/2006/relationships/notesSlide" Target="/ppt/notesSlides/notesSlide4.xml" Id="R4beb34598142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cb37582dc4bcb" /><Relationship Type="http://schemas.openxmlformats.org/officeDocument/2006/relationships/notesSlide" Target="/ppt/notesSlides/notesSlide5.xml" Id="R0468696043e847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d6ab59f644ce" /><Relationship Type="http://schemas.openxmlformats.org/officeDocument/2006/relationships/notesSlide" Target="/ppt/notesSlides/notesSlide6.xml" Id="Raedc682be0e1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d337140dc40d0" /><Relationship Type="http://schemas.openxmlformats.org/officeDocument/2006/relationships/notesSlide" Target="/ppt/notesSlides/notesSlide7.xml" Id="R1ffe8045bc85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9958eef8469b" /><Relationship Type="http://schemas.openxmlformats.org/officeDocument/2006/relationships/notesSlide" Target="/ppt/notesSlides/notesSlide8.xml" Id="R4eeb779d0510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9b772d57a4138" /><Relationship Type="http://schemas.openxmlformats.org/officeDocument/2006/relationships/notesSlide" Target="/ppt/notesSlides/notesSlide9.xml" Id="Re86e61812d8d47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a140062c547b6" /><Relationship Type="http://schemas.openxmlformats.org/officeDocument/2006/relationships/notesSlide" Target="/ppt/notesSlides/notesSlide10.xml" Id="Rb34c1074a94142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a283b0ea94aff" /><Relationship Type="http://schemas.openxmlformats.org/officeDocument/2006/relationships/notesSlide" Target="/ppt/notesSlides/notesSlide11.xml" Id="Rf78fc9ebcebd46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995829c444bbd" /><Relationship Type="http://schemas.openxmlformats.org/officeDocument/2006/relationships/notesSlide" Target="/ppt/notesSlides/notesSlide12.xml" Id="R6eb1f7247a5b4d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4f1687a1491a" /><Relationship Type="http://schemas.openxmlformats.org/officeDocument/2006/relationships/notesSlide" Target="/ppt/notesSlides/notesSlide13.xml" Id="Rf06424f05f094f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376227de746d9" /><Relationship Type="http://schemas.openxmlformats.org/officeDocument/2006/relationships/notesSlide" Target="/ppt/notesSlides/notesSlide14.xml" Id="R7c2211d47a6844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68a3af8b4504" /><Relationship Type="http://schemas.openxmlformats.org/officeDocument/2006/relationships/notesSlide" Target="/ppt/notesSlides/notesSlide15.xml" Id="Rc16dec9a9c6e40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6e844713e4837" /><Relationship Type="http://schemas.openxmlformats.org/officeDocument/2006/relationships/notesSlide" Target="/ppt/notesSlides/notesSlide16.xml" Id="R38ca5707979e48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23ccac65d4c55" /><Relationship Type="http://schemas.openxmlformats.org/officeDocument/2006/relationships/notesSlide" Target="/ppt/notesSlides/notesSlide17.xml" Id="R6402de72dcf448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302fd5c584fd1" /><Relationship Type="http://schemas.openxmlformats.org/officeDocument/2006/relationships/notesSlide" Target="/ppt/notesSlides/notesSlide18.xml" Id="R324c8c788ae341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44273b5d64a77" /><Relationship Type="http://schemas.openxmlformats.org/officeDocument/2006/relationships/notesSlide" Target="/ppt/notesSlides/notesSlide19.xml" Id="Rc15e71fe243b45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c5d9a075741d4" /><Relationship Type="http://schemas.openxmlformats.org/officeDocument/2006/relationships/notesSlide" Target="/ppt/notesSlides/notesSlide20.xml" Id="R1c58f9272a0b4a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6fec33a4747e5" /><Relationship Type="http://schemas.openxmlformats.org/officeDocument/2006/relationships/notesSlide" Target="/ppt/notesSlides/notesSlide21.xml" Id="R4c89e83f8fda42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d69d22b9b4727" /><Relationship Type="http://schemas.openxmlformats.org/officeDocument/2006/relationships/notesSlide" Target="/ppt/notesSlides/notesSlide22.xml" Id="R731bd9d8d37647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52490c785482b" /><Relationship Type="http://schemas.openxmlformats.org/officeDocument/2006/relationships/notesSlide" Target="/ppt/notesSlides/notesSlide23.xml" Id="Re526f441f52940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9f65b1f454ba3" /><Relationship Type="http://schemas.openxmlformats.org/officeDocument/2006/relationships/notesSlide" Target="/ppt/notesSlides/notesSlide24.xml" Id="R424a58d4737246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5211853743ac" /><Relationship Type="http://schemas.openxmlformats.org/officeDocument/2006/relationships/notesSlide" Target="/ppt/notesSlides/notesSlide25.xml" Id="Ra78e4b281da941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269de283c4ffb" /><Relationship Type="http://schemas.openxmlformats.org/officeDocument/2006/relationships/notesSlide" Target="/ppt/notesSlides/notesSlide26.xml" Id="R80f267f0d9ff4b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5a3225d0a48cf" /><Relationship Type="http://schemas.openxmlformats.org/officeDocument/2006/relationships/notesSlide" Target="/ppt/notesSlides/notesSlide27.xml" Id="Rd6169b74ce2e4f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b1e4e9c1842aa" /><Relationship Type="http://schemas.openxmlformats.org/officeDocument/2006/relationships/notesSlide" Target="/ppt/notesSlides/notesSlide28.xml" Id="R0fd7207ea89844e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3681242134b4b" /><Relationship Type="http://schemas.openxmlformats.org/officeDocument/2006/relationships/notesSlide" Target="/ppt/notesSlides/notesSlide29.xml" Id="Rc15216f6e3424ea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8cfd11d1a407e" /><Relationship Type="http://schemas.openxmlformats.org/officeDocument/2006/relationships/notesSlide" Target="/ppt/notesSlides/notesSlide30.xml" Id="R66cb5c00ef3c4bf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6f9d2b4004e7e" /><Relationship Type="http://schemas.openxmlformats.org/officeDocument/2006/relationships/notesSlide" Target="/ppt/notesSlides/notesSlide31.xml" Id="R63453c88a6cf4c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6e53a5b5b4cb2" /><Relationship Type="http://schemas.openxmlformats.org/officeDocument/2006/relationships/notesSlide" Target="/ppt/notesSlides/notesSlide32.xml" Id="Raba6510a580c44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330c0b2ff4efd" /><Relationship Type="http://schemas.openxmlformats.org/officeDocument/2006/relationships/notesSlide" Target="/ppt/notesSlides/notesSlide33.xml" Id="Rfa234027d40d40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69b9ec4c64fc3" /><Relationship Type="http://schemas.openxmlformats.org/officeDocument/2006/relationships/notesSlide" Target="/ppt/notesSlides/notesSlide34.xml" Id="Rd202eb1d8cea45f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afcf60274316" /><Relationship Type="http://schemas.openxmlformats.org/officeDocument/2006/relationships/notesSlide" Target="/ppt/notesSlides/notesSlide35.xml" Id="Rddb3db2b72d44d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587f5d5fd4ac0" /><Relationship Type="http://schemas.openxmlformats.org/officeDocument/2006/relationships/notesSlide" Target="/ppt/notesSlides/notesSlide36.xml" Id="Rad8b0c17b3cc4b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d8e3512f54adf" /><Relationship Type="http://schemas.openxmlformats.org/officeDocument/2006/relationships/notesSlide" Target="/ppt/notesSlides/notesSlide37.xml" Id="R70fcea47f62a4e9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268eeb4334a20" /><Relationship Type="http://schemas.openxmlformats.org/officeDocument/2006/relationships/notesSlide" Target="/ppt/notesSlides/notesSlide38.xml" Id="Rdf32a9c69914420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b6e00b0f34010" /><Relationship Type="http://schemas.openxmlformats.org/officeDocument/2006/relationships/notesSlide" Target="/ppt/notesSlides/notesSlide39.xml" Id="Ref509a977df940d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a1a7923ec42f6" /><Relationship Type="http://schemas.openxmlformats.org/officeDocument/2006/relationships/notesSlide" Target="/ppt/notesSlides/notesSlide40.xml" Id="R76108b1444dd469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0cbfabe06457d" /><Relationship Type="http://schemas.openxmlformats.org/officeDocument/2006/relationships/notesSlide" Target="/ppt/notesSlides/notesSlide41.xml" Id="Rceb50a9e7fec46f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ac8af402c412f" /><Relationship Type="http://schemas.openxmlformats.org/officeDocument/2006/relationships/notesSlide" Target="/ppt/notesSlides/notesSlide42.xml" Id="Re21cfa49e0ad42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574FA-835E-4606-97E1-D5DE7BA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4C185-5B08-4428-B036-385BC340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IPCC (4 Credits) template 2 2 Modules: Random numbers, the time module, the math module, creating your own modules,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43DF8-A8B6-428B-BEB3-6077959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96A98-BD3A-4BC4-907B-E5D0DE5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57D9D-03A6-47CB-B1D5-4C80F5F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87710-03D6-477E-9BC2-517C8EB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D6CC0-804A-4B40-B6C4-00E042A2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4DED6-2710-46FC-A8C4-8FDC2D9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A2E48-6767-4055-849E-EBCB809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746E0-F88E-459A-A7A0-A7BBBC54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3A0C1-902C-40CB-9B2C-3565AA39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DBD0-8365-43E3-A1D2-5AB4417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E0889-8ED1-4564-A3CE-11A7E48F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77091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3E121-F367-4C6E-A437-01BAB10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B6E4-CFCA-4B6B-ABC8-4E20776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DB466-3187-4135-A6AD-D701AE9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5B1BE-BDDD-4D6D-B721-B79F9806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7E676-F30A-4109-B206-C0505B7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EE5C5-D231-43DA-80E4-D3EAE39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E09E4-1CE6-4608-8E64-703A3F1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836BA-83A7-41F1-9BF3-E10AAEE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8BA5A-8BEC-4FD8-ACB5-79B6381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07731-A850-489C-A82D-5BF7C53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289A-F0E3-4557-ACFE-4630D197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352A2-D241-41B9-8783-14527CAD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C7BCD-E04D-45B5-BCF1-BCF125E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976E1-5CB3-4B13-A2B1-F175950D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7A964-329F-467C-9AAD-76DA5C35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27502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D6116-B9FE-442E-8797-C7B16D97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575F-3B4F-4199-A90B-7FABCB3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662A5-21D1-4BD4-AFA8-34EDFD35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7037F-129E-461A-BA5E-AA61F3CD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7D83D-AF2E-4EAD-8CFD-982289A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59B1-6B27-4C6B-BE49-2496177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0CE8E-C57F-4C1D-B55E-0D28A6CD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AFC3F-72BA-46C6-B179-7F28B739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88588-8F24-4DA3-9A37-1AD4668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Modules: Random numbers, the time module, the math module...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97075-BFF0-4E98-A1A5-C51C8FA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5B642-EC7F-4074-A483-9B647740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AC312-C3A7-47EE-B7DE-38E57EB9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Mutable versus immutable and aliasing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EA5B8-7DB9-4542-A226-AB10B1E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BC0EB-731F-4142-A176-0D8C83C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27F4C-9A63-4C0E-9092-EB5666E5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Object oriented programming: Classes and Objects - The Ba...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608D9-D3F4-4C0B-999B-27C1247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4E708-4542-4ACD-9AB3-232B0FE8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88541-4DD8-4A65-8590-2C01374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Chapter: 8.1-8.8, 9.1, 11.1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500B-294A-402F-BD11-4BEF10E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2274F-32FD-4BA4-8037-FE006459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22315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1D493-9D95-4846-90C0-26E00C7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064B1-FADA-4B91-9B29-A65414C0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15E47-D77A-464E-AADD-AD9C773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B0271-0F14-47E6-844D-6177CC4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E3196-A9BC-49E8-B6C4-B98FA60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9DF03-9EA8-422D-A372-921150E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7D943-71E8-4A7C-94AD-77C57CE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FB1B2-4536-41A8-8692-CDD1072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Modules: Random numbers, the time module, the math module...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CD898-FE7D-44A2-B700-D47CDD3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2ADCB-4098-4416-AD82-3AB9BAB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79CDD-1828-4B71-9D57-315B120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Mutable versus immutable and aliasing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ACD52-D807-4D50-9438-005188D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EBA37-F615-4F95-BB37-E7D9902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586E0-C3E6-4947-A4D4-137A82A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Object oriented programming: Classes and Objects - The Ba...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C13F6-7A48-4AFD-8934-7D8FEE7C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F5E0A-5ACD-49CC-9E47-08CE5B6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944D7-D4A9-4505-8D0D-A127A70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Chapter: 8.1-8.8, 9.1, 11.1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1C413-54AF-499A-9E94-86C5AEE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9F56F-5374-4A37-B723-1606FFB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9E07F-2DA2-47FD-86E0-AA1A5A3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72262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33797-991C-4DE3-BCB2-24D814E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F2881-D53B-4116-BD7F-6E30C69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94934-2AE6-4092-BFE7-FF58377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339B2-B30C-4F86-B116-31DBF6A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5705A-7155-4D77-B9DD-B9E390E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IPCC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CBA1-59FD-4824-B0B1-9142BA3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Credits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27040-5F46-46E2-AB73-C7E4D51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1067-6809-4877-AFA9-BD8D046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Random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2D97-02C6-44D8-9E39-829A43E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40BE0-E155-49C9-9B63-8044301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4BF37-4973-4223-B0C3-2C841032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AF7DB-F760-447B-82AB-37217CE5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creating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E9308-5B94-483E-ABF0-2D8FA4CA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your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987DC-6F92-439A-953D-33B6A55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7617B-9C09-4C4C-A592-937AA76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D3CBC-85B5-4F8C-8436-EAB364A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03416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F04A0-576B-4A37-A6EF-A9C31C2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6B3E8-8DE9-4982-B937-8A867C1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B038D-F0E2-40CC-A4F3-3ED2A35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4EEFE-99DE-4280-9736-03EA6B9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68105-391A-4482-B572-606E4554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Modules: Random numbers, the time module, the math module, creating your own modules, Namespaces, Scope and loo...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F5BC4-189B-4AB8-97B2-6DDF672A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Modules: Random numbers, the time module,...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D761C-0B63-40A3-AE6C-31A775C3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87FC5-CEEC-4ACD-A159-D0B8C23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A96D8-2F20-4588-B0EB-DD6069AF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43F34-2B12-410B-8238-2AF9230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D7729-1CDB-4D94-9226-26C6E9D3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7DAB5-D6F6-4E0D-B013-611CCBA9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8414-15D4-4B00-BDCA-CBFCD4CD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DA932-3D7A-4231-9097-2F384E24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870C1-A6B8-48E4-A60D-108E477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1DBFF-C573-4CAF-88DF-12392451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83054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CE6B0-370A-469A-9BE0-BAAE1F46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09BAB-B706-4626-81BC-C82FD77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D80C7-32EE-4CD7-A187-D0320CA6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5CB54-FE2C-410E-B1D1-B3B9E90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12936-49E6-4172-975D-DCA1B6C9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5F606-55CC-483E-A95B-3D673565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45D7-16CF-4F6B-9A07-DB5A0F45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CF69C-CD9D-4298-ACDD-CD22D1A1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B28C2-EF27-454C-8582-BE6CABE8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Modules: Random numb...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F397E-B40F-4B7B-B500-E949698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E8158-7F5F-48ED-8FD8-1F7F3DEE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5C095-35B1-400F-B5F1-81263A54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Modules: Random...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7F9DB-8226-443A-9BB4-7C20154F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C1489-3824-459D-A9DC-1A6C1BB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8F52B-6E37-44B6-B455-54455264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Modules: Ran...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97A88-F0FD-4A49-9311-DFB3040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9696A-22F5-4E9E-88AC-3698A18D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1FAE0-976B-448A-AFAD-5DBEB97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Modules: Rand...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AEB72-C3CB-4EED-A8CC-ABF1BDA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90F80-8565-4E13-927B-EA42FAFA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4BE4C-2621-40F9-8203-D64B6F7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Modules: Random num...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5A9FE-14D0-4175-964A-C238EA1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B399D-D53B-4A14-87A0-87B5E947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8302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DB8B2-320A-4D7A-9B21-D3D24FF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BAC5B-3C90-4AAF-A8C1-7163505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B95E5-8007-42A8-B271-CF8C9DA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5D971-0119-466A-9BC9-D8C71EE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24806-6A69-4AD6-BC49-EBFFB18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C9B14-EC29-4D9B-8FC4-7F23A5C2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130FC-B375-4DE9-8253-13456A62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67E9E-796A-42B5-9C22-D3121F03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1E5F1-0857-45B6-8BA8-AFCA8CF0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0C9A3-D5AC-45A6-8AA8-A3E400D5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E9758-E9A9-475C-8D38-9392826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85896-88DF-49E6-A8CB-19C8A938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74A95-161C-45C5-99AA-29063903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C26F5-3AEF-43AC-AB47-41146972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2671A-6756-4859-8CEF-17F8345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10232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1F91C-6C57-4824-BF01-CEB9499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B602A-DABF-48F0-B9BB-CC6D60E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A814C-E721-4E10-B6E6-F364D48E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2FF3C-84F9-4114-8446-B6D510D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6689B-AF37-4B9D-9103-6895E70D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116B7-714F-4DB3-9F97-37BFE400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Modules: Random numbers, the time module, the math module...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ABF2E-A394-4688-AE8C-749D1BC1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058B1-B569-4E5F-B742-E9CF98C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7F8A-263D-4793-B1B0-F0B427C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F0C0E-3BCE-41E0-987D-493EAA4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07012-813B-4608-982F-CA6480D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00664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DD89F-03E6-4148-9808-6D30075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7B02B-E0E1-4C04-94CE-76CBDDF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89525-69C3-43DE-B6C3-1904AAF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7420E-9C95-4068-9859-66788E3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603C8-34EE-475F-8205-C468140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Mutable versus immutable and aliasing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0FE29-2C55-424F-846A-9C07AD7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Mutable versus immutable and aliasing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9EDDE-1539-4FCD-8044-CE2207F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0DB46-0E2B-4C5E-80CD-A0B7B35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501D9-204F-4514-9EEA-E3D2DE4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BD7B1-1F57-4EEB-96A3-90E02E31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14F41-E670-407D-AD3A-93F87BC6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94837-866E-4766-AD55-EF947FF1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3D38A-A266-43A9-9B16-78442B2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5A12D-A741-497F-8611-9E37F7A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DC8D-2F18-4B45-9C53-930AC097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40C50-8084-4C15-9138-EF69502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76577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1CB63-FE13-4A13-9EE8-7CC81B6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3A02-F48C-485C-839B-DE3DADC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1E00-B753-4EAF-96B5-D7A5AA8C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6D7B3-76AE-4D5C-BF04-E9220268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B1186-B581-4B04-B24D-BB7FA91C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BA8DA-1436-4E4A-9FDC-E7FCC739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6AB9C-E5FB-46DF-8DCF-84F1B16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76FFD-8C8C-4EDC-9426-65326670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40A78-B050-44DC-98B3-94DB06E2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Mutable versus immut...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B5CA7-B012-4CE3-B2A6-57E141D3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368C1-D3FC-4621-A9CF-0B487B06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AAD19-B6B5-43A1-A09B-B3734211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Mutable versus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B923B-0357-4030-99B2-77426965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1A4FE-0FB8-4BA7-89D5-B7242D9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1038-92CC-4234-9AB2-FB767AD5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Mutable vers...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F1018-EC3F-44EB-807D-B51C4471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7E82C-3CD7-4003-8EA3-B13B9433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8D8D5-FFB8-4296-BC4D-5B92D4F4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Mutable versu...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B9C20-6F94-4447-ACDF-F5FD76F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DEEA4-A9C7-42E5-B52C-25B2FE6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E785C-A81F-45FB-83DF-43CFAD30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Mutable versus immu...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F3255-CF28-4E88-B492-8A02BA13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052F2-0E18-46E4-965C-B4E86F2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07831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760D5-329C-4AD7-8E9A-C8583E5C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4D032-2807-416D-9369-44B6B5F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94909-344C-4B63-BBEA-CE638EA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30D8-FBAB-42F2-B8A8-2C93166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9415C-7BFB-47AB-89EB-C66A623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78CDF-623D-4DB0-9A1A-58BF1B40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3A86E-37BA-4AB0-8208-5B48322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A2948-7524-4DD8-A571-8BAB6F16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0B9BC-E100-4589-966A-5B89DA5E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0C326-C5CF-4368-8B7F-A1B66CC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7F760-C3B7-4105-9287-40A4727F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C7755-92A6-47AB-B273-0479884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7876E-1E64-4BEB-A266-38555A5B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BE046-7894-4F0A-835A-6B8C5625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B0046-C8D9-446A-93AD-0E250CE7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8312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D22A4-C06D-4473-B000-E3B6DE3F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FE042-A38B-4701-8E9D-0B14794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0B17E-B1BB-4802-95DE-B01A5AA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F8B1B-1302-4813-97A2-6A82571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51382-F1F0-42DE-B86E-BDC6278B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EBF05-1653-474A-BA08-73F5B226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Mutable versus immutable and aliasing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5A935-A626-43CE-BEFF-0732BA6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790F-524B-4006-94E7-10128E69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9C681-239E-454B-AD1A-EEBBCE66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89967-5005-4913-8B87-F4D20F5B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D06EE-0594-4CEE-A9F3-BB8C37C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89135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74B3E-A7B4-4E0D-A7EF-53D27738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63ABE-3E2C-4947-8DA6-8A974838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69F6A-2D84-483F-81B3-AEF987D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091D2-DA46-4A4B-BE4D-AD9B27B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11BDE-404D-4430-8CC2-A8A3B5E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Object oriented programming: Classes and Objects - The Basics, Attributes, Adding methods to our class, Instanc...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020CA-364C-429C-A485-6016530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Object oriented programming: Classes and...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A9112-C22D-4B85-A971-EAD2A326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BD3E4-6BD5-43B9-BB6F-DA6796DA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C6AA0-77DE-4A52-A41D-4231B19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EB970-270D-43F1-ACDF-B90E8DD6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0484A-E13B-495C-9574-6EF4DDE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FBF95-61B9-4F09-A7D4-9A7ECB36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DAD3D-420D-46A5-AF48-BBC498BD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79CA8-7337-41DB-8103-E6B168B4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B8FA9-E802-4408-B24B-E843A2E0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8924E-6C18-4894-8087-62800B1C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44509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5C190-269B-4520-92EC-8783882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D99D2-6E4A-483D-B576-13E7171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C17C-16B1-40FD-A6E6-A76ACD2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63696-278D-4655-BA1C-9CDB7F84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C4371-997B-40B7-857E-0FDB1E76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0696A-D711-4D1E-9A0F-EEE5AFB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AF6C0-E65A-4CC3-A150-9482CE43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AEA5E-E8F1-4237-8523-6AFC886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7C0C3-58C8-42C0-9A42-F132D70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Object oriented prog...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BD8AA-290A-4BFA-B59B-B1B9E87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1964C-918E-49EF-AC18-FF02E91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3CA02-DC54-4482-A77F-53131EE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Object oriented...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A0BB5-7BAE-4AAC-93D5-EE0E833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EA293-2318-4520-B0B1-16A5715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3103C-FA0C-41A4-A0CC-7CFCEB9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Object orien...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30152-0E8B-49C5-80AC-2F26895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5C192-B016-4FCB-B99C-5B2B9E9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DDE41-BFAC-4897-A475-7F7ACDF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Object orient...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B2806-3102-43F3-B103-A404E8B6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251B6-4A63-4B3B-98D5-0D16FFD0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EF0B1-59BF-43A3-B513-356100F5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Object oriented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35E1E-DC71-4ADF-AF66-5574186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6B073-9A89-48AE-B756-85DC0E5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44515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35756-3C89-4A91-BC63-7CF0D41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0011D-6E9A-495F-A309-0886ED44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D7E75-6B91-4211-A15C-F6AF864D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4FEBE-54EA-4C81-A25A-DFC26D50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AA51A-4051-4A17-8E79-854EE55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734F-7341-401C-AB2C-EA54DCE2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E82BA-2EC4-402C-8CDB-76965CE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9512-BE4F-45C4-82C0-0FD5B92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F4490-5A6A-421D-8BD0-0CBE462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3424E-80C2-45B4-B215-FE293CA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AF8B3-A18D-4DB0-986F-A6A56E5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E689F-17DB-4207-9364-F701F7A9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0193-A1A8-41C6-B21F-492A0271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90807-A336-48FA-8913-8888131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65153-9876-4846-95CE-1172FD46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37387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0560F-A8E2-425C-83AA-A4A2D4C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FA839-7E0C-4D91-AB4D-4916304C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69EB0-ED9C-4C7B-A13F-C664EB0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4860A-F922-4DBA-8A8F-DFF24BE6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07909-9D40-4287-ACDD-BFE776CC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96C09-5612-4AD3-AD24-32F00D17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Object oriented programming: Classes and Objects - The Ba...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0E073-13F4-4886-B6AC-AD6A5A3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F85C5-0C1F-4890-87E8-445E1FDD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034D3-717C-475C-A2C6-28B788E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3A3EF-012D-47C4-AA21-12381136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8E05F-248D-40C7-B437-7A6B215A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47081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B5AD6-54CE-4D15-A5CA-A32539FD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A8CD-AFBB-4E4F-AEDA-C89387B6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E9A03-4C98-4FF2-9105-6C652F0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8D4B8-43A7-46C6-8D35-9F0BEFD3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EB8BF-1F92-4D1B-A3BD-83277E0B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Chapter: 8.1-8.8, 9.1, 11.1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41933-0BE5-4219-90C5-80FC490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Chapter: 8.1-8.8, 9.1, 11.1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3A691-DF21-48B6-9D67-DAC95617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97E36-CE4F-4882-A81D-44BE8DF5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5441-3F52-4287-89A0-0FB4872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81478-207B-4BCF-9C44-EFC16DC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10126-BC13-4975-B304-66B9E1B9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D05A1-FBA3-4B5F-A9C8-D2F5188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194C-7390-4019-ADBD-D25D1E2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CCCCB-8C8D-4085-A4E3-2A22493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FE235-755A-4CC3-BCD6-054DDA5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C331-D18F-41DD-B369-D9D67DA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556012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0B96A-39FA-4F25-B557-B439D1D9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EAE9B-3C7D-46D9-A16E-04216E8E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BF99C-4B6C-420E-A12E-5276CD3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394C3-6A3F-413E-A4FB-5D958B3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CDAC5-C500-4C20-A941-911717F5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63DDE-39E9-4361-BA8D-753861CE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3D32-A401-48FF-BF58-ED698590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0537B-5B89-480A-92C5-6717479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027DA-5F25-48E5-BB0A-B175D939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Chapter: 8.1-8.8, 9....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7A44F-2A50-4323-AAEF-B3C9C86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AFBAA-1C76-4452-BA99-4E2158EF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C20D-7446-4B74-BBA3-E5556733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Chapter: 8.1-8.8...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8831D-A130-4A9A-8BAD-CE5D489B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83470-3C3C-4A2E-9410-D8C0FE3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D8B45-FE13-4E82-A511-F8C3248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Chapter: 8.1...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5C09C-FF48-4F63-A533-26DF795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16027-AE9B-42B9-82AE-96E3792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45623-F4CE-442B-B813-B4ACF35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Chapter: 8.1-...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71588-D632-423C-883A-16A0121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397E5-8F6B-487D-86A2-E6130E2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B8D93-0732-42B6-A5A2-9D0ACB22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Chapter: 8.1-8.8, 9...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EA49F-D2F6-4B11-B6E5-ED0BFC68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28D03-960D-4CFD-ABDE-C43B840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65119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08BF1-7D50-447E-92A2-B518331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8CA2A-21F1-4FB2-82E3-5CAD1A7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2A63D-18FC-42B3-859B-3A5C67C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CF22-A6D6-4C78-B832-9E5528A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D60F-1DF6-4428-965D-152C7E1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535C-95AC-4A49-9A44-F33092A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3826C-321D-48DA-9C91-9936585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8984C-0CFC-43B4-B660-B12B00C2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E9773-3B64-476D-BF2D-249EB57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F1454-BF69-46CA-A771-7165D7F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F30C3-BDAB-46D4-8950-C9D89710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684A3-5622-4A7E-A7B4-BAE36E9F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22805-F241-4C28-91B6-89E7A2E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C47AB-6C06-46A7-BF07-D5DCBE5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91F3D-789B-4813-8C4A-D7BD8CE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170666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374EF-278B-49A0-97E3-19E00ED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CB332-7505-4105-BE6D-0563C371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C78A-1506-4174-A33F-C606E225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2A1B8-361B-49F9-9261-EB1BE8D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99A2B-5C73-45B2-B213-B2BD88D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A2670-0C61-4AC9-8623-34C57DB5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Chapter: 8.1-8.8, 9.1, 11.1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B4877-058F-4769-AEC5-9EC2649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4FAF9-9FAF-4666-886D-2DB6426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C0FBE-FACB-48B6-9B43-0FD9ED6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C4797-CFD3-40E9-A96B-A34B27D7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F882-5400-4013-B474-D72E99D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539295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379BB-55DF-46F4-8F28-1441493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565BD-F9D5-4492-9A4B-02E7377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083A0-00D4-4CD8-B83C-B0BA7B2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8841-17C5-4F6E-943B-FFD75A61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2B527-17AB-49B7-AA0F-C16420A8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E5BB9-8E0B-439F-9A9C-B5F17AC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554806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76901-9B76-4CB2-8CFE-E1CEC99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1EFD1-1E8F-45E2-A9B6-9A1AC4B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82D05-FCB8-4C1E-8C46-7F6EABC4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0BCC2-8712-4E80-A3EF-62A6628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18ADF-0EA3-40E9-BD74-876EFCE0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IPCC: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Credits: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Modules: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Random: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BE8F-138E-48B7-AC19-6ED6818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814123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F8B16-3446-45C4-B67E-3D32D75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C2E24-9D0D-453B-97C5-3283E3B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A9526-7EC0-47FE-BB0E-5B602BAA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33637-073B-48FD-924B-8596ADC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8AE0-9DA3-4161-89AE-085A515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06E73-361E-43BA-AB6C-3B17F01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21078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74457-717B-47E9-8B24-7C88465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4D688-2B22-4C0B-BCF7-43EFD66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08FAF-B30C-4DE0-B7E7-943F0DA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21BE3-B3E5-4D3C-822E-740DABA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F9F1C-B8EC-4115-91B0-5EE75ED9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2DCE6-E97A-4635-877F-BE46877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945886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DC659-BBFA-4012-AC71-DE0E12E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BA36A-E2EC-4862-A685-CD1B6AA5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23EB6-D1D7-4670-9319-B770C161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2D259-B475-44B1-80D0-90C51B31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843B8-198B-47F1-9A65-E90CCBCB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Modules: Random numbers, the time module, the math module, creating you...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Mutable versus immutable and aliasing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Object oriented programming: Classes and Objects - The Basics, Attribut...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Chapter: 8.1-8.8, 9.1, 11.1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84DE-AB2E-4CB0-8695-136BD68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B12B8-6A6E-4C14-8E93-173B2BD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2C645-E36C-4D5D-A559-DAEC5AA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259571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2939B-CB9A-4D3D-A3F3-C91789B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13F5-391E-44BB-B91B-F66A9F3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Mutable versus immutable and aliasing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8B139-45A6-4A5B-9DC3-E6C8E29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4BD56-9DB6-4B4A-9980-10B47AE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6010-5130-4B99-8665-769EB01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7563F-8175-4913-BF35-71A7DA6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AA26B-64E6-42D3-9622-37BF82F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95D69-D749-4326-8CD2-7F800BB3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4BDB1-2207-4744-BE5A-035D83D5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D28DA-6DD7-42BA-8749-CEE760B0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BBD15-7905-4002-AA3D-A78900C6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AE651-CFC1-42F8-8274-89C8414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D463-15B6-42B3-98D9-4AC79963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FC493-4954-40D2-8E12-3AEF4663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D842C-E208-42C7-ABE4-49CFB06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83D3D-BEEF-47A1-A87D-36F113B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1B8A2-037D-4270-932E-86BF8F4F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4E3C5-8CCB-48F1-9EC9-0BAEDBC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03AE0-5EEB-4F40-8D28-69325584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3CE56-3B4A-4EA7-B666-06196E3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57B30-6119-4E3E-A484-18A9085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FCCC0-026E-44BE-A678-6026891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06EDC-F71C-4230-ABCE-F2DDD2D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ACCD2-49F6-4707-8894-3AB1F0BE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9D55F-EA0B-4F74-A6A5-478980FB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6DC75-3454-48E0-8611-DF367A0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3B9A9-6E3C-4E5A-AD54-4F4D4CC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A3BA1-3E0B-459C-90B4-BEA4F2B1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A9B0F-593C-4A19-AB48-E7901AC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EC5B6-52D8-473B-A3CC-8D98FC20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882D9-0087-440F-A763-12D2A9A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42E076-E441-489B-88FF-4E638040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11172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AE4E3B-441F-494B-862F-671A9AF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00D3B-1F75-44A2-B763-B793EC8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Classes and 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B1675-C419-421A-8823-4DCDB2E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7BFA4-2410-4C1F-BB73-C94C4B2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8D45B-6CAF-4C3A-86DA-9494992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9DD20-D3C7-44B0-9955-2909265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F5E24-0491-40AE-A34A-C055598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4BD53-F7D2-4BAB-A733-B21BCC3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2908B-E8BE-4DFF-94AA-BAE0879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EAA2-0E16-4162-A14D-E726675B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7D829-660F-415F-90B0-6D76C95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26FC9-E085-4417-A80B-12B976C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95CE1-FC26-473B-9CEB-CA871711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DD330-9851-49A3-BC57-15F8A88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AC565-4110-4DFE-8668-F6086079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F0AD1-5398-4EF0-84FD-14BDFF2A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FBDEA-9B79-46D5-98B6-37DC5CC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53596-F967-4EB4-B17D-7C90B7ED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D0505-C50A-4B0F-8539-687D278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EA6B5-F781-40CD-829C-45425F48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EBA5A-8FDF-4438-AECD-E46FD7FA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804F1-D74C-45A4-93DC-1360FFEB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48BBA-CC8F-4269-904D-DD70980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75EF5-41BA-4343-B889-AFD27B4E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CBFE0-464C-40FA-A241-6A8D758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F8F59-49D7-4659-B287-77FDD414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14BAF-D9E3-487D-B05B-879C31C6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95E0B-A3B3-4375-A3DA-2F44B6EE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408D7-EA20-4178-BF8A-DC609186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1341F-CDC1-4D09-8856-B01DE76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CB290-8DC6-4BD1-B223-2017B1F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4452E-C2CE-4CE3-931D-C0C1EA1E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9865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D276C-0D01-4B16-B639-3DE4218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4B0E-025A-4B61-90DF-DC0E1004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8.1-8.8, 9.1, 11.1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44B17-AE59-40F6-AD62-4F99128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7275-3C67-49FD-B88D-ABAEBC0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FC178-4E83-4013-A716-BA78207F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4190-B31C-4195-BE27-C803BEA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3828D-6C4D-43F1-B955-6F0F253B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D29C7-577B-4018-A937-905B836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13A6F-3A95-4A8E-B1F8-776A1EC0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F84F8-F908-4883-82E5-C240740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3F9E-3C5B-4254-9ECC-3A1816D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A4009-C430-4163-A724-1CEB004D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5A432-2594-496C-96AB-7D5A60A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12A3-A033-4B4B-9F4A-09BACD9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8A66C-449F-4365-848B-0F63DA1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263D8-892F-4A79-B5DD-EBD3D3F4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7A724-1F2C-4893-9C2F-E7F9860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35B53-EF21-402F-808D-F2755A92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880C1-4053-431A-90B7-C7BD323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77935-519A-4DA3-8B20-DA0D189F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A6B09-624D-4777-A189-9FC157F6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FCA27-D991-45EF-86A5-CC7677A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120AA-24A4-4F65-B02F-22C7E40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6F74A-570C-4734-9B43-E0F2C9A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9264E-A4F2-4FC6-B50F-DDE06F1B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7D2CB-0D2A-4859-B608-E703A6C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25B166-ABF4-4374-9E77-EF8FB017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91F59-198C-4BA0-A95B-E1D522A8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20F35B-EFE9-44C4-8346-E9B8EAA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82660-6E3F-42A2-A42B-C832D24D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B35AA-FB88-468A-9745-E2E254F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D713D-AB05-4349-887C-0BC1F0A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13677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7287D4-B635-42C5-B25B-322BD8E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D53E2-4A56-491A-90BE-59AD6563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Modules: Random numbers, the time module,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E5D93-721A-4839-A91A-BFC380C5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5986-F808-4D8B-8B88-C891D5C2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FFE27-94CA-416D-9839-D5FB629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812FC-D66F-425C-A042-3B990D4E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47589-DD21-40C9-9A89-626D7544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D675-6788-400F-9D25-3130C5A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38072-1906-429F-B9AA-76DF29E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531C7-CABE-4A6B-98F8-045610F2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32D8B-C611-45C0-ACC4-CC878D1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9A649-EAD3-41FA-A472-80BF77E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5B54F-4099-457B-B733-EDB874D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4D48D-E728-4928-A98D-D8D05249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DB281-0601-462D-ACD7-B103319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6D26-92C2-49B4-BC83-C62398F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3E886-5FF0-4144-AA7A-D9BF7A5F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31847-9F82-4F66-8A37-E6185061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95EE7-1D12-47BD-8E95-9E995000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AD05B-3368-4805-ABDD-1CDBC8A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87C81-F5A3-4518-BA47-95ACDE3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F1C56-9E36-4613-96F2-E9D583E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047D0-3518-4CB4-87B2-3B179247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E595D-7382-4012-BAF4-E7CD3C66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A6085-7F7A-4642-B055-2EEA920F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CF869-0158-4337-A4B7-0E83D2B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24466-6614-4431-8964-36DE5484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F1164-78BF-4324-9903-4AAC096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CD312-B8EC-4787-A621-B9C0DEE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7ABB4-DDB4-4CD3-AFCF-8693FF0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E219E-242E-495C-8B5F-852EB04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1E418-13C4-4F3D-90EF-F7C96AD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136988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756B7-2100-4CBF-8A71-F8236881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0E945-944A-409C-BF1A-2E59B8F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Mutable versus immutable and aliasing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27237-458E-4352-A494-74F6A92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9143D-F25E-43C8-82C9-BBD6251D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9E318-A61A-4157-8335-20D5EE8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2887B-682D-4C09-B4DC-A8A499CA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9D5C-0420-4823-B3A1-EA3D9A90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04A82-DE89-435A-A12E-05E5D44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6EC63-851F-4F33-96F6-72CBC8A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C397-6758-4EF6-B4B0-0668A926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67D4D-968C-4A50-9CDF-AE5E0B81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C4C9B-677F-4C9D-BAE3-78DCA1C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96213-1DC6-4BEA-AF06-4BDB322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C36CF-A700-4D6C-BD17-119AC9D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B152A-C08F-4E62-BBA3-0471B0D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6BB89-95D0-4034-8477-C56B3662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EEA68-63A5-4256-A284-9403D010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D7898-3C2E-4867-BA3F-D7E41C39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494D9-84DF-429F-B737-5111A28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0C1B5-305D-4C3D-88EC-BCF2BC6A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FE2B1-98CF-487F-B1EE-94CDB2B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63D3F-2F4A-47EE-A08D-2A0D9EEA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EE23B-FAD7-4C88-881B-7D23F5A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C7F0A-B1B6-429F-A848-DBB67C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1C853-0252-4658-B933-826CD5A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DA7DF-9D75-4E35-8E99-9B343E9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E070A-332A-470B-8B4B-6FDF69AA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E9F1A-6ABD-4BB4-BA9E-40753C1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B3DBC-5ACC-42BA-9055-DFA566F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03FD8-CCEF-42F1-8CFD-0E4195DF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25B34C-6406-4605-85A3-4908449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643FE-6966-47A9-94EC-F8F670F5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537884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F191F-9D95-4540-9E8E-084FC366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7E56B-5E43-4308-B8BE-DFCA483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Classes and 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BEEE-95A6-46D2-AE16-18A71161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E2163-075A-4D1E-BC4D-DF626CB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0C765-7E95-4E7A-B452-10B11DF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11116-CF66-4494-AF20-5E43C7CB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E3AE8-B76B-463E-9CC8-5CC1A27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172AD-B635-4D2E-BD64-5EEA963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9192D-D34D-449F-B35A-78F07D0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F5220-9B85-482F-B2FC-A3CFD4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F602A-C2FE-4A12-9CA1-BF0115DB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3FC65-EDD2-4A96-9F11-65BBFCD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59C0-C40E-4763-A2C2-0ECAED57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5AB72-B64C-47A8-B0B2-B865162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F8304-39A2-4C06-9CED-A6CD711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E8DDA-3B0B-482A-BA80-6BE962F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3A4AC-69E3-4E8B-B896-73B4B7E0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E1B60-0996-4062-91AE-9EA64C96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CBB3E-0171-4ACA-AF73-B7864B7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05430-0072-4492-B797-5E06B326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5E664-DE5B-4B35-BAE0-023DE479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D9E50-B220-4924-B091-36C1569B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38997-0645-4FE3-963E-251CA1E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78EE0-12F1-4557-B33C-A29AC6DC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0AA0E-7BC4-489C-B0A4-06C5942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3B290-7B7F-4654-852D-494BE2F1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C26D0-ABFE-46D4-B07B-3204B86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A0B94-BFE3-463E-82AA-EE035826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D14C4-43A3-4F0A-B4AF-0B15868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CA399-ED54-43D0-BB56-82B8756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DC4AE-BCF2-4B92-822B-C2B6CF9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ADCB2-AA81-48B4-A324-9698AF75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0347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925DE8-6284-4659-98EC-7FD4FC3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E08F3-89CA-4FDB-837E-39B6604A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8.1-8.8, 9.1, 11.1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F32EF-7790-4CD4-BC7B-0553E83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8F058-3DC2-4D3F-A23E-E30DDAF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77404-2823-4AC9-A2ED-649C4D9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8F2AA-0FF8-4F73-B165-70A4721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AF9C0-FD25-46E7-B543-E7A34E7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55888-047A-41DA-B554-B61AC0E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428B-AAD7-40BB-8F72-A9B7AE1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FFEC4-0DE3-47EB-A84E-396EB26C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1DD3F-04EE-4E54-93F5-B8740353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1DD7E-0D92-4E97-BD55-C499B8D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31ACC-846F-4D82-A16F-F10958F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72669-7CB6-4192-9CA8-E74453AF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AA26C-8D04-442B-9B82-8174DCE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31A8C-CE96-44E9-AA15-4766B1A8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11250-107F-4FF6-A713-6DA09D4A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A83C2-572B-4066-A474-A683D4ED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7210D-8A48-43C1-BBBA-421568E9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B21C6-FBEF-4737-B8EB-BD1FE38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EEA00-1A3D-4517-A42C-140FDD88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0BA06-BEB9-46BA-B1CA-46C40BF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A5876-B520-466B-9FDB-55B7366C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843C3-821A-45B6-A9E2-86E0D4F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412E9-76D8-4F79-8670-FC0E57B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D642F-3CC8-4A90-B3B5-7654BAE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22FD9-248D-411E-9837-212B34E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933A9-AAFE-4A53-84DF-1F294449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F5B4B-D8DD-4917-96B9-BECF7FDA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EFF00-B198-46C6-A099-544C52E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367FC-369F-41E4-BC4C-65FB66B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C04779-59D7-4C0A-B749-806ABD2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590613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511192-D677-405E-9C48-BBE63C7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ACE7D-1F7E-4BEF-8460-ED26A710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Modules: Random numbers, the time module,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1D072-C777-4F44-8263-A52DFF1C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3D5A9-65A7-4366-8EA6-D087138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A963A-89CA-4B4D-A410-1938346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5FE36-4A01-405D-ADEB-1E8BAAC5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C7A2C-6967-4491-BC75-243D16F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947C-A574-40B9-B747-46383884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56C8D-B75F-4808-8378-8AA13B7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389A6-C2DA-4533-80F4-83A88A01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65A34-D30B-4E8B-B202-8674A36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3C2CB-EE13-4962-9D1D-E6142DB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95C9F-66F8-47A0-8296-E62DD1F7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79D97-F66F-4909-80AF-663799ED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E56A0-CFCE-44C2-BC1F-ACDDAD51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BCBB5-1CCE-43FE-997D-7F53932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01895-163F-48A1-8501-BB3C79BB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47AB6-4DB2-4830-9DA3-201CBA9D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0AD97-FEE8-4A41-BEE7-7F9FD1A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D8CF0-5652-402B-B10D-CF612CD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E514D-C6C4-40F7-8292-300D9FEF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09555-DCCC-4306-8001-88EC51AD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9FE58-4CC4-4468-9708-489728C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74C0C-A017-4742-9F9F-BDFFECD8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B3C11-CA7E-491F-8898-A269714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8AED0-318F-420E-A293-F650B82C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79974-DB55-411C-98AB-0E96A9BA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A9672-578F-4394-9DD7-A5B6E6CA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74E63-7F13-4530-AFF5-D03CA50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14572-736C-4E4E-9B2B-0E5D180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8B889-9D90-411A-9310-B5B7CCA1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58A30-06DC-40D0-9170-9247FD1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1380847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4498A-B2FE-4927-9A6B-6EAB502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25344-201D-400F-AE8E-B60626E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Mutable versus immutable and aliasing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28F9-E5F9-4CBA-A8C4-D54BDE2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2035F-9C93-4608-BF23-4ACE378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509B5-C7E0-4345-9A68-099D29E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47E53-DF99-4E58-9CD7-BEBB6F7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6B185-46F2-4B2C-943E-BCF2418F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B93A-FA32-41C4-A0D0-9A04E1F4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B2B3B-E772-43EF-9DBB-B2CEF3BD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469DD-B8F2-4595-8D86-2535623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C0CA9-642B-45F3-B8C7-538A2410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B905F-C14F-41A3-87B4-2BF99E13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97F43-C2EF-4695-BBB7-745DCA8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C766D-1F7B-42AB-B2C5-6051DDE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DE728-E641-4B5C-B4C1-99C0CBAE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7B3F0-2156-4AD5-A4C8-1BF370A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FA074-278B-4975-B1B6-6F531119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C3BDE-3337-459E-A701-DF844BEF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ABBDB-605B-425A-84B9-11A0EB7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D28B3-854E-4117-9EE4-BBC3DA5F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52255-36AE-4128-B7ED-DF34EDD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7AF1C-DC8B-4640-91D5-B938B21A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52482-6247-49BD-9977-45C3113A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4B565-EA28-472A-9A23-17E7C8E7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DE5DB-6F95-4642-965E-41171C6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FEE57-A8DD-484A-8D6D-F8D18D1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28589-BD78-4068-A323-2ED5E99A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9253F-73A8-40BB-B4B6-8C19DC34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8F0B9-F532-4EE7-94E2-EFB13A3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6CF54-B0B2-485C-8951-0F3C684D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47E0E-CDF5-40F0-8918-03985CE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0DAD9-B3D9-4D8E-9C42-8C1EF2E8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466440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3802BC-02A3-42D6-8433-5287EAC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BCD35-FC06-49F2-BEE6-D0F527A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Classes and 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94809-F523-4EC3-8CE8-FA68447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A668-FB86-4A90-82A2-C7529DE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6409B-A29A-41D1-BD69-6A602DE0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32D21-C4CA-419B-852C-779219A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E98-D2A5-4BB7-97F5-CD0C38F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1983-AF72-4D43-A1C9-1C5E1B1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0D746-C1CA-4332-BAE7-0D0907EF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8F3F9-C7C3-413D-AA89-689D94C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6C0F7-10BE-4329-8E01-CB6D2927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4947C-E071-4C8E-B0D3-68B462F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0EC83-0D89-48D0-B69F-F35E4B9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7954B-BAA5-477F-B78B-1CDD66AA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5B62B-77A4-4EA9-96CD-2315BBD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E3AEF-C2DA-4002-BDF5-F793FD1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AE672-0C22-4DF2-B98A-5C3F6F0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E8648-8901-4516-83CA-751F521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5857A-145A-4064-AED1-8377196B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405FB-D949-4375-97B7-C8452EB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D864E-37B4-4E28-A81B-0AD32234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31FF3-B301-4A4E-9C98-290F4EFB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54B9A-167C-442E-9A70-29553E2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1E3B9-6327-4F6C-A321-501C493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33E05-BAC3-4E3F-8CA3-E9F84E1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35016-B8B2-45CD-905C-869B7E30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81C66-3E7F-443B-AFC7-99D38E8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29B71-08FF-4718-A05D-A618A801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382B8-5448-4B19-95E3-7B25800F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A89438-DD1D-4E6E-AF38-F3F98CC0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B82E6-3B2D-4EA2-8F82-D035F73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50984F-4C7E-454A-9F4F-4F8BF03F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274004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20604C-D381-4B83-B095-71147A4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3D659-0886-4358-8958-BD3E3EE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8.1-8.8, 9.1, 11.1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16C7-3F30-41B6-993B-5EB3BF3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4593B-9E31-4D0D-AD1A-A0C0B89F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674CD-E49F-4F80-8E7A-0924A0E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275A4-67AA-4450-A44F-9B2AD9FE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3425C-33E1-4E1C-AC7D-493FD38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D0B16-3522-49B8-BD4D-E7408FEE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17F93-1A44-471F-A53C-1C90A4D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7089C-33E1-4293-8F8D-FC5F5D40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8699C-9B43-4B9A-8551-E870B621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D615F-7BD7-4D8D-92DD-4EF4D2E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BCECC-B2F1-4EA1-B774-813022D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A47B3-D6E5-42CF-BADA-93E054D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B46FA-7A54-476B-9EC6-BA3A747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E72EE-2726-4CB3-BBD6-19F97AC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1E80E-0F75-4D45-91EE-180699D7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38E98-C3FC-4AF8-9E0B-4AD20A8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A2568-5468-4F0F-8933-A7DFAD1D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51913-F765-488C-B790-437DA442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C3D96-7C17-4E37-8D01-F419E91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64CB1-F3F4-483A-A920-26A3DB2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B7DDE-A2A1-497B-A3CC-5A619FE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126AF-9BD1-42E3-945D-1250A1F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F8EF6-7789-4DB5-A377-E2864842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F8AB0-4E0A-47C9-A20A-EC855FF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0ADAE-ABD5-4877-BAC0-9A3934B2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4662B-9818-40B1-80CD-E5EA62F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9E47-1108-449A-9923-1289CE60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0ABB4-7DA1-4FA3-943F-96221EE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BD4A9-A9A3-45FC-9DD5-ADA8DD0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33EA2F-9FAC-4953-BE37-A62CCFA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793564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CBA79-606D-4D0B-810B-901A7B7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3C931-7B3C-4CFA-825C-D75D3001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Modules: Random numbers, the time module,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8C3C0-168A-437C-B21B-DA64268E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7FC49-3612-45AB-8566-6F83D772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45EF-85BE-4C34-A338-CFEA87F1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FDBC6-DC5E-45B8-8B23-D5C3385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83CB4-E8CD-484C-8698-6278A74F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4BF6B-F45C-43C5-A3DD-A972CA2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BEBFA-3F9A-4312-963B-4928E5D4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10576-31D3-40EC-8C0D-1BF03404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6A51-4F30-4A45-A853-CD3EC41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C5FF6-BF3E-4224-A217-E8C5B50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C4E6-8BA5-4B72-8578-270172F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5B08B-DF72-444C-BF24-22215B9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FDA7C-ED41-4542-92ED-35D2B2E0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774AC-8E1A-4AAC-9880-36730796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7D131-FF14-4672-B8A8-DC56919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8C2B5-BC85-495E-A79E-040C2A9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526F3-41E3-4020-8B43-E4B30884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FB27B-635D-4731-8579-2498720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44154-DA4A-4C85-A4C5-AFFC893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F3911-4D8E-4DB8-B508-1D388897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F1C99-07D4-47A3-947B-97D9262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7F17E-A25D-42EE-9E76-D69799A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760A1-1F46-40D4-BC21-FEDDC2E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F0FD3-3B88-400E-AF89-DBCFC28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AFB9C-ABF8-477C-B786-E5C120C6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3D500-9850-418B-807E-5460AF9E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AB6B0-CF59-4137-8C0B-D38BFBE4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41044-A666-4C3A-A661-755653F9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A3852-02A4-4BD6-A1CC-17A75CB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F13759-2966-4E6C-89FA-654FAE5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800882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6ACEC-4EC6-4AC8-B78C-03E749C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70808-61C0-4EC7-9B6A-129DDA7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Mutable versus immutable and aliasing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7D194-7417-4412-AABD-B0C8D44A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6A0AB-DC4B-4A66-9261-EEBCBC9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447BB-F2F1-4AB3-A08C-680ABF4F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E0B62-C227-432A-BEC6-BA5DE50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17CF4-FE51-4E5C-9A26-F5EF1A4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3BBB1-5206-4649-B8ED-824744C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9A679-EFD2-4805-956F-8420DFEE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18AAE-3C4C-4711-A65A-613C3B9F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DC432-B611-481B-B443-FD712B9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EBA1C-A531-472D-9A1A-44BA2F1C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1436F-9A9C-4839-9C21-8FE81787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4A9C2-DF3F-4638-8D1A-C6D8F9B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C6CF6-DAD0-4F9F-B0D3-8B47055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C2DC3-2181-48E1-BAF3-C7FAFA64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E711E-6663-4FDB-993C-E02588C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BECD9-828B-4757-ADC0-E506E7D8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0A441-36EF-402E-879F-DB2D934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0A45E-036C-431F-A98A-F5C8A6D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D8C8E-52DC-4C16-8C38-C4B401F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09FD1-2331-40C9-BEB6-F9D6242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A9B0F-E721-4DFF-A0EB-4E22DAE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76A48-B9C7-48EE-AAE5-3FFD343A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13397-4D92-45E4-AFA7-023301E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5FF05-D5F8-4AE3-906E-F714861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E4D78-73EA-4208-9123-81243B01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ABE1C-DE61-4DA7-A9A1-1E0A07A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65CF2-E489-4E22-9E28-2A4B27C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C6736-C298-4BB0-9E3E-9896ABC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BD406-A5DB-4B08-AEFD-E1810C9F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BB20C-638F-48C7-ACAF-F34130B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3643899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525DBE-550E-4E5B-B155-21DC819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7CCA-497A-4FA8-A0C9-CAAF09A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Object oriented programming: Classes and 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D357C-EC60-4288-993C-9517523F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23032-0E71-49B4-9B41-7E1A2CCE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E491C-77E2-41C5-9BF1-3F5FE5C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1B90C-3B89-4F4F-876C-6EC2768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2B927-B23E-4DC8-A74C-84D2984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A7E9C-8958-401D-9643-BCE13D2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893EA-7D23-42E6-A259-E376FE4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E6CE2-3434-4666-8643-A53E7C4B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21349-0158-4683-A542-3AEBE8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42F1E-2652-45EE-A4BF-A1C88795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11647-653C-4B31-8E1B-4756CED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6E942-A4ED-47FD-8615-A80DD34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6E611-C5F2-4178-9611-1A471C77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50293-B99F-4957-97EE-FDFF233A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1FA7-0F2B-4EB9-ABE8-288B92E4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76879-BCA9-428F-B6E9-70C8571C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4A6B8-8A14-4ADF-A2FE-A64AC59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624E1-CFE4-48F3-8B13-478C989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B1D26-C707-4325-B2B5-0985680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7ADA3-0F6F-40FB-B07A-C042DCF8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CFE94-F9C7-4B94-BDC3-0DC83B6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C989F-0D4B-44E6-846D-F0EC5E9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FC397-62D8-47B5-86A8-2659779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B2C72-3183-4FA8-A088-1FAB4FC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AC334-6D0E-4E62-BD63-C534F76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57CDF-6BF8-4003-BDE1-9A6067E7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77973-6FCE-400F-8A87-3B0867F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45B64-BB4F-4719-9EFE-5DF4FA9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8B39BC-2F0C-433A-989B-91304D3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81AAD3-4DB3-46EF-836B-BD728EB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5665324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A72881-18D3-44FD-B9AE-220A612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CAB23-84CB-4E58-9461-7AB80938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8.1-8.8, 9.1, 11.1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CC11C-DDC1-4FF3-B68C-09814307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CE3A3-724D-41B8-8B1D-A3FC575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2EB2C-C4FC-49A9-9EA4-2BB49CCA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7C17-35C4-4781-84A4-C5DF4510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C45D1-38A2-46A1-B54C-4904C14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5AC80-A64B-4B0D-88EB-2E2A3932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E920B-B833-48AF-92E5-AC5861D0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C50F-CB58-45FE-AC8F-5A95B12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31828-2B74-4294-A1DF-7B62BAA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D0CF5-08E8-4988-BA03-68088A5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49F7B-5CB1-4A36-BE17-F17B93A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14CEF-D8EC-4A95-8FFD-44B8B28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3B9C6-D868-42FD-A154-9C9DC92A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FE2A8-9532-47D0-B80F-E57E216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B8420-B46B-4813-A151-A91BAAF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01FC3-956E-423B-92EE-AC37F5E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24603-12AC-47BB-8998-2AAC97A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99340-6F93-4ED3-AB07-ED675B2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FE56B-3335-41CA-82EE-FFA3B26F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02328-5E8A-4D5F-92BD-8F169E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33881-396A-4117-B879-6322C1F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F218A-0CAD-4FD4-AF59-6016A21D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4BDF7-9C2B-4450-A093-0DC2CD56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FC5FC-335A-487B-A65F-C6926B68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6B640-1351-41BD-8C16-255CEF9B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86427-76F4-4230-A515-B929EEC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6C7DC-0F56-447B-8EE3-FF32EDE7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C81C3-73B2-4910-B4C7-4AFCA750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D50AF-EFE8-4831-844F-229A440C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2D887-B54C-45C7-BB44-279BFDA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3549221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EFF91D-9407-4D4C-9E76-90CB6A2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BD6DF-D123-4FA1-9BC8-47FD19A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Modules: Random numbers, the time module,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584A4-0DF5-477F-B0FC-73095AF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BFEBA-D4F2-4071-A265-B05E552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25A6-821B-4D38-AC1A-6A07E4E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3AAF-9FE8-4F8A-A02F-C8338030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79FD8-A7A1-4AD8-8BE9-315382BC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38FD-202C-416B-B3BB-48F9CA3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DBBB1-2A48-4B10-9FC8-21973950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54113-5416-4983-A104-563C6015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E6D06-D3E0-43AE-BAE2-A6BD0A51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7438D-A442-4ADD-89BE-0AC5469A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122EC-94CB-40CB-B24E-60BCBFE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950BB-41B5-47AB-A867-9097DEEB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9A71B-7342-4F46-BE20-0D6562B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EDF76-5239-47E2-8605-29BBC27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632CE-971F-4CF0-92AF-D0ED4DB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7FEBB-284B-4855-8213-A0DA5E6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FD314-AB6E-42A5-AE85-8C8A0E6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8BB9B-46D3-42C5-BDD8-20F8E3E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BFE11-F2F9-435E-9665-5ED0817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253A7-2199-49CF-8BF8-FD264B8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24898-4DE1-4703-8944-725886D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2631E-095E-4343-BF3E-4ADB2BC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DCF8B-F1FB-4C2A-A9FD-89A5362E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6D1D6-DE9D-4270-A6F5-5E29B44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7B85C-3C63-4B79-BA24-4E9B3328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E9509-964C-4ACA-AD2E-1DEFEE0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EDE6B-975A-4E37-98E5-F5BCE1E4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B2537-A633-4F6E-930C-FBF723EE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40AD1-29FD-44C0-B9CC-C59B042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26CD1-CEB3-403F-A79E-CBD068F3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27939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2026-08-24T16:03:14.2810000Z</dcterms:created>
  <dcterms:modified xsi:type="dcterms:W3CDTF">2026-08-24T16:03:14.2810000Z</dcterms:modified>
</coreProperties>
</file>