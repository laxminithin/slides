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5c91a1dcc4b84" /><Relationship Type="http://schemas.openxmlformats.org/officeDocument/2006/relationships/extended-properties" Target="/docProps/app.xml" Id="Rd8f56e2e26b74f93" /><Relationship Type="http://schemas.openxmlformats.org/officeDocument/2006/relationships/officeDocument" Target="/ppt/presentation.xml" Id="R6b8237f816ce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0475261d9464d"/>
  </p:sldMasterIdLst>
  <p:notesMasterIdLst>
    <p:notesMasterId xmlns:r="http://schemas.openxmlformats.org/officeDocument/2006/relationships" r:id="R9379f20a935a43b0"/>
  </p:notesMasterIdLst>
  <p:sldIdLst>
    <p:sldId xmlns:r="http://schemas.openxmlformats.org/officeDocument/2006/relationships" id="256" r:id="R41c9249792214763"/>
    <p:sldId xmlns:r="http://schemas.openxmlformats.org/officeDocument/2006/relationships" id="257" r:id="Rd945984ed1e246e3"/>
    <p:sldId xmlns:r="http://schemas.openxmlformats.org/officeDocument/2006/relationships" id="258" r:id="R1037ed5b0c5d43bb"/>
    <p:sldId xmlns:r="http://schemas.openxmlformats.org/officeDocument/2006/relationships" id="259" r:id="R61c3ab37295b47e8"/>
    <p:sldId xmlns:r="http://schemas.openxmlformats.org/officeDocument/2006/relationships" id="260" r:id="Rab0fda462960460f"/>
    <p:sldId xmlns:r="http://schemas.openxmlformats.org/officeDocument/2006/relationships" id="261" r:id="Rb2fe4eebeefd47a2"/>
    <p:sldId xmlns:r="http://schemas.openxmlformats.org/officeDocument/2006/relationships" id="262" r:id="Rc6d759dc05b94820"/>
    <p:sldId xmlns:r="http://schemas.openxmlformats.org/officeDocument/2006/relationships" id="263" r:id="R74d86113ba1f467f"/>
    <p:sldId xmlns:r="http://schemas.openxmlformats.org/officeDocument/2006/relationships" id="264" r:id="Rebc7af698bea4050"/>
    <p:sldId xmlns:r="http://schemas.openxmlformats.org/officeDocument/2006/relationships" id="265" r:id="R1e132ed6c58442d5"/>
    <p:sldId xmlns:r="http://schemas.openxmlformats.org/officeDocument/2006/relationships" id="266" r:id="R4509843fd5ce4e5e"/>
    <p:sldId xmlns:r="http://schemas.openxmlformats.org/officeDocument/2006/relationships" id="267" r:id="R143e9d8467274295"/>
    <p:sldId xmlns:r="http://schemas.openxmlformats.org/officeDocument/2006/relationships" id="268" r:id="R40fcfedf106c4e0c"/>
    <p:sldId xmlns:r="http://schemas.openxmlformats.org/officeDocument/2006/relationships" id="269" r:id="R9db7c786ceab42be"/>
    <p:sldId xmlns:r="http://schemas.openxmlformats.org/officeDocument/2006/relationships" id="270" r:id="R0e14a10c794c46ee"/>
    <p:sldId xmlns:r="http://schemas.openxmlformats.org/officeDocument/2006/relationships" id="271" r:id="Rb22bf896e9af4d61"/>
    <p:sldId xmlns:r="http://schemas.openxmlformats.org/officeDocument/2006/relationships" id="272" r:id="Rac2e408491d44479"/>
    <p:sldId xmlns:r="http://schemas.openxmlformats.org/officeDocument/2006/relationships" id="273" r:id="Radebd1fee9604222"/>
    <p:sldId xmlns:r="http://schemas.openxmlformats.org/officeDocument/2006/relationships" id="274" r:id="R607dd47350d94412"/>
    <p:sldId xmlns:r="http://schemas.openxmlformats.org/officeDocument/2006/relationships" id="275" r:id="Ra4ad43e838e74b29"/>
    <p:sldId xmlns:r="http://schemas.openxmlformats.org/officeDocument/2006/relationships" id="276" r:id="Re526ad6c625a4b32"/>
    <p:sldId xmlns:r="http://schemas.openxmlformats.org/officeDocument/2006/relationships" id="277" r:id="R058f370ba2c1484d"/>
    <p:sldId xmlns:r="http://schemas.openxmlformats.org/officeDocument/2006/relationships" id="278" r:id="R24ec4a15b544488b"/>
    <p:sldId xmlns:r="http://schemas.openxmlformats.org/officeDocument/2006/relationships" id="279" r:id="R81229922dd2d4501"/>
    <p:sldId xmlns:r="http://schemas.openxmlformats.org/officeDocument/2006/relationships" id="280" r:id="R589ad5c8114b46fc"/>
    <p:sldId xmlns:r="http://schemas.openxmlformats.org/officeDocument/2006/relationships" id="281" r:id="R93faa9d33dfc4111"/>
    <p:sldId xmlns:r="http://schemas.openxmlformats.org/officeDocument/2006/relationships" id="282" r:id="Rbd98b174d4ef4b68"/>
    <p:sldId xmlns:r="http://schemas.openxmlformats.org/officeDocument/2006/relationships" id="283" r:id="Reb45d870237f4cee"/>
    <p:sldId xmlns:r="http://schemas.openxmlformats.org/officeDocument/2006/relationships" id="284" r:id="Rc2fa142ea0e846d8"/>
    <p:sldId xmlns:r="http://schemas.openxmlformats.org/officeDocument/2006/relationships" id="285" r:id="Rdbe441476d1944a2"/>
    <p:sldId xmlns:r="http://schemas.openxmlformats.org/officeDocument/2006/relationships" id="286" r:id="R41c39633f1fa489f"/>
    <p:sldId xmlns:r="http://schemas.openxmlformats.org/officeDocument/2006/relationships" id="287" r:id="R37c9f9d202ae47b6"/>
    <p:sldId xmlns:r="http://schemas.openxmlformats.org/officeDocument/2006/relationships" id="288" r:id="Rf0998e3306ff447b"/>
    <p:sldId xmlns:r="http://schemas.openxmlformats.org/officeDocument/2006/relationships" id="289" r:id="Rb40d205d15934ca2"/>
    <p:sldId xmlns:r="http://schemas.openxmlformats.org/officeDocument/2006/relationships" id="290" r:id="R8356dba0831544e8"/>
    <p:sldId xmlns:r="http://schemas.openxmlformats.org/officeDocument/2006/relationships" id="291" r:id="Ra407e91c8c0a418f"/>
    <p:sldId xmlns:r="http://schemas.openxmlformats.org/officeDocument/2006/relationships" id="292" r:id="R75ad5474eb07438d"/>
    <p:sldId xmlns:r="http://schemas.openxmlformats.org/officeDocument/2006/relationships" id="293" r:id="R957b24adf26b4a5b"/>
    <p:sldId xmlns:r="http://schemas.openxmlformats.org/officeDocument/2006/relationships" id="294" r:id="Rf6d85f41a5d643f0"/>
    <p:sldId xmlns:r="http://schemas.openxmlformats.org/officeDocument/2006/relationships" id="295" r:id="R3f33889aeea846b8"/>
    <p:sldId xmlns:r="http://schemas.openxmlformats.org/officeDocument/2006/relationships" id="296" r:id="R41f0af601ebb4494"/>
    <p:sldId xmlns:r="http://schemas.openxmlformats.org/officeDocument/2006/relationships" id="297" r:id="R2653716af288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70d0c3acd4eab" /><Relationship Type="http://schemas.openxmlformats.org/officeDocument/2006/relationships/slideMaster" Target="/ppt/slideMasters/slideMaster1.xml" Id="R4db0475261d9464d" /><Relationship Type="http://schemas.openxmlformats.org/officeDocument/2006/relationships/notesMaster" Target="/ppt/notesMasters/notesMaster1.xml" Id="R9379f20a935a43b0" /><Relationship Type="http://schemas.openxmlformats.org/officeDocument/2006/relationships/presProps" Target="/ppt/presProps.xml" Id="R0393a8ec1ee94c00" /><Relationship Type="http://schemas.openxmlformats.org/officeDocument/2006/relationships/tableStyles" Target="/ppt/tableStyles.xml" Id="R0acad7cd6f284f3b" /><Relationship Type="http://schemas.openxmlformats.org/officeDocument/2006/relationships/slide" Target="/ppt/slides/slide1.xml" Id="R41c9249792214763" /><Relationship Type="http://schemas.openxmlformats.org/officeDocument/2006/relationships/slide" Target="/ppt/slides/slide2.xml" Id="Rd945984ed1e246e3" /><Relationship Type="http://schemas.openxmlformats.org/officeDocument/2006/relationships/slide" Target="/ppt/slides/slide3.xml" Id="R1037ed5b0c5d43bb" /><Relationship Type="http://schemas.openxmlformats.org/officeDocument/2006/relationships/slide" Target="/ppt/slides/slide4.xml" Id="R61c3ab37295b47e8" /><Relationship Type="http://schemas.openxmlformats.org/officeDocument/2006/relationships/slide" Target="/ppt/slides/slide5.xml" Id="Rab0fda462960460f" /><Relationship Type="http://schemas.openxmlformats.org/officeDocument/2006/relationships/slide" Target="/ppt/slides/slide6.xml" Id="Rb2fe4eebeefd47a2" /><Relationship Type="http://schemas.openxmlformats.org/officeDocument/2006/relationships/slide" Target="/ppt/slides/slide7.xml" Id="Rc6d759dc05b94820" /><Relationship Type="http://schemas.openxmlformats.org/officeDocument/2006/relationships/slide" Target="/ppt/slides/slide8.xml" Id="R74d86113ba1f467f" /><Relationship Type="http://schemas.openxmlformats.org/officeDocument/2006/relationships/slide" Target="/ppt/slides/slide9.xml" Id="Rebc7af698bea4050" /><Relationship Type="http://schemas.openxmlformats.org/officeDocument/2006/relationships/slide" Target="/ppt/slides/slide10.xml" Id="R1e132ed6c58442d5" /><Relationship Type="http://schemas.openxmlformats.org/officeDocument/2006/relationships/slide" Target="/ppt/slides/slide11.xml" Id="R4509843fd5ce4e5e" /><Relationship Type="http://schemas.openxmlformats.org/officeDocument/2006/relationships/slide" Target="/ppt/slides/slide12.xml" Id="R143e9d8467274295" /><Relationship Type="http://schemas.openxmlformats.org/officeDocument/2006/relationships/slide" Target="/ppt/slides/slide13.xml" Id="R40fcfedf106c4e0c" /><Relationship Type="http://schemas.openxmlformats.org/officeDocument/2006/relationships/slide" Target="/ppt/slides/slide14.xml" Id="R9db7c786ceab42be" /><Relationship Type="http://schemas.openxmlformats.org/officeDocument/2006/relationships/slide" Target="/ppt/slides/slide15.xml" Id="R0e14a10c794c46ee" /><Relationship Type="http://schemas.openxmlformats.org/officeDocument/2006/relationships/slide" Target="/ppt/slides/slide16.xml" Id="Rb22bf896e9af4d61" /><Relationship Type="http://schemas.openxmlformats.org/officeDocument/2006/relationships/slide" Target="/ppt/slides/slide17.xml" Id="Rac2e408491d44479" /><Relationship Type="http://schemas.openxmlformats.org/officeDocument/2006/relationships/slide" Target="/ppt/slides/slide18.xml" Id="Radebd1fee9604222" /><Relationship Type="http://schemas.openxmlformats.org/officeDocument/2006/relationships/slide" Target="/ppt/slides/slide19.xml" Id="R607dd47350d94412" /><Relationship Type="http://schemas.openxmlformats.org/officeDocument/2006/relationships/slide" Target="/ppt/slides/slide20.xml" Id="Ra4ad43e838e74b29" /><Relationship Type="http://schemas.openxmlformats.org/officeDocument/2006/relationships/slide" Target="/ppt/slides/slide21.xml" Id="Re526ad6c625a4b32" /><Relationship Type="http://schemas.openxmlformats.org/officeDocument/2006/relationships/slide" Target="/ppt/slides/slide22.xml" Id="R058f370ba2c1484d" /><Relationship Type="http://schemas.openxmlformats.org/officeDocument/2006/relationships/slide" Target="/ppt/slides/slide23.xml" Id="R24ec4a15b544488b" /><Relationship Type="http://schemas.openxmlformats.org/officeDocument/2006/relationships/slide" Target="/ppt/slides/slide24.xml" Id="R81229922dd2d4501" /><Relationship Type="http://schemas.openxmlformats.org/officeDocument/2006/relationships/slide" Target="/ppt/slides/slide25.xml" Id="R589ad5c8114b46fc" /><Relationship Type="http://schemas.openxmlformats.org/officeDocument/2006/relationships/slide" Target="/ppt/slides/slide26.xml" Id="R93faa9d33dfc4111" /><Relationship Type="http://schemas.openxmlformats.org/officeDocument/2006/relationships/slide" Target="/ppt/slides/slide27.xml" Id="Rbd98b174d4ef4b68" /><Relationship Type="http://schemas.openxmlformats.org/officeDocument/2006/relationships/slide" Target="/ppt/slides/slide28.xml" Id="Reb45d870237f4cee" /><Relationship Type="http://schemas.openxmlformats.org/officeDocument/2006/relationships/slide" Target="/ppt/slides/slide29.xml" Id="Rc2fa142ea0e846d8" /><Relationship Type="http://schemas.openxmlformats.org/officeDocument/2006/relationships/slide" Target="/ppt/slides/slide30.xml" Id="Rdbe441476d1944a2" /><Relationship Type="http://schemas.openxmlformats.org/officeDocument/2006/relationships/slide" Target="/ppt/slides/slide31.xml" Id="R41c39633f1fa489f" /><Relationship Type="http://schemas.openxmlformats.org/officeDocument/2006/relationships/slide" Target="/ppt/slides/slide32.xml" Id="R37c9f9d202ae47b6" /><Relationship Type="http://schemas.openxmlformats.org/officeDocument/2006/relationships/slide" Target="/ppt/slides/slide33.xml" Id="Rf0998e3306ff447b" /><Relationship Type="http://schemas.openxmlformats.org/officeDocument/2006/relationships/slide" Target="/ppt/slides/slide34.xml" Id="Rb40d205d15934ca2" /><Relationship Type="http://schemas.openxmlformats.org/officeDocument/2006/relationships/slide" Target="/ppt/slides/slide35.xml" Id="R8356dba0831544e8" /><Relationship Type="http://schemas.openxmlformats.org/officeDocument/2006/relationships/slide" Target="/ppt/slides/slide36.xml" Id="Ra407e91c8c0a418f" /><Relationship Type="http://schemas.openxmlformats.org/officeDocument/2006/relationships/slide" Target="/ppt/slides/slide37.xml" Id="R75ad5474eb07438d" /><Relationship Type="http://schemas.openxmlformats.org/officeDocument/2006/relationships/slide" Target="/ppt/slides/slide38.xml" Id="R957b24adf26b4a5b" /><Relationship Type="http://schemas.openxmlformats.org/officeDocument/2006/relationships/slide" Target="/ppt/slides/slide39.xml" Id="Rf6d85f41a5d643f0" /><Relationship Type="http://schemas.openxmlformats.org/officeDocument/2006/relationships/slide" Target="/ppt/slides/slide40.xml" Id="R3f33889aeea846b8" /><Relationship Type="http://schemas.openxmlformats.org/officeDocument/2006/relationships/slide" Target="/ppt/slides/slide41.xml" Id="R41f0af601ebb4494" /><Relationship Type="http://schemas.openxmlformats.org/officeDocument/2006/relationships/slide" Target="/ppt/slides/slide42.xml" Id="R2653716af288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585257938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4037b386c42d9" /><Relationship Type="http://schemas.openxmlformats.org/officeDocument/2006/relationships/notesMaster" Target="/ppt/notesMasters/notesMaster1.xml" Id="R9c58d6ffc441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e9b295e743424b" /><Relationship Type="http://schemas.openxmlformats.org/officeDocument/2006/relationships/notesMaster" Target="/ppt/notesMasters/notesMaster1.xml" Id="Rc8d49f49cd9c4d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bae9239b649c0" /><Relationship Type="http://schemas.openxmlformats.org/officeDocument/2006/relationships/notesMaster" Target="/ppt/notesMasters/notesMaster1.xml" Id="R55f61c72899a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ea2b3c27e443c" /><Relationship Type="http://schemas.openxmlformats.org/officeDocument/2006/relationships/notesMaster" Target="/ppt/notesMasters/notesMaster1.xml" Id="Rc91176b840654f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67e06b6264695" /><Relationship Type="http://schemas.openxmlformats.org/officeDocument/2006/relationships/notesMaster" Target="/ppt/notesMasters/notesMaster1.xml" Id="Rf498ec616b56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c40955c7f4898" /><Relationship Type="http://schemas.openxmlformats.org/officeDocument/2006/relationships/notesMaster" Target="/ppt/notesMasters/notesMaster1.xml" Id="R609e3e47d71c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68ee9a84e4ae9" /><Relationship Type="http://schemas.openxmlformats.org/officeDocument/2006/relationships/notesMaster" Target="/ppt/notesMasters/notesMaster1.xml" Id="Rd8359dd76dec49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ce2991eb374a12" /><Relationship Type="http://schemas.openxmlformats.org/officeDocument/2006/relationships/notesMaster" Target="/ppt/notesMasters/notesMaster1.xml" Id="Rea9f1e80b9a44a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c94f5b40ae469b" /><Relationship Type="http://schemas.openxmlformats.org/officeDocument/2006/relationships/notesMaster" Target="/ppt/notesMasters/notesMaster1.xml" Id="R7960ada38cff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49d867cdaf442f" /><Relationship Type="http://schemas.openxmlformats.org/officeDocument/2006/relationships/notesMaster" Target="/ppt/notesMasters/notesMaster1.xml" Id="R203f9fc97c4646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8ed19d0171481e" /><Relationship Type="http://schemas.openxmlformats.org/officeDocument/2006/relationships/notesMaster" Target="/ppt/notesMasters/notesMaster1.xml" Id="Rdd942ab8e5ff44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d5af3736574ee8" /><Relationship Type="http://schemas.openxmlformats.org/officeDocument/2006/relationships/notesMaster" Target="/ppt/notesMasters/notesMaster1.xml" Id="R328b2feeab5249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8e9a48f66a4e5a" /><Relationship Type="http://schemas.openxmlformats.org/officeDocument/2006/relationships/notesMaster" Target="/ppt/notesMasters/notesMaster1.xml" Id="Rba500a368d704b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4ef4fd07a04e7d" /><Relationship Type="http://schemas.openxmlformats.org/officeDocument/2006/relationships/notesMaster" Target="/ppt/notesMasters/notesMaster1.xml" Id="R33e26f1a45c644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93c18fdaae40c9" /><Relationship Type="http://schemas.openxmlformats.org/officeDocument/2006/relationships/notesMaster" Target="/ppt/notesMasters/notesMaster1.xml" Id="R878e94eb8e3c40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80ffbda9b845e7" /><Relationship Type="http://schemas.openxmlformats.org/officeDocument/2006/relationships/notesMaster" Target="/ppt/notesMasters/notesMaster1.xml" Id="R0a018e1681f047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588227d7744d2f" /><Relationship Type="http://schemas.openxmlformats.org/officeDocument/2006/relationships/notesMaster" Target="/ppt/notesMasters/notesMaster1.xml" Id="Re79b8dc89caa45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175ddf438f4ea1" /><Relationship Type="http://schemas.openxmlformats.org/officeDocument/2006/relationships/notesMaster" Target="/ppt/notesMasters/notesMaster1.xml" Id="Rf57b252583f845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b83b95b7ef4229" /><Relationship Type="http://schemas.openxmlformats.org/officeDocument/2006/relationships/notesMaster" Target="/ppt/notesMasters/notesMaster1.xml" Id="R4159c0820d83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b51c12938f40ef" /><Relationship Type="http://schemas.openxmlformats.org/officeDocument/2006/relationships/notesMaster" Target="/ppt/notesMasters/notesMaster1.xml" Id="Rbf0c3e76437c41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cf1d3f625f4372" /><Relationship Type="http://schemas.openxmlformats.org/officeDocument/2006/relationships/notesMaster" Target="/ppt/notesMasters/notesMaster1.xml" Id="R6752bb85c72c45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eb2b8718284dc7" /><Relationship Type="http://schemas.openxmlformats.org/officeDocument/2006/relationships/notesMaster" Target="/ppt/notesMasters/notesMaster1.xml" Id="R36bdcf1827554b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0ba03132c24d69" /><Relationship Type="http://schemas.openxmlformats.org/officeDocument/2006/relationships/notesMaster" Target="/ppt/notesMasters/notesMaster1.xml" Id="R47e9ec972bf14c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babe1e0a4845b6" /><Relationship Type="http://schemas.openxmlformats.org/officeDocument/2006/relationships/notesMaster" Target="/ppt/notesMasters/notesMaster1.xml" Id="R89d47ee2ebcc41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fb1a2af6b64953" /><Relationship Type="http://schemas.openxmlformats.org/officeDocument/2006/relationships/notesMaster" Target="/ppt/notesMasters/notesMaster1.xml" Id="Rc08d8aef99ff42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e22f755c564ab9" /><Relationship Type="http://schemas.openxmlformats.org/officeDocument/2006/relationships/notesMaster" Target="/ppt/notesMasters/notesMaster1.xml" Id="Ree6581a83fe54b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7eb334f8562437a" /><Relationship Type="http://schemas.openxmlformats.org/officeDocument/2006/relationships/notesMaster" Target="/ppt/notesMasters/notesMaster1.xml" Id="R0208858cf4b243e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a759b2ea5714671" /><Relationship Type="http://schemas.openxmlformats.org/officeDocument/2006/relationships/notesMaster" Target="/ppt/notesMasters/notesMaster1.xml" Id="Rb5957ba0858149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23276177aa43af" /><Relationship Type="http://schemas.openxmlformats.org/officeDocument/2006/relationships/notesMaster" Target="/ppt/notesMasters/notesMaster1.xml" Id="Ra69e51c2a0fc41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80d192980447c6" /><Relationship Type="http://schemas.openxmlformats.org/officeDocument/2006/relationships/notesMaster" Target="/ppt/notesMasters/notesMaster1.xml" Id="R0336b6df869044c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c098b0dbaef4175" /><Relationship Type="http://schemas.openxmlformats.org/officeDocument/2006/relationships/notesMaster" Target="/ppt/notesMasters/notesMaster1.xml" Id="R1730cd469900447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98292f94f064a95" /><Relationship Type="http://schemas.openxmlformats.org/officeDocument/2006/relationships/notesMaster" Target="/ppt/notesMasters/notesMaster1.xml" Id="R477e5246c29543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0eb31d069a84b90" /><Relationship Type="http://schemas.openxmlformats.org/officeDocument/2006/relationships/notesMaster" Target="/ppt/notesMasters/notesMaster1.xml" Id="R1530064bbc794b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89f6bddef194409" /><Relationship Type="http://schemas.openxmlformats.org/officeDocument/2006/relationships/notesMaster" Target="/ppt/notesMasters/notesMaster1.xml" Id="R1483dc40acb341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2988f0987a14078" /><Relationship Type="http://schemas.openxmlformats.org/officeDocument/2006/relationships/notesMaster" Target="/ppt/notesMasters/notesMaster1.xml" Id="R97a3a12f4b804d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ee4cc90f3c4b19" /><Relationship Type="http://schemas.openxmlformats.org/officeDocument/2006/relationships/notesMaster" Target="/ppt/notesMasters/notesMaster1.xml" Id="Re809aed81bdc495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ae8f5d4a4864e16" /><Relationship Type="http://schemas.openxmlformats.org/officeDocument/2006/relationships/notesMaster" Target="/ppt/notesMasters/notesMaster1.xml" Id="R27dc7470c9714f9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8e2fdee17f40d1" /><Relationship Type="http://schemas.openxmlformats.org/officeDocument/2006/relationships/notesMaster" Target="/ppt/notesMasters/notesMaster1.xml" Id="R99d589c88d9d495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310f2c97c84862" /><Relationship Type="http://schemas.openxmlformats.org/officeDocument/2006/relationships/notesMaster" Target="/ppt/notesMasters/notesMaster1.xml" Id="R71dd4e0e32434c5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b999246d2a84903" /><Relationship Type="http://schemas.openxmlformats.org/officeDocument/2006/relationships/notesMaster" Target="/ppt/notesMasters/notesMaster1.xml" Id="R4398bb179d34467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1843e4af854bcb" /><Relationship Type="http://schemas.openxmlformats.org/officeDocument/2006/relationships/notesMaster" Target="/ppt/notesMasters/notesMaster1.xml" Id="Rbfe8f8a68986461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7ebe31fe15f4449" /><Relationship Type="http://schemas.openxmlformats.org/officeDocument/2006/relationships/notesMaster" Target="/ppt/notesMasters/notesMaster1.xml" Id="R74c7723ae68a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e54d534e0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b76c97ff74c84" /><Relationship Type="http://schemas.openxmlformats.org/officeDocument/2006/relationships/slideLayout" Target="/ppt/slideLayouts/slideLayout1.xml" Id="Rca5e36ca8394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5e36ca8394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a84167e9c4e9f" /><Relationship Type="http://schemas.openxmlformats.org/officeDocument/2006/relationships/notesSlide" Target="/ppt/notesSlides/notesSlide1.xml" Id="Rb68cdac43240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5934e5e604db1" /><Relationship Type="http://schemas.openxmlformats.org/officeDocument/2006/relationships/notesSlide" Target="/ppt/notesSlides/notesSlide2.xml" Id="Rb20026dd596d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aa0926fc24a38" /><Relationship Type="http://schemas.openxmlformats.org/officeDocument/2006/relationships/notesSlide" Target="/ppt/notesSlides/notesSlide3.xml" Id="R3d01eb8a1d99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ccf82429c43a1" /><Relationship Type="http://schemas.openxmlformats.org/officeDocument/2006/relationships/notesSlide" Target="/ppt/notesSlides/notesSlide4.xml" Id="Rcd09f2a1ccc644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ef4bc5c6d417a" /><Relationship Type="http://schemas.openxmlformats.org/officeDocument/2006/relationships/notesSlide" Target="/ppt/notesSlides/notesSlide5.xml" Id="Rabc42522b5b246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fe7961ef84753" /><Relationship Type="http://schemas.openxmlformats.org/officeDocument/2006/relationships/notesSlide" Target="/ppt/notesSlides/notesSlide6.xml" Id="Rede721c5c061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37fbaae241f4" /><Relationship Type="http://schemas.openxmlformats.org/officeDocument/2006/relationships/notesSlide" Target="/ppt/notesSlides/notesSlide7.xml" Id="Rde25638e33e042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c409b35024794" /><Relationship Type="http://schemas.openxmlformats.org/officeDocument/2006/relationships/notesSlide" Target="/ppt/notesSlides/notesSlide8.xml" Id="R54a385ba103346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e17623d1c4003" /><Relationship Type="http://schemas.openxmlformats.org/officeDocument/2006/relationships/notesSlide" Target="/ppt/notesSlides/notesSlide9.xml" Id="Ra436220032bb4c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75b5815d24c9c" /><Relationship Type="http://schemas.openxmlformats.org/officeDocument/2006/relationships/notesSlide" Target="/ppt/notesSlides/notesSlide10.xml" Id="Rff6ad2296c6a46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dd91a7f9642cd" /><Relationship Type="http://schemas.openxmlformats.org/officeDocument/2006/relationships/notesSlide" Target="/ppt/notesSlides/notesSlide11.xml" Id="R2cce974819014f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e7855f2d4256" /><Relationship Type="http://schemas.openxmlformats.org/officeDocument/2006/relationships/notesSlide" Target="/ppt/notesSlides/notesSlide12.xml" Id="Rc9698408f8804c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ddacf574844fe" /><Relationship Type="http://schemas.openxmlformats.org/officeDocument/2006/relationships/notesSlide" Target="/ppt/notesSlides/notesSlide13.xml" Id="Rb743ca28464d49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e19258a994a5b" /><Relationship Type="http://schemas.openxmlformats.org/officeDocument/2006/relationships/notesSlide" Target="/ppt/notesSlides/notesSlide14.xml" Id="R51bf514b0c164e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7b3772df94477" /><Relationship Type="http://schemas.openxmlformats.org/officeDocument/2006/relationships/notesSlide" Target="/ppt/notesSlides/notesSlide15.xml" Id="Rbc5849cc593444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b17c03cb46aa" /><Relationship Type="http://schemas.openxmlformats.org/officeDocument/2006/relationships/notesSlide" Target="/ppt/notesSlides/notesSlide16.xml" Id="R8215ba28a2e24e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4a1f0c84c4006" /><Relationship Type="http://schemas.openxmlformats.org/officeDocument/2006/relationships/notesSlide" Target="/ppt/notesSlides/notesSlide17.xml" Id="Rd5d1fc211f474b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1af28f1e340b0" /><Relationship Type="http://schemas.openxmlformats.org/officeDocument/2006/relationships/notesSlide" Target="/ppt/notesSlides/notesSlide18.xml" Id="R13c5ca89b58644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3816a4814cd6" /><Relationship Type="http://schemas.openxmlformats.org/officeDocument/2006/relationships/notesSlide" Target="/ppt/notesSlides/notesSlide19.xml" Id="R7a0f11b562ae4e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521ccc0b34d75" /><Relationship Type="http://schemas.openxmlformats.org/officeDocument/2006/relationships/notesSlide" Target="/ppt/notesSlides/notesSlide20.xml" Id="R09d94f5f442846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80716b1c246c9" /><Relationship Type="http://schemas.openxmlformats.org/officeDocument/2006/relationships/notesSlide" Target="/ppt/notesSlides/notesSlide21.xml" Id="R5fa1d0603e0946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44d23fed844c3" /><Relationship Type="http://schemas.openxmlformats.org/officeDocument/2006/relationships/notesSlide" Target="/ppt/notesSlides/notesSlide22.xml" Id="R26875f65f70a4d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4001e62824108" /><Relationship Type="http://schemas.openxmlformats.org/officeDocument/2006/relationships/notesSlide" Target="/ppt/notesSlides/notesSlide23.xml" Id="R402b5201714b4d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c8855861f4258" /><Relationship Type="http://schemas.openxmlformats.org/officeDocument/2006/relationships/notesSlide" Target="/ppt/notesSlides/notesSlide24.xml" Id="R1ec90d27dcd446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6e6ec048a452f" /><Relationship Type="http://schemas.openxmlformats.org/officeDocument/2006/relationships/notesSlide" Target="/ppt/notesSlides/notesSlide25.xml" Id="Rf2eb818cedd84f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e4b2a220c4730" /><Relationship Type="http://schemas.openxmlformats.org/officeDocument/2006/relationships/notesSlide" Target="/ppt/notesSlides/notesSlide26.xml" Id="R6934effe23584c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a6ff4ab340ac" /><Relationship Type="http://schemas.openxmlformats.org/officeDocument/2006/relationships/notesSlide" Target="/ppt/notesSlides/notesSlide27.xml" Id="Rd36d1a1dc92f4e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b85cc32464468" /><Relationship Type="http://schemas.openxmlformats.org/officeDocument/2006/relationships/notesSlide" Target="/ppt/notesSlides/notesSlide28.xml" Id="R90ec625837ff4cc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e23a6b6c94c44" /><Relationship Type="http://schemas.openxmlformats.org/officeDocument/2006/relationships/notesSlide" Target="/ppt/notesSlides/notesSlide29.xml" Id="R7f23e7acfb754a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0ec78e5024ffc" /><Relationship Type="http://schemas.openxmlformats.org/officeDocument/2006/relationships/notesSlide" Target="/ppt/notesSlides/notesSlide30.xml" Id="R84585eb16dd548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412a87ee346a1" /><Relationship Type="http://schemas.openxmlformats.org/officeDocument/2006/relationships/notesSlide" Target="/ppt/notesSlides/notesSlide31.xml" Id="Ra460e6f95e9045f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cdb8ae6ef4c10" /><Relationship Type="http://schemas.openxmlformats.org/officeDocument/2006/relationships/notesSlide" Target="/ppt/notesSlides/notesSlide32.xml" Id="Ra6981fb664c446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269d38964795" /><Relationship Type="http://schemas.openxmlformats.org/officeDocument/2006/relationships/notesSlide" Target="/ppt/notesSlides/notesSlide33.xml" Id="Rcd72159bdc4844c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c1bb4898b40fc" /><Relationship Type="http://schemas.openxmlformats.org/officeDocument/2006/relationships/notesSlide" Target="/ppt/notesSlides/notesSlide34.xml" Id="R0643ec43eb944f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8a335cfe54726" /><Relationship Type="http://schemas.openxmlformats.org/officeDocument/2006/relationships/notesSlide" Target="/ppt/notesSlides/notesSlide35.xml" Id="R32a946aefab64e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af0f1d7524dde" /><Relationship Type="http://schemas.openxmlformats.org/officeDocument/2006/relationships/notesSlide" Target="/ppt/notesSlides/notesSlide36.xml" Id="R58458eef515d4a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d3af1cef146b9" /><Relationship Type="http://schemas.openxmlformats.org/officeDocument/2006/relationships/notesSlide" Target="/ppt/notesSlides/notesSlide37.xml" Id="R341fc0a2ab9245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1368f1e2242a3" /><Relationship Type="http://schemas.openxmlformats.org/officeDocument/2006/relationships/notesSlide" Target="/ppt/notesSlides/notesSlide38.xml" Id="R4d4fd5fbd09f49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203ff8554265" /><Relationship Type="http://schemas.openxmlformats.org/officeDocument/2006/relationships/notesSlide" Target="/ppt/notesSlides/notesSlide39.xml" Id="R88e7b6e8b07948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252a4b5bc4e9d" /><Relationship Type="http://schemas.openxmlformats.org/officeDocument/2006/relationships/notesSlide" Target="/ppt/notesSlides/notesSlide40.xml" Id="R01ecdcb7152e4df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fd6ad966943dc" /><Relationship Type="http://schemas.openxmlformats.org/officeDocument/2006/relationships/notesSlide" Target="/ppt/notesSlides/notesSlide41.xml" Id="R5fc8189914094ff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dae7f05c8434c" /><Relationship Type="http://schemas.openxmlformats.org/officeDocument/2006/relationships/notesSlide" Target="/ppt/notesSlides/notesSlide42.xml" Id="R502fa316503741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5E104-8D56-4618-9558-049FDD0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91177-5360-4D85-854C-E895970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Dictionaries: Dictionary operations, dictionary methods, aliasing and copying. Numpy: About, Shape, Slicing, masking, Br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99645-1B1E-45C1-9B80-F2C4E104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1D54-AE8C-4857-942E-F0AD3C1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266D2-2119-4D93-9841-8B39BED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30190-6DD3-4C57-AD82-B41D9A0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912C3-EDDA-4EF6-9802-7177D62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52E3F-ED75-4C3E-B676-11672D4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CF511-DD2B-4D8A-BF3C-AF7FB89C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3FDED-D46C-4BBB-BD8E-3F8DB06C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9F904-DB5B-4162-8CB1-E7505D2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CE3CC-DB60-4DB3-B23E-00FDC5DD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7422C-3BF7-4E11-9B0F-C431C760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30717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A6AE8-D753-4D81-AEA8-3FD9A275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664C9-7006-4DEE-B40A-80BEF3C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52C3B-7AFE-46BA-A0F6-3AF95B1F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6D6D3-65F3-4B5F-ADEC-22373C94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07C30-AB46-4674-B687-0009D81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14D31-9622-4329-A9E4-A58DDD4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45E8E-D21C-47D4-A227-13A6C460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ED8B6-D8E7-4D69-B972-EC0CA70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29358-2AFD-4736-B0AB-FBAECB0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D2E88-E189-4A7C-90E8-2AFD5D8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06257-5A5B-4EEA-A5EF-ACE11D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03ABF-DD14-4C6A-9261-A118C952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44D22-D21A-4DFB-8382-AAF504D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47869-3BF5-4C77-B829-5467B8D4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91095-D459-4A35-A55D-BC8EFE2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07520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FA3EF-301B-4067-ACDC-5E91550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B361-DF9A-462A-9106-DE3A3BF0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2AB88-2782-4F79-AE80-B6C0A0E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CDEAC-1F9D-4A21-9A17-1E1B20A7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1C1A2-8643-4CD3-B8D2-804B377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3E7A1-C1CB-4D4C-9588-D2FCBDE5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CD637-CA59-456E-B5C2-8EE28C6E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0741D-9B50-4C5B-84CD-2677A12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B3F6-27F3-4018-9614-F17FC21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Dictionaries: Dictionary operations, dictionary methods,...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81079-0AC0-47F8-9EDE-01821893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4F12E-0284-4FB4-9DBF-D72E835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51298-330F-41C0-925C-8AB1D52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Numpy: About, Shape, Slicing, masking, Broadcasting, dtype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D5F94-E169-4E48-B65E-4BB2C5C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5F7DE-B721-4EA8-8E36-56A9A76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67641-C91E-4972-9FB8-06B2F62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Files: About files, writing our first file, reading a fil...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C3FC1-B1D6-4E5B-9D5B-5442933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958BC-51A9-4886-A131-4DFE7B2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3872C-E8BE-43A7-A60B-C53E9DE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Chapter: 5.4, 6.1-6.5, 7.1-7.8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069C9-17FF-4D88-ADA0-18E4152D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E9176-4401-4F7D-8027-431A66E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44863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3D985-FBA0-4931-83CC-D049270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B54BD-F0F2-4F36-9FBC-D6EEEB34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38B9F-E274-4139-A307-08A43C74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3328-8F49-43AB-A0E4-50D41DF8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0E0D4-E450-4AFD-A150-FE73976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938E7-2DF2-4F08-8CC3-FAA6B3E6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2D8F4-3838-4921-9DBC-4D09649D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BF799-7F60-43AF-9A83-27BBA5E9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Dictionaries: Dictionary operations, dictionary methods,....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AD9FA-BE72-4E5E-919E-821DB905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FF184-0AF4-41F1-AD35-6666228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4F58A-C562-40B3-B90B-0DD15316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Numpy: About, Shape, Slicing, masking, Broadcasting, dtype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069C0-53C1-46D7-924D-C2B84E2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4CFEC-78BD-4CFF-8CB3-C3648A98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F2B30-B8C5-42E9-823E-039402F7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Files: About files, writing our first file, reading a fil...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99072-B820-4690-9BE4-B760BF13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8F812-10F6-4F9A-B720-0E4875C8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165D7-1CED-478C-A4E2-D85684E3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Chapter: 5.4, 6.1-6.5, 7.1-7.8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176B4-C065-4838-B9F4-7FF945D9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0D4DC-E58C-4456-9FB8-4DDE2DE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4E802-1FA8-404A-9EB2-B88EF50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55087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EEAF6-2891-46AA-AC4F-9907693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41B8B-2B09-48BF-953D-D7D68AF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636D9-9DD5-4F75-8FE1-0D75430A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6C718-19B8-43D4-8514-A7EB090F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532BB-B2D5-43B9-9608-DD31F7E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Dictionaries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BB52D-A87E-447E-A3B3-7544676F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Dictionary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FC64D-19D0-466B-A3D1-F823C6CA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9A445-C4D3-401E-B85F-82FAE35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9F7C-C7D6-4304-B790-C982C44C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aliasing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D6969-53D2-41B5-BDDD-5020F10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copying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9A19F-5A65-4DDC-B014-6EC4451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DBCB6-79F1-4776-BB6C-3D36C3B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A4E09-7CDD-4C35-9A00-B4C28B6E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Slicing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4337B-5C5B-4BDF-82D0-9DBC61F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masking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18D67-C9D2-4148-A5E5-0201559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56218-F60A-425A-BE52-6A1789C8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12488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6BAA7-0D74-46BA-A86D-27C70772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BAD10-101D-423F-B1D0-A23E7601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30A2C-706B-472B-B399-CE16768D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81E06-4E2A-479E-BB83-4ECD8F2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85639-A907-45C0-9702-154E0D1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Dictionaries: Dictionary operations, dictionary methods, aliasing and copying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6ECA8-1650-4FED-812F-295F184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Dictionaries: Dictionary operations, dict...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CFD26-1E6B-4E91-800F-253D935B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2066E-4B93-4A70-9A59-FE72809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7B08C-E1A3-4C77-BCB4-87BD52F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FDC48-6851-4601-8F02-BF7E0A91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38911-2DE6-4BAC-8DB6-9CB531E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A7227-5C2A-407F-B06C-DB77617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B09C9-4A70-4202-8B98-99504BE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77F3E-1EBA-43DD-A109-524F0A4E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23A6E-D1B8-43D5-85CC-74E7C8F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27C53-A53B-4C4C-88C0-3A3ACBC3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84415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4F64F-98A6-4762-BB6F-D6B80506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5FED7-2783-40B7-98B1-1AF19EA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56236-A2C2-49A8-8F4C-FE86552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99592-254A-489B-A058-B271B2B9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98B9B-6002-41D2-9D40-062858CF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04BF6-1B4C-49F0-9167-32FE943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7877E-DC9D-4E7A-A8E9-EDBE19D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017D5-DDED-4EB3-90BC-81EF31A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FFCF0-B1B9-4958-9619-DAA26E0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Dictionaries: Dictio...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161C4-FA32-4D34-B545-0D94EA0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3A779-0B89-4905-AD44-73423B46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A573E-5AA9-4876-ABC7-DFD5A92D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Dictionaries: 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6BA00-727B-4C85-9DAD-5D7C3887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B1407-D67E-4F5D-8B73-D425A8F9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8BC48-C58B-4E9E-9BAF-12A16BC1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Dictionaries...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B21DA-231D-4703-B046-1387E1C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41F53-0FE5-4B18-ADA7-CC8D8EA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FBD2-ABB5-4757-9AD3-CA1B7AB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Dictionaries:...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0CDD8-0E38-4E27-8046-CB84D6E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C7FB4-BDEE-4D1F-8924-D8380A8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302B7-89E9-40DF-A717-FF352F6F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Dictionaries: Dicti...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61E62-4F8E-42B7-A281-12D4D6F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B293A-8EBD-4565-BC6F-DE0B3A7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01471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07AB1-28F6-4310-9254-75CE889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85E9-19C4-4C95-9E3E-662BA004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53E2B-D43B-45BE-ADCC-F2CB831F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CDCF3-F6BE-4528-BB28-DAD8BDB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5AA07-60BE-4A13-B6EE-8960F4D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46312-1DF5-4B9A-8DD7-EB8210F9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CD75E-405A-4F31-9EBC-BC71B31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EE3E9-5123-4716-91BE-32BEC24B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0AC4-7FB0-4B46-82CF-6B5A155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89024-8223-42A8-A6D0-0DB18C38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D7F7E-3D6D-4571-AB17-CB86118C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C7CE0-3AAB-4016-8AAA-67CE63E3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C6CD0-0E97-46BE-9CCA-73F6A43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9AF73-8A5D-44BE-99E8-F32807E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A4E78-44B9-4AB8-AFCE-66119EC6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97495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3FD97-28AB-4788-836F-DCE6458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0450E-EFAC-44BA-82AD-7F20D2A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11A17-BBF1-4C07-9C93-9C995B9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0562A-FBF3-4C0B-9881-DF469E7E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AC146-D4AA-4D16-933A-894347F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D42E3-02F1-49B6-806E-34A8B345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Dictionaries: Dictionary operations, dictionary methods,...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2FF6B-A5C1-4E92-8D4E-749BBEE3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CA963-DAE0-4F92-8399-1C9DF77F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3F47E-6AED-44CA-A48C-A9F827E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000DB-B5B0-401E-8049-3B6EFA3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BAA26-86DA-44BD-8C4A-85CC082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41639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7892C-C65F-47D3-AE0D-166F57F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A6B3B-729B-483D-B6C3-A2B2762F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B5AE1-7A72-4FC0-A339-F5667FE2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00ADE-5E45-461E-98B3-34DD8B27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69052-1482-4EB5-94CD-611DE89E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Numpy: About, Shape, Slicing, masking, Broadcasting, dtype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2FA4E-47F5-4CAC-9324-75246659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Numpy: About, Shape, Slicing, masking, Br...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861BC-0FDF-4C43-888F-FF6661C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AD107-0E8A-4233-8AF3-649DA63E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4035A-2043-417A-A208-12EC2CCF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6BD5B-B6E7-4C4C-B193-DB594304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8991-4A3B-40B7-AAFA-A86E755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E206C-6E90-4B6C-AA9A-614137A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31F46-A058-4AC1-9215-5E08820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F85F-DEDE-45F2-ACD8-C3F48A1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375F5-B4CB-487B-AAB4-84E327E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53E9D-F1DB-48FB-9EF5-D08FDC2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70395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CC24E-6E65-4EA3-8543-1782D7A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23567-5283-4D79-A08A-053F45A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96A3A-D810-41A0-91D8-B2770165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80070-10EC-4548-8B6B-C3F612F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26895-EF79-4B6D-856B-B1D505BC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CE638-9082-459C-B292-9BA3F60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464D0-E4AB-4F3B-8B83-5ABC0EC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16425-ED0E-47CF-B15D-99876E59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EC0F0-0E4B-434A-8795-9DBA58E3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Numpy: About, Shape,...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F1F95-2077-4F76-AAC9-711131EF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A2F8-F8BE-4643-8D81-48BE9022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CC24E-394F-474C-B710-348D1C1B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Numpy: About, Sh...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37145-4A88-4D95-A3E9-C054744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0E659-005D-4CBA-9EEC-D6511B4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823BE-B902-4BBF-B78F-D6568E35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Numpy: About...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8797D-C5FD-4F1F-8CC0-B9C2F80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CD2B5-99F1-4790-A724-4F138FFB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F1B09-664B-4DDC-8517-D09956C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Numpy: About,...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26FCE-2EA8-430A-B6FE-E70FF3A0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67603-886D-45B0-9776-F1150C27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CAED3-81AA-4A83-81DA-3F63A49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Numpy: About, Shape...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1799C-FFB9-48EF-9A29-364DFC2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B2C7B-F6DA-4796-A8FD-5F5D6F0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9370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71BEB-6ACB-4659-8EA6-B0777BB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2945E-65B1-4730-9293-FC19B2C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FC31E-D9C6-46B6-8933-E73D2C8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E7AD-7A15-4E51-B5BC-2ED5E5C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805D8-43B1-4B94-B845-4A931361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CFC11-75FA-4E40-B95A-93BCA94B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CEEB8-30FD-4EB0-A821-D6E2036D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ADA33-8799-4FCB-A61E-001F419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C80AF-23C1-48E3-B17C-82E6DB25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827D3-F9D6-42C1-BD8D-6F0ED5C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C5A4F-BA43-4D81-AE4A-41662CE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A2ADF-64AD-4E5F-B85F-7EAB8BD6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26E22-22F9-4529-BA4D-BCB4188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4A15E-0AE7-480A-BF7A-F542AF77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6C454-15BF-4D8D-8942-28A4820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72105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A421E-FC97-4C35-B54D-1527342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CA5F1-B1F7-4964-B3BF-9180F435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8C0D4-701E-4DEA-A8A1-6183E7D4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54E1F-6D5C-46CB-B0FA-B48B731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6DAD6-5758-4765-B6F5-D0CA904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D3E7A-E8A0-4897-9843-66BAE065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Numpy: About, Shape, Slicing, masking, Broadcasting, dtype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C235D-D2BC-4DBA-96BD-9926310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DF05B-8025-4CF1-BB43-075C1E85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F193D-C344-4F68-8D7B-CCFD9E4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3310F-2103-4CE4-9FC4-54ABE53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F708-D31C-4755-A050-FD75D48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27875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B4BA0-984D-4EB2-BED3-19F6E121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6BCCD-001D-406D-B6F6-1A8660B3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D5E7-A670-46E4-81B7-3BE79A5F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71AC3-BF38-4D0C-92B9-ABE941CF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77816-2A26-421A-972D-129497F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Files: About files, writing our first file, reading a file line -at-a-time, turning a file into a list of lines...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90DA5-9036-43B0-80FD-0063434E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Files: About files, writing our first fil...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1F36D-D88A-4C77-B835-93A20EE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F458-59C7-4566-8CC3-0EA2AFE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AEB2B-DF72-46D3-97A9-3EAF993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4FA8B-196B-428B-8071-2570AB7F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9B67-5125-402E-9A4B-BF93982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6BB6C-6FA5-41AE-858C-7B1E4ED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4002C-3889-4BB4-ADF6-AAAC2694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A66D2-52FD-4D2E-BDDC-E4802472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3BEAA-2477-4C6A-B716-3A1DE4EC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B9A18-E5B0-434C-97C3-B3DBF35F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286930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0F12D-A36E-4AFC-B72A-B7B508A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344B5-FBFA-4488-8A96-9405EA7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2FAE3-E568-4E2C-BEDD-E5371398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EE172-5F12-462C-9347-E518FA0C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5F6C5-2102-43DB-9AC9-6682BB5F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5B381-D52E-40AA-9A91-C9823D67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79F6D-302C-454C-AC0A-FB256BA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00B37-8D82-47E2-AAAE-3C45CBCC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98402-B313-4E4A-8466-C5FDC2B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Files: About files,...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2A323-BB14-469D-A5A8-6A105874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28B43-953F-45DC-84F6-8725B69D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ACFC4-8F8B-4CBD-B5CE-839C71A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Files: About fil...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7ADF6-48B6-4872-B642-F36A2E25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2CF2A-62D4-478C-9637-137C6F18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4B6C2-1B41-4212-983C-90AB329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Files: About...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B2E0C-3AC9-45CA-9366-6747E4A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751F2-80E5-45F4-9B06-D8C7280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DF3F3-B031-4C42-A774-2B9DBA4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Files: About...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5EC3A-26BD-4BCE-B805-CA575B8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3D82C-B5D5-4404-A766-387CC85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E034C-CDF0-4673-92D7-0BA4B9BF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Files: About files,...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CDB96-F225-4AF6-B89D-4FA4875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BEC79-4038-42ED-99C5-743228A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241263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191F4-7FC3-4B1C-A93B-5ADF2A47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B2522-4698-4073-B87F-309F5BC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A21D4-3E0F-4D89-BBE8-30E637D1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D04D-A17C-4689-A331-F6087CC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2E650-81F0-4B47-83C5-49422BC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9D08-A5FF-4D6C-9336-3C8ED9E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E2D2B-F436-4007-A80A-D3B1F40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4CE8F-9FD4-439B-BABC-61B7E41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1A1F2-262D-40A5-B5A6-8840B0A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BC90-80C6-4C3D-9013-D2194BE0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52BAF-FE65-41DE-BFCA-FAB6317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0B457-52A0-42D2-BB29-AB79E9B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39010-91CE-48D0-8CE1-2716248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92798-0C47-47B9-9721-155D834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D928F-6AEA-4A3F-8C97-7AE3321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42559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DBC7E-5753-49CA-BE10-40CA0D1E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C8078-84CA-4640-8569-7587EFF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B658-4F13-4647-B14C-436DCC3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CCDA0-18C9-43F5-9B0D-B36CE7F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22DEC-F23B-4E4D-BF18-D65513B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0CF1A-F2D3-4AC9-B34A-8ABAAAEA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Files: About files, writing our first file, reading a fil...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6407-07F3-4FEE-B905-569CE44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98AA1-2B35-483B-B68B-60F8EDD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E79B2-348F-48B7-B6C3-EA2BAD85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F9034-328C-4140-8A9B-63D4BD8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FF3B5-863E-4A8E-94F8-939F0C2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88440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E4C93-8BD3-4D4B-A78A-7E3C06FF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0599E-8876-4772-A50D-0172D3A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BF18D-E0EB-4639-B1D3-37870C86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E1F74-46EB-484D-8980-08435E5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3722-C68E-4183-8D81-04D4A3D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Chapter: 5.4, 6.1-6.5, 7.1-7.8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098BC-0F57-445A-9D4B-FB298A65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Chapter: 5.4, 6.1-6.5, 7.1-7.8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4ECA1-0252-4041-8FCD-885E82E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751C-1AF3-4E9D-9DC5-B9D136D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25891-EE0E-41B1-93DD-8B314FB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42D18-6B4F-4AB6-9A8C-C6E11EB8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861A0-E850-4318-AEEA-75E8A78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1E6BB-8B36-4AD5-9873-85EDA6E1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4A7A1-D848-40B9-BBBA-002DB798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2BED1-156C-4D6D-A4CF-B0BFE1F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9D21E-FBE7-4390-844D-82C1C78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2AAC9-E24F-43F5-B854-C48C8AF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870330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9F79C-B285-4570-81B0-D5A7E290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A2B0A-EB45-478B-AA19-C68A6335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114B1-9F30-43EF-8D5C-A7CBE1B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AC520-3E56-4B10-B199-58490C3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5C761-0589-4860-B33A-F5A61CBC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8B01D-4D50-4BD1-B809-882C132E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6C53E-D7F7-48B4-B62C-F27F36E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0C6E2-A84B-4727-8BC3-F649B92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0755-9BD1-4E6C-B18E-19C8A49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Chapter: 5.4, 6.1-6....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F0EA-7D29-447B-820E-41291F8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D5D8F-3AD7-424C-B238-9ED227F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0DAA2-0EB4-498B-A5DD-DE78304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Chapter: 5.4, 6....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74D8-D5B5-4473-8EC3-CB2C1BEC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198D0-8E6E-40D0-90EE-909B71D6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58C2E-9787-4EF9-BDD1-0140D96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Chapter: 5.4...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FF14D-FD9E-4CE8-BFDF-02ED7B4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61487-9291-4378-B15E-5B24EC7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6154F-05B2-4BF2-B5AA-7E3F025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Chapter: 5.4,...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90729-FC65-490A-8CD7-B7100FE0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74FD-DCAD-4FE0-8EA2-38B0AF0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FBC4F-02CA-4E2C-8C6A-68D7D51E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Chapter: 5.4, 6.1-6...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32A36-5955-4D95-B8E5-C3CBD024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302F2-F512-4068-A6D1-CDE918E0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48971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03518-315F-4085-8997-3F58A9A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BDFCA-8270-460D-B65E-F1FC177B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D5A9-5CD9-4CCC-BBF3-DEE75C7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9DD9E-0ED1-4DCD-A3FA-1DA2D842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73E8B-BA3B-4850-A3AD-6363E3D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31343-C490-4A67-8D99-C9F66C3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6CE04-6FA8-43A7-A9DE-ECE376F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82CA0-B6A5-4D1B-A3DE-30F841DF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3ECD4-3F1F-4E56-B22E-D79EBC38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73CFA-C832-4BDD-BA4B-4CC79A48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40564-B4E8-44FE-BCBE-19BD42A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62752-C9C9-4B47-BEAE-A4C8A46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88FC7-F920-47B6-B1CE-36D102E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32542-B79C-4613-9F90-2C4EBBD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C9471-26CC-477F-942D-F4E9B8EC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293164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86B84-7F2F-4F1D-8769-7AE8713A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B41A9-A740-4925-9C95-F204DFE4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465C2-B988-4968-BD92-BE4E118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1EE4-3A09-4A2F-8784-D4533AAB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AC248-D83A-4895-B1EB-C7850C8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8B2FD-751A-492F-BEE7-DC89B5F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Chapter: 5.4, 6.1-6.5, 7.1-7.8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66077-5EC0-401E-A8A1-87CF83BE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E6E40-CC57-43DE-8AC3-2DB5B1F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34E9B-E233-44CA-A321-536F3E3E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D3919-0B8F-471D-9628-5775A09E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9004C-668B-4B90-9094-A9EE1A8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644202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BC16E-0257-4EED-84B6-6462B41E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90365-201B-4696-B109-97CEFE72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1274C-426C-48EF-80B2-8D553A7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2A48-2B2F-4C4B-AE29-D1210524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6DB63-1BC5-488E-A4B9-002BD45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8A365-572C-42A2-9E87-CA028BB0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592754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932F9-24BA-41DE-9459-910E55F9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7AA5D-6A91-456D-ADBD-774F7E45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04D52-AD0F-4954-9AD2-01FC266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8043F-F2B2-4E9E-8CA8-3C70827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5D124-E26D-4EDE-B428-045D643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Dictionaries: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Dictionary: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aliasing: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C68C-3AEA-4817-BECC-652C983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692187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6C379-4F58-499B-B73E-B701BF8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CA1DA-BFD3-4DDD-BBA8-03E94A9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8CAC6-20C3-4E84-AB74-28526445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5812E-CAD6-4459-9C34-9FA063D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F8293-C370-4FAE-B726-D15FB25E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66F4F-AC42-4CD2-A503-EA6B46F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49733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86788-4A3A-4392-B9D2-865C3547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12723-6E09-4466-B152-7FCD92B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7ED83-213F-4998-A85C-A6FA3DBD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8A7B3-6EB3-4CD1-BD60-FCB28E6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7BE01-BB77-4848-BD17-3C29C543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C4655-A8E5-4C26-999B-24FBBC4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767097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C940F-776B-464D-B5F3-CE64CC7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BE46E-2060-4CFF-B3E5-3AECC8F3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AB112-C9D7-4EC4-8AB0-A06223C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9350-CC40-48BA-BAD1-2B960DFA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726B2-24FD-435C-999D-89449107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Dictionaries: Dictionary operations, dictionary methods, aliasing and 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Numpy: About, Shape, Slicing, masking, Broadcasting, dtype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Files: About files, writing our first file, reading a file line -at-a-t...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Chapter: 5.4, 6.1-6.5, 7.1-7.8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54B5-D8D0-431A-A091-6DDFBBF8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9E717-29E9-4372-B9A2-97AADA7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BA98-6C43-4F0F-9851-BC33CB69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167005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FD4358-7C69-4E45-93CB-38743D4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A404D-F699-4EC6-8729-247AD16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Numpy: About, Shape, Slicing, masking, Broa...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C9D34-BD83-455E-A661-630ABD0A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25D4-F27E-4C46-BA26-54D06CDF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91DB8-215F-4657-A7E6-74E8A40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3A037-E352-454E-AA25-98C65CF0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DFD37-8D84-4584-8D4F-4CC3920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AD03E-78AD-4DB7-951D-8F694A8A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EBF57-BBD8-49EE-8361-C2102BB9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3AAAB-86CB-46D8-8F57-E4B634E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F924A-8936-4C4F-8176-58E3C6D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3C5ED-98A9-41E3-9ACF-74E683E7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3B886-3E9D-47BD-8BA9-098EB16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F0FE-25C9-4079-A157-23C9E60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7128F-B2DB-4D95-912E-27311EB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804CF-E997-4ADF-91FA-4E826E7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0BED5-A186-4CC4-90CB-7B18D30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81EFB-0E11-4E6E-8047-C0744B4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D161F-3A23-4B6C-872D-49151BF7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A8873-D540-4C02-BE48-05A67DE8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FC58-110B-449A-A4A7-4C7D6E4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F67A0-2AD1-4EFE-AD7A-1BA48EA1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BD18B-F0A8-4AE7-98D0-D891DF70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A4E85-F972-4A01-8F23-516BBE1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E63D3-B722-4C75-83CC-40D1E4FC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ED07C-A5C8-44AF-A3F3-A0A8062B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7FA69-A552-4EA6-9A4C-AA3C091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082FE-91E2-4BCD-BA74-B380A54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C24C2-91C3-47A4-96AB-1F9FC71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076AC-7518-4D09-97F9-44FCC0C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6299E-8435-4B2E-9434-C7CFBD1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FF332-828E-453E-98C2-2B569F7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076969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50BA8-03C7-40D7-8EA2-C83DE59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753C8-8F3C-4AC4-817A-F1F8E1F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Files: About files, writing our first file,...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A49EB-50ED-400A-AF1E-88AB142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1F394-A16D-49CF-85D2-147E96D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72D1-93F8-4A78-8253-343EE36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6A2EB-AA46-4E47-9066-D325642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7BCED-FD5D-4472-B7F9-F0460192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1106D-B234-4295-B001-4979B365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5B421-9A3D-4152-879B-72FC2E65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37E84-6236-4E49-93EC-89E6E957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D83A3-00C4-494E-AC1F-A3AEF48E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354F2-E127-4275-A3EA-41FA732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3DB24-F9D1-44B7-926C-54FF6B33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41F58-1F23-426B-B731-BCD294D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F2D88-A2E8-4F6C-A43D-2383678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D349F-0974-481F-A092-A13EA87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2D8E7-8516-47BF-8C92-DD4B677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6A6EE-9C22-4A9E-9EA9-895B760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9D3C0-822B-41AF-A6A1-7D7639D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6990B-6D6F-46AE-88BF-1AFBE69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FF8C0-6B36-4EF1-BF32-AB62A069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7FC20-C8EA-4CC4-A512-2062B5BF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57ECD-17EF-4887-82C8-A86CE3C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E51B7-6CD1-410F-A00D-999A63C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719F7-DF8E-4F40-96C7-7899CDC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497CE-49EA-4618-A6D9-04C3C00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63AA-0570-46F7-A6D9-F31597C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A053B-3546-4B5C-9862-D04005A4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17EDA-1D38-4F67-984C-F5131BA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CE7F8-95B9-4FAB-A753-A6C61423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ECCB2-801F-459A-91E9-D854973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7062D-CDF7-4024-9D4A-192041F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8522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116D6-D389-49E0-9829-A37F3EB7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A80AF-579B-40F1-BD55-CF3EFB48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5.4, 6.1-6.5, 7.1-7.8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2D731-8F7A-4483-A967-56D95B8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F2CAC-D4C7-4FD9-AD34-8880E9A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F3291-3BED-4F29-8159-DAA9D705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1EF4E-5E91-4AA7-A6A7-C2CAC97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1558-E518-415B-98EA-B7936D0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66CB7-FFF0-4CCC-A994-666D38E4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34CE3-7260-4754-9A5F-392E2C00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7DD6C-8F7C-4FD9-87B4-C71128A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2A89E-FBD7-4F02-9244-7DC4928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EB460-C7CB-4F1E-AF06-93FDF79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51D47-648A-4237-8B25-1107ED2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532B2-6BCA-4404-9B36-3C0C447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5515-ED29-4CFD-8C10-22B22603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2CDE1-012D-42E8-A73A-225423D4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AD544-36E8-46B7-B897-A10A1CE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EB935-681D-4869-9070-72818A6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93A2A-88BC-4575-9038-8E49D84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2F7B6-E29A-41BB-995C-A248658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53078-B781-4EDB-8C1D-2D1F104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5E576-E4D4-4306-B6C9-8AA67DC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AD2FC-11FF-49E8-AD93-DC43258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41EE5-D82C-4E0F-8493-49753D5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CE00D-42BF-407F-AA31-28BD383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6DF3F-6EE3-4B01-8660-F860359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6EE93-40E5-43CB-A65A-65C3619C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7E20C-B99A-4AAA-9E41-66350CC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45BBD-5A9B-45D3-89C6-F906191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A65BC-6121-46C4-83C4-390110B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C9833-9EE3-4751-BDF1-1AF54B8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D1BE70-548A-45D5-AECF-B255B26D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78865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F2D5D-C52D-46D6-A721-4863F33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D2D1-9352-461E-BA67-3E15663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Dictionaries: Dictionary operations, dictio...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37A2F-A53C-41E4-AA1B-558CDC5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E3982-6370-4ABF-AC79-EC46F736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2CCDC-6A4F-430E-9E24-C30794DE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F7DC1-39B4-4B48-A814-F5DE87E8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3863-AAEF-4B2E-A338-6BA1E7B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92DC3-78CB-47D7-8F6D-5A05769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4A638-B8DA-4583-ACBE-910E759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09B68-CF21-48D1-B063-A9695C0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ABB3D-8F86-4F19-8EBB-A2A5EFBC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F9308-C98D-4757-BBF9-51E55CA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64D68-C57B-435B-BBB1-1E52ED4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9144D-6920-4D56-928A-B3898454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DDD1D-AC43-4B3D-AE7A-60DE7F8C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7F268-C37B-4DBD-94C8-4B53BF71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C0D42-D312-463D-83FD-13B3A46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00B84-A4A3-4DA9-9993-7736EA8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E69E0-596C-4597-A860-7DADFC81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11D23-0ECB-45F6-9B1E-8C320D82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4B125-73CF-40D3-81DB-5F8D92F1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990A7-8785-4987-A3A9-5D81153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6293B-CA1C-4C24-8050-D1486CC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C2705-0F45-4B1B-B66A-403498BE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32FD5-17B7-4FF6-8A3F-4F8B367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AA2AA-464A-46DF-AE05-25CB8526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746F4-D276-4190-8663-767B01F9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334D3-F012-4B36-9E47-20555CE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9A950-1E87-42DC-A406-075FE0A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9BDE8-896F-408C-B4EA-30614C05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31136-433B-4148-96EF-2B91024F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703D88-DE6D-4EFD-8D98-FF617CD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002570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5A8FF-4FF8-47CE-84EB-6FA29136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B16D-B5A7-49C8-B5AB-99080B3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Numpy: About, Shape, Slicing, masking, Broa...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41C3F-6EFC-482D-A168-5103138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059EE-3E0C-4F18-82BF-D366DDF4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0123B-4BBB-4EB2-AEB4-8B18747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67E78-5D38-4775-9F59-AE3A33D9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24800-DBB7-4057-A8B5-6CA0A69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D336-D2C1-4D18-8C35-FA99E4D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9D99-419C-47ED-BD19-D53CB5F6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EE7ED-231C-4838-BF3F-B0060EC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880F6-9383-405B-B75D-BE8E9EA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3A56A-AFE3-471F-8DBB-04C609D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4AAF3-AE54-413D-BF61-03710C7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024FC-920A-4FEE-878B-2841AD7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F16B6-4A25-462A-9034-0D7FF43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47331-AED4-46D3-8A10-383B3BB1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F409D-315E-4258-8D9B-F5C1D64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EF514-B347-4558-95A0-972F6481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2D396-9750-449F-9398-B130F55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1F548-D058-43E3-A3BA-CE5D069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397A5-C66B-42E5-AD18-5BDE515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27AFE-5F31-4C4D-ACC2-70A94677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8B291-9B4C-44CF-B4E4-273E0D7F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21F56-2352-4683-8641-DABDD4E8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3DA04-D091-441D-8603-33818EC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7D17E-5DB5-47B2-AC12-6793B8A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51973-EEB2-412D-B09F-9A3ACFDC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3D211-C074-4BFE-8D2C-63E94A2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075AE-0403-4FA7-AC2D-636A9FD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1273F-7A8D-4977-A6B1-409C4E4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77AC7-C01E-4273-BD3F-B572357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1E1FF-922E-4EED-AB78-FCC6685C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039546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030D9-C7A4-4A4F-9058-B33E58E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9B5F0-2EC4-43EB-A130-CF27F0C7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Files: About files, writing our first file,...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834EE-0992-4CC7-B18D-3B33FB7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18753-0973-453F-AD82-6D80E8C9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7A8DB-4F9D-4EFC-9E33-E360A7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DAC01-32CF-4A75-ADB2-0F8F3F4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408AE-D0C3-4BF0-BF12-3EC09EB9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9F3AC-97B4-446D-BF5A-43FFD3F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4FE80-2D0F-4934-BA8D-53D3925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52BE8-EEFE-4346-B8CA-0E2B7417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455F3-1CDA-4D24-B788-914EBF2B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ED9A8-A223-451E-94CC-463CDE99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04BDD-ECDC-40D5-84F6-0DCC4A0E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B95CB-8B8D-4FB6-AEB8-E38CBCA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90A4C-EA94-4682-B42A-F2325C0F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1490E-99F2-4B22-B636-84B83BC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1801F-E73E-41C7-B69D-D637A50B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42065-0ADC-4B06-BEEC-90C292A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F9793-A6C4-4242-A676-6C97824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FFC58-0899-4CC0-85B5-B1D49D51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3E619-4AB4-4947-A0A8-0A756AEC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4D741-E7C3-4C51-8B97-CF75CDA0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309A4-51D6-41C9-A25A-C5E457FC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208AD5-9570-4E08-BDF7-5E1668D4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95A0F-FD81-4727-A97A-D110F2A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B96AC-5357-4BE9-954A-CBFF1805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8E8CF-A31F-4434-9FA0-0049664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C3D0A-DDFF-422D-AFDF-D4D334C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7FF99-CD12-4290-856B-890ACBC2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415045-D624-4D16-8860-F70E75A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05630-4097-4698-BDAE-1A27C3EE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498776-E9E1-41C3-8539-5273869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266502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EC59B7-8EA2-4776-8B59-871936B2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B5D3B-2CBC-47B0-8FD9-5BEFBB2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5.4, 6.1-6.5, 7.1-7.8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B3D17-5163-4E68-A4D3-E004234A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35BA7-3959-42A4-BBEE-66B1AA78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B88C0-0A85-46F8-AD28-F40FF68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64FA4-CA4E-429A-BF04-E8DEDB5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923E7-A856-493E-A834-B7393D97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25DB0-E97B-4080-8EF3-86E9B505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B7AEE-A759-4F7D-98F7-A27C76AE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DA3C1-D0F1-4108-997F-27ACAE98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80C0E-B673-4666-A113-BA5C0C3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308A1-3F66-4A51-99FA-CB80555D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0F3F3-63DB-4679-9CD2-24CD190D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190E2-3270-4117-9C31-B22745F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84C12-20CF-46A1-9BBA-0EC8EFC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650E5-A37D-47E8-BC85-37FE70F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4F127-E12D-44CF-9BEA-8B43682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A1C8B-E537-4290-82D2-A0C505E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25816-F7D5-4BA3-A189-442DE12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ADF32-6AD5-4702-9A88-8F6985C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A040E-971A-48A2-AC70-5314168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3394C-564B-4062-BE53-79C31A5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F4B1D-F1D2-4582-BEAA-7B264F2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1CAA7-AD39-4D0D-BDC2-260E27F9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67DDF-9678-4440-896C-8361C95C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0E09C-1AC1-406A-9912-F8DA77F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4A913-2481-4E56-B03F-6D672AB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6B58A-C0CE-4365-9FD4-3E8C3BC0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3E15E-E459-4F0A-BDA1-ECFE5E6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26A40-AD8F-411C-ACAA-6D89EE1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B5FE12-AC8A-4DCF-9C3D-F431A74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DC59F-22C2-4041-854D-719815C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9292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F1F1E-6CFB-48E5-BD6F-9C8F789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94BA3-641F-4D74-84BA-061F3A2E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Dictionaries: Dictionary operations, dictio...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F3FD9-9277-453C-AD80-1D1C1BE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EDD4C-8617-40E3-A835-29007E60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E296-312C-444A-9103-B70D8A6F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F1211-76FB-490A-9B3A-C470D079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8B34-9BED-43FC-9921-E0A4E27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FC533-66BB-4C01-9187-877BB76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9A2C2-C93C-4805-AA74-318A0FB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50158-A006-4B73-BAB5-4B9B848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1FCD5-3E83-494D-8A3F-7448796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45156-2E2A-4FB8-AB31-CB9F04CD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F2ABF-E2BB-4A64-8320-CFC2BB5A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EB5DF-8D33-4F49-B137-2FA8E8B2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84C62-234D-4379-ACB3-11CA755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295AD-E1EA-4168-8328-8E947E2A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5076E-AB38-4067-8614-53E5BC8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3A9F0-7A5D-4C89-ADCA-7E0E5184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986D0-D32D-4432-AEC9-F51D497E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D930C-E497-4091-92A6-735BF0F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A2151-082E-4944-846E-00DDFB8B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DD79E-4209-4C9C-8B2F-A073B14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008FE-F8A8-445D-A886-C9A3154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2C85A-F6A5-4BB8-9AF7-18766A5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6E339-424E-4971-A16D-CE634653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C8C1D-1A5F-4968-9063-7240CE3E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84C34-BE6A-462E-B40E-D515030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1D6F8-D5FA-4993-9E97-87BEA8C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AB7FB-FE26-454D-A8C7-516EA04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47053-6513-4662-9C72-672C4209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B2E00-EA01-4AA8-88CE-8D072BB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A7DA46-83FF-4D0F-8FAA-9852DBC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852301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F7667B-6377-4AF2-808F-82A7C74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DE55-B848-4BA5-B9DE-A577CCAF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Numpy: About, Shape, Slicing, masking, Broa...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5FE8D-5FE2-475F-B340-A19044E4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9261B-4A71-4202-B5D6-3F663F7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630D7-E2D5-413F-B859-E024FCB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F1A6-3EEA-4C2C-ABB0-B4DC338D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31326-1D26-44D0-BF40-49D1CB6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A18E-B075-40B6-9BAF-9210550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FCBF5-A7D3-42F5-85C7-DC12A74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C3CDD-7DA7-4B24-96CC-FE4C32B9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70B7B-628F-48C6-9266-75B1FACA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AC99B-DD4F-4F2E-BD76-D3D80BA0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D5233-41EA-419A-A512-2ED3C09B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B5B5E-597E-4E77-B338-E252E785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7E3E7-9FFC-48DB-B882-A0FBAFC0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CA827-8675-47D4-9211-F9A5838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00615-DE63-4D03-B839-ED4EDB2D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8E6CC-21A5-4C70-8908-B846FB5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289BD-3576-44D0-82A8-A0190DB8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1D1D6-96E0-49E1-9BB5-43030ED3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61548-3DEE-47FC-8114-2060C98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9989A-31D6-492F-B8E3-9E417F4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0A331-005A-4B2E-8F4D-401DA49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D0756-1FCB-469E-A359-4AD8C37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B982E-3E73-4042-A4AE-31ABD50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D67E9-FA0D-46BC-9A97-8264D9B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CFF48-9BEB-4A65-BB35-6A81C68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CDC43-B55C-4616-9B89-AD9F4156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41295-CED2-42C5-AA55-39D9DED8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7FA14-9E81-4F6B-B48F-7F08D22D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FFC51-D1D4-445D-A8CB-CBDEDB3B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3494F-AB64-4250-B626-35EA035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649430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7D1C0-A330-470E-A250-6D6684E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22909-8D40-4654-A1B2-3424CB7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Files: About files, writing our first file,...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F0B65-1A83-4AF3-8664-A849C67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40623-A87E-4EB6-8EB7-A3A8DA3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80B40-12E5-4649-A796-0E81713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248B2-AE06-42BF-8AD8-C823605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A5E8-8762-475B-93B4-9D37E0F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06BA-C829-4601-A16F-B982D60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762F2-13AB-4263-98C4-DCAF84BC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3FC8-850B-498A-AB7E-C2A7785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3474F-260B-4F74-951A-5662205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10531-ADA4-472F-B9E2-BF70B334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F1201-15AD-4BBD-924C-14FD7033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B92FC-7CB9-4B66-8912-0B45A34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EAA52-20A1-464F-AD4E-902F1DEA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6FAB3-B8CC-402B-B503-5E999089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F6ED2-784A-4C13-85A2-4A189F4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AA97C-2641-4488-8393-C7EB1BF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8CF02-FAA9-4376-BFD4-9E91B133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18F4C-D232-471A-9CDF-720B660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6587C-8E5D-4073-8FCA-1D3AB9E3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B5F3B-D974-4361-8E0F-A3340BB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4E556-AC96-48BA-8C52-DC76481F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3CE10-2D2B-46BF-BEDE-F9FF6AFD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6E94D-4519-4B3D-94FF-07E2656C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F2A51-0452-4F33-B7C6-52136EEA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A0DAD-ECB2-443B-9231-6C835D2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E91F4-91E1-4BAC-B24A-A7FC2889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ECE93-30D8-4601-B2C8-8BB389BD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971FD3-4128-419C-B829-A6C6C43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80CD29-075F-421C-BEF0-3F58DEA0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A60A9-FDA0-4402-A1EC-45060F8B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53266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10BAD-5CF0-4B65-9B8D-BE7726D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B98F6-5DC1-4148-AEBC-C67E49AB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5.4, 6.1-6.5, 7.1-7.8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F2C4E-043B-4ED2-89AE-9E8278F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6638B-11BB-439C-A67F-5126795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65EFC-96F1-4475-A69F-98CF890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C1796-23D7-4D1C-96E8-2482C29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E8C36-0340-4481-918E-95BFCF2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B8167-7219-4ED7-98C5-6FBD41C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34A7A-3BD8-410E-9A28-EDB0F008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877CE-1862-4059-9EBD-019015F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96814-7EC0-4BC5-865F-2050C78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933E5-A5E6-4B17-8739-19E80EA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69EDC-C33D-4EEA-BBB8-E693F69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1B68D-9A8D-430B-A715-101EFC9D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B0B23-CCE1-413C-9113-4BE059D4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2D3D9-EDFB-4DE1-B430-EEA6D53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FB757-F60B-4737-8204-F3DF42C9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4C4DE-4FCB-486F-BB8E-1058E9E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0F1B0-E1BA-47B1-B842-D8374AFB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2D796-3309-41C0-963C-E58F751B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A9E85-F85D-40B5-947B-BB15DF1B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AB999-3222-4AD1-8D31-BC71DBA9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0E2D5-B426-4D66-89D9-05463E3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C57A0-7DB1-4185-AA37-DE4F77E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DC9D7-3500-479C-9C51-D92E112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FF0AC-8537-4AA3-9B4E-90A63A6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1B41C-C186-4E43-A190-F84828DA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6E9EE-88BF-4FCD-B5F9-F3859E1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F64CA-F0E5-429B-8FEB-12DF5C8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EBC54-0946-4414-A923-1E73A93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88538-03F1-4459-B909-3390653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FAC2F-E515-416C-899F-B43A0D0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349958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43704-F265-4937-A67B-1C7D164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EA195-91DF-4DFB-95A5-B1CFA699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Dictionaries: Dictionary operations, dictio...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DC35A-7F33-4C6F-938F-4393F9DC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6FE4-A4D8-46F7-AF4F-DF53A21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1421-1E57-4790-8994-9B46051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62942-4E55-4815-9A07-B5D60B6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7DDA8-6D1E-4FF3-B436-DB0A19BE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71F76-7DBD-4F4E-B195-D9A07F1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AF086-8040-4CED-91F9-BD6905F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F5A9-0C00-496B-8E70-048FAFD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D56F-385B-4B56-BBAC-D6C41EE0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9A29A-5909-4BA0-836D-D5231D7C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0F589-C423-45E1-84C2-C4CBD34C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6B28B-CB88-4076-853E-C7CC0BA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91589-93F0-41F2-A8B2-BF5A9FB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50070-E780-4D36-80BA-66BC40C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AC0C6-AC2A-4103-A483-C98FC312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61205-7204-4957-9541-F4828EB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BF3ED-7E02-407F-BF33-41738C77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019CB-2294-4B91-9F66-DAEE1C8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C180C-91CD-4F9E-93A0-802E513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FD809-80B3-4582-BD7A-6EF0E843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8CD6B-8F82-4EB4-877B-0AC03EB1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E93A8-2967-4D85-8394-6D6CCA38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4D744-EFCF-41A3-AF24-2288983B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5E6EB-038C-4E1D-A8AA-3BDF070E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DEFB8-2295-4927-83DF-3BCB9B27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35AF7-E590-48A7-B79C-E30862F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92756-F96D-4B01-9B4D-E99010E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38563-E5ED-4227-89CF-2E912440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3D4B1-961D-451F-BA9E-90F4B96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89F3E1-34DE-4F24-9054-F6065362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933536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D6B53-74E5-440D-B79A-49239599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3F3B-DA68-4E20-915F-7788DA1F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Numpy: About, Shape, Slicing, masking, Broa...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8154B-3072-4058-BD21-35F86CF8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C55C-739E-4221-AB92-4FC4A76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F0FF8-EA28-4B39-B8AE-0DAF1C1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9C18-EF59-417E-AD00-5218776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AB70A-E548-40BE-81B8-4E63D91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1EF0F-5A10-4537-B549-F08768AA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450C9-4F4C-414A-AC3F-877D1B94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AA6C6-5E6B-471B-974F-BD86E1D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B5F08-83C0-4963-94EB-9334E14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9E30B-CC20-42C1-843C-08FFAEB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AE146-B20B-446C-8C52-AA8F6A4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4929D-3B9A-4DE8-B65F-482478C6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9D3B5-FD2B-4E2E-AF2F-008A923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1603F-7992-4579-A9AE-01DCC895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B74DE-D42D-483B-BCA5-1328E13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BB69E-62C9-4725-B945-4A1A1CD9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37DA9-9155-445D-8CCD-1EACDE4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69EEF-8398-41E4-8CD9-CCA0BAF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21881-4965-4AC4-B889-AC84E490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24B59-FC8D-493D-8247-391A9452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F5C5B-4C68-4CAF-A093-F7A3AE2C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CB309-A091-4AE6-B763-D2C63268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1C7B3-E30C-4305-93F5-E9EE274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F0DB22-19F3-4D46-A513-EEA33FA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8146D-3054-475C-8E8C-9685197C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7773E-5CB0-481C-B061-9984DF8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2B073-5031-4DB3-ABBF-4EEFFBB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B400C2-E507-4100-A58B-905FEF7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289DC-2B49-426B-9266-C589BEEE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1BDCA-F529-4C8B-AA18-66B370AA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429872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C4D4D-9B74-498D-8E25-DFB0781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FB755-C9A1-45BA-9C55-1296F69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Files: About files, writing our first file,...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5C28-A798-409E-AF1E-DDD6282F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90DA9-E11B-44BA-828D-219765A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5D07-8612-4B22-8311-7AD65674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841AC-B19C-49BD-8C26-DC29BB29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35CBD-AA61-470B-8591-B2514F6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30214-E006-47CE-B72B-62782931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F6F10-254D-46DA-8B42-9FC60AAA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4C465-75A5-4A07-A7FB-F45E92BF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7C0B2-BF28-48E0-BBB4-2355D35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E33CB-BA1C-410E-BBA7-213640D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820F-1964-449C-8E85-1ACC61B3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4A152-D885-4555-B180-1DF44271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AC9ED-33CB-4B39-83B8-9456CCEF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BFD56-E8E7-476C-A76D-09C5B9D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D70AE-0D7D-4565-9C01-DCFC953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96B7E-7095-4028-A9A4-C06EFEF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4BF7E-D7C1-4ED4-920F-4533C8E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57858-3380-4F52-B7B6-982FACC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01A51-42FA-4247-B8D4-6F1198F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BFCEE-6CAA-4574-9165-877E5CF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C5E0A-D1D0-44ED-8274-05CA10D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33F84-562A-47C0-9460-4A7E5FF0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5CE0B-B07E-40C0-9859-428BDAE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04E3B-B24C-491C-A21D-4EAA344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5D91C-95AA-4719-8C5A-1914678B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BE26E-BD5F-4A6E-9546-A49E1E9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FC844-B62F-4CD0-9F79-D928EDB8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FDD32-A08D-4B3B-B33E-8394B26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A2143-D5C2-46C7-8EE2-E7BC6EE6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0E335-018E-41D1-B056-18F27BA2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1970783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71FAD-FD04-4E3A-B92D-BFF47CD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0BEFC-208A-4227-AF14-21D476F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5.4, 6.1-6.5, 7.1-7.8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C713C-7C52-43DE-9B52-1C61B1F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7E238-4482-44FF-8A7B-63B88379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7FCA8-3630-4AB2-A6BE-B73BEC94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72B22-3C8D-4D08-9F59-51D50FA9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62734-DD87-42E9-8FE3-47FD26A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41087-41A3-486D-9D95-57555F94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D0DD9-E5A4-4763-BA91-C8E5428C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A3F9B-1AB1-42C1-BD28-8E6D924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8A28-A40B-4692-B469-0432EBB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43BFD-A8B2-4CE3-AE27-174023D8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A360C-4AE6-4902-B74A-5D36A52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CD82E-9706-44CB-84CD-798CBEE9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5A680-9243-4F73-B1CF-2258DEED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4CF82-2CB9-4487-A830-E1295D3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58F75-6B2B-4AB9-ACCE-D3A131B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FB6F1-94EB-4591-9F1C-F14765E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C30D2-448E-407C-92E7-4B19C07C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2AE70-1D82-46BB-A1C3-1455091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97A65-C8FD-4533-BC45-AD2F0BD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C7CD1-0BC8-47A4-AC89-49F8282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60EF3-A29C-4C0B-B966-629D089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45E54-F3A8-4F37-B48A-58A01BB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A3596-7A8C-4750-B3F5-3671C4C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849BF-B755-4824-B52A-E1939D4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41AF5-984E-404A-B7C3-17A133A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1F7A4-1BAB-4AFE-A3D3-13B7345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1E8EA-5DE8-4116-953C-FFA3CA5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74D7B-03B1-402A-961B-25030E94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83B92-D224-4706-A83F-288EE49A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80CBC-FFBB-4118-8013-D4F57217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65286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163133-6E8B-4A3A-8275-AAFC416A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98878-AEBB-400A-B985-1B26629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Dictionaries: Dictionary operations, dictio...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119CE-D454-4ABF-8E6D-1163E88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E71BB-46B5-4407-846F-79043892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BAC4-B15A-4AA9-A5C9-1FFBFAC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DA1C6-687A-4ABC-B13C-57E7E9D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34504-C046-4162-9398-2843FA68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2CED6-4D8B-4666-8274-29D07905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018DA-0C89-40D1-8A81-1FF7190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BB5FF-646F-4799-8988-3262F9C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69B75-0B73-479B-AF84-5985A89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28B4C-B89C-462B-9D30-56536155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1684B-C80E-4CF2-8801-0A17E80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05F5-3958-43F9-A268-F748984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C2941-EF75-41C6-990E-2AD9CC5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E443A-9CB1-4878-A83B-322111D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77574-D32B-4CCA-8655-0CF9A06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4900D-CF08-4520-97F3-F39E934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FF8C6-5041-4930-BF9B-161CB839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8417F-163F-416D-BE7B-F55BA2C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ED071-5CCA-415E-9281-BF154D3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06AB2-F82F-4E1E-A34F-F76C138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F3555-8730-4D2B-9D6E-AB772A7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C035A-5A6C-429E-AF07-DF1EB14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43927-287B-46AA-82D3-C0AA94F2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D1159-B9C1-4A76-A1FF-F36C773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8671B-A7C7-46F1-82B2-ADBE550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3C14C-51A5-43D7-A4C8-FFBE068E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EB02C-E5D9-4B84-9253-510113D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2D7E9-6172-4EF6-B785-A7A68CDD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203D2-6B7E-4F4A-8596-ED9AC18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96099-0CBE-4A1C-9019-4F384D5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799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2026-08-24T16:03:13.9890000Z</dcterms:created>
  <dcterms:modified xsi:type="dcterms:W3CDTF">2026-08-24T16:03:13.9890000Z</dcterms:modified>
</coreProperties>
</file>