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f2f4bfd50b4fe5" /><Relationship Type="http://schemas.openxmlformats.org/officeDocument/2006/relationships/extended-properties" Target="/docProps/app.xml" Id="Racccace7743741f6" /><Relationship Type="http://schemas.openxmlformats.org/officeDocument/2006/relationships/officeDocument" Target="/ppt/presentation.xml" Id="R3b5dfac703b249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9af91d0e444c79"/>
  </p:sldMasterIdLst>
  <p:notesMasterIdLst>
    <p:notesMasterId xmlns:r="http://schemas.openxmlformats.org/officeDocument/2006/relationships" r:id="R80fb577ee177495a"/>
  </p:notesMasterIdLst>
  <p:sldIdLst>
    <p:sldId xmlns:r="http://schemas.openxmlformats.org/officeDocument/2006/relationships" id="256" r:id="Re3bbb3acd7074217"/>
    <p:sldId xmlns:r="http://schemas.openxmlformats.org/officeDocument/2006/relationships" id="257" r:id="Re25b61265bb94dcc"/>
    <p:sldId xmlns:r="http://schemas.openxmlformats.org/officeDocument/2006/relationships" id="258" r:id="Rcfec604cfcf34540"/>
    <p:sldId xmlns:r="http://schemas.openxmlformats.org/officeDocument/2006/relationships" id="259" r:id="R27a22b43f8ef4fe6"/>
    <p:sldId xmlns:r="http://schemas.openxmlformats.org/officeDocument/2006/relationships" id="260" r:id="Rf69d07886de14fcd"/>
    <p:sldId xmlns:r="http://schemas.openxmlformats.org/officeDocument/2006/relationships" id="261" r:id="R0d47011c73d44010"/>
    <p:sldId xmlns:r="http://schemas.openxmlformats.org/officeDocument/2006/relationships" id="262" r:id="Rf47f6e4c2aec436f"/>
    <p:sldId xmlns:r="http://schemas.openxmlformats.org/officeDocument/2006/relationships" id="263" r:id="R59d5d98443cb486d"/>
    <p:sldId xmlns:r="http://schemas.openxmlformats.org/officeDocument/2006/relationships" id="264" r:id="R4fb345b8472e4e70"/>
    <p:sldId xmlns:r="http://schemas.openxmlformats.org/officeDocument/2006/relationships" id="265" r:id="Rdd74d4a9250e4519"/>
    <p:sldId xmlns:r="http://schemas.openxmlformats.org/officeDocument/2006/relationships" id="266" r:id="Rf6c66e04def743ec"/>
    <p:sldId xmlns:r="http://schemas.openxmlformats.org/officeDocument/2006/relationships" id="267" r:id="R4e9f69db5d5c4a8e"/>
    <p:sldId xmlns:r="http://schemas.openxmlformats.org/officeDocument/2006/relationships" id="268" r:id="R428ae6bc1fad4d83"/>
    <p:sldId xmlns:r="http://schemas.openxmlformats.org/officeDocument/2006/relationships" id="269" r:id="R64c7eb171e1d4232"/>
    <p:sldId xmlns:r="http://schemas.openxmlformats.org/officeDocument/2006/relationships" id="270" r:id="Rc9a5b54b2d324cdb"/>
    <p:sldId xmlns:r="http://schemas.openxmlformats.org/officeDocument/2006/relationships" id="271" r:id="R71935af13f884472"/>
    <p:sldId xmlns:r="http://schemas.openxmlformats.org/officeDocument/2006/relationships" id="272" r:id="R55d45ca35e1348fe"/>
    <p:sldId xmlns:r="http://schemas.openxmlformats.org/officeDocument/2006/relationships" id="273" r:id="Rec6f7e04335446ff"/>
    <p:sldId xmlns:r="http://schemas.openxmlformats.org/officeDocument/2006/relationships" id="274" r:id="Rd1e5bf89b1e14055"/>
    <p:sldId xmlns:r="http://schemas.openxmlformats.org/officeDocument/2006/relationships" id="275" r:id="R75647cddff7140bc"/>
    <p:sldId xmlns:r="http://schemas.openxmlformats.org/officeDocument/2006/relationships" id="276" r:id="Rd72c37ef98494dd0"/>
    <p:sldId xmlns:r="http://schemas.openxmlformats.org/officeDocument/2006/relationships" id="277" r:id="R5087ecb9591840e4"/>
    <p:sldId xmlns:r="http://schemas.openxmlformats.org/officeDocument/2006/relationships" id="278" r:id="Reff3ea1e81aa443d"/>
    <p:sldId xmlns:r="http://schemas.openxmlformats.org/officeDocument/2006/relationships" id="279" r:id="R1b2323d41b314b9b"/>
    <p:sldId xmlns:r="http://schemas.openxmlformats.org/officeDocument/2006/relationships" id="280" r:id="R386ddf3f8e094cc8"/>
    <p:sldId xmlns:r="http://schemas.openxmlformats.org/officeDocument/2006/relationships" id="281" r:id="Rc1c3fd6448534067"/>
    <p:sldId xmlns:r="http://schemas.openxmlformats.org/officeDocument/2006/relationships" id="282" r:id="R100df303bc4a462b"/>
    <p:sldId xmlns:r="http://schemas.openxmlformats.org/officeDocument/2006/relationships" id="283" r:id="R6291909430c345c2"/>
    <p:sldId xmlns:r="http://schemas.openxmlformats.org/officeDocument/2006/relationships" id="284" r:id="Rd220e06bdce244b7"/>
    <p:sldId xmlns:r="http://schemas.openxmlformats.org/officeDocument/2006/relationships" id="285" r:id="R007ce0b81df74557"/>
    <p:sldId xmlns:r="http://schemas.openxmlformats.org/officeDocument/2006/relationships" id="286" r:id="R0f3b74a4e18a4558"/>
    <p:sldId xmlns:r="http://schemas.openxmlformats.org/officeDocument/2006/relationships" id="287" r:id="Rb6a1a4d60e694751"/>
    <p:sldId xmlns:r="http://schemas.openxmlformats.org/officeDocument/2006/relationships" id="288" r:id="R3b57b11d8be345a4"/>
    <p:sldId xmlns:r="http://schemas.openxmlformats.org/officeDocument/2006/relationships" id="289" r:id="Rc0ec205db0e24d19"/>
    <p:sldId xmlns:r="http://schemas.openxmlformats.org/officeDocument/2006/relationships" id="290" r:id="Rbf83991f7c96412f"/>
    <p:sldId xmlns:r="http://schemas.openxmlformats.org/officeDocument/2006/relationships" id="291" r:id="R1f8cbf0bd2494fce"/>
    <p:sldId xmlns:r="http://schemas.openxmlformats.org/officeDocument/2006/relationships" id="292" r:id="R375e0b397feb42be"/>
    <p:sldId xmlns:r="http://schemas.openxmlformats.org/officeDocument/2006/relationships" id="293" r:id="R8445b25f38b1469b"/>
    <p:sldId xmlns:r="http://schemas.openxmlformats.org/officeDocument/2006/relationships" id="294" r:id="R385baa9ddc34413f"/>
    <p:sldId xmlns:r="http://schemas.openxmlformats.org/officeDocument/2006/relationships" id="295" r:id="R663c1f158f7145c7"/>
    <p:sldId xmlns:r="http://schemas.openxmlformats.org/officeDocument/2006/relationships" id="296" r:id="R6d8c10d3b650433e"/>
    <p:sldId xmlns:r="http://schemas.openxmlformats.org/officeDocument/2006/relationships" id="297" r:id="R7b455c2d331a45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0e804fea91441b" /><Relationship Type="http://schemas.openxmlformats.org/officeDocument/2006/relationships/slideMaster" Target="/ppt/slideMasters/slideMaster1.xml" Id="R199af91d0e444c79" /><Relationship Type="http://schemas.openxmlformats.org/officeDocument/2006/relationships/notesMaster" Target="/ppt/notesMasters/notesMaster1.xml" Id="R80fb577ee177495a" /><Relationship Type="http://schemas.openxmlformats.org/officeDocument/2006/relationships/presProps" Target="/ppt/presProps.xml" Id="Rd86a6f217cda4b0e" /><Relationship Type="http://schemas.openxmlformats.org/officeDocument/2006/relationships/tableStyles" Target="/ppt/tableStyles.xml" Id="R46b544924a3d45d0" /><Relationship Type="http://schemas.openxmlformats.org/officeDocument/2006/relationships/slide" Target="/ppt/slides/slide1.xml" Id="Re3bbb3acd7074217" /><Relationship Type="http://schemas.openxmlformats.org/officeDocument/2006/relationships/slide" Target="/ppt/slides/slide2.xml" Id="Re25b61265bb94dcc" /><Relationship Type="http://schemas.openxmlformats.org/officeDocument/2006/relationships/slide" Target="/ppt/slides/slide3.xml" Id="Rcfec604cfcf34540" /><Relationship Type="http://schemas.openxmlformats.org/officeDocument/2006/relationships/slide" Target="/ppt/slides/slide4.xml" Id="R27a22b43f8ef4fe6" /><Relationship Type="http://schemas.openxmlformats.org/officeDocument/2006/relationships/slide" Target="/ppt/slides/slide5.xml" Id="Rf69d07886de14fcd" /><Relationship Type="http://schemas.openxmlformats.org/officeDocument/2006/relationships/slide" Target="/ppt/slides/slide6.xml" Id="R0d47011c73d44010" /><Relationship Type="http://schemas.openxmlformats.org/officeDocument/2006/relationships/slide" Target="/ppt/slides/slide7.xml" Id="Rf47f6e4c2aec436f" /><Relationship Type="http://schemas.openxmlformats.org/officeDocument/2006/relationships/slide" Target="/ppt/slides/slide8.xml" Id="R59d5d98443cb486d" /><Relationship Type="http://schemas.openxmlformats.org/officeDocument/2006/relationships/slide" Target="/ppt/slides/slide9.xml" Id="R4fb345b8472e4e70" /><Relationship Type="http://schemas.openxmlformats.org/officeDocument/2006/relationships/slide" Target="/ppt/slides/slide10.xml" Id="Rdd74d4a9250e4519" /><Relationship Type="http://schemas.openxmlformats.org/officeDocument/2006/relationships/slide" Target="/ppt/slides/slide11.xml" Id="Rf6c66e04def743ec" /><Relationship Type="http://schemas.openxmlformats.org/officeDocument/2006/relationships/slide" Target="/ppt/slides/slide12.xml" Id="R4e9f69db5d5c4a8e" /><Relationship Type="http://schemas.openxmlformats.org/officeDocument/2006/relationships/slide" Target="/ppt/slides/slide13.xml" Id="R428ae6bc1fad4d83" /><Relationship Type="http://schemas.openxmlformats.org/officeDocument/2006/relationships/slide" Target="/ppt/slides/slide14.xml" Id="R64c7eb171e1d4232" /><Relationship Type="http://schemas.openxmlformats.org/officeDocument/2006/relationships/slide" Target="/ppt/slides/slide15.xml" Id="Rc9a5b54b2d324cdb" /><Relationship Type="http://schemas.openxmlformats.org/officeDocument/2006/relationships/slide" Target="/ppt/slides/slide16.xml" Id="R71935af13f884472" /><Relationship Type="http://schemas.openxmlformats.org/officeDocument/2006/relationships/slide" Target="/ppt/slides/slide17.xml" Id="R55d45ca35e1348fe" /><Relationship Type="http://schemas.openxmlformats.org/officeDocument/2006/relationships/slide" Target="/ppt/slides/slide18.xml" Id="Rec6f7e04335446ff" /><Relationship Type="http://schemas.openxmlformats.org/officeDocument/2006/relationships/slide" Target="/ppt/slides/slide19.xml" Id="Rd1e5bf89b1e14055" /><Relationship Type="http://schemas.openxmlformats.org/officeDocument/2006/relationships/slide" Target="/ppt/slides/slide20.xml" Id="R75647cddff7140bc" /><Relationship Type="http://schemas.openxmlformats.org/officeDocument/2006/relationships/slide" Target="/ppt/slides/slide21.xml" Id="Rd72c37ef98494dd0" /><Relationship Type="http://schemas.openxmlformats.org/officeDocument/2006/relationships/slide" Target="/ppt/slides/slide22.xml" Id="R5087ecb9591840e4" /><Relationship Type="http://schemas.openxmlformats.org/officeDocument/2006/relationships/slide" Target="/ppt/slides/slide23.xml" Id="Reff3ea1e81aa443d" /><Relationship Type="http://schemas.openxmlformats.org/officeDocument/2006/relationships/slide" Target="/ppt/slides/slide24.xml" Id="R1b2323d41b314b9b" /><Relationship Type="http://schemas.openxmlformats.org/officeDocument/2006/relationships/slide" Target="/ppt/slides/slide25.xml" Id="R386ddf3f8e094cc8" /><Relationship Type="http://schemas.openxmlformats.org/officeDocument/2006/relationships/slide" Target="/ppt/slides/slide26.xml" Id="Rc1c3fd6448534067" /><Relationship Type="http://schemas.openxmlformats.org/officeDocument/2006/relationships/slide" Target="/ppt/slides/slide27.xml" Id="R100df303bc4a462b" /><Relationship Type="http://schemas.openxmlformats.org/officeDocument/2006/relationships/slide" Target="/ppt/slides/slide28.xml" Id="R6291909430c345c2" /><Relationship Type="http://schemas.openxmlformats.org/officeDocument/2006/relationships/slide" Target="/ppt/slides/slide29.xml" Id="Rd220e06bdce244b7" /><Relationship Type="http://schemas.openxmlformats.org/officeDocument/2006/relationships/slide" Target="/ppt/slides/slide30.xml" Id="R007ce0b81df74557" /><Relationship Type="http://schemas.openxmlformats.org/officeDocument/2006/relationships/slide" Target="/ppt/slides/slide31.xml" Id="R0f3b74a4e18a4558" /><Relationship Type="http://schemas.openxmlformats.org/officeDocument/2006/relationships/slide" Target="/ppt/slides/slide32.xml" Id="Rb6a1a4d60e694751" /><Relationship Type="http://schemas.openxmlformats.org/officeDocument/2006/relationships/slide" Target="/ppt/slides/slide33.xml" Id="R3b57b11d8be345a4" /><Relationship Type="http://schemas.openxmlformats.org/officeDocument/2006/relationships/slide" Target="/ppt/slides/slide34.xml" Id="Rc0ec205db0e24d19" /><Relationship Type="http://schemas.openxmlformats.org/officeDocument/2006/relationships/slide" Target="/ppt/slides/slide35.xml" Id="Rbf83991f7c96412f" /><Relationship Type="http://schemas.openxmlformats.org/officeDocument/2006/relationships/slide" Target="/ppt/slides/slide36.xml" Id="R1f8cbf0bd2494fce" /><Relationship Type="http://schemas.openxmlformats.org/officeDocument/2006/relationships/slide" Target="/ppt/slides/slide37.xml" Id="R375e0b397feb42be" /><Relationship Type="http://schemas.openxmlformats.org/officeDocument/2006/relationships/slide" Target="/ppt/slides/slide38.xml" Id="R8445b25f38b1469b" /><Relationship Type="http://schemas.openxmlformats.org/officeDocument/2006/relationships/slide" Target="/ppt/slides/slide39.xml" Id="R385baa9ddc34413f" /><Relationship Type="http://schemas.openxmlformats.org/officeDocument/2006/relationships/slide" Target="/ppt/slides/slide40.xml" Id="R663c1f158f7145c7" /><Relationship Type="http://schemas.openxmlformats.org/officeDocument/2006/relationships/slide" Target="/ppt/slides/slide41.xml" Id="R6d8c10d3b650433e" /><Relationship Type="http://schemas.openxmlformats.org/officeDocument/2006/relationships/slide" Target="/ppt/slides/slide42.xml" Id="R7b455c2d331a45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ef83b296b440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a67ab6cae8431a" /><Relationship Type="http://schemas.openxmlformats.org/officeDocument/2006/relationships/notesMaster" Target="/ppt/notesMasters/notesMaster1.xml" Id="R29b9555133cf4f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b1a9aea45a4131" /><Relationship Type="http://schemas.openxmlformats.org/officeDocument/2006/relationships/notesMaster" Target="/ppt/notesMasters/notesMaster1.xml" Id="Rc2082fe5219049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f123f79c784caf" /><Relationship Type="http://schemas.openxmlformats.org/officeDocument/2006/relationships/notesMaster" Target="/ppt/notesMasters/notesMaster1.xml" Id="R4cac812fffa446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bed89acfe14b71" /><Relationship Type="http://schemas.openxmlformats.org/officeDocument/2006/relationships/notesMaster" Target="/ppt/notesMasters/notesMaster1.xml" Id="R4deb59d4c97e4e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dd0b93de1c42d3" /><Relationship Type="http://schemas.openxmlformats.org/officeDocument/2006/relationships/notesMaster" Target="/ppt/notesMasters/notesMaster1.xml" Id="R3fe67002e94940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0774ba56b7463d" /><Relationship Type="http://schemas.openxmlformats.org/officeDocument/2006/relationships/notesMaster" Target="/ppt/notesMasters/notesMaster1.xml" Id="R88269a65457147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7cbb061aaf439b" /><Relationship Type="http://schemas.openxmlformats.org/officeDocument/2006/relationships/notesMaster" Target="/ppt/notesMasters/notesMaster1.xml" Id="R5f174c04bf8147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9fa06884604681" /><Relationship Type="http://schemas.openxmlformats.org/officeDocument/2006/relationships/notesMaster" Target="/ppt/notesMasters/notesMaster1.xml" Id="Ra7a00326050641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15cbc7db694bdd" /><Relationship Type="http://schemas.openxmlformats.org/officeDocument/2006/relationships/notesMaster" Target="/ppt/notesMasters/notesMaster1.xml" Id="Rf8952a5fcc9646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1e0525373b4087" /><Relationship Type="http://schemas.openxmlformats.org/officeDocument/2006/relationships/notesMaster" Target="/ppt/notesMasters/notesMaster1.xml" Id="R1eb121c7cba14c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6af5e01b114c5f" /><Relationship Type="http://schemas.openxmlformats.org/officeDocument/2006/relationships/notesMaster" Target="/ppt/notesMasters/notesMaster1.xml" Id="R83e5a3753e8f4e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495824eab44b3b" /><Relationship Type="http://schemas.openxmlformats.org/officeDocument/2006/relationships/notesMaster" Target="/ppt/notesMasters/notesMaster1.xml" Id="Re96d2de2ef9140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af2303479b42e0" /><Relationship Type="http://schemas.openxmlformats.org/officeDocument/2006/relationships/notesMaster" Target="/ppt/notesMasters/notesMaster1.xml" Id="R31d9e82628dd4fe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0e34b3bf03428c" /><Relationship Type="http://schemas.openxmlformats.org/officeDocument/2006/relationships/notesMaster" Target="/ppt/notesMasters/notesMaster1.xml" Id="R9aa29e7ebc4d46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4c4b7b2cf24655" /><Relationship Type="http://schemas.openxmlformats.org/officeDocument/2006/relationships/notesMaster" Target="/ppt/notesMasters/notesMaster1.xml" Id="R76286e2aa02946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7fbb187dc9476a" /><Relationship Type="http://schemas.openxmlformats.org/officeDocument/2006/relationships/notesMaster" Target="/ppt/notesMasters/notesMaster1.xml" Id="R5a68056a8078484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80e455b3c5842cf" /><Relationship Type="http://schemas.openxmlformats.org/officeDocument/2006/relationships/notesMaster" Target="/ppt/notesMasters/notesMaster1.xml" Id="Rac6a095ab1434c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9bc3d2585ff4126" /><Relationship Type="http://schemas.openxmlformats.org/officeDocument/2006/relationships/notesMaster" Target="/ppt/notesMasters/notesMaster1.xml" Id="R17701f983fc848e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75e077179a14da9" /><Relationship Type="http://schemas.openxmlformats.org/officeDocument/2006/relationships/notesMaster" Target="/ppt/notesMasters/notesMaster1.xml" Id="Ra2efa1a87ea148e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1bf922813b943af" /><Relationship Type="http://schemas.openxmlformats.org/officeDocument/2006/relationships/notesMaster" Target="/ppt/notesMasters/notesMaster1.xml" Id="Rc998a4b80f224b2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9fe2b7d7d5b4938" /><Relationship Type="http://schemas.openxmlformats.org/officeDocument/2006/relationships/notesMaster" Target="/ppt/notesMasters/notesMaster1.xml" Id="R217abe85f067430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bc5e6fd324f4a31" /><Relationship Type="http://schemas.openxmlformats.org/officeDocument/2006/relationships/notesMaster" Target="/ppt/notesMasters/notesMaster1.xml" Id="R1b3aa39ab4364bc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5341a7413a94094" /><Relationship Type="http://schemas.openxmlformats.org/officeDocument/2006/relationships/notesMaster" Target="/ppt/notesMasters/notesMaster1.xml" Id="R5b92d5a4599f42a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f4c44462a994e72" /><Relationship Type="http://schemas.openxmlformats.org/officeDocument/2006/relationships/notesMaster" Target="/ppt/notesMasters/notesMaster1.xml" Id="R8247132985dc440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398adff6e4940c0" /><Relationship Type="http://schemas.openxmlformats.org/officeDocument/2006/relationships/notesMaster" Target="/ppt/notesMasters/notesMaster1.xml" Id="Ra0a4cddad2374f2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c826858ffd642da" /><Relationship Type="http://schemas.openxmlformats.org/officeDocument/2006/relationships/notesMaster" Target="/ppt/notesMasters/notesMaster1.xml" Id="R9ea8cdfc5cb14d2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24fdb6d5e15407c" /><Relationship Type="http://schemas.openxmlformats.org/officeDocument/2006/relationships/notesMaster" Target="/ppt/notesMasters/notesMaster1.xml" Id="R6865c898b1e3402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272897b4c7b4a88" /><Relationship Type="http://schemas.openxmlformats.org/officeDocument/2006/relationships/notesMaster" Target="/ppt/notesMasters/notesMaster1.xml" Id="Re1f6e5e69c754c7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f2897a4a3fd4ae0" /><Relationship Type="http://schemas.openxmlformats.org/officeDocument/2006/relationships/notesMaster" Target="/ppt/notesMasters/notesMaster1.xml" Id="Re0c79fd6ae5048e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2353889d6e84a79" /><Relationship Type="http://schemas.openxmlformats.org/officeDocument/2006/relationships/notesMaster" Target="/ppt/notesMasters/notesMaster1.xml" Id="Reed4c87c253c49d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efe9e5270a34efd" /><Relationship Type="http://schemas.openxmlformats.org/officeDocument/2006/relationships/notesMaster" Target="/ppt/notesMasters/notesMaster1.xml" Id="R30c1b5e72dae451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6e572fe7268417e" /><Relationship Type="http://schemas.openxmlformats.org/officeDocument/2006/relationships/notesMaster" Target="/ppt/notesMasters/notesMaster1.xml" Id="Rbb7f8f6066a8467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b0ae4b6528c4c07" /><Relationship Type="http://schemas.openxmlformats.org/officeDocument/2006/relationships/notesMaster" Target="/ppt/notesMasters/notesMaster1.xml" Id="R482d6b9e3749406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7d0d47276b14a4d" /><Relationship Type="http://schemas.openxmlformats.org/officeDocument/2006/relationships/notesMaster" Target="/ppt/notesMasters/notesMaster1.xml" Id="Rc40ae36c6bba4f6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eb8411a9bd34a18" /><Relationship Type="http://schemas.openxmlformats.org/officeDocument/2006/relationships/notesMaster" Target="/ppt/notesMasters/notesMaster1.xml" Id="Rb9cb0cb97db94bd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3f19269ffc14abf" /><Relationship Type="http://schemas.openxmlformats.org/officeDocument/2006/relationships/notesMaster" Target="/ppt/notesMasters/notesMaster1.xml" Id="R0a86f01405fd4bc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7ea816403f64371" /><Relationship Type="http://schemas.openxmlformats.org/officeDocument/2006/relationships/notesMaster" Target="/ppt/notesMasters/notesMaster1.xml" Id="Rc759abe327d949b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2a23d9d0c4d4e75" /><Relationship Type="http://schemas.openxmlformats.org/officeDocument/2006/relationships/notesMaster" Target="/ppt/notesMasters/notesMaster1.xml" Id="R3691215a017240e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f71c116b5e145b6" /><Relationship Type="http://schemas.openxmlformats.org/officeDocument/2006/relationships/notesMaster" Target="/ppt/notesMasters/notesMaster1.xml" Id="R9d5e82695c6748b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888540ec9544b87" /><Relationship Type="http://schemas.openxmlformats.org/officeDocument/2006/relationships/notesMaster" Target="/ppt/notesMasters/notesMaster1.xml" Id="Rdbb694cfcca046c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b5efb348d0f4075" /><Relationship Type="http://schemas.openxmlformats.org/officeDocument/2006/relationships/notesMaster" Target="/ppt/notesMasters/notesMaster1.xml" Id="R8a4844351c3e4b8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7cdbbd9f43143db" /><Relationship Type="http://schemas.openxmlformats.org/officeDocument/2006/relationships/notesMaster" Target="/ppt/notesMasters/notesMaster1.xml" Id="Rd2d05088512c47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fca5a5a3c49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10d216dd8943c0" /><Relationship Type="http://schemas.openxmlformats.org/officeDocument/2006/relationships/slideLayout" Target="/ppt/slideLayouts/slideLayout1.xml" Id="Rff498833e20344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498833e20344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135c3e86d41a5" /><Relationship Type="http://schemas.openxmlformats.org/officeDocument/2006/relationships/notesSlide" Target="/ppt/notesSlides/notesSlide1.xml" Id="R5542cc64d88646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e29d5e3dc481f" /><Relationship Type="http://schemas.openxmlformats.org/officeDocument/2006/relationships/notesSlide" Target="/ppt/notesSlides/notesSlide2.xml" Id="Ra068de60a69641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ad15b4ae64421" /><Relationship Type="http://schemas.openxmlformats.org/officeDocument/2006/relationships/notesSlide" Target="/ppt/notesSlides/notesSlide3.xml" Id="Rb9e5a6c28ba94d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14de57720424e" /><Relationship Type="http://schemas.openxmlformats.org/officeDocument/2006/relationships/notesSlide" Target="/ppt/notesSlides/notesSlide4.xml" Id="R8ad86e9fab214e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3aa4dc83a4429" /><Relationship Type="http://schemas.openxmlformats.org/officeDocument/2006/relationships/notesSlide" Target="/ppt/notesSlides/notesSlide5.xml" Id="Re45f6b7817d143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305dd54bb402e" /><Relationship Type="http://schemas.openxmlformats.org/officeDocument/2006/relationships/notesSlide" Target="/ppt/notesSlides/notesSlide6.xml" Id="Rb8352bd7ac4f43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5a5795c4940a6" /><Relationship Type="http://schemas.openxmlformats.org/officeDocument/2006/relationships/notesSlide" Target="/ppt/notesSlides/notesSlide7.xml" Id="R1c1ede82816344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0f3a62f174850" /><Relationship Type="http://schemas.openxmlformats.org/officeDocument/2006/relationships/notesSlide" Target="/ppt/notesSlides/notesSlide8.xml" Id="R65f3f2fca64d4c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b4e8072eb4fee" /><Relationship Type="http://schemas.openxmlformats.org/officeDocument/2006/relationships/notesSlide" Target="/ppt/notesSlides/notesSlide9.xml" Id="Rbea2055175ee4a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47ac3316f4051" /><Relationship Type="http://schemas.openxmlformats.org/officeDocument/2006/relationships/notesSlide" Target="/ppt/notesSlides/notesSlide10.xml" Id="Rde2ee6f27b6d41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55c02e9d24ede" /><Relationship Type="http://schemas.openxmlformats.org/officeDocument/2006/relationships/notesSlide" Target="/ppt/notesSlides/notesSlide11.xml" Id="Rbfdc34cf91b848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4b56b6a21475a" /><Relationship Type="http://schemas.openxmlformats.org/officeDocument/2006/relationships/notesSlide" Target="/ppt/notesSlides/notesSlide12.xml" Id="Rf14843c2c73445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4b80964b4443b" /><Relationship Type="http://schemas.openxmlformats.org/officeDocument/2006/relationships/notesSlide" Target="/ppt/notesSlides/notesSlide13.xml" Id="R6fd61ffcb7ed4f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985375a1742b9" /><Relationship Type="http://schemas.openxmlformats.org/officeDocument/2006/relationships/notesSlide" Target="/ppt/notesSlides/notesSlide14.xml" Id="R982d81ba6d4545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ccfda9e284c5d" /><Relationship Type="http://schemas.openxmlformats.org/officeDocument/2006/relationships/notesSlide" Target="/ppt/notesSlides/notesSlide15.xml" Id="R115a8c1b246c45c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1ed8298724b26" /><Relationship Type="http://schemas.openxmlformats.org/officeDocument/2006/relationships/notesSlide" Target="/ppt/notesSlides/notesSlide16.xml" Id="R34241f21b4ae4a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06688b2e74dff" /><Relationship Type="http://schemas.openxmlformats.org/officeDocument/2006/relationships/notesSlide" Target="/ppt/notesSlides/notesSlide17.xml" Id="R59126a8b6c9d4f1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c46cff0454d52" /><Relationship Type="http://schemas.openxmlformats.org/officeDocument/2006/relationships/notesSlide" Target="/ppt/notesSlides/notesSlide18.xml" Id="R94c730aafb4e4b3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c20e4291a4ca2" /><Relationship Type="http://schemas.openxmlformats.org/officeDocument/2006/relationships/notesSlide" Target="/ppt/notesSlides/notesSlide19.xml" Id="Ra765394f81c0404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8504315f64743" /><Relationship Type="http://schemas.openxmlformats.org/officeDocument/2006/relationships/notesSlide" Target="/ppt/notesSlides/notesSlide20.xml" Id="R7d37544442f94bf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2f62d56eb4335" /><Relationship Type="http://schemas.openxmlformats.org/officeDocument/2006/relationships/notesSlide" Target="/ppt/notesSlides/notesSlide21.xml" Id="Ra7761ffcb5c74cc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8d2c5d3554363" /><Relationship Type="http://schemas.openxmlformats.org/officeDocument/2006/relationships/notesSlide" Target="/ppt/notesSlides/notesSlide22.xml" Id="R5af7c18dee394d3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09016ae304806" /><Relationship Type="http://schemas.openxmlformats.org/officeDocument/2006/relationships/notesSlide" Target="/ppt/notesSlides/notesSlide23.xml" Id="Ra371d92eafdf484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a958570e84185" /><Relationship Type="http://schemas.openxmlformats.org/officeDocument/2006/relationships/notesSlide" Target="/ppt/notesSlides/notesSlide24.xml" Id="R2e5ba4dd3f02454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5211163584046" /><Relationship Type="http://schemas.openxmlformats.org/officeDocument/2006/relationships/notesSlide" Target="/ppt/notesSlides/notesSlide25.xml" Id="R124660318bb4422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486373e1542ef" /><Relationship Type="http://schemas.openxmlformats.org/officeDocument/2006/relationships/notesSlide" Target="/ppt/notesSlides/notesSlide26.xml" Id="R48f58e2fefc1477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5757c5d71489f" /><Relationship Type="http://schemas.openxmlformats.org/officeDocument/2006/relationships/notesSlide" Target="/ppt/notesSlides/notesSlide27.xml" Id="R026b95fef0434e0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f2a9877154339" /><Relationship Type="http://schemas.openxmlformats.org/officeDocument/2006/relationships/notesSlide" Target="/ppt/notesSlides/notesSlide28.xml" Id="R4572b99eba6e44c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69643cb4b4bc9" /><Relationship Type="http://schemas.openxmlformats.org/officeDocument/2006/relationships/notesSlide" Target="/ppt/notesSlides/notesSlide29.xml" Id="R86d59d5ee36643b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2e5bde579469b" /><Relationship Type="http://schemas.openxmlformats.org/officeDocument/2006/relationships/notesSlide" Target="/ppt/notesSlides/notesSlide30.xml" Id="R781e78e25f4a459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18d0314bd4422" /><Relationship Type="http://schemas.openxmlformats.org/officeDocument/2006/relationships/notesSlide" Target="/ppt/notesSlides/notesSlide31.xml" Id="R5b239c6db29f446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510c9339d46fd" /><Relationship Type="http://schemas.openxmlformats.org/officeDocument/2006/relationships/notesSlide" Target="/ppt/notesSlides/notesSlide32.xml" Id="R5b09c5430f47402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011d9ceca4fa9" /><Relationship Type="http://schemas.openxmlformats.org/officeDocument/2006/relationships/notesSlide" Target="/ppt/notesSlides/notesSlide33.xml" Id="R0d93bc7e23e645f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f2fd1ffc641ea" /><Relationship Type="http://schemas.openxmlformats.org/officeDocument/2006/relationships/notesSlide" Target="/ppt/notesSlides/notesSlide34.xml" Id="R4725990dfe1c4bd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0ad4c79ce4baa" /><Relationship Type="http://schemas.openxmlformats.org/officeDocument/2006/relationships/notesSlide" Target="/ppt/notesSlides/notesSlide35.xml" Id="R08ba9a616c0c406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00862c5234774" /><Relationship Type="http://schemas.openxmlformats.org/officeDocument/2006/relationships/notesSlide" Target="/ppt/notesSlides/notesSlide36.xml" Id="R0a2d35976fe4439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8baa2a7d4441e" /><Relationship Type="http://schemas.openxmlformats.org/officeDocument/2006/relationships/notesSlide" Target="/ppt/notesSlides/notesSlide37.xml" Id="R184a2e642d5a49d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0e9bd4cdf4454" /><Relationship Type="http://schemas.openxmlformats.org/officeDocument/2006/relationships/notesSlide" Target="/ppt/notesSlides/notesSlide38.xml" Id="Ra443444056454e0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ca6d1ac8945c2" /><Relationship Type="http://schemas.openxmlformats.org/officeDocument/2006/relationships/notesSlide" Target="/ppt/notesSlides/notesSlide39.xml" Id="R5dacf6c06b0a48b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26393ed94472a" /><Relationship Type="http://schemas.openxmlformats.org/officeDocument/2006/relationships/notesSlide" Target="/ppt/notesSlides/notesSlide40.xml" Id="R395dee5b9310493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d4ec32c4f48d7" /><Relationship Type="http://schemas.openxmlformats.org/officeDocument/2006/relationships/notesSlide" Target="/ppt/notesSlides/notesSlide41.xml" Id="R3a93afb0ae9a443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34b15be2445e5" /><Relationship Type="http://schemas.openxmlformats.org/officeDocument/2006/relationships/notesSlide" Target="/ppt/notesSlides/notesSlide42.xml" Id="R1c1a53431fb042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9EB2B-860C-47EA-85FB-39EBFA1B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55AE2-DDF5-4FDA-BCE4-2D459208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Object oriented programming: Objects are mutable, Sameness, Copying. Inheritance: Pure functions ,Modifiers, Generalizat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395AB-1678-4342-AAA1-055AAE6C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PYTHON PROGRAMMING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1BPLC105B/205B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42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4F737-188B-413C-A151-69BF3794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89C59-8586-404E-AD00-C85A247A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2D575-0935-4ACA-BC91-2F948217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4EBF9-82F1-4D62-AD66-A5808F2F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43A63-6944-400C-9DAC-56A9FDF3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06F23-615D-4F4B-931D-42D662EC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BE7AD-957F-497A-A71B-FEA7CA16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6BB94-D081-43EE-ACFE-10B6FB9E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E9859-DBAE-4D57-B241-CCBD7B3F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397DC-8204-4B85-B451-A44A363F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867914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085DB-330C-4B68-B29C-42586189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2CF62-7D6B-4101-AC48-5E1231A3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60D1F-2075-4629-8D11-16656A60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81A46-D963-453B-AEA3-F5519647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2D3D6-78F1-4F2D-AF51-A2E97F09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B34DB-026A-4551-BB05-085EF1F3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8262A-A1CE-483E-BD41-2A683910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8D108-D94A-4B60-BEA0-BC0A5BAD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43406-4FFB-42E2-88B2-12AE629B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4B353-CB77-4D61-8CBD-1BB5BFAF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25642-4417-43C0-B294-1113D7BF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1A6B8-4188-4011-B5D4-9117796B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DE579-86BE-450D-BEA2-11E32565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1FC10-0057-4B7B-8B5E-1CA91846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09CEC-9F85-4213-9B0F-1C82BB2E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8143806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D1879-3135-4B99-A13F-3DC56726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1688A-C9A0-4EEC-BF8D-82C749CB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A3C28-809E-4102-8CAC-D95B9C04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67B9C-4DEF-4D64-B17A-FC2795CF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27309-511D-482A-9460-403C2AFE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293DE-EBA6-4CDC-9947-0068D2B8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CC07C-F072-46C4-AC9B-537D2B78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13BC3-E5AF-484C-9C37-8CBF1F36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87A09-0540-4C70-ACA9-40F89ADE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Object oriented programming: Objects are mutable, Samenes...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FDA1F-FC04-4840-B715-83AB7C15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0683E-155A-44EC-BBC4-5DACEAB0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B9D44-75E6-482D-B9C1-A925B69E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Inheritance: Pure functions ,Modifiers, Generalization,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5F106-895F-4EDC-85CD-A6939AB1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D43ED-EB31-401A-AD9D-0F7FB2CA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1869B-CFBD-4F40-914A-E3E1CD49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Exceptions: Catching Exceptions, Raising your own excepti...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EA6B9-2A84-4C22-B23F-BC10DC18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A0CE1-279C-4A0F-AE74-36ABB22D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201C87-709D-41EF-908A-D3202120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Chapter: 11.2.2-11.2.4, 11.3.2-11.3.9, 12.1, 12.2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CDEF7-4A92-426C-B9E9-2F6846B3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088CD-9289-449C-8D58-3C49EF4E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0577010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684DD5-85AA-4905-8302-7C911423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D36D1-CCF7-4F97-AA43-59168B47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8B362-5F66-472C-ADCC-D5B8B2DB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CF785-CC85-42CC-AE5E-CC2F0899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257EC-D94D-41CF-B0F3-A8C25623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71B84-D7C7-4D4F-931C-34F01EA2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6F690-B57E-4F9A-BFE6-E1504167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D63F2-FA10-476A-A2F8-F3FB0FF2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Object oriented programming: Objects are mutable, Samenes...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9DAED-4056-4B5E-8BF3-A045CD5D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5BCB2-36EA-447E-B54C-ECFBEEF6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318C6-D679-4AF9-AC6A-A86437E1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Inheritance: Pure functions ,Modifiers, Generalization, O...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FEF1F-06D1-4DC4-84CC-85C54A73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8BDB5-B85A-40E4-94E1-4CE9D908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F0684-5679-432C-924A-040CA5CD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Exceptions: Catching Exceptions, Raising your own excepti...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A5964-4383-4321-AE8B-66691DA9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09911-0004-4BFB-8A4F-5A62A967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C7847-896B-4FBB-AF90-8AAD94E4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Chapter: 11.2.2-11.2.4, 11.3.2-11.3.9, 12.1, 12.2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795B0-E086-44D3-AFAD-A90F5D07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4CC4A-00CA-48FB-A520-BD29503A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2241B3-8C27-435E-95E6-673341A6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0238458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69CB64-2519-4DA5-9B21-FA4BADE1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E7B1A-2509-48E4-9252-8698E3A5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64556-CBA3-4D25-A0BF-CC9860A5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86251-EAD1-4BA2-B398-EDE6AF62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8E474-B4D7-4713-82C0-89917279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Object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B2753-CDD1-40BF-A681-8B67A00F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oriented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A8BBF-8DBD-48FC-AB0C-BD0B336E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programming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20439-D99C-4EED-8AC4-1F42D6AE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Objects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44A8F-5164-470C-9F16-AFBB8BF0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mutable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8542E-85BF-43FF-B4AE-01C4FC21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Sameness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E3DB3-C111-4E7E-A98B-17930CFE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Copying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6CE68-63E7-40FB-8788-9A511816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Inheritance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10A03-9FB5-46C6-8CB2-FC170C4D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307A2-35B8-42CE-B7CE-49E5CB05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functions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DEB60-0EC6-44BA-AFBE-6F423074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B9FB8-116C-48B6-9EEB-8FD1223C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4827419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E50CB-719C-4179-9121-FC9C0367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308D6-62A4-4047-9ADD-84885D7F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E8EC9-98E4-4173-BBDA-F5212EDC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F7229-D0D9-41ED-B0EF-B53A2EC9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FAD1D-9BD1-4AB1-A970-1034FE61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Object oriented programming: Objects are mutable, Sameness, Copying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49AF3-8C91-47E7-8DCA-E6348498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Object oriented programming: Objects are...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06649-9467-4DF3-8992-67B7F2DC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B0031-C490-4959-84A4-3BC12040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7004F-1FBD-4754-8DA9-FB9EE8D8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AFEFC-3A26-4C06-B5AF-EBCF8E93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860A8-C994-4593-B1A5-EABBA3CA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64057-61BE-4FF3-B3A6-7B756420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F5BF7-68F8-485F-9FD4-7245C273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E8DCF-937C-46EB-82DF-6CFA59E5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A8BC3-354E-4CAA-8BB4-8DE9A10D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AB904-4559-4E21-9FD4-B7FFDEFA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665080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044BE1-3370-4B55-9CF6-0E866338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E3F15-9721-42E9-A041-45AC4DBD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274E5-FB8A-479E-A829-0D10C23A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A9683-81AB-44D4-BF71-0EB6DFE5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C15B9-EB70-435C-AFE9-B037E124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C05D1-4B59-4307-A485-84A692A6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648B8-158F-4C2F-AEEC-71729CDE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2CFFF-2336-45AB-9681-C37B8291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B40AC-E720-44BA-A7CE-89851043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Object oriented prog...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7A1DE-3101-4C4A-9AAA-631415B0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D3FF1-B9D6-4AA6-912B-3B3D3BAF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74AAE-B152-4AF0-A328-65590627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Object oriented...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E6D9B-11F9-4637-99EC-F27197E4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89B7C-1F21-4BA7-ADC3-60FE657D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048179-AFE5-416A-8C90-5F441622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Object orien...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F49253-56D5-4363-B246-3E52025C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954D9-BF3D-4401-A460-845AD95E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F93435-9319-4903-9196-B920791F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Object orient...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7CC82-8F00-41A6-BD87-99558F4E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4BD2FF-3619-4094-B1AE-587B7BEF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1C5A38-512A-4598-8D9F-146AA4F1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Object oriented pro...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D0608-DCB5-42CC-A8D4-814B7183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364C1D-AA2B-45B0-A9F2-DC676EAF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5548351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E19AB1-ACC0-4F84-8372-9C94E9E0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FB0CA-6F93-4229-AD1C-F59D9AB0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E4B93-0BB4-4B5B-B8EA-34ACAC32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CC951-1BA8-4DB5-81E8-B9C629ED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82B16-2C45-462C-A8CC-DE63064C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0AD1A-3C84-4878-9167-3C59BBD7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E81B3-6139-4555-8E05-4C91E37D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1D87E-31F7-4125-B6F4-05F651D7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9C192-62FB-4BB5-907E-23AF7D28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6F4D1-104D-4F8D-B94B-AF13FD24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57CFA-726B-4B12-9FA6-32A9C3FF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3F2D5-E51B-45E8-B804-EAD00B35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95E82-AA61-468F-849E-1E960CEC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93485-A4A0-4DA0-8D67-462E144C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04398-F92F-4CEE-A5B6-1E58B84D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1722779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658B6-8D07-4A18-89F3-D92D57AF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29A97-D7AE-4932-99FF-7D2E7C3D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95663-E87A-4FDC-B2AB-0056AF65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A2E92-4AC0-4293-B145-46331B15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78674-FAD6-4159-A67F-2CAB51E8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829C1-28D9-4235-AC6C-34AA045B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Object oriented programming: Objects are mutable, Samenes...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2F574-3B86-4C39-A0D2-F11A6D1D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9F004-E97B-4357-9DCA-2E905988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4B939-B4A5-44D1-94C3-24B07BA5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D3D79-7D93-4DB4-9F7E-BA91D894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F4D40-6675-492A-A898-F55212F6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131419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6347E3-170D-4037-80AE-A422546A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F6137-6864-48D7-B4F1-51241BDB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E4A8F-2CAE-46EF-8586-C3A1845A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83281-1415-4169-BC78-0BB2F9B4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84505-C9B5-4AAE-9BEA-991C3125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Inheritance: Pure functions ,Modifiers, Generalization, Operator Overloading, Polymorphism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6BECB-F6FA-465F-AE39-1FBDA900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Inheritance: Pure functions ,Modifiers, G...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6F563-C759-44BB-AF03-AE554C61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66F3E-522F-456E-B0CA-CD56F815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3D0DC-8148-42FE-8060-3311C2AD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D2733-B95B-40C0-BF25-481598FF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552804-3971-4758-BF9F-C00DC79D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82646-81C1-4D5D-A61F-8622513D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9F435-CC5F-4711-A156-6CD42DE2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8C32FE-9974-4C7A-9C13-95AC8747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240BB-818E-456E-B973-8339C96A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FD1CB-2317-4DC8-806F-F64CCB53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7957100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3DF2DE-0D1A-4A71-AFDE-190D6BBC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2A789-36D1-4E63-AF61-D8E9F682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1FBCE-A081-4675-A9A1-0538408C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F5259-9D86-447B-9893-9F39C9DD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DC28D-34F8-4A27-AEEC-BC5A5CBA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60BD4-CE0D-4A1E-8ADA-720D7CBF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82168-CBFB-43B3-ADEB-1E620BCD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935F9-4811-4586-9112-36B9B937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8D273-0530-47A6-B3A5-3D5F3F59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Inheritance: Pure fu...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F4531-5C7B-4A7A-8930-D87A5A3F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EED5A-A73D-4CE2-91BE-C6B3D5E5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6D3D5-3965-4CDA-AE4D-979B8890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Inheritance: Pur...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594A1-AD3E-4275-AED7-91F07D19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0D8EE-D56E-41F7-89D1-C823947C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265BE-76A9-4B2F-B320-E050839F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Inheritance:...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2E3F0-7140-4E98-8D74-0C431A07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FAB70-40F5-4876-803D-558635C3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92131-018B-4F6B-BBF5-B7C55BA1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Inheritance:...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713734-BAD7-4D4F-A032-D820E8C5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7F246-195B-43F3-83D1-F05F69A5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F37F74-760A-404D-B2D0-719BA710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Inheritance: Pure 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1616F4-37D9-4DC8-B794-1040CA23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E7D74F-8762-4D67-A216-99E47629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4533329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02D5A-AE5E-4A61-B8CF-65CE55D8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52B80-1D02-4B70-B39E-3BE6B506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45CC4-FCFE-4D12-B73C-B5E94CAE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0E849-0A6C-40BC-8977-5C6BBD04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43420-4680-4A27-8D4B-820B3390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239F5-C64F-4B28-9005-D01AEC3A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4AE57-C48B-4E11-A419-3F6F84D1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E105C-A50D-49CC-B8B6-8D1DAEC9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FDB50-2F3A-4541-8CD5-EE0261B7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9FB29-1C54-4228-858A-B277709E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958EB-314B-4299-B1E5-727D3D3F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A35D7-D251-4E96-B14B-976F456A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1F40B-BA18-4CA6-BB2D-9AB78BD9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6FF94-D0D3-4DF3-BB57-21A58FA9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FD513-8564-4D8E-B7C7-41203B6D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4081718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207F0-D126-4977-BDE9-CA519252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CBB7C-4F9B-45B9-841B-48CEC241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F5BBE-72BD-46D3-8B52-7F2CB5A4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D4209-75CE-4767-BFB4-A653BC1D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23098-E6B4-43A2-A45D-82450F1A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4FC18-4C04-412D-A3AC-637148CD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Inheritance: Pure functions ,Modifiers, Generalization, 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B1380-1815-4F2D-A267-BC924C3A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6CCF9-F180-4409-8D8A-E43E1A71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649A5-ACB8-43B4-820E-AE12F67E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1EFC9-73C2-4E2E-90CD-E9FD079F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C2FBD-64D8-43F6-92E1-ED813A1D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694270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A3E63-45B6-43A5-9103-777BC42F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A43FE-971F-4354-A92B-23C00A23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D303A-2B62-44E3-BEA0-1544BE36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BF0EC-22A8-4F24-BDFF-125044A2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BEEF0-042A-4061-8EB3-C111C062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Exceptions: Catching Exceptions, Raising your own exceptions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05F7D-1518-44A6-82D9-A774BB23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Exceptions: Catching Exceptions, Raising...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AD8DD-1CD5-41EC-9149-1905F9F2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5C920-A725-4BA4-A37A-CD02AC8F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6B859-BEBB-4B3C-B426-ACF5B149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E681C-2D35-49F8-A13B-47EDEA49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5D848-536B-4FE6-97FB-A022E3CE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7BFAA-C28A-4810-B860-AEC6AF7B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27235-101D-4055-A555-CAD73C3A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5CC99-402A-4EFA-8231-AC535285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BEA2D-DB5A-46E2-90FB-60BF8E44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78DDB-0D67-473F-B3F0-DEEA484F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0729910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25CB2E-225F-4B51-9F63-C5A099A9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1CB80-55E9-41DD-B759-723DFB8D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A0FAA-FD8C-4F12-9FC8-8A47C71B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7509D-1B85-49C9-83CC-31D107B6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9DD15-4C06-49FD-A4ED-85E1AA2D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C648C-81DB-4162-8D62-1ECD57CD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CC295-EEED-40AD-BE76-B53AED8E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47186-D97D-4BFA-A4BF-657CA089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B5A59-3D68-48A8-90E5-D46127E3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Exceptions: Catching...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B63B1-F82E-4A75-8472-02FAB0C9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B506E-E9A2-4B4D-ADF6-E14C552F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12EFD-31A2-4FF5-B2EC-2F396FAE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Exceptions: Catc...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5C478-1D81-4699-A8B1-691BEEFF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C6EFD-25BD-4C9B-BCAE-0742B279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E6EE6-3A32-4584-B213-34E14670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Exceptions:...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6A1793-7E03-47FB-9C94-4D57CE12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353ECE-C8A6-47B6-B8C6-014A8B09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DF3A61-8695-4E2F-9DC2-D02129A2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Exceptions: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48A98-30BD-4430-A95A-513AD07F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D365A-345E-4EC3-94FE-EF0B18BE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E1E7E-744B-4C58-A589-6F203DC6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Exceptions: Catchin...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A185CC-FEE9-4074-A6BF-CBB74F5F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BA8ED4-529A-448F-BEFB-147AC289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7289202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CE0EF-D645-4884-A03C-6A8A1FC7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FDEC8-C21A-479E-A603-4A42EE82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B79E6-81DC-42D7-BADC-B0803146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28637-E46D-450B-A6A6-51504B50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90B8C-32BB-46A1-AEA1-B3515204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1F902-963A-499E-8B80-4DD16B7E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29577-CA5D-45D5-9A45-F6FB08C2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E424D-4AC5-4912-82EE-D2C707D7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84B28-EEC5-48C5-9FF5-61C38A74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59670-6301-4EC8-B240-9B35D4C7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38EC0-09E4-4326-B7F4-665AD98B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72B84-335E-4148-8E6F-F69BA4D0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622829-1750-4311-B3FF-784E71A4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1CC32-6C7E-455E-93BF-46062562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92261-5A5B-4B0F-A8C6-79D94ECB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5125609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C10D5-97AB-4469-94FC-C0F44A83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67C94-BC2C-402F-BF1B-4C929AA3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4BBCC-7846-4C2C-86AE-C642187E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9DDAD-A7AA-4425-8AB7-5E249941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0C051-0069-4BB1-8CB9-A0505633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D31A8-3579-459B-8D8E-30873D9B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Exceptions: Catching Exceptions, Raising your own excepti...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15336-85C1-4024-80D0-458BB090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2CDCC-8628-4CCF-854B-EFAEBF07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85933-346D-4EC4-80B8-A6F8389C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669AD-663D-4527-B11E-61998409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987A9-5C7D-44C2-8580-0B0C9822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9022571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B93A8-C6B4-4773-9AF0-4553D57E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5E6F3-AC9F-4129-8F72-1D917CFC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0B6F1-9F41-4DC9-B7FB-AF9439D3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3C4D1-44E0-41FF-BE39-D5DD3884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67FF1-E0C5-4F42-8DF7-A77F7F19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Chapter: 11.2.2-11.2.4, 11.3.2-11.3.9, 12.1, 12.2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1655E-04AD-4A7F-8EAF-531577E1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Chapter: 11.2.2-11.2.4, 11.3.2-11.3.9, 12...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B3AFE-DA57-4660-9E68-5A098D3D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FE4DF-90A0-4444-85E5-1A964526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68949-CAF6-422F-983D-D7C6D6DC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32402-94D5-4FFD-B911-4EB18266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2825C-0BF6-48C8-9632-C6352BF1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0168F-BC4D-468C-A07F-DA9A4848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320AB-1F3D-491C-B0CC-1074B707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A99F4-2D6F-4BB0-B833-2E48B430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E0324-19AD-4C2E-B0F7-60B2CD68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BBB87-41F9-45B7-989E-164282C0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770305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92FEEF-85C4-412F-B4D2-25CFF219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3ECFB-B7EA-4ABA-BEB6-AEDA6C89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07D2D-EC30-4720-9766-F3AEC362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27331-0BEB-4EE4-86F2-EE062580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24DB9-8512-479E-AD58-AA13359D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DF5A4-4126-4D37-9905-E5BA0B06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6DE74-9F17-4AFF-83D3-32B45E37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55699-E862-4930-8149-8F1796A1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ED0CF-434D-426F-848A-8DDE1A7B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Chapter: 11.2.2-11.2...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53CDE-695E-4460-94DB-DC0B4B5F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DAEFA-038A-40DF-ACA4-FCE389E2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8876E-3322-423F-A84A-0D27916E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Chapter: 11.2.2-...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0D500-5BEB-47B3-BFA0-C05502B6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418F5-3B36-431D-96B9-5F00A3F7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0C03F-B7A6-43C3-8BA9-1697F46D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Chapter: 11....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5422EF-AE66-4ED7-8D4D-AAA14461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E242C-F846-4597-BAC0-93EE1F8E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3FA55-BBE1-41CF-96B2-0E3F35B8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Chapter: 11.2...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3D397E-6623-4F28-8D2B-C35B196D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BF4F50-6C22-468B-918B-53FC839D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AA69C-68D0-41B5-99B1-B1DB5168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Chapter: 11.2.2-11....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463E30-C212-4553-8ADB-32AE7F63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E29BFF-1A4C-46B1-AB8E-9E5854E9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3256023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E6CB0-DF76-4871-97C1-9E4B219F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143E6-44F8-4897-B3ED-FCF60B75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1EEDD-3576-4BB1-B7D1-5B01E1D2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E6DC0-E2EA-431A-A850-F9C7E340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D4F40-E0DF-4575-8560-13664798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43947-6E09-4BCC-8695-3A5D0E23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E4DF6-F318-4E29-AB75-52D3566F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7D284-9ED1-4474-B581-858FC59C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BA267-0F2D-4720-AC1D-E8C3B29D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B712C-9696-45E6-AFDD-A0052DA6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BD75A-A280-420F-AB0C-293B0E3A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F3CEF-775A-47B2-8E89-AC9E5464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BAB5D-2C44-4C38-A0AD-A8D68D7B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34D8F-62A3-4837-8B11-C9D67EA2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750BD-7A2D-4048-A9C2-BD6145B2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43182005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B51F7-9047-49DB-BA69-FB6FDB85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B742B-4D4C-4393-8DE9-D7221D10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E0361-A30A-4AD2-B2BC-0932B3E2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4228B-8C73-48FC-9C33-A0F87C41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F6246-35D9-49CE-8513-C5055FEC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F34D0-A1BC-4D4A-BE67-266520CB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Chapter: 11.2.2-11.2.4, 11.3.2-11.3.9, 12.1, 12.2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EDCEB-12E0-49D5-BC22-159B9DEB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4A5C4-D427-46A7-9C7C-2F25773D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46BB1-1097-4EED-9257-16AC6CCE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EDF5F-E378-4341-863C-F07969E3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00273-49AD-4622-BBDB-34322898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6041045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70336-B325-4866-B29B-8C8611B3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362E3-4966-487E-9876-9132911B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A0559-33AC-41C0-8FE0-77665907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9C5BB-3DB3-4E9E-B514-B8472ACB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C7539-58A2-4C83-85A1-B9991BEA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4CBA1-7098-4055-912C-315A08D9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8923120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36A09-6B47-4303-8B76-DD823396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1738E-5D93-40B4-8879-2D94DDB8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0E5BF-020C-4834-B99B-CB9C1064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58E1F-7234-409E-9ACF-B7917533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0F5CC-9B97-43D8-AF79-08399A53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Object: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oriented: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programming: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Objects: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mutable: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A6329-780D-4EE9-9682-44759417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04538210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B38A2-5343-4FED-B164-5D2CE042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0C62C-8ECA-46CF-8419-048B78AF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8605C-BECA-43CD-9829-05342DBE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BDF97-A8BF-44A3-AD23-7712B68C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618D1-BF07-4569-A9EE-25AE66FB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13188-FFF5-4FEF-B73D-3015AF73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3641257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00008-F526-4900-A55D-D9F0C9A8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A28E1-9D1E-428C-899A-1330E60F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FB274-EAD1-46F9-A440-A64BB3BB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13C30-55F1-4972-B2F8-5AC796F1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05262-5032-4D06-994F-4D5C41AB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F7316-691D-4C04-8DC3-EF423A0B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67823937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3CE1B-AEB5-4CCA-9C29-11A9766F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A1BD5-CC63-4D14-82F8-996BA532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65D60-F61F-44E6-B6F2-A703E045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D64CD-B279-435B-BC2C-783AD56A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AFE2D-6BDF-4FF4-9271-2CA4BEEB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Object oriented programming: Objects are mutable, Sameness, Copying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Inheritance: Pure functions ,Modifiers, Generalization, Operator Overlo...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Exceptions: Catching Exceptions, Raising your own exceptions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Chapter: 11.2.2-11.2.4, 11.3.2-11.3.9, 12.1, 12.2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32727-B298-47B5-9F2A-A243CE55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EE92C-85B5-4C8E-8394-D2B4BD6F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40AF1-CC88-433E-8167-CCB2E9EF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48590829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CF3D34-0327-4321-9F6A-33DE2E20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55DDB-A440-44C0-8172-1D9D697B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Inheritance: Pure functions ,Modifiers, Gen...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7A3A7-5B44-4FB3-BFC1-54F1A1DC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AE5BA-137A-4E3B-8B70-CAF84978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613A8-0AE3-4B35-8C1A-2547D512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96906-9DA3-4F0D-8C71-AF920053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F8F4A-9D1C-4B55-AEDC-CF673631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4F65A-B5F2-4AE4-A00A-0BE29875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5CDB8-62DF-4AEC-BD4E-81FADD12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BE338-A83A-4DED-9728-2DA8C9CD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AF8DB-A56A-4445-A0A5-FDBE1CB3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86738-1669-486B-B76E-D5922099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C7236-7B66-4C9E-AC24-FAA9DCAE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316C2-1757-4435-A048-56FE780C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88A734-0801-4623-A393-0D46C990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466B5-46B0-429E-8FCB-15025D11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8AA00-B879-44A1-B249-CF025D8A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DCBBE8-CD00-4E51-822E-BF2DA376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46FDC-FA6D-4551-8168-C2C21D1C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6D737-0D9D-4610-AC61-A86D42A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232F9B-5CB7-4D34-85C4-E614DC95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9A3BA8-0008-4A50-8E55-E69BD2A5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6E59AB-F5C4-4DE5-A5D7-83B05E33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7C9D51-D8FD-4D2B-8A7A-946C9893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75DE9-BD0A-4CC4-A86B-24D77DC5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80238A-BBCA-4DC3-B7C0-C700DB15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1F705D-296D-4A60-8547-953F0E72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F84B4C-25A8-49BA-8365-0BBAA4D2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5D4CF7-188A-4BD6-ADEF-2AF10E96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844977-29E5-4616-82E1-F45E992E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70ABFA-9FA6-43A1-87CC-7E2B296A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3F718F-6F22-4F8D-8E82-7C011987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22954558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1D231C-E383-43A1-8C8E-51D5BD48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C25F4-16E1-4F9B-A095-1A6DDDB2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Exceptions: Catching Exceptions, Raising yo...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65ED7-FC4A-48D0-8A81-F224E408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C42C8-9DDB-47B8-A229-5117E6F1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E4F69-F5D8-46B3-BDA3-27C3C31D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D55AD-CA18-4A83-AF71-13E66162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70FCE-91AE-4D39-829D-C3778E18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0A564-CE72-459A-9171-FF879173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08FD9-8B1E-4AD1-9FF0-932A37B9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FEE65-9819-4692-9435-AB162267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F431E-F21D-4F35-A488-BBDA50D1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2C25F-4680-46CC-8A97-69461122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C4FA3-D5B7-4F4F-A453-7EA23AB5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9D12D-1F2B-4875-B9CC-E345FD60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83256-01C2-4BD2-8B2D-53C29D57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FDDFF-81B8-4505-A38D-3DDD49E1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1F7841-AA8E-4A4E-96A2-21B1936C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7BC5B-A43D-4862-9DDC-F410CBE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73A8F-42BF-46B6-842C-3331D4C8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567169-D82D-4F77-8C6E-1984FADB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A2AFF7-DC2D-4B99-B48D-6F68095A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D555C2-B5F2-4F13-A9B0-8EE97402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C3E17-7286-4FB3-B3F2-A344E61D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2AE7FF-9EA1-4EFA-B967-16AE80C4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2AB1DD-1B4E-4098-AF29-5E32299F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976F80-A3C5-4F9D-B4EF-1E8A65A5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58AB07-1420-4BDB-BF86-FB75BB28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DBC108-85B1-496F-967C-A465730D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F43220-1A3F-4DE7-924C-7B1EF209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91E0CD-A723-40AC-BB1E-85B22ECE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31B684-43FD-4F3F-8D59-D6782918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E867F2-9C45-47B7-B082-C64C20D7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64341833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DF713B-252E-4764-9F11-7021FDD0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F3C1B-802F-4134-ACD6-F5A57832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Chapter: 11.2.2-11.2.4, 11.3.2-11.3.9, 12.1...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11CE8-54BB-4DF7-BEA4-2CA8D806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F4183-D28D-4F9B-BC2A-3EFCC2C4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64A7D-49A2-46C9-995B-ADFB83C1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7340C-F077-4771-BF52-8EA34323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A0B08-DC19-4A33-8F9B-96873C0E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29B8D-7697-4888-892A-93FD88BC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7C042-38E6-41F3-AD96-63352547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44E54-2CBA-494C-9111-D3C61A40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0CE78-E79A-4812-BE91-E29E6089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0A4F2-82DC-464E-AB04-78CFF5BD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997956-E988-4124-BA02-33F7CE76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B8000-01F2-4FEC-943B-B8B443D9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F09C03-44B5-4B8F-B0B0-720ED4E1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FAF86-89BA-49EB-9285-A39967B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8C8A5-B8B3-4F3E-B5FE-9223AE58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2B52E-C3A9-473C-BFB1-4EAFF51C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3E1277-CC2A-41FA-9156-71E95FB0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713FF1-91BD-46C9-885A-3E61069E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5F3017-CC06-4C15-BE1D-FC5832C5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5414D-0D43-49EB-AE25-AF9659DF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6D161B-090A-4600-94D8-7BEB9574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13F65D-FCB9-4542-A849-36BAB2D1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2372B1-3622-4E35-A336-13DC543D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5F4C85-3E0C-4D77-B7EC-B01245D2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283ECF-1072-45DF-8EFC-B72D8994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7C4025-7EBB-40E9-8F52-1F876902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045854-C34E-486E-9303-3806292F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2AFA67-2387-4F0F-93E3-BDA4FB4D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151C41-1072-4BA9-9207-0D22F414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BB6F96-102F-42A5-9E0D-F5FC81E5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66537858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B9F3F8-B8F6-4F55-8BB8-0B6371C3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CC8D3-EC69-4660-890E-6CEEC102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Object oriented programming: Objects are mu...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260C9-91A9-4DBD-9039-725D1621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8EC61-B61F-4867-8877-9D0F62BC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635BE-320E-45A1-BA6C-E1225305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3354F-095E-457A-8C42-2722F0F3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52AE8-CD9E-4CD7-A9E8-DC70A5DD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190E0-29E3-4872-8AFD-DD1EABEA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DF4A0-98C8-4F1E-B347-EE6BAC24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34233-C3A1-4578-9537-B474C427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FF9F9-26F5-4D07-BFAA-40D9EC7D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80987-CFFB-44C1-9A9E-D3106D03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CF315-600D-4C26-A6EA-BC3CB70E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D07A2-4933-4988-A772-52898E05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E0FA2-874B-4BD7-9E57-19745124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69B62-BA97-4043-B595-E93B70F0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541E3-317F-4C8D-938D-5EA5350A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40084-B76E-4781-9B75-1B7FFF8B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3B34A-6EC4-4F8C-9AE0-34AF54E3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01C525-FA05-4E58-8B1A-6D6D3770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1155DA-AF39-4695-8D15-9E1906ED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B41A2F-D664-4476-BF3E-2618F4B7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C89B7-6501-4807-A9FE-AE72A561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8498DA-052F-4044-B4EB-110A8868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6A1FE5-33A3-4D9B-A814-C5AFD3B0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EB7C08-AF15-4BA2-A3BB-3C370B6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4E19EF-8E16-4B88-8CB7-A8115AEC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720B50-3DA9-4B9B-8D01-06DC398A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64E21D-9095-48AD-8B31-CC7F5B35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B2DF90-58F8-4A88-878B-F86023E9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F0105A-BF22-46B8-9B77-36C4787D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AFC8B8-5A94-48AF-B5C3-CB6DA864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47617886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AAB5DE-E6FF-42A6-868B-B0CBDF7E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01F80-0887-4D11-BDE0-B919F897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Inheritance: Pure functions ,Modifiers, Gen...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A7DFD-7897-4BF7-94F1-66AE1A58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09ADA-EEFE-4F57-A6E3-EFE155FF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57DD8-32D2-47BB-8DBC-3F43D732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49BBA-2632-4775-BAA9-94708E65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FFE81-260F-46DE-8AF6-0795F0E8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9C336-7C97-4BB6-B083-E81FD475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6EE59-1524-41C4-82CD-7DBFB91D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FE97B-A53B-426C-B496-6DC64CDB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8816C-014A-4835-8EF5-3683D37A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06904-4AF0-463E-A7DA-61413C8B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69344-BFFE-4CFE-B8F3-D17178C7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35E54-3CF0-41C8-9FAE-5B6BF799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1B2D8-0BB3-4D74-A340-366BAFCC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CFB25-6937-4C7D-8F26-5827E32F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66D32-9E98-4B84-B02F-D3864E3E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B7FC0-6065-4DAC-A8B3-F53C0DBB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92EB3-7D27-42D7-9939-64843571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32B697-5190-49EA-8E48-D5B0F629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7AFF70-E257-4A19-9A74-1313782F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DC51A3-4435-4241-8A7F-473CD53E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3150AA-48C4-40C2-AAB7-40D5EA41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868BCE-312C-41E8-AAB3-00508027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047E44-5731-4BC2-8BC1-78B157CA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7F7EA8-22C6-4F7A-9EF9-56DAB1BF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C68E40-49FC-4F73-9C31-A1AA35EA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39EC14-696E-41A0-A6B3-3FA0D039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35456A-0C57-4FCF-9EB8-C65F96A1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BE2813-9F07-4DA0-B683-825F9F9F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768D80-83CA-4AD4-8568-57F66B11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25EFE4-4F40-4896-A248-37DACC0E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82595447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96C583-CCEE-4871-8E18-E580419D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40A60-0367-46BE-B0F4-0A7ACF21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Exceptions: Catching Exceptions, Raising yo...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78350-BFDD-4A4E-995A-6BD27023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91EB0-EC06-4AC4-9B59-D8D05BB8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12A9E-B2B4-42A0-B0B6-9251F95B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66BF4-72E7-4F28-A662-91F3E697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131C7-2858-45D7-8507-381BD063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6373F-24BC-4ED6-A17D-B97B0FFE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95196-1F7A-4ED7-A75D-AE6EB870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921F7-C7AD-4C7B-B3A7-85DF3A81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F2FAA-DE7D-4FF0-835F-80A14A76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716F3-AD1F-447A-A14E-3E3B643B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66E64-89EF-45C9-ABEA-36F64C0F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24A05-5CFB-4827-AF6D-339D7919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180DB-CB7C-4333-A78D-34976664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A2D25A-F48D-4F47-86A4-D6FB054C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E0A6F-D57E-4FA5-8EE1-3720A9E3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63A69-0CBC-48AC-B5BA-8DAD49C7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5952F1-D90A-4CC3-ADD6-9FD63701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2ADE5A-3FE1-44A9-AB74-5BD172C9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3A9D7C-C85A-40E0-8EBC-27DE3AB9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9F7B8F-E162-4AF3-92AF-F9E195E8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FD750F-9465-4674-8C5E-84794CB6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1DE0AC-628B-497D-8ECD-93515A0C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F99D55-F06A-403B-B332-16E56142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A62420-FA7C-4BC0-AD17-F9D2847A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75872A-D1EF-49FD-B330-552E183A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012A75-91CB-40BC-83BA-4F3D706A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934AD0-08EA-462B-AA60-FAA02FAE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3D0FB9-D2C0-4A9B-B951-1A8B5D97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8634C7-6698-440C-8853-A872CD8E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DEF10C-DDBC-4B60-9632-4D4E0539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55505058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023429-EA06-41F6-80AC-9B3D34F2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519EE-E72A-4BA7-B098-74C70219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Chapter: 11.2.2-11.2.4, 11.3.2-11.3.9, 12.1...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D88C5-F694-4DA1-B31E-8AF7A9DF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6FC1B-79F3-4FD1-BA54-81CE0094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67E14-5AEE-4534-8248-51727307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F94E5-D990-4DBD-A17E-F0EFB1DC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627BF-CE7D-4E50-8640-DE0F45D5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EAFA9-D8F6-4990-9096-79C17E05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58D04-68E0-4EBA-A62B-8F11F6DC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74159-111D-4603-B61D-B08DD22C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ADC83-158B-471E-A768-E70D4024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B1170-929F-4AA1-B015-B70487C9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EF7F2-A9C6-4A69-A9D3-6F2BE7EA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37ABD-2907-4660-AC9E-1071B21A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EEBBF-0C8F-4551-9218-689FB65B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F7993-6BA7-44A0-BCCD-DE8A2892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07620-7E2D-4343-B8FA-4A7ECAE3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533376-D7EC-4D33-AE49-745C9603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EF55E8-5FD8-4A5D-B945-6780F729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C8FA95-754B-4BCE-973D-57551AA5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EDFE0A-CD0F-4EC3-BEA1-78B76C8E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F3848B-07EF-4D0C-8E4D-D64081D7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F8BC9C-80E4-4F1D-8A4C-0F24C276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D39344-F6EA-43FC-98EA-9AADACE8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3EBA6B-C945-4A82-920F-BFB7D433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3206C6-A4D2-4F00-A416-DEB5733D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9035C0-1C33-4823-83BB-7B14F90D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48FB14-B33D-4025-BEC7-A1F6BB8E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7C7B47-80C8-4160-9B4D-B5513320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4717CC-18E0-45A8-84A0-22D52843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716021-A64D-406C-8484-5B0C7208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E2F878-52E3-4B09-B2A8-BE0C4078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38874336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56E001-FE49-430C-A526-362DEFF5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485DF-A971-42DD-884C-0147E197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Object oriented programming: Objects are mu...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16462-BABB-4590-B120-F8AA06FD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1D5E4-D325-4AB8-91EB-8D29FDD4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8647A-1CDC-45CB-A6B7-FB4D17B8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7E69A-27B7-40A8-90AC-D2017C47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48E09-7A10-42D3-BFA8-46D33D07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C4A68-19BA-46EE-BA77-C93ABCF1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073CD-129D-4736-A900-03B46A96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38C26-577A-40D9-B1C9-7754142C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62169-F3E2-40E7-9118-E2301835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E592A-5602-4348-B3C8-3B0D3CB5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FC3FB-282C-4F3F-AF35-2A5C7C12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71E27-D914-499D-9B9A-F0771ADF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CF74EF-3C4C-4C98-8DD4-1C486BD2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206C5-6AFB-40A5-A4BB-103F7596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428C4-FCD7-412A-9833-4C9DEAE8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BF366-8BA8-4AF6-8DD6-4BB616C6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96F2C-250A-4A30-91DE-4E994262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E23E59-6178-4F55-8482-7954ECDA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9B502A-C5BE-4034-8FA6-B7736329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9266CF-3AC2-4DAF-92CC-7AA0942C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BC06A6-EA97-40DE-91F6-5CDF3C36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1856F8-072C-45C5-9DA7-999CCDCA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BA6835-33F8-4988-9F0B-DFFDC383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97E616-3982-4FEE-892C-78E2AA35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4D9B62-84B0-4B5D-9317-3C60E466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B234A-1BD3-4BB8-AA63-12DF0577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93AE78-DDE4-4AE2-BEF0-3470E645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98A1F3-8B5A-4919-A533-D62BBD71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1E7FE3-7A57-4203-BD54-9EB81615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BD630F-764E-48E0-BBCB-9091851A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63135010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30137F-9ED1-481A-A32D-53810687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26E55-40D2-48FE-9BD8-B690A8E3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Inheritance: Pure functions ,Modifiers, Gen...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42052-A776-4CBB-BD9E-EE89208E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C2A63-0929-4D13-8EE1-50CD8822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C36EA-F75B-4113-91CC-56532224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5AAF4-D2CA-45CD-9343-1EE9C04B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88AED-CAFA-4475-BF84-D03851A0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7365C-D8EF-4030-A60E-AC3DFF86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EEFC4-3FBB-490F-BF8A-805845BF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BD9F6-1927-4642-9E6F-4963C336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25965-71B6-4743-BD04-886D00AC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2E824-7652-40E7-9CFC-B9FCB22D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06967-983B-42E9-90C4-81B29F97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F8C94-77A2-4B0E-8B70-577BCB1F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1A114-8A78-4AA2-90C0-BF8C5C5B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CD20C-9A95-4A36-B5CC-E3C7AC36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9C08E-E12A-4394-9490-7EB6D232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24099A-2783-4FC9-B07D-6C0FF327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02A6B-B219-4B10-87B1-A2044535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1E8B6-BA9C-4FB8-A308-52FD96F8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9FB519-3B39-4CC8-88AB-D5B9385E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C30A02-FB1E-491E-B1ED-402E4E1E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E8D7A0-7032-4143-A663-F3FA5998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76445-3915-4541-B7FB-DF573975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0B4F89-9F70-4F4F-9562-559046D8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27F0DB-0795-472C-9A29-17C85C28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03BA6A-23BD-436E-A88D-9EE3BBE8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B37258-DCEF-4001-9D2D-B6D1AC9B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D90CDB-C633-42E4-9FC0-4840B52A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1FF47E-6C46-4001-A825-0FA5AE6D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65DA0F-8938-4671-89DD-D1596653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13606E-8618-4C73-9A19-909C8D95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78813048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CF68FC-03B1-418A-8FAC-B3573249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197A5-7E72-4DC4-9C09-6EF8619E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Exceptions: Catching Exceptions, Raising yo...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C72D5-B950-4B2A-8EA8-60B31300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64176-EB2A-484B-BE73-FA82745B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19B27-20DE-44BF-B227-31C40447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956FD-01B2-40BE-A6C2-7A3149B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ADC94-7E26-41FD-B82F-A916C1D8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3F3B2-7AB1-42B1-AA3B-D5B232AE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23B17-E551-4452-8FE9-7BA6DFBF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17FDA-24FF-4699-A542-6FC7508A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9A291-2684-45D9-9569-371FDD68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8F706-98FA-442E-9723-75FFB23D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12A4C-C776-4767-993D-D1B2002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99405-96B2-4724-B8B3-7A95A4FB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C77C9-5AA5-41FC-B45D-451C9916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2C552-8303-49F5-BA2D-5E6562C0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DEB9A-7713-4A19-B411-17203144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6CCAA-9D50-47F4-A2F9-76645BFF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FB207-7F74-4CC1-BB66-C10A0FC7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E76AA5-740E-469C-8C6F-09B61A6B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85C233-54DD-4468-BB92-11A964F7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96A438-AED5-4766-81D2-CA871E96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CB9210-58D7-406F-987E-6A762373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7B12F4-3B6F-4EE8-B83E-53608E08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8047CF-00F3-418E-B367-B36F026C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B4A03D-2A6D-47DD-8C25-4ADDFAF7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BC2779-59F4-48E3-A196-D75CC2F8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D8E996-F7F6-43D5-9D2C-A3C8CA4B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2A0048-9FCE-4BDF-B38F-211DAC8C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0E163E-DCB1-4B96-8472-E4349452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65675A-88A3-46B3-97C7-E36B6155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C3DB17-4E9F-4541-8751-86D8D93F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60231620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EA972C-A690-4B4C-BE64-944D207E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AC16F-6729-40CD-9D94-09AF0D6F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Chapter: 11.2.2-11.2.4, 11.3.2-11.3.9, 12.1...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07CF9-F268-452B-8261-54C6DE85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8248F-211D-4509-BD5C-B3582C0E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3A758-4384-43E9-AB72-645D7133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500EA-D76A-4C7C-93CE-FB9BF261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07CE9-EB80-4FD8-8A2B-18D52D8C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15702-ACC5-4CF9-B2AC-1441A908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1D352-D8C2-413E-8564-3A63F4B6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8F3F0-E7DF-4255-BE90-81F81A66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E6332-EBE4-482D-916C-DA65B995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CAEB7-D872-4B98-9FE0-8D740032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A8234-FB7A-4AF6-8C35-36138962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3E178-6949-4416-8FD7-042D92C7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5710A-701E-4F00-A0A0-77009E44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3D27E-7AE2-4FAF-B703-58AB1967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61EF2-3FBE-4B20-AB0F-016A8363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9163F-27CE-4B6E-9FA2-5043D88D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556651-007D-47CA-809C-7F8AB451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69B7E3-3877-4225-9FE4-D4AA10CA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EE2D7D-7BF0-478E-BEAA-7C16AD0D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17391B-F25B-4600-87D1-D61C6BE9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CD949D-221B-4DF3-B675-8D2A4515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9F2D9B-4A72-44FA-BDE5-F32639ED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CFCFB8-9461-43AE-9762-1737F004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24C01A-C11D-459F-9EA3-2B6AF0BD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A51703-2C84-4B1A-85E0-99AD7965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C3C22A-8E9F-42F7-A3E5-031DEBBE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8E8D5A-4064-4FF2-8059-7D581F3E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B21D77-00CF-4B2D-9DD8-B78544DD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16C3EB-4C61-4AB0-943A-B065F26E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09ED3A-BD97-48B0-B4C8-9CBD261F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29362495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1A7A9C-5338-47E0-8E7C-9BD09EF1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1A0BE-358F-4B64-B6C5-36DEE4F6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Object oriented programming: Objects are mu...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6BB78-1FA9-4AA0-8D79-DA81F6A8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60054-30D7-47D3-92F8-984A847B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AD7DE-6723-4108-B931-B7F83335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9956A-9474-4FC6-A11E-F3744A8F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DD3ED-781B-4ED2-8A90-B5F6E6F0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1B445-8709-480D-954C-50BCF789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8592B-CC22-4F43-9C74-2A0580C5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7FC25-C8C2-42D6-B582-282F5F36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6FA12-8022-4A9C-A9F1-05E71B4B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AA669-970F-4484-B3B4-0A3D6936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A82EE-F90C-459B-B5E1-409069B1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14319-CB7A-4791-AEF1-3A38635B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BAABA-79A2-4FE3-803C-DA0BC6D1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1EE88-9702-4CD5-AA67-77374E0C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5CD35-E565-42E3-AF39-9AC8FFFD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DFADD0-60C3-4CE5-8390-0188C7CC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561691-F70C-428A-B78F-F6B7E6BC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C160F3-3C37-47FD-ABAF-CA534A51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4ADB00-AD68-4D69-B072-056EEC17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04E19-A0E6-4BE6-9DDF-5C6DF157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DAF2DF-0FBA-48D1-8591-6D168167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7B0A41-28B7-4FBE-8DEA-3434EA7C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88F447-AF8A-440C-8A67-006149DC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0A29A5-61B4-4CD7-9BED-CA892E35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2FD6A1-C2C0-4E3D-A416-76BB7D40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ACABD3-15E8-457B-8506-5D520651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259D4C-585B-40FF-AEC6-C3A597C0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81BD4D-71A6-488F-BF76-B3AC1E1D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5CC8F4-2821-4D45-A10E-0CD66F54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4CFB96-4CDE-438B-8622-9E0FEF21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10362410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42F78B-BFBC-44DB-A434-F2E0C232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48997-D05B-494D-9738-E53AFBBD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Inheritance: Pure functions ,Modifiers, Gen...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26698-FD03-46C3-A950-4B101072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06E11-D617-4E96-B921-78AB22A7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FD48E-FAB5-456D-9294-2BD2776E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D9C95-A50F-4E8F-AF91-55A429EB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CFBB4-0578-46CA-9E31-C8F79DB4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6E4E7-331D-4C04-8CCB-015EBDF3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C17B2-A842-4459-8DE4-4C048565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933D9-B7ED-450B-83BA-AA751B85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53FEB-086D-46C5-B66D-3671374B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95C6A-5304-4591-B958-514BE509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F5F7F-95F3-4425-8976-B189C0CE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36C1E-38A6-4C08-8375-11C14D76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AAFB5-08E0-458A-93AB-84314E29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8ADFC-C1CD-48F3-B738-45A494EC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1B41E0-8F21-4161-9644-6C905C78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16233-104D-4561-94F5-915F1FA6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7F85F-3B2B-49CB-BDBD-FC1BDEF5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2D17AC-66C1-4D53-8FE6-6BEE30D4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9C615-2C0B-4735-BD68-4BDB7DAD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4CB5C7-A6E9-4FF0-B02D-79C73DCB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94BD53-BAA7-40BF-8171-B5B5C34B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1DD512-F0E2-4EF0-8CB7-3D20E313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1EDDC0-943B-4CE0-96A2-505DA890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78FBDB-CBDE-4421-AE06-E9FB9085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0542D7-A9C5-4BAB-8079-A05EF859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4D603A-488C-43CA-80B6-7E9DFE23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3AC38B-D869-4A39-B137-8494E710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2E0E0F-AA23-44BF-911E-72D85CB8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375D1D-49F2-4174-A7B8-83A336C3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531CD9-FE95-47B6-8B96-ADFDA27B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51660484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FFDF26-9C06-47E8-B5F9-88F6F7B7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6D485-D7B5-49C6-AA8D-BF235D59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Exceptions: Catching Exceptions, Raising yo...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5499E-CEDC-4B45-A197-9E476202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7E890-4CE7-4FAE-B0A0-CA977EE4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C84B9-0EC4-4D5A-B7D3-4D9AF9DD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9500C-62AA-4C9A-8C00-3C235291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3F3EF-D514-4F3F-99E5-95F0136B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F633F-4AEB-47D9-9CED-163C66EE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15F26-D72E-48AE-8328-3AE0C44C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BAF39-1BEE-414A-BB7D-4823A34E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6A242-C24E-4C10-8EE5-2F0E3227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26BF1-A1D9-4CA0-8599-EA277B37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1750A-9327-4771-981C-F3BC4CFB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BBC0D-9077-44EA-9183-51CECA2C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61D6D-E30E-4BFC-9A60-95C19F4A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0D163-F102-4D9B-983B-4D289052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3C5EB-3DE8-414A-81FC-C3F3BE85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814449-9FF3-45BA-8129-1DCBFE51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477CEA-0D72-4130-91C3-1FE3C2A0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507877-52FB-4DCB-BCD1-32141FDC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37848-855C-42B2-B53A-CB5DEE47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EA333D-E80E-453F-91DB-3606B378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BC0226-BCAF-4A86-B34B-D048D7F4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D2861-1E2F-448E-88E8-B4318271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80351B-7016-4510-A142-B287E642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83CD2A-18CA-452F-9BD9-D4CED92F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1192F1-4407-446F-BBF3-43497FE3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F55D43-0E5F-45BC-8F65-14AA4038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3FC02F-B740-4553-AE7E-7C4BD83F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E6A6B2-0F0A-4D14-A1A3-164D64C8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87D1CC-E730-47F1-A557-3BDBED2F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24FAC5-EC53-461F-9603-76EE00CF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94720416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AA80AB-6D50-4598-A7B1-B567063E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DEB6D-0713-4516-AD65-A72534E3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Chapter: 11.2.2-11.2.4, 11.3.2-11.3.9, 12.1...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9CBF4-02AC-47EA-85E7-40D8DF55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FF40D-CA5E-47DB-8216-80CF1B13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01DF3-8D9C-43EF-BEB4-E2CC5FF7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8220A-7B34-4BEC-946A-E6788CED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14974-BD5A-4E30-AFC1-C6AA0DCA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926F8-7285-4EAF-90AD-3BCE3040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81256-EB7C-498B-8394-407331E9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5C84F-8455-494D-9BC7-2965C358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E0DE9-E502-4B74-BCF8-B384A374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2F754-F07B-455F-8A44-4AF38807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01AE0-9CF3-4101-A7AB-423638FB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689CF-D3A9-44CD-AC5B-70421818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B3D1F-7B7F-477C-8FF7-7E9D6D97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6F43B-FB98-410A-9EA6-6707F2A1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C491E-B69D-4D5F-A3A3-EBB335AD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477149-C971-4753-9C97-C9FC032C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B8AC4-A931-424B-833F-59DD1BA2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C3D157-A949-4962-9675-0BFAEFF4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251A02-BDE7-40E4-9147-E998F421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593037-ACC6-422B-A626-9CBAC204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1E5DC4-398A-49E5-BAF2-6CB95E75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4E7929-9FC6-46F9-A70C-39B2ADD3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B559F3-0DB4-41A5-8866-8A47DE87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D0B27C-29B2-40EE-A238-9B923E7F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EB9566-2E24-4E0D-A333-552D873E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9D1A6B-473F-4C62-A2F1-6480B8DF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590D05-CC67-44B6-9719-7BF43AB9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CE2B42-B966-4510-8D9E-C3D75495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09F775-F9E9-48E7-AFFF-1EFB8E90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5765BC-F36E-41DA-9D71-A9D27FEC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13464429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5EC026-85DB-4635-AAA1-AD7908AF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E1DDA-21E7-4C71-9D35-038B98C4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Object oriented programming: Objects are mu...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3E82A-48AB-4130-B52A-1C59367D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5F291-A9CF-4E73-B3A9-47D39150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089A1-AB44-459C-9260-98E027E9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50010-D7E6-4FB0-B98E-63DACB7E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44462-48A2-44D7-9A86-52E77EB1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749E1-43E6-4AD2-A27C-7D0EDF73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9C5B5-B945-46EA-9F9C-C3BFB0FF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814C4-F57D-4A01-9540-77365B1F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AD286-E486-4077-ADC8-39D2426F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2EA12-2D4A-4107-BCF0-12A49D86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744AA-C7E4-4385-A39E-67F86394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921EF-528D-40DD-B68D-711DC7ED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CDAFB-FF51-475F-A82C-805AB0A7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5B4D0-BF64-4CFC-81FD-B63FA592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2FA30-120F-471A-9C41-DE70758C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F3DEF-8A6C-4959-AB8C-2BB57C72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03E30C-EC39-4F5F-B165-581C6F56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BB6FB-73DA-4386-B489-9851A424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D1EF90-E92F-4F8D-9238-BFA4EC6F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5D1BAC-1C2B-4849-8D4C-E34C4104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DF142A-E75A-4D55-BCB5-EE42E5DD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481357-E20F-467C-95C7-36817796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691F72-02BC-4444-AD2A-8F84DBF1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DCA9F2-14AE-4661-923C-258000AB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1E46DA-3D9D-4BA6-873D-839F639B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A5EA6F-001F-4ED9-A195-74F6B3B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1BE863-8735-457B-88E3-58DEBA4E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9ACCB8-7E46-4FFD-B99F-DD5E51A7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954A78-01C2-4C33-9BE5-9CB15A4F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4413D9-B561-4BFB-8E76-B1D36618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06467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2026-08-24T16:03:14.5710000Z</dcterms:created>
  <dcterms:modified xsi:type="dcterms:W3CDTF">2026-08-24T16:03:14.5710000Z</dcterms:modified>
</coreProperties>
</file>