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553a52a1c4e28" /><Relationship Type="http://schemas.openxmlformats.org/officeDocument/2006/relationships/extended-properties" Target="/docProps/app.xml" Id="Ra65c8df177b242c5" /><Relationship Type="http://schemas.openxmlformats.org/officeDocument/2006/relationships/officeDocument" Target="/ppt/presentation.xml" Id="R8161f8f1a3d4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fcc08dcb54450"/>
  </p:sldMasterIdLst>
  <p:notesMasterIdLst>
    <p:notesMasterId xmlns:r="http://schemas.openxmlformats.org/officeDocument/2006/relationships" r:id="R3b5f6fd609194299"/>
  </p:notesMasterIdLst>
  <p:sldIdLst>
    <p:sldId xmlns:r="http://schemas.openxmlformats.org/officeDocument/2006/relationships" id="256" r:id="R96534223f27540df"/>
    <p:sldId xmlns:r="http://schemas.openxmlformats.org/officeDocument/2006/relationships" id="257" r:id="R3274eefd9f8048e3"/>
    <p:sldId xmlns:r="http://schemas.openxmlformats.org/officeDocument/2006/relationships" id="258" r:id="R59cac878c53b4144"/>
    <p:sldId xmlns:r="http://schemas.openxmlformats.org/officeDocument/2006/relationships" id="259" r:id="R981c5045a14b4ec7"/>
    <p:sldId xmlns:r="http://schemas.openxmlformats.org/officeDocument/2006/relationships" id="260" r:id="R83e009a1f17a462a"/>
    <p:sldId xmlns:r="http://schemas.openxmlformats.org/officeDocument/2006/relationships" id="261" r:id="R1b0f9eccfe4e436c"/>
    <p:sldId xmlns:r="http://schemas.openxmlformats.org/officeDocument/2006/relationships" id="262" r:id="R7b5c04e844d24d63"/>
    <p:sldId xmlns:r="http://schemas.openxmlformats.org/officeDocument/2006/relationships" id="263" r:id="R2f18cb5b01004faa"/>
    <p:sldId xmlns:r="http://schemas.openxmlformats.org/officeDocument/2006/relationships" id="264" r:id="Rb1c8633a1e014a06"/>
    <p:sldId xmlns:r="http://schemas.openxmlformats.org/officeDocument/2006/relationships" id="265" r:id="R2f551f78897f4497"/>
    <p:sldId xmlns:r="http://schemas.openxmlformats.org/officeDocument/2006/relationships" id="266" r:id="Rd81e86f2c5154f48"/>
    <p:sldId xmlns:r="http://schemas.openxmlformats.org/officeDocument/2006/relationships" id="267" r:id="Rcf74916627cd4456"/>
    <p:sldId xmlns:r="http://schemas.openxmlformats.org/officeDocument/2006/relationships" id="268" r:id="R87cebc41a2534607"/>
    <p:sldId xmlns:r="http://schemas.openxmlformats.org/officeDocument/2006/relationships" id="269" r:id="R1e0935e9143f4753"/>
    <p:sldId xmlns:r="http://schemas.openxmlformats.org/officeDocument/2006/relationships" id="270" r:id="R235702b81edb480e"/>
    <p:sldId xmlns:r="http://schemas.openxmlformats.org/officeDocument/2006/relationships" id="271" r:id="R4322b3f57fb741b4"/>
    <p:sldId xmlns:r="http://schemas.openxmlformats.org/officeDocument/2006/relationships" id="272" r:id="Rbd5e856e7975479b"/>
    <p:sldId xmlns:r="http://schemas.openxmlformats.org/officeDocument/2006/relationships" id="273" r:id="R21d9068678a54b39"/>
    <p:sldId xmlns:r="http://schemas.openxmlformats.org/officeDocument/2006/relationships" id="274" r:id="R4b94b3e215874348"/>
    <p:sldId xmlns:r="http://schemas.openxmlformats.org/officeDocument/2006/relationships" id="275" r:id="Ra21cdd5388cd4cf6"/>
    <p:sldId xmlns:r="http://schemas.openxmlformats.org/officeDocument/2006/relationships" id="276" r:id="R0fd2bce891124a25"/>
    <p:sldId xmlns:r="http://schemas.openxmlformats.org/officeDocument/2006/relationships" id="277" r:id="R16ea6ff8e959436a"/>
    <p:sldId xmlns:r="http://schemas.openxmlformats.org/officeDocument/2006/relationships" id="278" r:id="R948e22d1b9fc461e"/>
    <p:sldId xmlns:r="http://schemas.openxmlformats.org/officeDocument/2006/relationships" id="279" r:id="R1af3a3e3765c42f2"/>
    <p:sldId xmlns:r="http://schemas.openxmlformats.org/officeDocument/2006/relationships" id="280" r:id="Red25769c55cd4ee8"/>
    <p:sldId xmlns:r="http://schemas.openxmlformats.org/officeDocument/2006/relationships" id="281" r:id="Rf0977480d355485b"/>
    <p:sldId xmlns:r="http://schemas.openxmlformats.org/officeDocument/2006/relationships" id="282" r:id="Rb09c2b33f3954f27"/>
    <p:sldId xmlns:r="http://schemas.openxmlformats.org/officeDocument/2006/relationships" id="283" r:id="Rdfd0e95d79cf4a49"/>
    <p:sldId xmlns:r="http://schemas.openxmlformats.org/officeDocument/2006/relationships" id="284" r:id="Re03c5424fcd34fd1"/>
    <p:sldId xmlns:r="http://schemas.openxmlformats.org/officeDocument/2006/relationships" id="285" r:id="R759ed67bc1f5464c"/>
    <p:sldId xmlns:r="http://schemas.openxmlformats.org/officeDocument/2006/relationships" id="286" r:id="R7fa92f216c0c4f7e"/>
    <p:sldId xmlns:r="http://schemas.openxmlformats.org/officeDocument/2006/relationships" id="287" r:id="Rd17a0c09c5f04b1a"/>
    <p:sldId xmlns:r="http://schemas.openxmlformats.org/officeDocument/2006/relationships" id="288" r:id="R32d29518eefb48dc"/>
    <p:sldId xmlns:r="http://schemas.openxmlformats.org/officeDocument/2006/relationships" id="289" r:id="Rc021ff56b7d14c58"/>
    <p:sldId xmlns:r="http://schemas.openxmlformats.org/officeDocument/2006/relationships" id="290" r:id="R59fa6a01e2e84867"/>
    <p:sldId xmlns:r="http://schemas.openxmlformats.org/officeDocument/2006/relationships" id="291" r:id="R187d2a72a92b4f02"/>
    <p:sldId xmlns:r="http://schemas.openxmlformats.org/officeDocument/2006/relationships" id="292" r:id="R087678cc63174ece"/>
    <p:sldId xmlns:r="http://schemas.openxmlformats.org/officeDocument/2006/relationships" id="293" r:id="R605e93988c474d41"/>
    <p:sldId xmlns:r="http://schemas.openxmlformats.org/officeDocument/2006/relationships" id="294" r:id="R621abcd711a44373"/>
    <p:sldId xmlns:r="http://schemas.openxmlformats.org/officeDocument/2006/relationships" id="295" r:id="Rc463157aa7ed4a7e"/>
    <p:sldId xmlns:r="http://schemas.openxmlformats.org/officeDocument/2006/relationships" id="296" r:id="Rfa3e35421ffc4986"/>
    <p:sldId xmlns:r="http://schemas.openxmlformats.org/officeDocument/2006/relationships" id="297" r:id="R33a4f1cd394044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be3c862c34965" /><Relationship Type="http://schemas.openxmlformats.org/officeDocument/2006/relationships/slideMaster" Target="/ppt/slideMasters/slideMaster1.xml" Id="R7e7fcc08dcb54450" /><Relationship Type="http://schemas.openxmlformats.org/officeDocument/2006/relationships/notesMaster" Target="/ppt/notesMasters/notesMaster1.xml" Id="R3b5f6fd609194299" /><Relationship Type="http://schemas.openxmlformats.org/officeDocument/2006/relationships/presProps" Target="/ppt/presProps.xml" Id="Ra32eb254dfc64b7b" /><Relationship Type="http://schemas.openxmlformats.org/officeDocument/2006/relationships/tableStyles" Target="/ppt/tableStyles.xml" Id="Rde861c3ae11642f4" /><Relationship Type="http://schemas.openxmlformats.org/officeDocument/2006/relationships/slide" Target="/ppt/slides/slide1.xml" Id="R96534223f27540df" /><Relationship Type="http://schemas.openxmlformats.org/officeDocument/2006/relationships/slide" Target="/ppt/slides/slide2.xml" Id="R3274eefd9f8048e3" /><Relationship Type="http://schemas.openxmlformats.org/officeDocument/2006/relationships/slide" Target="/ppt/slides/slide3.xml" Id="R59cac878c53b4144" /><Relationship Type="http://schemas.openxmlformats.org/officeDocument/2006/relationships/slide" Target="/ppt/slides/slide4.xml" Id="R981c5045a14b4ec7" /><Relationship Type="http://schemas.openxmlformats.org/officeDocument/2006/relationships/slide" Target="/ppt/slides/slide5.xml" Id="R83e009a1f17a462a" /><Relationship Type="http://schemas.openxmlformats.org/officeDocument/2006/relationships/slide" Target="/ppt/slides/slide6.xml" Id="R1b0f9eccfe4e436c" /><Relationship Type="http://schemas.openxmlformats.org/officeDocument/2006/relationships/slide" Target="/ppt/slides/slide7.xml" Id="R7b5c04e844d24d63" /><Relationship Type="http://schemas.openxmlformats.org/officeDocument/2006/relationships/slide" Target="/ppt/slides/slide8.xml" Id="R2f18cb5b01004faa" /><Relationship Type="http://schemas.openxmlformats.org/officeDocument/2006/relationships/slide" Target="/ppt/slides/slide9.xml" Id="Rb1c8633a1e014a06" /><Relationship Type="http://schemas.openxmlformats.org/officeDocument/2006/relationships/slide" Target="/ppt/slides/slide10.xml" Id="R2f551f78897f4497" /><Relationship Type="http://schemas.openxmlformats.org/officeDocument/2006/relationships/slide" Target="/ppt/slides/slide11.xml" Id="Rd81e86f2c5154f48" /><Relationship Type="http://schemas.openxmlformats.org/officeDocument/2006/relationships/slide" Target="/ppt/slides/slide12.xml" Id="Rcf74916627cd4456" /><Relationship Type="http://schemas.openxmlformats.org/officeDocument/2006/relationships/slide" Target="/ppt/slides/slide13.xml" Id="R87cebc41a2534607" /><Relationship Type="http://schemas.openxmlformats.org/officeDocument/2006/relationships/slide" Target="/ppt/slides/slide14.xml" Id="R1e0935e9143f4753" /><Relationship Type="http://schemas.openxmlformats.org/officeDocument/2006/relationships/slide" Target="/ppt/slides/slide15.xml" Id="R235702b81edb480e" /><Relationship Type="http://schemas.openxmlformats.org/officeDocument/2006/relationships/slide" Target="/ppt/slides/slide16.xml" Id="R4322b3f57fb741b4" /><Relationship Type="http://schemas.openxmlformats.org/officeDocument/2006/relationships/slide" Target="/ppt/slides/slide17.xml" Id="Rbd5e856e7975479b" /><Relationship Type="http://schemas.openxmlformats.org/officeDocument/2006/relationships/slide" Target="/ppt/slides/slide18.xml" Id="R21d9068678a54b39" /><Relationship Type="http://schemas.openxmlformats.org/officeDocument/2006/relationships/slide" Target="/ppt/slides/slide19.xml" Id="R4b94b3e215874348" /><Relationship Type="http://schemas.openxmlformats.org/officeDocument/2006/relationships/slide" Target="/ppt/slides/slide20.xml" Id="Ra21cdd5388cd4cf6" /><Relationship Type="http://schemas.openxmlformats.org/officeDocument/2006/relationships/slide" Target="/ppt/slides/slide21.xml" Id="R0fd2bce891124a25" /><Relationship Type="http://schemas.openxmlformats.org/officeDocument/2006/relationships/slide" Target="/ppt/slides/slide22.xml" Id="R16ea6ff8e959436a" /><Relationship Type="http://schemas.openxmlformats.org/officeDocument/2006/relationships/slide" Target="/ppt/slides/slide23.xml" Id="R948e22d1b9fc461e" /><Relationship Type="http://schemas.openxmlformats.org/officeDocument/2006/relationships/slide" Target="/ppt/slides/slide24.xml" Id="R1af3a3e3765c42f2" /><Relationship Type="http://schemas.openxmlformats.org/officeDocument/2006/relationships/slide" Target="/ppt/slides/slide25.xml" Id="Red25769c55cd4ee8" /><Relationship Type="http://schemas.openxmlformats.org/officeDocument/2006/relationships/slide" Target="/ppt/slides/slide26.xml" Id="Rf0977480d355485b" /><Relationship Type="http://schemas.openxmlformats.org/officeDocument/2006/relationships/slide" Target="/ppt/slides/slide27.xml" Id="Rb09c2b33f3954f27" /><Relationship Type="http://schemas.openxmlformats.org/officeDocument/2006/relationships/slide" Target="/ppt/slides/slide28.xml" Id="Rdfd0e95d79cf4a49" /><Relationship Type="http://schemas.openxmlformats.org/officeDocument/2006/relationships/slide" Target="/ppt/slides/slide29.xml" Id="Re03c5424fcd34fd1" /><Relationship Type="http://schemas.openxmlformats.org/officeDocument/2006/relationships/slide" Target="/ppt/slides/slide30.xml" Id="R759ed67bc1f5464c" /><Relationship Type="http://schemas.openxmlformats.org/officeDocument/2006/relationships/slide" Target="/ppt/slides/slide31.xml" Id="R7fa92f216c0c4f7e" /><Relationship Type="http://schemas.openxmlformats.org/officeDocument/2006/relationships/slide" Target="/ppt/slides/slide32.xml" Id="Rd17a0c09c5f04b1a" /><Relationship Type="http://schemas.openxmlformats.org/officeDocument/2006/relationships/slide" Target="/ppt/slides/slide33.xml" Id="R32d29518eefb48dc" /><Relationship Type="http://schemas.openxmlformats.org/officeDocument/2006/relationships/slide" Target="/ppt/slides/slide34.xml" Id="Rc021ff56b7d14c58" /><Relationship Type="http://schemas.openxmlformats.org/officeDocument/2006/relationships/slide" Target="/ppt/slides/slide35.xml" Id="R59fa6a01e2e84867" /><Relationship Type="http://schemas.openxmlformats.org/officeDocument/2006/relationships/slide" Target="/ppt/slides/slide36.xml" Id="R187d2a72a92b4f02" /><Relationship Type="http://schemas.openxmlformats.org/officeDocument/2006/relationships/slide" Target="/ppt/slides/slide37.xml" Id="R087678cc63174ece" /><Relationship Type="http://schemas.openxmlformats.org/officeDocument/2006/relationships/slide" Target="/ppt/slides/slide38.xml" Id="R605e93988c474d41" /><Relationship Type="http://schemas.openxmlformats.org/officeDocument/2006/relationships/slide" Target="/ppt/slides/slide39.xml" Id="R621abcd711a44373" /><Relationship Type="http://schemas.openxmlformats.org/officeDocument/2006/relationships/slide" Target="/ppt/slides/slide40.xml" Id="Rc463157aa7ed4a7e" /><Relationship Type="http://schemas.openxmlformats.org/officeDocument/2006/relationships/slide" Target="/ppt/slides/slide41.xml" Id="Rfa3e35421ffc4986" /><Relationship Type="http://schemas.openxmlformats.org/officeDocument/2006/relationships/slide" Target="/ppt/slides/slide42.xml" Id="R33a4f1cd394044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00d5f07da1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1fdf680034f6f" /><Relationship Type="http://schemas.openxmlformats.org/officeDocument/2006/relationships/notesMaster" Target="/ppt/notesMasters/notesMaster1.xml" Id="R356e9d72d6d9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cf3f671b63459c" /><Relationship Type="http://schemas.openxmlformats.org/officeDocument/2006/relationships/notesMaster" Target="/ppt/notesMasters/notesMaster1.xml" Id="Rb6be78f897d04b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43f7c109b4e62" /><Relationship Type="http://schemas.openxmlformats.org/officeDocument/2006/relationships/notesMaster" Target="/ppt/notesMasters/notesMaster1.xml" Id="Rb2e76a536b0f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2b2de503f94faa" /><Relationship Type="http://schemas.openxmlformats.org/officeDocument/2006/relationships/notesMaster" Target="/ppt/notesMasters/notesMaster1.xml" Id="R43b4158c220641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38990a32a0460c" /><Relationship Type="http://schemas.openxmlformats.org/officeDocument/2006/relationships/notesMaster" Target="/ppt/notesMasters/notesMaster1.xml" Id="R7c1742195d294a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ab88b1c4f64229" /><Relationship Type="http://schemas.openxmlformats.org/officeDocument/2006/relationships/notesMaster" Target="/ppt/notesMasters/notesMaster1.xml" Id="Rdade408d8b2f4c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1f7188df9247d3" /><Relationship Type="http://schemas.openxmlformats.org/officeDocument/2006/relationships/notesMaster" Target="/ppt/notesMasters/notesMaster1.xml" Id="R0c8302bb5ae44c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8126419a12448d" /><Relationship Type="http://schemas.openxmlformats.org/officeDocument/2006/relationships/notesMaster" Target="/ppt/notesMasters/notesMaster1.xml" Id="R20b7002c28a240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792f5ee3744707" /><Relationship Type="http://schemas.openxmlformats.org/officeDocument/2006/relationships/notesMaster" Target="/ppt/notesMasters/notesMaster1.xml" Id="Rcd3afbf2fc0445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64a481c86942ad" /><Relationship Type="http://schemas.openxmlformats.org/officeDocument/2006/relationships/notesMaster" Target="/ppt/notesMasters/notesMaster1.xml" Id="R23b12d749c7042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a29c6177704543" /><Relationship Type="http://schemas.openxmlformats.org/officeDocument/2006/relationships/notesMaster" Target="/ppt/notesMasters/notesMaster1.xml" Id="Reb950bad991748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21ef0b4c0f4a73" /><Relationship Type="http://schemas.openxmlformats.org/officeDocument/2006/relationships/notesMaster" Target="/ppt/notesMasters/notesMaster1.xml" Id="Reeaa118c4be243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fae0f47e3b4da8" /><Relationship Type="http://schemas.openxmlformats.org/officeDocument/2006/relationships/notesMaster" Target="/ppt/notesMasters/notesMaster1.xml" Id="R62bfe0128c5847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945100d90c49f5" /><Relationship Type="http://schemas.openxmlformats.org/officeDocument/2006/relationships/notesMaster" Target="/ppt/notesMasters/notesMaster1.xml" Id="R78fd11744d9b44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64361d74454e0f" /><Relationship Type="http://schemas.openxmlformats.org/officeDocument/2006/relationships/notesMaster" Target="/ppt/notesMasters/notesMaster1.xml" Id="Re371fd91c73f4c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9c966f078b455d" /><Relationship Type="http://schemas.openxmlformats.org/officeDocument/2006/relationships/notesMaster" Target="/ppt/notesMasters/notesMaster1.xml" Id="R551658f6040546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ad438170d846f8" /><Relationship Type="http://schemas.openxmlformats.org/officeDocument/2006/relationships/notesMaster" Target="/ppt/notesMasters/notesMaster1.xml" Id="Raf43f31c500542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abf880b5584092" /><Relationship Type="http://schemas.openxmlformats.org/officeDocument/2006/relationships/notesMaster" Target="/ppt/notesMasters/notesMaster1.xml" Id="R1a462342f76b42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cc3be0039b4981" /><Relationship Type="http://schemas.openxmlformats.org/officeDocument/2006/relationships/notesMaster" Target="/ppt/notesMasters/notesMaster1.xml" Id="R96c5bdd92b0d4e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e135a021474681" /><Relationship Type="http://schemas.openxmlformats.org/officeDocument/2006/relationships/notesMaster" Target="/ppt/notesMasters/notesMaster1.xml" Id="Ra1ae5a62bbc642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2000ee12c54ffa" /><Relationship Type="http://schemas.openxmlformats.org/officeDocument/2006/relationships/notesMaster" Target="/ppt/notesMasters/notesMaster1.xml" Id="Rb4d0da3daa8147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5228cc2ba04576" /><Relationship Type="http://schemas.openxmlformats.org/officeDocument/2006/relationships/notesMaster" Target="/ppt/notesMasters/notesMaster1.xml" Id="R75511e50ba0c42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7042037bfc4cb7" /><Relationship Type="http://schemas.openxmlformats.org/officeDocument/2006/relationships/notesMaster" Target="/ppt/notesMasters/notesMaster1.xml" Id="Rb6c6fad74a8b44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5a19648da346e0" /><Relationship Type="http://schemas.openxmlformats.org/officeDocument/2006/relationships/notesMaster" Target="/ppt/notesMasters/notesMaster1.xml" Id="R4fb6ca330a0e40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8395b10f344c93" /><Relationship Type="http://schemas.openxmlformats.org/officeDocument/2006/relationships/notesMaster" Target="/ppt/notesMasters/notesMaster1.xml" Id="R20012b5d45f740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a277eb761b4a14" /><Relationship Type="http://schemas.openxmlformats.org/officeDocument/2006/relationships/notesMaster" Target="/ppt/notesMasters/notesMaster1.xml" Id="R655c4db311704e9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9917092a3c4fcb" /><Relationship Type="http://schemas.openxmlformats.org/officeDocument/2006/relationships/notesMaster" Target="/ppt/notesMasters/notesMaster1.xml" Id="R99f76206fce045c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79b14186174abc" /><Relationship Type="http://schemas.openxmlformats.org/officeDocument/2006/relationships/notesMaster" Target="/ppt/notesMasters/notesMaster1.xml" Id="R5fc36a76ffa84c3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9682e812fc47b2" /><Relationship Type="http://schemas.openxmlformats.org/officeDocument/2006/relationships/notesMaster" Target="/ppt/notesMasters/notesMaster1.xml" Id="R1fc6bcda951a4c6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a44722303ff4da0" /><Relationship Type="http://schemas.openxmlformats.org/officeDocument/2006/relationships/notesMaster" Target="/ppt/notesMasters/notesMaster1.xml" Id="Rd30541cdef58482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6aa0095e69c4672" /><Relationship Type="http://schemas.openxmlformats.org/officeDocument/2006/relationships/notesMaster" Target="/ppt/notesMasters/notesMaster1.xml" Id="R292ec29f4311498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a2495c29484469" /><Relationship Type="http://schemas.openxmlformats.org/officeDocument/2006/relationships/notesMaster" Target="/ppt/notesMasters/notesMaster1.xml" Id="R57865beaaa1b4ec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5d9a7ec3abe42a9" /><Relationship Type="http://schemas.openxmlformats.org/officeDocument/2006/relationships/notesMaster" Target="/ppt/notesMasters/notesMaster1.xml" Id="Rf4662efec0ae42c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0a6c579b96d476a" /><Relationship Type="http://schemas.openxmlformats.org/officeDocument/2006/relationships/notesMaster" Target="/ppt/notesMasters/notesMaster1.xml" Id="R6b44b5aa1e0b415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5ff617081f84eaa" /><Relationship Type="http://schemas.openxmlformats.org/officeDocument/2006/relationships/notesMaster" Target="/ppt/notesMasters/notesMaster1.xml" Id="R2fc64e1d650f45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d45a2235c04403d" /><Relationship Type="http://schemas.openxmlformats.org/officeDocument/2006/relationships/notesMaster" Target="/ppt/notesMasters/notesMaster1.xml" Id="R76d794ef317d421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491afe583ac4405" /><Relationship Type="http://schemas.openxmlformats.org/officeDocument/2006/relationships/notesMaster" Target="/ppt/notesMasters/notesMaster1.xml" Id="R0969e0f0463e414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78c5fda902741be" /><Relationship Type="http://schemas.openxmlformats.org/officeDocument/2006/relationships/notesMaster" Target="/ppt/notesMasters/notesMaster1.xml" Id="Rba62f44860ad4fc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22dbd6bf7384a1a" /><Relationship Type="http://schemas.openxmlformats.org/officeDocument/2006/relationships/notesMaster" Target="/ppt/notesMasters/notesMaster1.xml" Id="Rad432e6df9274c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cfe8a07cdfb4254" /><Relationship Type="http://schemas.openxmlformats.org/officeDocument/2006/relationships/notesMaster" Target="/ppt/notesMasters/notesMaster1.xml" Id="Rc789fe8569d944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298ce5d44464bef" /><Relationship Type="http://schemas.openxmlformats.org/officeDocument/2006/relationships/notesMaster" Target="/ppt/notesMasters/notesMaster1.xml" Id="R6528c1583aeb46e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b8ec35a4d5f463c" /><Relationship Type="http://schemas.openxmlformats.org/officeDocument/2006/relationships/notesMaster" Target="/ppt/notesMasters/notesMaster1.xml" Id="R5e49f7e79bbb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2b70ec607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09e0e28cf48a3" /><Relationship Type="http://schemas.openxmlformats.org/officeDocument/2006/relationships/slideLayout" Target="/ppt/slideLayouts/slideLayout1.xml" Id="R5dfac525df0d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ac525df0d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59d2ed3064fe2" /><Relationship Type="http://schemas.openxmlformats.org/officeDocument/2006/relationships/notesSlide" Target="/ppt/notesSlides/notesSlide1.xml" Id="Rde6f131fcb754d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421b4273c4a05" /><Relationship Type="http://schemas.openxmlformats.org/officeDocument/2006/relationships/notesSlide" Target="/ppt/notesSlides/notesSlide2.xml" Id="R3b0eb5c0e77c44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cdcd0f066471f" /><Relationship Type="http://schemas.openxmlformats.org/officeDocument/2006/relationships/notesSlide" Target="/ppt/notesSlides/notesSlide3.xml" Id="R960c10c154854e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16509d3ac4d4f" /><Relationship Type="http://schemas.openxmlformats.org/officeDocument/2006/relationships/notesSlide" Target="/ppt/notesSlides/notesSlide4.xml" Id="R79f5037de71148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b915fce9e4c6f" /><Relationship Type="http://schemas.openxmlformats.org/officeDocument/2006/relationships/notesSlide" Target="/ppt/notesSlides/notesSlide5.xml" Id="R0732aaeea6b942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a7c9f234d4e64" /><Relationship Type="http://schemas.openxmlformats.org/officeDocument/2006/relationships/notesSlide" Target="/ppt/notesSlides/notesSlide6.xml" Id="R3da9b35ba87d40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e53b31e124f4e" /><Relationship Type="http://schemas.openxmlformats.org/officeDocument/2006/relationships/notesSlide" Target="/ppt/notesSlides/notesSlide7.xml" Id="Rc7520c700d2549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121a9a1ce49d9" /><Relationship Type="http://schemas.openxmlformats.org/officeDocument/2006/relationships/notesSlide" Target="/ppt/notesSlides/notesSlide8.xml" Id="R24388a81e9eb48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e829a7c434e3c" /><Relationship Type="http://schemas.openxmlformats.org/officeDocument/2006/relationships/notesSlide" Target="/ppt/notesSlides/notesSlide9.xml" Id="Rf55c81619580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791ba659641d8" /><Relationship Type="http://schemas.openxmlformats.org/officeDocument/2006/relationships/notesSlide" Target="/ppt/notesSlides/notesSlide10.xml" Id="R30b10c423895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ccd6b9e14fee" /><Relationship Type="http://schemas.openxmlformats.org/officeDocument/2006/relationships/notesSlide" Target="/ppt/notesSlides/notesSlide11.xml" Id="R13aee0fe190443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45c5a275a4e18" /><Relationship Type="http://schemas.openxmlformats.org/officeDocument/2006/relationships/notesSlide" Target="/ppt/notesSlides/notesSlide12.xml" Id="R83d22ed0c3c440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2435b6582460f" /><Relationship Type="http://schemas.openxmlformats.org/officeDocument/2006/relationships/notesSlide" Target="/ppt/notesSlides/notesSlide13.xml" Id="R5c52fca3761b49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5243f016e488b" /><Relationship Type="http://schemas.openxmlformats.org/officeDocument/2006/relationships/notesSlide" Target="/ppt/notesSlides/notesSlide14.xml" Id="Ra01e22baf5224e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69a8922a44b37" /><Relationship Type="http://schemas.openxmlformats.org/officeDocument/2006/relationships/notesSlide" Target="/ppt/notesSlides/notesSlide15.xml" Id="R247c634a750a44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27bb8c08242f0" /><Relationship Type="http://schemas.openxmlformats.org/officeDocument/2006/relationships/notesSlide" Target="/ppt/notesSlides/notesSlide16.xml" Id="Rd0e52f72cb9f49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3eb8102a4fd2" /><Relationship Type="http://schemas.openxmlformats.org/officeDocument/2006/relationships/notesSlide" Target="/ppt/notesSlides/notesSlide17.xml" Id="R25531c59a11246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8ac24b7254280" /><Relationship Type="http://schemas.openxmlformats.org/officeDocument/2006/relationships/notesSlide" Target="/ppt/notesSlides/notesSlide18.xml" Id="R0d2556aef89448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8c005247d42f0" /><Relationship Type="http://schemas.openxmlformats.org/officeDocument/2006/relationships/notesSlide" Target="/ppt/notesSlides/notesSlide19.xml" Id="R168deb63295a4f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dcd63a694480" /><Relationship Type="http://schemas.openxmlformats.org/officeDocument/2006/relationships/notesSlide" Target="/ppt/notesSlides/notesSlide20.xml" Id="Rf1724775293e48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24c4e5e4423" /><Relationship Type="http://schemas.openxmlformats.org/officeDocument/2006/relationships/notesSlide" Target="/ppt/notesSlides/notesSlide21.xml" Id="Rd518f6180a2f40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37ceb23c74a42" /><Relationship Type="http://schemas.openxmlformats.org/officeDocument/2006/relationships/notesSlide" Target="/ppt/notesSlides/notesSlide22.xml" Id="R9661df5abcd147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3974c12cc45c1" /><Relationship Type="http://schemas.openxmlformats.org/officeDocument/2006/relationships/notesSlide" Target="/ppt/notesSlides/notesSlide23.xml" Id="R433643f7f95543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17e49e5b34372" /><Relationship Type="http://schemas.openxmlformats.org/officeDocument/2006/relationships/notesSlide" Target="/ppt/notesSlides/notesSlide24.xml" Id="R5b414de9469142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05da5677341de" /><Relationship Type="http://schemas.openxmlformats.org/officeDocument/2006/relationships/notesSlide" Target="/ppt/notesSlides/notesSlide25.xml" Id="R2fa8cce5080440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565174c6947cd" /><Relationship Type="http://schemas.openxmlformats.org/officeDocument/2006/relationships/notesSlide" Target="/ppt/notesSlides/notesSlide26.xml" Id="Rf0fc482df643424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9c337bc9d4da8" /><Relationship Type="http://schemas.openxmlformats.org/officeDocument/2006/relationships/notesSlide" Target="/ppt/notesSlides/notesSlide27.xml" Id="Rb2fd7418aa8d4f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08437c9444b99" /><Relationship Type="http://schemas.openxmlformats.org/officeDocument/2006/relationships/notesSlide" Target="/ppt/notesSlides/notesSlide28.xml" Id="Rf9262957f36e478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16838c3d64214" /><Relationship Type="http://schemas.openxmlformats.org/officeDocument/2006/relationships/notesSlide" Target="/ppt/notesSlides/notesSlide29.xml" Id="R0c4153bf3ef24f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1cc37a5d34ab4" /><Relationship Type="http://schemas.openxmlformats.org/officeDocument/2006/relationships/notesSlide" Target="/ppt/notesSlides/notesSlide30.xml" Id="Ra504fa8b3bb448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5a5ceb08240be" /><Relationship Type="http://schemas.openxmlformats.org/officeDocument/2006/relationships/notesSlide" Target="/ppt/notesSlides/notesSlide31.xml" Id="R7dfb571e45414e9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9efcfb4464a26" /><Relationship Type="http://schemas.openxmlformats.org/officeDocument/2006/relationships/notesSlide" Target="/ppt/notesSlides/notesSlide32.xml" Id="Rf0176ea1475a476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7c34c198c4f29" /><Relationship Type="http://schemas.openxmlformats.org/officeDocument/2006/relationships/notesSlide" Target="/ppt/notesSlides/notesSlide33.xml" Id="R97d5511551bc40d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d4aab9d046d4" /><Relationship Type="http://schemas.openxmlformats.org/officeDocument/2006/relationships/notesSlide" Target="/ppt/notesSlides/notesSlide34.xml" Id="Re2aec5cce8f249f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0cfd898974970" /><Relationship Type="http://schemas.openxmlformats.org/officeDocument/2006/relationships/notesSlide" Target="/ppt/notesSlides/notesSlide35.xml" Id="R5fb09b04803f4d8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39742925f485e" /><Relationship Type="http://schemas.openxmlformats.org/officeDocument/2006/relationships/notesSlide" Target="/ppt/notesSlides/notesSlide36.xml" Id="R4a582fc20d464a2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dec27534e41a6" /><Relationship Type="http://schemas.openxmlformats.org/officeDocument/2006/relationships/notesSlide" Target="/ppt/notesSlides/notesSlide37.xml" Id="R2b0dba153b394d6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cfa5718f44a36" /><Relationship Type="http://schemas.openxmlformats.org/officeDocument/2006/relationships/notesSlide" Target="/ppt/notesSlides/notesSlide38.xml" Id="R488b2b334342473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c331d19b4ff2" /><Relationship Type="http://schemas.openxmlformats.org/officeDocument/2006/relationships/notesSlide" Target="/ppt/notesSlides/notesSlide39.xml" Id="R5ae5b573a7f94ae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4b6261a1a40c6" /><Relationship Type="http://schemas.openxmlformats.org/officeDocument/2006/relationships/notesSlide" Target="/ppt/notesSlides/notesSlide40.xml" Id="Rc3acf624fae749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ad11af2f492d" /><Relationship Type="http://schemas.openxmlformats.org/officeDocument/2006/relationships/notesSlide" Target="/ppt/notesSlides/notesSlide41.xml" Id="Rd4a4519efcec433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a67b18d4340fa" /><Relationship Type="http://schemas.openxmlformats.org/officeDocument/2006/relationships/notesSlide" Target="/ppt/notesSlides/notesSlide42.xml" Id="R5199795d06b945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83967-A9B5-468C-A323-47A70ADC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FCE98-8382-4CE6-9662-2228DC72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 way of the program: The Python programming language, what is a program? What is debugging? Syntax errors, Runtime 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3D2B1-95E5-4284-9031-30FC897C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D5D08-89CC-4CEB-8ED3-9B7B988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6235F-7AB7-4845-ACAB-BAB0514F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21846-683A-43C3-B0A9-F4857C1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37B78-2F99-4EAE-A92D-33F726C5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E536C-4C6B-4922-828A-AFE1BC6D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153F3-3859-4E3D-945A-8E42547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191F8-4BF8-4B17-B4A4-F07E148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6C831-E206-4218-B5A0-E57CA5C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F1D3C-FAEE-49D3-B5F8-663F900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B4F96-9AED-4274-A20C-A179CA6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44839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A3CEB-1D85-4B71-9715-0EE1DA97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5A746-617A-41D7-925C-963678D2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B89DD-F5D1-4724-9A6E-96957782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DF21-2A7F-451F-B016-0A1FE1C8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0D0E3-18FC-40D9-8489-8978DE05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3F7D2-0272-4AF6-9C34-1A57FE0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0BC7E-2167-4513-8799-EB56B228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12847-A330-499C-89E7-56FD3FD8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0F37A-6C9C-4A2F-B580-21C97FB2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99EDC-4758-4A9E-AF5B-55CEFF88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977C3-CEA9-4F19-B35A-D7300B1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8023A-9908-4F11-AF11-FD1173B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4A6DE-1CB5-43B0-A0DA-4C2F73C8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F01EA-A6CE-4DA3-9D91-C03EE5A2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079B7-0DC9-48AE-818B-167150A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24157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FAF8F-4761-43ED-96A2-33BDBA41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402E4-6AAC-449B-832E-5993FC9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284CA-6EBB-4059-BAE8-56D1D91C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5DE76-3CFE-4291-9AA5-9B01FD8C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1E8E2-DDAA-4DF4-9D81-8FE2F747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9DA25-71A5-4099-95B9-65AA3B22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7B82D-DECA-4D28-93E6-FAA95B1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EBCF7-90B2-4ED1-A1F4-5D89F7E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2BB34-C19A-4B8A-89AB-94FEF41A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way of the program: The Python programming language,...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B554C-D171-4277-88E3-A4D08906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2C282-83BC-47AB-AFBE-C27B8E1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44F6C-3C92-42C5-9A31-3C622B59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Statements: Values and data types, Variables, Variable na...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93B94-9015-49CB-99FC-D54F5A5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76AE1-F261-4AC6-BF43-72D7DDA5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E6ED6-0D8D-4031-BC32-AEFC00A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Iteration: Assignment, Updating variables, the for loop,...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00CF6-A64D-4514-95C8-4638944A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E3BF0-890A-4933-8E79-450A63F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8DF8A-F864-4647-99F4-F379D0EE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Functions: Functions with arguments and return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0D10F-974E-4CE5-B3A5-54484A56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E16DD-1A7D-46F9-9A73-C9F327E9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7AE6E-5DFA-490C-B958-294E462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Chapters: 1.1-1.7, 2.1-2.12, 3.3, 4.4, 4.5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9CDBE-B1CC-437F-98B1-BCDFCDEB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796AD-95EB-4CD1-A2AA-E554DE0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53623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8DFBA-908E-48BE-85E6-A2995FE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6C69A-E21E-401D-9074-599D196A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2BA7D-A67C-440D-B12C-F112E4D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28E3C-B5A4-4295-A45E-078D578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A1BEA-981C-4E42-84CA-E3B787C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6D5D1-C26C-4AE9-A6C2-8345DBF6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7148D-7DDD-4F5C-B8AB-F537E83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63B41-612A-49FF-81DF-62CDD27F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way of the program: The Python programming language,....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C2F59-ACC5-43B8-93D3-AF9E4A2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5F261-263F-4D60-85F1-B99BE27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67A1B-3C6A-457D-9187-3C49DA2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Statements: Values and data types, Variables, Variable na...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864F8-10A0-46DA-AADD-AE428471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239BC-AF6C-44BC-AC54-E567AF6C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EEF76-65DD-43E8-AD9D-C1BD340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Iteration: Assignment, Updating variables, the for loop,....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A7F94-0823-4358-91E1-B283A5A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27D36-12CE-4C27-9C9B-F5687D8B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FB463-10B9-4E71-8D77-FE030B3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Functions: Functions with arguments and return 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BFC69-ED97-4291-9FFD-E00742C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D2745-F10A-4618-B8E2-D681A83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9FD1B-E119-4BB5-8E95-03FC3E7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Chapters: 1.1-1.7, 2.1-2.12, 3.3, 4.4, 4.5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943A5-82FF-4F01-8511-A5F1762A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F2BF6-5B88-4195-9396-7CA1AEFA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943DB-1F4F-4B98-AC27-F3CBDAB0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58620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04970-9600-49E0-82BE-7F4AD5B1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7BF1D-2F51-4B12-8F22-C21B528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F5B51-B5EF-4EE6-B0C4-951C8F80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77AC3-FF1C-4954-ABC6-67D67ED3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2C795-16EE-4E26-8483-41192C7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DC403-D1AF-4094-A8D3-50473463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AC449-7656-40AD-AFC2-16C1999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103E6-BB29-4E7B-8490-11704B28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0CE0-7FC4-4650-B4CD-FBBBD1BC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78EB6-D6C5-4DDA-B598-59384254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debugging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D9FC6-94EC-452E-A9FB-C29F2F67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Syntax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9225A-EC30-4A36-817A-79E022B3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56082-BCAE-4056-B90E-E12F2EE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4D847-07CA-4F0E-805F-87220EDD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Semantic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38C68-EC37-48B5-A7EE-32FF166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BC188-D1E3-4546-81F2-E5942079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94172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140F0-FD8D-461C-972D-355B28A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1D0FC-9499-40D5-923D-401BA10A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788A6-0ACB-4B9B-AE70-BAAB360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5C851-678C-448A-9A41-D295FDA4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8254-F9A7-4AEE-8A86-0473D9A1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way of the program: The Python programming language, what is a program? What is debugging? Syntax errors, 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2028E-7923-4A19-BFF2-9B1BB71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way of the program: The Python progra...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406AF-0892-4D5B-9FAB-FC0B9B29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B8E37-B1CD-4498-8DB4-252713E0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5491-3C52-4293-9AED-B1605C31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A0032-2D99-4039-836B-C2B759F2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9595A-70AD-4F82-B07E-7FC5BC4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AE60C-CB7A-4902-9F1F-E9AAA53A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1E14F-04EF-4CE5-98B7-BE114A4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3C208-E588-4237-8E03-8E97FBE5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7C104-B133-4027-A6E3-77207942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6E0FF-BE3A-401A-AC8D-2FCCD3CC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21544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237A8-50EC-4618-A8C4-8EAD4F56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E9D08-A988-4542-90C0-763D3465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16D35-812C-466A-8499-1ADC9D6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5E1D9-AEF3-43EB-AECF-EDF85340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546F8-A808-4868-AEE2-74170F87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E85F0-958D-455B-A72F-C286AC5B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33881-C3DA-48A8-9B19-F9D88E9B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F81EF-FFB6-40BF-92A6-7B0ABA5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FB38F-2BD0-49F3-B990-F34A13FB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way of the progr...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69BFE-CFF7-4219-983B-87EFB3FE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55A89-4257-4C48-85AF-705DC2F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D87A5-DAC5-414C-9A50-4BE96918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way of the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01D40-5BD8-4DD8-A883-DE8E43D4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8E460-2AC1-40E7-8E57-7F7D46C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33C23-71E6-408A-BFAC-5C15132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way of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9FED8-133E-406C-914F-8602ED1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C9CBB-30A6-4447-B5A8-7B6CCDD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95ED0-7B28-43BF-9358-72D5613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way of 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0B37C-D6A3-4360-8387-60254FF9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52396-FE11-4078-A872-A583FB8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6A6E9-6EAA-43C1-BDF0-DB3E0E4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way of the prog...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19AD2-7256-4873-949F-E208D0B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A6CE6-20E6-4433-A951-D6EC8A15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29170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08014-B018-4B4E-BD4D-0B06A911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C7CC3-3D25-4C3D-84F4-24E3EBC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FD933-FF7B-4A7B-8179-CEE3CC70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D18D2-5568-4DE6-AAF3-09CC05BA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BC47C-98EB-4C8F-8543-DAB9F1C8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82773-5D07-4938-A54E-139513C9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248E7-A6EA-4CC3-86EE-4FC66FB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D72EF-B9CE-400B-A8AB-9CBD865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68EC4-26B6-409E-AE88-F2565DC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920B-CB4D-4E60-958B-94F5772C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B3237-C874-4690-8F9D-5123F3A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80343-3EA8-4890-8B89-0C497785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41227-5813-4CDC-8468-5127C391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3F3B1-C4AC-4208-B86B-583CE8F4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01193-B9EB-48A8-8C71-274A3316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99461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07B68-7AD5-4A45-9A7C-7751272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771E5-3C72-4CA4-9C65-DBF67E73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25B26-8DAA-4BBE-9A68-3F3699C6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077A7-2B3C-4B2D-BB0E-C4D7C334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2ED17-4D7E-4C89-8D34-D885CEA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FCABA-4F6C-4760-802C-86B1B529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way of the program: The Python programming language,...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2BDD-55C6-4DC9-A306-4787AA1F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E22C2-AAB6-4E08-8BDE-E2276F0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8EF91-571B-4D95-ABA5-1EBFFE8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30381-90DF-421A-82CD-A241A678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ED4F6-8B97-4CE3-90A2-7AF4B082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75062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47676-FA82-4F1F-9E20-B84ABEEB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392D7-E35D-485F-A753-FD45EB6B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C87B2-3680-4B09-8522-304D35F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9F78C-C398-457E-B5F3-9C76B8B2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AE282-77D2-4E30-8C5B-F4D3CA5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Statements: Values and data types, Variables, Variable names and keywords, Statements, Evaluating expressions,...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02AA-2859-4449-82CA-ADB1E9C5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Statements: Values and data types, Variab...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3C0AD-85A7-423A-9A5C-AAEE3A8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3601D-5A91-466D-B123-9AA3D5CF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70FC1-3E8E-4719-891A-2086E444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409CE-F13C-4BBA-83B0-8C1492B8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90AE8-C3C8-4F50-B0B1-0072D07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A6816-8E09-4CD1-946D-CB0F62D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7DABD-BE9B-482B-8860-04C2F47B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3A101-14D9-4A24-B825-D7B31DA6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083E7-AF31-430D-9AEA-78DA127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25739-7D67-47DD-9C4B-787A9AE3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517932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7F0AC-85DB-4A21-B221-EE788FA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A9E6B-9C45-4FD9-89A7-4D12F52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3AD06-C409-45E9-86FC-8DDE1BC3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2FE54-ED94-475A-9164-B6AC015D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9E041-7012-4E2E-B618-7A2056C7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0919D-56DF-4A57-8F8A-822978C6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0F578-F3C3-48CB-94FC-AD293CDE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BCBE-5EC3-45DC-A75B-8BA42B0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F9F6-7AC7-4CB8-B5D4-F9DCB3D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Statements: Values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068C7-FE9D-4819-9138-221544DC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06EC9-EE80-4D3F-9975-CE483C1F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1F074-311B-4B12-9678-025A980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Statements: Valu...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4E9CD-FF30-4EF1-9D8C-18F0C1D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259BC-7E06-4A28-BEA5-42D9F40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61DA7-6902-4100-A339-786959B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Statements:...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A9013-9FDE-4E84-BE0D-977DEB7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74A4A-02A6-42C5-AFC5-BF678988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28AD0-504B-464D-8896-3E51B66A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Statements: 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5CD39-B900-463A-A8DE-445C68D0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8C7F5-9C9E-4BAD-9A21-3A869ED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E8307-4AFD-4D0A-9AD9-44F10242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Statements: Values...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B21F9-977A-4420-BFC1-39BC8C13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57BB8E-7E46-485A-93AB-904FFFC0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217791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3CCC8-0576-44D6-8036-2AEBAB4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32F5F-7F5A-4A31-9A6B-20F71434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9A73A-6293-461C-9EFC-5486494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E306-49F1-48AB-9E05-D5CAD69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5582A-7138-4BD0-AA47-DDDCE06F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98245-9093-45C2-BD81-35BE899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D0C4C-5BAC-4675-A47A-E8251EE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936FC-81DF-4154-8378-59439A7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24C1D-3199-433C-B1FB-8994384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2A468-9268-46E1-A355-F79C2E18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A1856-A9D5-4FE2-AB18-7FED3D11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D47EA-48F1-4817-AE4E-688A8C4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99BF5-C12C-4D09-9977-44CE961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F379E-4D9C-4B21-AC2D-67A467E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2F474-4090-41B0-8B07-69DBB9E3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825534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F7CFA-B4A6-4788-ADFC-EBA6AA1F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73683-E06C-4E35-9BF9-1BB17948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89612-CD15-4797-80D2-81139EA4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5BD0E-9601-4F9D-B369-C6DF69A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E9E2B-A1D7-48AC-937E-2118F8A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672EF-691B-49FE-B48B-7698F166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Statements: Values and data types, Variables, Variable na...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144B2-D044-4A21-8331-B629334B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48B78-619F-49DE-B204-8B0CB960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E7E66-C372-400F-BD71-187ABBE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18C9C-A547-4F9F-9FCE-CFA9DE8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F5EA2-56BF-494D-A0E4-1F796F46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31162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045E0-9B66-4D26-B6E5-F93C1DB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CA911-98C2-4853-8264-932DE83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1CFE7-4DFB-4A7F-AB2D-0B763BD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6919C-023D-4C8E-8EC3-734ED2D6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BD07E-D21C-4AC6-8847-6AC00B2D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Iteration: Assignment, Updating variables, the for loop, the while statement, The Collatz 3n + 1 sequence, tabl...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FB19B-5FD9-4D6E-B576-EBDB5DD0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Iteration: Assignment, Updating variables...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8395C-934E-41C3-9C67-42D59D7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30121-91C4-4405-99A5-D5E0293F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45C5F-0741-4081-BC52-C705BB1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60FF3-6666-486D-8C79-F21792A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21207-70BB-40B4-83C3-B99363B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E92F3-D87E-4406-A0FE-2344FEC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E15A6-4093-47D9-9122-9690EC0D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FFD8F-8653-4409-B95C-1265435B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FECA3-B84A-483D-95CD-5CA62BFD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BDEF9-348A-4CAB-AC8A-EDE0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84395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6895D-59E4-4976-9739-A949C04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67861-DCD1-409E-B992-DDF037E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AC046-F310-4812-84FB-DBF17A17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9FF77-B1E5-48E3-B3E6-B3386353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E170E-5EFD-468C-B08F-06AB40EE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E1B64-E5E3-4EA6-8857-FE4B8E9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667DF-5D91-414B-8C8C-13758BF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DB78F-CF91-4C11-A711-30E863CE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9552D-25EB-452F-B24F-C542708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Iteration: Assignmen...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6CC7A-48E4-40F2-8124-A01A2F0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CE4E3-33E1-435F-8D99-5DDD4B8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CB632-3945-411A-8C6E-6CFE1EEF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Iteration: Assig...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8E764-E934-49D5-A195-63814C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E8DFF-257D-495D-94D4-95ACFDAE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82A74-4732-45D0-801A-0717777B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Iteration: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75FF9-C11F-401E-96F5-5B9D11A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F51AB-679B-4026-85FD-30DF368F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ECB08-8FC5-4EFC-93E4-D632D02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Iteration: As...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72504-8D8B-4996-8F4E-C49C93A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3E27E-4C75-4D4C-B5EC-80BCF1BE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37820-3049-4ACC-9D7B-CFF0690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Iteration: Assignme...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28F7-CCF3-4BE6-A442-2C6351C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94B39-2D71-4D24-B69D-E38A33DD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482399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261E3-8862-4AD5-BEEF-BB584EE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CE5F2-3933-4BB3-9E62-A1070213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51E5B-05D3-45A8-BE58-27323E81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E5B64-7747-4585-AC4D-9BF4F4B6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026E3-278B-4EEA-B6A5-114A2F0C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0A946-D29F-4447-B143-232AF73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D9B58-17F6-42DD-99B5-DCF3F13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1A023-85A1-49B8-AECF-E48D8574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A5D74-BF7C-4F38-88F7-7C50C14F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D31B-A14B-443D-A84A-560517AF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14690-05A6-4ED8-830D-D946257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98979-2875-49B7-B108-94FC8DD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441B3-6E7D-4614-831E-EF3EEC2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08101-CB5F-4E62-B053-3E17590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4306B-82B9-4C3A-A6DE-087458FF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495030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6A5F6-9303-4EBB-B602-C5B8E861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2993F-B742-4B3A-82A4-24DDE5E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64594-E611-4B86-AE3C-8711797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45AF5-8F5E-48AF-A419-1672C56F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8156A-58C2-4D1C-921C-FA574192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8A688-CF52-4254-855B-957199D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Iteration: Assignment, Updating variables, the for loop,...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F09C2-BF5E-4F72-ABED-5390024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A220A-E877-4291-8299-738CB371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443AA-F79E-4C9B-98F4-B9EF0D6A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E1109-252A-4710-9D7C-41F3F171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23D9F-3DAB-4826-BFE4-2BFF5E1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92744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B8AA5-26B1-4B96-96DD-E45A4E01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13F8B-4EC2-4604-8769-9D0A8C9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9594B-C567-4197-AC10-15F24D25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58A0A-C56B-40BC-B360-D40DFC60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1CDC1-A125-43BF-9D6F-731D1333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Functions: Functions with arguments and return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47E25-38A3-45DD-9529-500EDA9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Functions: Functions with arguments and r...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CE208-98C9-40C0-9619-F7FB400B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B59C9-600A-4C22-AA89-A062CA8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84F3B-90BE-40BF-A27A-F6FFEEB9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2DEAE-32F2-4275-9DA6-151CF1F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12086-933D-451E-82CD-3D93CAA5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738AF-1993-4F8D-8BE3-8C800AD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DF040-DC6E-4E6E-B88F-627F1C4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D33E2-ECE7-4448-822C-9973CD4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46F4B-5555-43DD-A722-11A330A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7708B-9EB7-4D34-8AC2-1FA4AA7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50307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CA84F-425A-4885-8725-2784087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601A6-E2D1-4D23-B403-3D7CACF4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18A0A-DB1B-4458-BD43-AF80D49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0C03C-363E-4C0D-861A-3C6D7EA9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FF32-E343-4A2B-831A-0A919B7B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4B7A7-85B6-4926-97E1-9EE99596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45BE5-6798-402C-8E01-27AA978C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8F932-AB9D-4633-A72D-361E4AE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99C59-D76A-49AC-B632-DE64E651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Functions: Functions...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ACFB5-574D-4F95-8D7E-71ECD5E4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3872F-08DF-4017-AA6E-1DA4FA0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00953-EB1F-4C08-8CB2-13D3304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Functions: Funct...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01D2C-1FE3-48AE-A7B1-87DE4282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C23E3-B0CF-4423-B51B-88D71D28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CF8E3-09D4-4275-9AB3-EEAC57A3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Functions: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C4C7D-D38F-456C-98BE-86F5B8F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A49B7-5C30-4E16-B006-9A1DF2F4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E1BA5-C043-4928-9487-8F18595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Functions: Fu...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5FDC4-B6E0-4754-AA2C-009594D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41C00-2173-46AC-88DA-A9A4EF2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D0FA3-EFF4-47E5-A5AE-23AF571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Functions: Function...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0143F-9C26-4F1B-A514-F747B5D3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74D25-5727-4344-8D67-D52D2584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641132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1059B-E2BB-4FC4-8838-EED21AB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58EF0-005E-4651-8DD9-C41A0EAC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6D4B5-12B0-4444-950C-38B5A0BD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F2D55-C1C1-4603-B7F6-6E25F7DE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21E2E-C4BC-4A1F-9147-715C046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67170-FF32-47D9-A817-33148D80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CE69D-E694-46FB-A050-3EB83CA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D19EC-0E5A-4841-8DBC-DF4B422D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BFD7F-F97C-4425-993C-D37A01A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0F2E2-8C85-4FF6-8ECD-1E0C3CA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43C3-960E-4DB4-8519-D37BAC82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21A45-2699-4519-AC7A-10F940C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BA73A-9A0E-40E5-8520-DF90F8FA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A677B-0B99-454E-9D06-9BE673AF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3DD29-54B2-465D-8A36-C60F1CB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332107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0F3E7-2C96-4D28-A8EA-CEEAF59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EED54-802A-4212-BFAB-831BBA4B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F5769-3B31-44FE-A2A4-3A258A74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E29BF-2254-4C9B-984E-4804D519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33318-12D7-4F6F-B46F-2B1E237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87EB7-1D8B-40D6-A911-B4C7248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Functions: Functions with arguments and return values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AEB6B-7DA1-4B0B-B021-D019334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CBB9B-B252-465F-B5D8-EF3D92AD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38177-C814-4525-BF8A-EF54BCB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FB61B-3128-4C61-83DB-E9237428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163B9-5288-49CF-9CB2-4939431D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68566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E67B1-5566-4875-B7F3-98722484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DD04C-D299-47F4-8243-13AF1F4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DFD22-C8ED-4CC7-8443-93DA7FB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0957B-D3DD-4D47-A5D5-1575E110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C3350-20EB-4CAA-820E-3A7ECE7E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Chapters: 1.1-1.7, 2.1-2.12, 3.3, 4.4, 4.5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57C23-10F6-4FA7-B9F4-4AF8119E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Chapters: 1.1-1.7, 2.1-2.12, 3.3, 4.4, 4.5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2060F-9971-4161-B4A3-8AA7CED3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CB8D6-34F8-4BA4-9381-290408AB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D7AD4-0635-4148-A4AA-3E3C238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CE297-3AC7-4629-8B46-B41742D9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1783B-B123-4A2F-9D5D-5B853E46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4C963-B88E-480C-9F01-9FBFCDD2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F4EAD-A21C-481C-AF38-6B173738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E174D-8785-4C10-8308-D79853EB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FFC25-B072-469A-A90A-3D3A650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6F9FF-8C0C-460B-B8CB-1AA702AB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434133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7B19A-1D21-4224-BA93-65CB3E84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29ABB-645C-4C25-8F6F-E8057FF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1BB86-4F4D-43A0-9F58-7CDE950A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03450-5F02-4602-A124-65527692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F7C64-6A8F-4A09-BF39-368CCD18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E1099-42A1-4713-9A5F-F7FD507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6B492-B7C9-4F26-A457-C54287FA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AC0F2-4737-4375-9CFE-BF1BD696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719FB-BA57-406E-81D1-FB2A36F0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Chapters: 1.1-1.7, 2...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FA5AE-239C-4DD5-9C21-958E87D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34359-D991-45D6-A2D6-409A52D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3B864-E192-4026-8FDA-5AC7FBF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Chapters: 1.1-1....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2E8F7-3786-4233-A0EE-4B72D1C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1E52A-1D99-4EB1-919F-550C14A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81560-949F-47EB-8BB7-C6F4AB78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Chapters: 1....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889B3-24B1-48FF-BB3B-2311B333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64BC7-3FD9-40BD-8214-F8B4A81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23B0A-F9A2-442A-A25F-B1AA419B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Chapters: 1.1...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68C3A-1882-4EFF-ACC5-3490CAE5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83375-4A8B-4569-98B5-EF68C5CA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A32A7-28E9-4C5C-89F8-1E4AC20A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Chapters: 1.1-1.7,...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36A37-0AF8-4FE0-BD12-CDC122C7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5D394-C31C-4502-9D9D-A5319029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341879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A6902-3E4D-4A27-8565-F1472CC9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E2801-84A0-4248-84D0-4099A55B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A90ED-695E-4CE0-A1CC-3F917B3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3245A-115A-4F88-9F31-358C0D99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841-0A3D-4729-9ED9-0168B51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4B1A0-1EBD-42F2-86FF-2083F23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DA7E6-93F6-4DAC-8A16-B48025AA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671DA-4176-4FA6-9D76-65CD4065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3691F-AA5D-48BB-8645-1EEEED1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8CDBA-1AFF-424E-ABD3-466DED8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0C718-9DB0-40C5-AB6C-8E7B881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ACD60-035B-4AB2-8F67-2F6F2F4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3C397-7576-4206-92E0-567428C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1B8B6-7185-4278-8F58-4615B422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91787-6907-4983-A6FF-73F7B45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797643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61760-CCB4-40A7-B559-FBFE5424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64647-A132-43D9-A685-A85B153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FB92-B0AD-47C8-BFD2-A6D12FB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AA112-C8DF-44C3-B7F2-A0C5011B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AD4F9-A14E-4968-839A-A96ED9D2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5C371-C04C-470A-9CFB-03FB3DB8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Chapters: 1.1-1.7, 2.1-2.12, 3.3, 4.4, 4.5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4E9E8-FEFA-4622-9C56-BE05D981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B86C2-7536-44F5-8668-BCE050BB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6067B-A685-4F0B-B2B5-9B13E10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CC102-63B2-4B24-A97B-6F0C3B15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2D9CE-EB22-4327-B025-291517A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893789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3DF1A-FA7E-45B3-9343-A263125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6A8DC-E94D-4A23-B25A-BF862755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8FF35-8271-4620-9D73-CC7ADD9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4EE72-57AE-49BE-8160-A15E98E9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53216-9199-4A48-85FB-F37D2C33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0EB2-A2D2-4375-95AE-2997E94F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270895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EFF3E-2005-49E4-871F-2C0B5DB4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B92C-B580-46B4-8242-AD336D21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51B48-9110-4659-814B-0D44641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7E32B-CA33-4D3F-A6AF-F28D85E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5E0C2-4F51-431F-B970-DC5AC3D1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program: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Python: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programming: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language: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what: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3B9BC-E707-4005-AC19-1FBB52B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05807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F4434-69E9-417E-9A91-F23C231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9A23B-3B48-46DF-BB02-0708A7D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A4ADC-125C-49F8-873D-82602F09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6B0C9-B01D-4747-9A4D-10237371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E0428-2F5E-4097-894D-F5B50CA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9A9A9-4495-434A-8DCA-24D8AB87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315244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B1DF3-D2F1-43EC-B3F8-5644C2F4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ED47F-0B3E-4A6A-98F0-BE11BBD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1F92-77DE-4FB0-ACD5-0870964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ECFA2-15B0-4548-B765-523FC3EA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0FEC4-8DC9-4820-AE9C-5C5A3FD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C7353-8286-4794-AA38-21248A9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970379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187FD-D323-4522-8C10-978FF9E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F6891-5613-45AC-9776-ECA4CB8B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A667D-29F4-4B86-AEE3-04A689C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9A8AF-5E06-46DB-9CC7-AD9AEA69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10CBB-7316-4648-A62F-7D0CC29B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The way of the program: The Python programming language, what is a prog...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Statements: Values and data types, Variables, Variable names and keywor...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Iteration: Assignment, Updating variables, the for loop, the while stat...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Functions: Functions with arguments and return values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Chapters: 1.1-1.7, 2.1-2.12, 3.3, 4.4, 4.5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81AC7-350C-4125-A0A1-B3A53D5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233BD-8853-4384-B192-21A76325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EB38-244D-4022-B700-DFAF26C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373412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5C54E-F028-4B86-BA48-E0D7CEBE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A4FD8-A8C8-49BC-93E5-4772FD1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way of the program: The Python programm...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C2914-257C-4CA4-9D98-D7D30DD8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E4F35-C403-4266-AC26-822EF5A2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D8E02-81D5-4EDC-AD9C-8322AE58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BB563-1604-4FDE-B3E8-0EDB2B7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F751F-3B09-4C36-8D52-EB4D3F7C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3F687-57D9-493A-80FF-5E4A88D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09342-3F29-402F-8C0D-C034A708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A8296-67AC-4020-8756-B1F1AFB9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D41F8-E9B4-43F7-8746-4380BAD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E61BF-210B-4B86-8A2B-F88CCB23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2A78A-F34F-4538-9D04-B57195B0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78DA3-A8FD-4D27-99B9-FFF3AD6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5E673-A98B-45B4-B60C-F3C45FB4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A683E-CB06-41A8-ACCE-91C0D3E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DD50E-57D0-4AE0-9C2E-E796CF3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16C29-AE7E-45DA-8038-CB81C0FA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659B1-02E4-468A-92AA-0B71B49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1C8F3-738E-4536-9386-50E0F51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0D477-4D33-4252-A27A-6EE5D73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F3CD5-2DB0-46C5-8EBF-9F51034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5F994-7C45-400F-8A7B-B89B55C3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6038-0DE7-472A-AFA5-5FB7F53E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46C11-BEA9-4406-AA2F-5087B9B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83952-B933-456D-A7B4-A8A18D6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EFE45-9370-4CD2-82EA-B332BBDF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7D32D-4D8A-40B2-A743-7DD656E9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0B73C-6015-4681-BE0A-3DB07E57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73F92-06EE-4478-A6A5-89DCD7F7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A36F91-8043-4090-A0C5-39A4CC0F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21CF9-9AF9-41E8-BFBE-3E7E512F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463123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9C674-A141-4C05-A859-20B52B7E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E734F-C536-4071-A8F7-D4DCFE01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Statements: Values and data types, Variable...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FDDDE-5C21-4BF3-B52E-FFF6C1A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C0008-F0B0-4AB3-814B-54D316A9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41B97-0925-4361-BB28-82D70C62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4F954-4FE2-436B-A5AA-F2712C2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985CE-CA37-4E55-9CF0-618B942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E14CE-271B-435D-B4CC-86D0A8A3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C9E32-1837-4C2B-9019-8B8E2FE1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1DC40-8673-4F11-AF8D-F120FFC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3A0F9-7EFA-4135-B1E0-B05EA820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50F7E-2565-4770-9E43-F7BCEFA4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0544C-1526-4C50-ADF7-E5B2571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882BA-BD9B-4295-97CC-7522BF94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5201A-B975-4DE0-BDB1-F69C486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C816D-23C8-43AF-8925-68EEC63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DDCE-7228-4FC2-AD48-0461101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9B7F6-AD59-4745-9D4F-D107FBAE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495BB-A7A5-48A5-A0A4-C69F2B4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C93EF-0167-49DB-A55F-4866161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0B082-5326-4942-AE13-7D0AEBC2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171C0-FE15-4CCD-8563-9D7D4652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FF3B1-2745-46B9-8843-7E6CB83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04838-AF61-437C-A137-F1F63AF2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BD90A-0918-4584-B611-71412DE7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CFC78-0E5C-48CC-9BF2-FF06089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53742-BC8B-440D-8A75-6FEBD13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A3C36-9A56-402B-9A42-DDD5B95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FB40DD-75ED-48FF-BD02-7803C6CE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8275E-F2C0-4718-A5A6-3291C6D6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15484-B4EB-4DD2-BF2F-522974E6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F20F6-2263-4A67-83E3-BFAB0ACF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707639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E3A5E-1BA6-477C-B848-71DA2BDE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D37D6-9BE2-4468-8518-76079451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Iteration: Assignment, Updating variables,...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E6B87-D264-45A3-A86A-B4FF9571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103DF-B589-47A3-A4C3-B987A78D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485A3-5FBF-4144-8A62-9ACAD686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3AC15-0581-4F86-AB5B-351623A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75F97-0168-437B-8F52-94779CCC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2E479-939E-414F-91C4-B1202F3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CB33F-4685-4923-B24E-BE5BEB4E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E816D-D560-4BD9-A090-3870A52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8F854-9C80-444E-AB0A-F9D4935A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1970B-D5DD-4DFB-94D5-C4AD7C64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EFBF5-A6E9-417C-BA92-8C6FDAB4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1E938-51CE-488F-ACD0-219B0CD0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1BD04-1F91-4844-A23B-820CE2A3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B8603-A248-4620-BD0C-389EAD3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0D314-D11C-4111-8622-CE715F5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00032-20EC-423B-BFE9-F8CA2706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972B8-D201-430C-AB38-80DBC83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0DEDA-D9F7-4A6A-9337-E66D64A9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2358A-4CBE-4A5F-BF57-7B2DCC8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2A98D-149C-4D90-ACDA-4AA16441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E9076-3547-4E27-AA3D-E3A162CF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6575E-AE40-4832-979F-9F3E51B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9C232-C51E-44A7-B12D-B0713074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18811-0FE5-4EF2-B596-12222E2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DFBA4-2B1C-4337-A089-0ADB5F02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5F997-AE76-450F-9946-0A258CEF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D9D71-B530-4CCA-87E1-8F7038E7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BF767-137F-4E12-870C-CE41E775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28284-F15E-4B08-91C3-A85C600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14FD87-8BC3-4927-9A78-665E247C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67667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80E13-E9F7-4F57-90B8-6A02E86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894C9-622F-4076-AECC-BAED941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Functions: Functions with arguments and ret...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A4FDB-A247-4E00-A5BA-7C5678D9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1966F-0331-45AF-829C-9B35C0D3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FB055-383D-4606-9B01-FA6C891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75DD5-BCA3-413C-A355-02F98E1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E49CE-540B-4183-AE66-66F67AA9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5B28C-EAB7-440B-8939-A68B5B3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AB1AF-9039-43CD-951A-D4F2A25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987B7-9C68-4365-A000-F1EB44A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DFFC8-BB1F-4072-A09D-C4FC920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E7B1F-A21B-4E5C-BAA4-DAA3C5E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57604-EB28-44FE-97CE-17AEBB0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61AA1-C58F-4287-9BB4-5465B652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27150-F094-4468-9CD7-49033DB4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28EC9-9B72-4705-8726-6993075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90067-7497-4ADD-BB59-39D2180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8F6CD-43B5-459F-A3AC-979A3AE9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D840A-96AC-40A7-99CA-8029CAC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F6FD6-75AD-49B3-8E3E-1FD34F5F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2E8A5-F46F-4642-B863-BD09BE83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98C12-D86E-48E9-AACE-55A8470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6D23E-1F78-4A0A-A747-6B8CB40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605F2-3DE4-4928-AC8A-46E2BE69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7424F-55F0-4D6A-B60E-CC1A44D5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B4541-08E6-44F6-B564-2CB576E2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33974-99FC-464E-B77E-CBB6710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C82093-8BBB-4B3E-B8A7-FE9B7AA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73EDB-5C3B-40C3-AFC5-B01D967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3E684-59C1-482F-B7AF-5F00753C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4BB44-5ADA-4B92-941C-9B0DB78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C28E5-DB2E-49EB-A41D-88890FF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417384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1C0719-A6F3-4031-A0C0-8B0C3FB8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F0F47-B359-4F45-BFDB-67B91AF9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Chapters: 1.1-1.7, 2.1-2.12, 3.3, 4.4, 4.5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26874-666E-4A26-900D-B59D8E12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FFCCE-7F9D-4EB1-8876-243661CF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5E3A9-D1FB-4F93-8951-C9EC9A4A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E1AD0-63DC-4928-8254-1CBB4486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A2E97-C37F-4C0A-BF01-F26D63E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225FE-CA18-4E4F-B673-D648BF1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C7930-FA01-459C-86B0-FAA92EE9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0B779-62C4-43A4-8021-109F8F62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EA5C2-2481-4A65-9109-EB1119F3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4E735-A3E4-4D0B-912E-052ECF6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D617C-0F7F-4E7C-8A55-70BD929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8F9F9-42DF-4F9C-87B4-161BFB2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8F856-2193-4DC2-9BA2-61F87970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E0F23-5E90-4210-8489-A942679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9DB95-034F-4DC2-BA7F-7AEF0B8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7CE41-5AA6-4043-993D-59D36E65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B97ED-F24C-4A0D-AD53-A41CC07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D4EB0-1048-4D76-8455-437DB08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04492-F1C3-4448-A671-1B85FCAE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A8952-320B-47E8-88FB-3948BF1D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C83AC-41DC-4394-B8E9-6694CF8F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18C2B-4D45-4152-A786-2E0A581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069FE-C162-461D-9A78-E1606C1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8165C-037B-4470-A058-99179C6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6710C-A721-4D7D-9D30-3C4BE520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DD8D3-0F0B-46BF-A0F0-112D7BE1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8C539-0360-4D71-82BD-1F142494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E2739-58DC-4CD1-BAA2-B556FB15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3504A-F7E8-41D1-A42D-9F6B696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1F841-7443-4FF2-8C2E-33C9D50B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026506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BD31E-EB75-4760-900B-86B55A0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35E44-3ED6-4705-B600-5B305FA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way of the program: The Python programm...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C6388-509D-442A-AD1A-D45838B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384BB-8387-4748-88C0-0C674903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5D665-719D-4CC4-9897-5AAF2AE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6CEF-B5E0-4301-A2C5-BEE1D86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5D78C-AB3F-4E6D-B7A4-511B5DD6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FC068-BA90-4EEE-AC61-7B90E05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2629B-17D2-4662-9D62-50726C4B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65639-8B49-4075-AD4B-072AF8EB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3B1BC-C5EE-42D7-A853-AF165D44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17AC7-83D1-411F-A085-89E5B7D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F2EEE-1AC5-4C0E-95F6-BCC7868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60945-7795-40E7-AC26-166C799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45827-F37B-4945-B9F3-7CABE91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38BDA-D58D-409F-AA66-3358927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93C53-A1FD-4735-BF6A-428747B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D11B0-0BAE-41EC-AA21-FE5A7B0A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001C3-31EF-4372-A00D-93FE2FE3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D5E94-B6C0-4B6B-89FA-93A400F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4C8BB-BCD2-4647-9267-BDF84006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3397F-491E-4520-80DE-16EE73A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64009-3C1B-4F96-AA2D-2F52229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EEDE5-FE37-4DCE-8E92-F0F462A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06AC0-2883-4BA6-8161-ACB0AE5A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4AED7-7102-4271-AB57-1F86A59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81B91-CA64-4F22-8800-FA67045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531DA-ECB0-4BEA-9A2F-E73DC7C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A3304-ACCA-4B0B-8523-7CF24D6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89CEF-A451-405B-AD31-E44A67A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3EAB7-AD89-4457-BECE-66AE5C96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65E617-5103-4447-8FB3-D8E0373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560177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2D0635-1645-45F8-817D-5C06DA5F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A77E8-B9E2-415A-B74E-92727E5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Statements: Values and data types, Variable...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36646-583F-41DB-9723-BD1ADD8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AB80B-94A9-4C98-8166-3A86F24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3BB35-F717-4211-9E1B-484FC33E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A0533-649E-42ED-AD2C-78416DDB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8EE48-686D-40A2-A226-476462E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536B8-569F-4A02-B350-47438AF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18185-C362-409B-AB0B-F0FD2F4A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304FB-C5DC-43B4-97CB-8A8481A7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F280C-8655-4A2B-9FC2-7943BD3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FCF9C-3344-4779-863B-54E50AC6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AC4DA-CB5F-4284-9BD6-A06957C8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96E59-0F2B-40F2-88CF-C43778AF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37ADE-BBF8-4B23-A342-39D84D83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9B41B-8351-461E-BF21-0670A48B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E5D45-166F-4617-A768-06478FA9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7DD0E-C8EE-4CC5-8465-97EE13A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7802C-69A7-425B-BBCC-276EBDC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E2EF9-F52C-49A6-AA4F-8D81AB8B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E1D78-74FF-44E9-B208-DAA5F10B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A558E-8809-4279-930C-944EB163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9C343-C7E6-4ABE-BA86-24227A1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84020-8257-447F-9DE6-EC38D4D5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9A217-8FC0-4345-8E58-F2164DE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D470C-090F-4738-A88E-818AAEB0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8BD1C-579D-4104-9427-7213110E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79005-5047-4B9E-9845-4347BBC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AE176-0E63-453F-9D8B-9F779F6C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027CC-3E78-4F4E-9F26-FEBDDD99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C87B3-2FD3-4649-9D56-0AAE2BF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8300B1-F57A-4BB0-84BA-1A169382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219790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5299D-9D9F-4875-A8BA-9FAB9C8D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BB874-3168-4F89-8320-7C364DE6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Iteration: Assignment, Updating variables,...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9C2FE-93F7-4BE5-8614-6C01275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0BF60-0152-4DFA-9F78-09269CB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1849A-690F-4231-8E06-8B125226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7796C-DB82-49A5-9591-50B8EDF3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639FD-D504-4DE4-93CA-8A993BB1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76AB8-D124-4F5F-B8DD-6EFB9C3F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3504-5920-4B14-ACDE-7EEC4CE0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804B-E463-45CD-BAE7-6D83FF80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4647C-C65B-4B1F-A113-6A5058C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4C6CC-4984-4EE6-BE39-5BF685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2945B-E52A-4E72-88AF-B9158DE3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08170-C3F5-441F-91FD-94B34E23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AB13D-20EC-455B-A1A7-75ECB80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E4BBD-8D5E-4894-BBF4-1103061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F5042-DF71-4398-A112-CC6458B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2B7E3-8FDA-4FA1-83BC-BFA5D0AF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34A7A-E1BD-4344-A3EB-8A248BC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CA14E-E17F-4F68-8017-2522C8A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076B4-0F93-4BC4-837D-AC941F7D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E4CDB-F2E0-4D99-8AEB-746CB13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5C5A3-8BE0-4BD6-AAEC-078CD43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D6D3C-9EB3-4CCC-802F-28F4DF9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62C04-D9BE-49D7-8F9E-D82CB15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DA2D6-DE75-4996-955D-011B552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A7AB8-7C9E-4A91-91A4-3D64D0E7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19E92-C92E-45F0-9A1F-704AA692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D601D-2876-4394-B596-AD0C6CC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9942A-5659-417F-B45A-0C3A6E8C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C224C-EAE0-4F26-B1FC-5512CB45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0C1667-F8EF-4102-BFA7-DD38B9F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407155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06D06D-CF27-4AE2-9200-B6157197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45EFC-773E-45E7-966E-C1C4C6C6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Functions: Functions with arguments and ret...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C0BD2-C715-4B1F-91DA-594AAA83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9175-0E96-483D-9799-7C301218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DDA91-C9DE-4A01-AF8C-EA66046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AF50A-3525-4113-ACFE-352148D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002F6-0C54-4436-A387-1F1FF32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969B2-E0E9-453A-80BD-5193A625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B13D9-0B09-4FD8-BF76-0AD75064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129B1-D3B8-4A73-9D16-FE7E9297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C0DBD-91A2-43ED-A2FE-45D69BB4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83568-06FD-4090-BB2E-ECFF963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6F3F1-DC0F-46B6-A530-6FEAE6E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D5E1A-1816-4879-9AA3-103D95B5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B8C0E-72E8-4847-B43F-EA97DEF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FDC2E-F6C7-4B98-8656-B532FB2A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E52D5-6052-4CD6-B0C9-E9A0863A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CAC9D-47C1-4F57-9ACF-7340B4C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13E50-927D-48A1-A7DF-86A9CE8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710BA-928F-401C-886A-822AB91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16DB8-F0D8-4307-BD53-67C55C0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3CA6C-6659-46F2-BD59-96FABC8E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8A79B-2DC4-40FE-8C19-8DAFE43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B8831-7F5C-43F0-BED2-84B6932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6C55F-B6B8-423B-866F-229B993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872C2-85AD-418F-9675-4A2BA7D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40E6D-C8EF-4F05-8117-472F68A4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EF914-3658-4EA9-8F97-50A4BC72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73C77-D488-4409-88D1-80104EB8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89E39-9D1E-4A99-84EF-5D9ED714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469AE-81E9-48DC-A777-C2E36B9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59DB49-44E8-4283-BC52-4AA3E0D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71930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2A4A90-954D-4191-B110-4B5C248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74049-9616-437A-9A7A-055A40D2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Chapters: 1.1-1.7, 2.1-2.12, 3.3, 4.4, 4.5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09AF5-BDDA-4FAC-B032-3AD164C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683B5-FA99-49ED-BD99-BF8AADF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EF5BB-91D6-4E45-A2E0-90C32A3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177BF-BD26-45B9-926C-C6A540C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92211-6BBE-4720-BD20-C2F57B8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AEA2B-3537-4649-9094-C8BBA1D4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B9A53-4906-414D-8E1F-567642C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64F92-F06F-46D0-B46D-CFAE7C0C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9E072-E441-4A0D-A824-CF75B00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B0EE2-FAC8-4FB9-9498-D80A4916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70817-B9BF-42C7-AEE4-1A595980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FF6D6-DD98-4D15-91CC-6F3F69E4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575B1-10AE-4FA4-A12D-E9802B77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64FAE-DF1A-4232-A4CE-6D8B81BE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EF5D1-B9B4-48F7-B057-AA9519BC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D956B-C23B-40ED-8043-37F5C52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18275-89C2-4433-9DD4-18DBEC5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895AF-1A5B-4477-B9FC-AFBC9AB9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C7F82-BD5C-4FAE-BFBC-9B77D913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72D8A-9889-48F5-8AFC-2D01FA52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70210-57A4-4927-B81E-4963A58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FBEA-2798-440F-832C-2A4DEA3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12AAF-BC7F-4156-8178-EE74011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C2D6BE-476D-461B-8C12-F612B75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58D61-1D43-44B5-853F-AEAE09B5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01331-5945-447B-B005-E41BC84C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F0536-53A2-4C15-92DA-A3F5BB7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AA5C60-0425-4C8B-98A9-3A0EC98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6052F-3734-4DCC-A1D4-3D66ECE6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08D663-F3CA-48D0-A196-F783AC6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040291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18056-A3D1-4780-BDE9-237DE0FD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0D387-2906-45E6-8FD6-3D1298C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way of the program: The Python programm...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12EAD-F82F-4CFA-B802-29D7AE34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04E76-9E25-425B-B8EB-C1DFD6E5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04A64-2A7B-4549-B88F-DF1E49F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8E42C-6790-4D61-B5B6-11937980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A7A98-511E-4E39-86DB-E568B77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BB23D-0FB8-4726-A4E3-16EBD3E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80FEE-08A5-40A8-97BD-A86DFCA1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AC17-BD96-482F-A920-07CECDFC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97A2C-83D6-49E6-957E-3E3E88EF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D71C5-ED04-474E-B69D-8836508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C77D1-F371-42C5-B1F8-7B2A10F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20753-D7B6-4B3D-8A78-203DDBB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53052-6031-4EB3-80A1-AE286119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238F1-44AC-4B58-AA62-4C20253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94195-B938-4813-AE2D-9C3BAB1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7A7A1-04F5-4A29-8722-7709963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3DB1B-77FA-4228-98DB-C6C4F7C5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56519-DEA7-470E-9BDA-B01567DB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4ADFC-2E04-4DC5-808B-79DDF80D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53E33-D578-4412-9D9A-EE50968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BCD3B-486E-43DB-88DA-2BCD9D8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01144-7952-4471-A6AD-08F9C9C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4BC12-E728-4F46-977D-632F28A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2B6B0-95FA-414B-B3E3-1CDD5EA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7F10F-9257-4DF2-83BB-4E8ABDD8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63810-B778-47BE-A33E-412404C5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6533B-69E4-4394-872B-D25F4ED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B209C-5CEA-4508-8E1A-46B7E3E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934F6-009B-45AF-BE14-9BC72297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E717E-22B1-48FD-BBAC-51AB4F0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4719673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9F356-9129-4E6B-A47A-B30E2205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5621F-CD59-469D-96FB-532AEAFD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Statements: Values and data types, Variable...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A381E-17BF-4FBB-A75D-97B84CD8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FC53A-206C-46E0-A1B0-878234C7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C90AB-2001-4246-8043-62DCBED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C951-959C-4E3A-8796-D5D9671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6ABFB-859F-44AC-A04A-063589AA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F9695-DCF1-4106-A826-766501BA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58710-75C3-4ACB-9068-F430F8B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F0BDE-E491-402B-A685-559B8ED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0EE10-73FE-470D-B5A9-D4E28D7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A02DA-CACF-4129-A6CB-7014330A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8AF27-D9BD-4BFF-97FA-A98C69C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A82B1-F80C-43D3-B957-A99D306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5B258-6FA4-46AB-A0C6-D5AB7175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F33DD-1BB4-4495-A1BA-7612188D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9B173-74F6-48CA-B101-08388C2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A0A23-494F-4863-8E71-9EFD677A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0E068-71A2-4B03-A100-AB92B55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CD4F2-C894-4AC3-AAC1-D285DFC2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16819-B543-4404-BC04-258A4F63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F1837-2542-42C2-BA38-51893DD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76B44-28A7-495B-9B28-DD002AF4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CCABA-599B-40CA-AED2-7757682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87318-3060-4447-B7D2-A5E4150C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771BD-6461-4C01-A498-95344419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15DF5-BADF-4236-A684-45ECBBF3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AF6CD-0D4D-4D90-9446-0E83DDD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2C195-8DEF-4958-A260-80154913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2962C-00F1-4D02-A664-6A8F94A2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F1C66C-5BAF-41D9-B32F-750381F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DCFE99-D4CF-4BE2-873B-4DF670AD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30624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2026-08-24T16:03:13.4160000Z</dcterms:created>
  <dcterms:modified xsi:type="dcterms:W3CDTF">2026-08-24T16:03:13.4160000Z</dcterms:modified>
</coreProperties>
</file>