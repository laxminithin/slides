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71bae731ea435f" /><Relationship Type="http://schemas.openxmlformats.org/officeDocument/2006/relationships/extended-properties" Target="/docProps/app.xml" Id="R88761609c49d434a" /><Relationship Type="http://schemas.openxmlformats.org/officeDocument/2006/relationships/officeDocument" Target="/ppt/presentation.xml" Id="R045920988a5b4d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6b9ead057e4fe7"/>
  </p:sldMasterIdLst>
  <p:notesMasterIdLst>
    <p:notesMasterId xmlns:r="http://schemas.openxmlformats.org/officeDocument/2006/relationships" r:id="R6fdffb468d734be0"/>
  </p:notesMasterIdLst>
  <p:sldIdLst>
    <p:sldId xmlns:r="http://schemas.openxmlformats.org/officeDocument/2006/relationships" id="256" r:id="R1936a6c7e2d64ec3"/>
    <p:sldId xmlns:r="http://schemas.openxmlformats.org/officeDocument/2006/relationships" id="257" r:id="R509c3de1a65d4385"/>
    <p:sldId xmlns:r="http://schemas.openxmlformats.org/officeDocument/2006/relationships" id="258" r:id="R364fad318cc444ad"/>
    <p:sldId xmlns:r="http://schemas.openxmlformats.org/officeDocument/2006/relationships" id="259" r:id="R905a3c3649a749a5"/>
    <p:sldId xmlns:r="http://schemas.openxmlformats.org/officeDocument/2006/relationships" id="260" r:id="R4ece92dcf3ee48b8"/>
    <p:sldId xmlns:r="http://schemas.openxmlformats.org/officeDocument/2006/relationships" id="261" r:id="R8813dcf4917e4615"/>
    <p:sldId xmlns:r="http://schemas.openxmlformats.org/officeDocument/2006/relationships" id="262" r:id="Ra5d8df4415ae4d78"/>
    <p:sldId xmlns:r="http://schemas.openxmlformats.org/officeDocument/2006/relationships" id="263" r:id="R10ab6397a5e34101"/>
    <p:sldId xmlns:r="http://schemas.openxmlformats.org/officeDocument/2006/relationships" id="264" r:id="R3ce02a48d47147ee"/>
    <p:sldId xmlns:r="http://schemas.openxmlformats.org/officeDocument/2006/relationships" id="265" r:id="R0f58f6ab2ea54d1d"/>
    <p:sldId xmlns:r="http://schemas.openxmlformats.org/officeDocument/2006/relationships" id="266" r:id="Rcfc8ac4e780b474d"/>
    <p:sldId xmlns:r="http://schemas.openxmlformats.org/officeDocument/2006/relationships" id="267" r:id="Rde5cb393cadc4bf5"/>
    <p:sldId xmlns:r="http://schemas.openxmlformats.org/officeDocument/2006/relationships" id="268" r:id="Rb72c0ce4c7d64486"/>
    <p:sldId xmlns:r="http://schemas.openxmlformats.org/officeDocument/2006/relationships" id="269" r:id="R1289911778494267"/>
    <p:sldId xmlns:r="http://schemas.openxmlformats.org/officeDocument/2006/relationships" id="270" r:id="R352da665457648fc"/>
    <p:sldId xmlns:r="http://schemas.openxmlformats.org/officeDocument/2006/relationships" id="271" r:id="R40cf35d4db604f9c"/>
    <p:sldId xmlns:r="http://schemas.openxmlformats.org/officeDocument/2006/relationships" id="272" r:id="Rfbd58b95dcad4a92"/>
    <p:sldId xmlns:r="http://schemas.openxmlformats.org/officeDocument/2006/relationships" id="273" r:id="R7e9be1e8f0384615"/>
    <p:sldId xmlns:r="http://schemas.openxmlformats.org/officeDocument/2006/relationships" id="274" r:id="Rf9efb2ecd82c42f2"/>
    <p:sldId xmlns:r="http://schemas.openxmlformats.org/officeDocument/2006/relationships" id="275" r:id="R347c10aecac84e6c"/>
    <p:sldId xmlns:r="http://schemas.openxmlformats.org/officeDocument/2006/relationships" id="276" r:id="R89ee5ba299124efc"/>
    <p:sldId xmlns:r="http://schemas.openxmlformats.org/officeDocument/2006/relationships" id="277" r:id="Rb78f5e544fbb47b9"/>
    <p:sldId xmlns:r="http://schemas.openxmlformats.org/officeDocument/2006/relationships" id="278" r:id="Rb44e05c924624502"/>
    <p:sldId xmlns:r="http://schemas.openxmlformats.org/officeDocument/2006/relationships" id="279" r:id="R8aadffd7d5ce47f9"/>
    <p:sldId xmlns:r="http://schemas.openxmlformats.org/officeDocument/2006/relationships" id="280" r:id="R285254a883ce44de"/>
    <p:sldId xmlns:r="http://schemas.openxmlformats.org/officeDocument/2006/relationships" id="281" r:id="R7c6b63a1b5004e67"/>
    <p:sldId xmlns:r="http://schemas.openxmlformats.org/officeDocument/2006/relationships" id="282" r:id="R041b244b93864fdc"/>
    <p:sldId xmlns:r="http://schemas.openxmlformats.org/officeDocument/2006/relationships" id="283" r:id="Rf63f43e4a76d44f7"/>
    <p:sldId xmlns:r="http://schemas.openxmlformats.org/officeDocument/2006/relationships" id="284" r:id="R19fba096b8ca4d4a"/>
    <p:sldId xmlns:r="http://schemas.openxmlformats.org/officeDocument/2006/relationships" id="285" r:id="R1b5916b0819e408e"/>
    <p:sldId xmlns:r="http://schemas.openxmlformats.org/officeDocument/2006/relationships" id="286" r:id="R79734c2480cc4bf4"/>
    <p:sldId xmlns:r="http://schemas.openxmlformats.org/officeDocument/2006/relationships" id="287" r:id="R732c9ad282ba4629"/>
    <p:sldId xmlns:r="http://schemas.openxmlformats.org/officeDocument/2006/relationships" id="288" r:id="R20b20f51be4e4ccc"/>
    <p:sldId xmlns:r="http://schemas.openxmlformats.org/officeDocument/2006/relationships" id="289" r:id="Rb39523d446594046"/>
    <p:sldId xmlns:r="http://schemas.openxmlformats.org/officeDocument/2006/relationships" id="290" r:id="R8be8d7574e124313"/>
    <p:sldId xmlns:r="http://schemas.openxmlformats.org/officeDocument/2006/relationships" id="291" r:id="Rfbfcff8f8fd24d9e"/>
    <p:sldId xmlns:r="http://schemas.openxmlformats.org/officeDocument/2006/relationships" id="292" r:id="Re8b936b99dc847c6"/>
    <p:sldId xmlns:r="http://schemas.openxmlformats.org/officeDocument/2006/relationships" id="293" r:id="Rd2c3720b465941d3"/>
    <p:sldId xmlns:r="http://schemas.openxmlformats.org/officeDocument/2006/relationships" id="294" r:id="Rba0c0e6b0ff146cf"/>
    <p:sldId xmlns:r="http://schemas.openxmlformats.org/officeDocument/2006/relationships" id="295" r:id="R21c54f88ad2c4032"/>
    <p:sldId xmlns:r="http://schemas.openxmlformats.org/officeDocument/2006/relationships" id="296" r:id="R10bcc85cbcf84596"/>
    <p:sldId xmlns:r="http://schemas.openxmlformats.org/officeDocument/2006/relationships" id="297" r:id="R0afcb02979db49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0415fc38054cc5" /><Relationship Type="http://schemas.openxmlformats.org/officeDocument/2006/relationships/slideMaster" Target="/ppt/slideMasters/slideMaster1.xml" Id="Re76b9ead057e4fe7" /><Relationship Type="http://schemas.openxmlformats.org/officeDocument/2006/relationships/notesMaster" Target="/ppt/notesMasters/notesMaster1.xml" Id="R6fdffb468d734be0" /><Relationship Type="http://schemas.openxmlformats.org/officeDocument/2006/relationships/presProps" Target="/ppt/presProps.xml" Id="R60543049e6004b04" /><Relationship Type="http://schemas.openxmlformats.org/officeDocument/2006/relationships/tableStyles" Target="/ppt/tableStyles.xml" Id="Ra6fd04d45bb84021" /><Relationship Type="http://schemas.openxmlformats.org/officeDocument/2006/relationships/slide" Target="/ppt/slides/slide1.xml" Id="R1936a6c7e2d64ec3" /><Relationship Type="http://schemas.openxmlformats.org/officeDocument/2006/relationships/slide" Target="/ppt/slides/slide2.xml" Id="R509c3de1a65d4385" /><Relationship Type="http://schemas.openxmlformats.org/officeDocument/2006/relationships/slide" Target="/ppt/slides/slide3.xml" Id="R364fad318cc444ad" /><Relationship Type="http://schemas.openxmlformats.org/officeDocument/2006/relationships/slide" Target="/ppt/slides/slide4.xml" Id="R905a3c3649a749a5" /><Relationship Type="http://schemas.openxmlformats.org/officeDocument/2006/relationships/slide" Target="/ppt/slides/slide5.xml" Id="R4ece92dcf3ee48b8" /><Relationship Type="http://schemas.openxmlformats.org/officeDocument/2006/relationships/slide" Target="/ppt/slides/slide6.xml" Id="R8813dcf4917e4615" /><Relationship Type="http://schemas.openxmlformats.org/officeDocument/2006/relationships/slide" Target="/ppt/slides/slide7.xml" Id="Ra5d8df4415ae4d78" /><Relationship Type="http://schemas.openxmlformats.org/officeDocument/2006/relationships/slide" Target="/ppt/slides/slide8.xml" Id="R10ab6397a5e34101" /><Relationship Type="http://schemas.openxmlformats.org/officeDocument/2006/relationships/slide" Target="/ppt/slides/slide9.xml" Id="R3ce02a48d47147ee" /><Relationship Type="http://schemas.openxmlformats.org/officeDocument/2006/relationships/slide" Target="/ppt/slides/slide10.xml" Id="R0f58f6ab2ea54d1d" /><Relationship Type="http://schemas.openxmlformats.org/officeDocument/2006/relationships/slide" Target="/ppt/slides/slide11.xml" Id="Rcfc8ac4e780b474d" /><Relationship Type="http://schemas.openxmlformats.org/officeDocument/2006/relationships/slide" Target="/ppt/slides/slide12.xml" Id="Rde5cb393cadc4bf5" /><Relationship Type="http://schemas.openxmlformats.org/officeDocument/2006/relationships/slide" Target="/ppt/slides/slide13.xml" Id="Rb72c0ce4c7d64486" /><Relationship Type="http://schemas.openxmlformats.org/officeDocument/2006/relationships/slide" Target="/ppt/slides/slide14.xml" Id="R1289911778494267" /><Relationship Type="http://schemas.openxmlformats.org/officeDocument/2006/relationships/slide" Target="/ppt/slides/slide15.xml" Id="R352da665457648fc" /><Relationship Type="http://schemas.openxmlformats.org/officeDocument/2006/relationships/slide" Target="/ppt/slides/slide16.xml" Id="R40cf35d4db604f9c" /><Relationship Type="http://schemas.openxmlformats.org/officeDocument/2006/relationships/slide" Target="/ppt/slides/slide17.xml" Id="Rfbd58b95dcad4a92" /><Relationship Type="http://schemas.openxmlformats.org/officeDocument/2006/relationships/slide" Target="/ppt/slides/slide18.xml" Id="R7e9be1e8f0384615" /><Relationship Type="http://schemas.openxmlformats.org/officeDocument/2006/relationships/slide" Target="/ppt/slides/slide19.xml" Id="Rf9efb2ecd82c42f2" /><Relationship Type="http://schemas.openxmlformats.org/officeDocument/2006/relationships/slide" Target="/ppt/slides/slide20.xml" Id="R347c10aecac84e6c" /><Relationship Type="http://schemas.openxmlformats.org/officeDocument/2006/relationships/slide" Target="/ppt/slides/slide21.xml" Id="R89ee5ba299124efc" /><Relationship Type="http://schemas.openxmlformats.org/officeDocument/2006/relationships/slide" Target="/ppt/slides/slide22.xml" Id="Rb78f5e544fbb47b9" /><Relationship Type="http://schemas.openxmlformats.org/officeDocument/2006/relationships/slide" Target="/ppt/slides/slide23.xml" Id="Rb44e05c924624502" /><Relationship Type="http://schemas.openxmlformats.org/officeDocument/2006/relationships/slide" Target="/ppt/slides/slide24.xml" Id="R8aadffd7d5ce47f9" /><Relationship Type="http://schemas.openxmlformats.org/officeDocument/2006/relationships/slide" Target="/ppt/slides/slide25.xml" Id="R285254a883ce44de" /><Relationship Type="http://schemas.openxmlformats.org/officeDocument/2006/relationships/slide" Target="/ppt/slides/slide26.xml" Id="R7c6b63a1b5004e67" /><Relationship Type="http://schemas.openxmlformats.org/officeDocument/2006/relationships/slide" Target="/ppt/slides/slide27.xml" Id="R041b244b93864fdc" /><Relationship Type="http://schemas.openxmlformats.org/officeDocument/2006/relationships/slide" Target="/ppt/slides/slide28.xml" Id="Rf63f43e4a76d44f7" /><Relationship Type="http://schemas.openxmlformats.org/officeDocument/2006/relationships/slide" Target="/ppt/slides/slide29.xml" Id="R19fba096b8ca4d4a" /><Relationship Type="http://schemas.openxmlformats.org/officeDocument/2006/relationships/slide" Target="/ppt/slides/slide30.xml" Id="R1b5916b0819e408e" /><Relationship Type="http://schemas.openxmlformats.org/officeDocument/2006/relationships/slide" Target="/ppt/slides/slide31.xml" Id="R79734c2480cc4bf4" /><Relationship Type="http://schemas.openxmlformats.org/officeDocument/2006/relationships/slide" Target="/ppt/slides/slide32.xml" Id="R732c9ad282ba4629" /><Relationship Type="http://schemas.openxmlformats.org/officeDocument/2006/relationships/slide" Target="/ppt/slides/slide33.xml" Id="R20b20f51be4e4ccc" /><Relationship Type="http://schemas.openxmlformats.org/officeDocument/2006/relationships/slide" Target="/ppt/slides/slide34.xml" Id="Rb39523d446594046" /><Relationship Type="http://schemas.openxmlformats.org/officeDocument/2006/relationships/slide" Target="/ppt/slides/slide35.xml" Id="R8be8d7574e124313" /><Relationship Type="http://schemas.openxmlformats.org/officeDocument/2006/relationships/slide" Target="/ppt/slides/slide36.xml" Id="Rfbfcff8f8fd24d9e" /><Relationship Type="http://schemas.openxmlformats.org/officeDocument/2006/relationships/slide" Target="/ppt/slides/slide37.xml" Id="Re8b936b99dc847c6" /><Relationship Type="http://schemas.openxmlformats.org/officeDocument/2006/relationships/slide" Target="/ppt/slides/slide38.xml" Id="Rd2c3720b465941d3" /><Relationship Type="http://schemas.openxmlformats.org/officeDocument/2006/relationships/slide" Target="/ppt/slides/slide39.xml" Id="Rba0c0e6b0ff146cf" /><Relationship Type="http://schemas.openxmlformats.org/officeDocument/2006/relationships/slide" Target="/ppt/slides/slide40.xml" Id="R21c54f88ad2c4032" /><Relationship Type="http://schemas.openxmlformats.org/officeDocument/2006/relationships/slide" Target="/ppt/slides/slide41.xml" Id="R10bcc85cbcf84596" /><Relationship Type="http://schemas.openxmlformats.org/officeDocument/2006/relationships/slide" Target="/ppt/slides/slide42.xml" Id="R0afcb02979db49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e7b5fc812e47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3c8ef211e74782" /><Relationship Type="http://schemas.openxmlformats.org/officeDocument/2006/relationships/notesMaster" Target="/ppt/notesMasters/notesMaster1.xml" Id="R7f87c38c69ab4a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1cb9c762864abe" /><Relationship Type="http://schemas.openxmlformats.org/officeDocument/2006/relationships/notesMaster" Target="/ppt/notesMasters/notesMaster1.xml" Id="R1856429cbf9e49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aa476b4c2c4459" /><Relationship Type="http://schemas.openxmlformats.org/officeDocument/2006/relationships/notesMaster" Target="/ppt/notesMasters/notesMaster1.xml" Id="R6685e01f3c414c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9dc6c6263544da" /><Relationship Type="http://schemas.openxmlformats.org/officeDocument/2006/relationships/notesMaster" Target="/ppt/notesMasters/notesMaster1.xml" Id="R95b23cc0e2d240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7eaa32a0ae4c0d" /><Relationship Type="http://schemas.openxmlformats.org/officeDocument/2006/relationships/notesMaster" Target="/ppt/notesMasters/notesMaster1.xml" Id="Rbd97096340044f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adc416c2cd4d53" /><Relationship Type="http://schemas.openxmlformats.org/officeDocument/2006/relationships/notesMaster" Target="/ppt/notesMasters/notesMaster1.xml" Id="Rd4c3830de71b49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ad727c7d9e4c43" /><Relationship Type="http://schemas.openxmlformats.org/officeDocument/2006/relationships/notesMaster" Target="/ppt/notesMasters/notesMaster1.xml" Id="Rd1aad402fd2740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236f2d3a6d4b5d" /><Relationship Type="http://schemas.openxmlformats.org/officeDocument/2006/relationships/notesMaster" Target="/ppt/notesMasters/notesMaster1.xml" Id="Rede7a51302c042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ad55e0f63f4539" /><Relationship Type="http://schemas.openxmlformats.org/officeDocument/2006/relationships/notesMaster" Target="/ppt/notesMasters/notesMaster1.xml" Id="Rd40f5547f9d649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e73404ad65d44fb" /><Relationship Type="http://schemas.openxmlformats.org/officeDocument/2006/relationships/notesMaster" Target="/ppt/notesMasters/notesMaster1.xml" Id="R8e9444db30344d2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c893a1be4be4d8e" /><Relationship Type="http://schemas.openxmlformats.org/officeDocument/2006/relationships/notesMaster" Target="/ppt/notesMasters/notesMaster1.xml" Id="Rabd84db09a9e465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4aaa206d6a44a50" /><Relationship Type="http://schemas.openxmlformats.org/officeDocument/2006/relationships/notesMaster" Target="/ppt/notesMasters/notesMaster1.xml" Id="Rd2b9ae6d56104eb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50fbe88f76e4596" /><Relationship Type="http://schemas.openxmlformats.org/officeDocument/2006/relationships/notesMaster" Target="/ppt/notesMasters/notesMaster1.xml" Id="Rf54059632eba443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c2da29267a64780" /><Relationship Type="http://schemas.openxmlformats.org/officeDocument/2006/relationships/notesMaster" Target="/ppt/notesMasters/notesMaster1.xml" Id="R3086ebabf0f243e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a9ed6c2142543b3" /><Relationship Type="http://schemas.openxmlformats.org/officeDocument/2006/relationships/notesMaster" Target="/ppt/notesMasters/notesMaster1.xml" Id="R78e312d9f7134d5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ccd7f5e40a240ab" /><Relationship Type="http://schemas.openxmlformats.org/officeDocument/2006/relationships/notesMaster" Target="/ppt/notesMasters/notesMaster1.xml" Id="R56fa218c1a16449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6e050c17a2d42be" /><Relationship Type="http://schemas.openxmlformats.org/officeDocument/2006/relationships/notesMaster" Target="/ppt/notesMasters/notesMaster1.xml" Id="R689965248c3a4be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2b0b21f9f4a458b" /><Relationship Type="http://schemas.openxmlformats.org/officeDocument/2006/relationships/notesMaster" Target="/ppt/notesMasters/notesMaster1.xml" Id="R3ed232bfc5434a5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3fae08ccb324b19" /><Relationship Type="http://schemas.openxmlformats.org/officeDocument/2006/relationships/notesMaster" Target="/ppt/notesMasters/notesMaster1.xml" Id="R04c3ba2b71254e9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0354641699a4756" /><Relationship Type="http://schemas.openxmlformats.org/officeDocument/2006/relationships/notesMaster" Target="/ppt/notesMasters/notesMaster1.xml" Id="R803479d1ec59437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f2466d7fa70484d" /><Relationship Type="http://schemas.openxmlformats.org/officeDocument/2006/relationships/notesMaster" Target="/ppt/notesMasters/notesMaster1.xml" Id="R8d1bd314450b488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fea7e4a8bda4b96" /><Relationship Type="http://schemas.openxmlformats.org/officeDocument/2006/relationships/notesMaster" Target="/ppt/notesMasters/notesMaster1.xml" Id="R4104b8fdd0a847b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9edbe06c12a48c9" /><Relationship Type="http://schemas.openxmlformats.org/officeDocument/2006/relationships/notesMaster" Target="/ppt/notesMasters/notesMaster1.xml" Id="Rf8e07e1d6ece4e8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f4a7c1b36634f5e" /><Relationship Type="http://schemas.openxmlformats.org/officeDocument/2006/relationships/notesMaster" Target="/ppt/notesMasters/notesMaster1.xml" Id="R9ca6679f6086445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f964c1e76694ea1" /><Relationship Type="http://schemas.openxmlformats.org/officeDocument/2006/relationships/notesMaster" Target="/ppt/notesMasters/notesMaster1.xml" Id="R5e30c1daa3a34b9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5125e09059c44ac" /><Relationship Type="http://schemas.openxmlformats.org/officeDocument/2006/relationships/notesMaster" Target="/ppt/notesMasters/notesMaster1.xml" Id="R594960d14c504e4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c9824140b3c44dc" /><Relationship Type="http://schemas.openxmlformats.org/officeDocument/2006/relationships/notesMaster" Target="/ppt/notesMasters/notesMaster1.xml" Id="R9ca50c5098c040d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1a21fc1e0854e7d" /><Relationship Type="http://schemas.openxmlformats.org/officeDocument/2006/relationships/notesMaster" Target="/ppt/notesMasters/notesMaster1.xml" Id="R69fe2d3c46a24e0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03625f1007d427f" /><Relationship Type="http://schemas.openxmlformats.org/officeDocument/2006/relationships/notesMaster" Target="/ppt/notesMasters/notesMaster1.xml" Id="R4079d797e33d46e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a6ef66f4c4b4a46" /><Relationship Type="http://schemas.openxmlformats.org/officeDocument/2006/relationships/notesMaster" Target="/ppt/notesMasters/notesMaster1.xml" Id="R4ab0e1443f39403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e235c873a464f6a" /><Relationship Type="http://schemas.openxmlformats.org/officeDocument/2006/relationships/notesMaster" Target="/ppt/notesMasters/notesMaster1.xml" Id="R8404b081b7334ab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9a00f7eb705453b" /><Relationship Type="http://schemas.openxmlformats.org/officeDocument/2006/relationships/notesMaster" Target="/ppt/notesMasters/notesMaster1.xml" Id="R26b9e5e1c4ea485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37439ac2be140e6" /><Relationship Type="http://schemas.openxmlformats.org/officeDocument/2006/relationships/notesMaster" Target="/ppt/notesMasters/notesMaster1.xml" Id="Rfcca0245c76a49b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b1f0f49cea544b8" /><Relationship Type="http://schemas.openxmlformats.org/officeDocument/2006/relationships/notesMaster" Target="/ppt/notesMasters/notesMaster1.xml" Id="R483638c41207459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501f145ec924754" /><Relationship Type="http://schemas.openxmlformats.org/officeDocument/2006/relationships/notesMaster" Target="/ppt/notesMasters/notesMaster1.xml" Id="Rd8fe236875644c4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38343b0491a412a" /><Relationship Type="http://schemas.openxmlformats.org/officeDocument/2006/relationships/notesMaster" Target="/ppt/notesMasters/notesMaster1.xml" Id="R1936c3c538714b1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fe24d73b3ce4e0a" /><Relationship Type="http://schemas.openxmlformats.org/officeDocument/2006/relationships/notesMaster" Target="/ppt/notesMasters/notesMaster1.xml" Id="R2b89ae8b5720404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fd0762f77fa4ae9" /><Relationship Type="http://schemas.openxmlformats.org/officeDocument/2006/relationships/notesMaster" Target="/ppt/notesMasters/notesMaster1.xml" Id="R5ceb5be187034a3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2380d116c88c46fd" /><Relationship Type="http://schemas.openxmlformats.org/officeDocument/2006/relationships/notesMaster" Target="/ppt/notesMasters/notesMaster1.xml" Id="Rf21d955f732142f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0c8a4f114ed45d5" /><Relationship Type="http://schemas.openxmlformats.org/officeDocument/2006/relationships/notesMaster" Target="/ppt/notesMasters/notesMaster1.xml" Id="R0d78d391c49f4a46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d492ae8a9da943b7" /><Relationship Type="http://schemas.openxmlformats.org/officeDocument/2006/relationships/notesMaster" Target="/ppt/notesMasters/notesMaster1.xml" Id="Rbdbf8506b2454fca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c71b73520fe4386" /><Relationship Type="http://schemas.openxmlformats.org/officeDocument/2006/relationships/notesMaster" Target="/ppt/notesMasters/notesMaster1.xml" Id="R2ecc8f8d55d646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fd5edc35224b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1a7f5b670b44ee" /><Relationship Type="http://schemas.openxmlformats.org/officeDocument/2006/relationships/slideLayout" Target="/ppt/slideLayouts/slideLayout1.xml" Id="R1fba643f710648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ba643f710648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cf5ca9b672454e" /><Relationship Type="http://schemas.openxmlformats.org/officeDocument/2006/relationships/notesSlide" Target="/ppt/notesSlides/notesSlide1.xml" Id="R38a817ecdcb741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ca2ce31083457a" /><Relationship Type="http://schemas.openxmlformats.org/officeDocument/2006/relationships/notesSlide" Target="/ppt/notesSlides/notesSlide2.xml" Id="R80dbeba7633347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5542f5d27648fa" /><Relationship Type="http://schemas.openxmlformats.org/officeDocument/2006/relationships/notesSlide" Target="/ppt/notesSlides/notesSlide3.xml" Id="R05a5bec589e149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b4870cb5834267" /><Relationship Type="http://schemas.openxmlformats.org/officeDocument/2006/relationships/notesSlide" Target="/ppt/notesSlides/notesSlide4.xml" Id="R00d18459f0a749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b16415fcca40ef" /><Relationship Type="http://schemas.openxmlformats.org/officeDocument/2006/relationships/notesSlide" Target="/ppt/notesSlides/notesSlide5.xml" Id="R185517ad20d24b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423f1615e94817" /><Relationship Type="http://schemas.openxmlformats.org/officeDocument/2006/relationships/notesSlide" Target="/ppt/notesSlides/notesSlide6.xml" Id="R3f9cfee8344746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5f57c10b742f1" /><Relationship Type="http://schemas.openxmlformats.org/officeDocument/2006/relationships/notesSlide" Target="/ppt/notesSlides/notesSlide7.xml" Id="R2d803758258041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85a8cea134bd4" /><Relationship Type="http://schemas.openxmlformats.org/officeDocument/2006/relationships/notesSlide" Target="/ppt/notesSlides/notesSlide8.xml" Id="Rf67331603cb840f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a0dabdb7a4116" /><Relationship Type="http://schemas.openxmlformats.org/officeDocument/2006/relationships/notesSlide" Target="/ppt/notesSlides/notesSlide9.xml" Id="R9a117a457ac845d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67befc73634c63" /><Relationship Type="http://schemas.openxmlformats.org/officeDocument/2006/relationships/notesSlide" Target="/ppt/notesSlides/notesSlide10.xml" Id="R2f4effd1fe67487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cb955899e44127" /><Relationship Type="http://schemas.openxmlformats.org/officeDocument/2006/relationships/notesSlide" Target="/ppt/notesSlides/notesSlide11.xml" Id="Re9c192ed79984e0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a541d68a08414a" /><Relationship Type="http://schemas.openxmlformats.org/officeDocument/2006/relationships/notesSlide" Target="/ppt/notesSlides/notesSlide12.xml" Id="Re4a20eed075b4d7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e32eeb76a74380" /><Relationship Type="http://schemas.openxmlformats.org/officeDocument/2006/relationships/notesSlide" Target="/ppt/notesSlides/notesSlide13.xml" Id="R3b905da759984aa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b874d8ff834c85" /><Relationship Type="http://schemas.openxmlformats.org/officeDocument/2006/relationships/notesSlide" Target="/ppt/notesSlides/notesSlide14.xml" Id="R0dd2ecbdef43462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c56eb3f49944cb" /><Relationship Type="http://schemas.openxmlformats.org/officeDocument/2006/relationships/notesSlide" Target="/ppt/notesSlides/notesSlide15.xml" Id="Rcd014f9da10d4ff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e2d6a967e74734" /><Relationship Type="http://schemas.openxmlformats.org/officeDocument/2006/relationships/notesSlide" Target="/ppt/notesSlides/notesSlide16.xml" Id="Rf898d6e25994478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e1695059ea4a02" /><Relationship Type="http://schemas.openxmlformats.org/officeDocument/2006/relationships/notesSlide" Target="/ppt/notesSlides/notesSlide17.xml" Id="Rfda54286a4c4470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d7ed3593ad4b9b" /><Relationship Type="http://schemas.openxmlformats.org/officeDocument/2006/relationships/notesSlide" Target="/ppt/notesSlides/notesSlide18.xml" Id="R2cb5f6a588e54d2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7f449ca86a4b0a" /><Relationship Type="http://schemas.openxmlformats.org/officeDocument/2006/relationships/notesSlide" Target="/ppt/notesSlides/notesSlide19.xml" Id="R1b66ea38c66c457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18298a35f472d" /><Relationship Type="http://schemas.openxmlformats.org/officeDocument/2006/relationships/notesSlide" Target="/ppt/notesSlides/notesSlide20.xml" Id="R906543da80ed4fc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a9c0e9f5844bf" /><Relationship Type="http://schemas.openxmlformats.org/officeDocument/2006/relationships/notesSlide" Target="/ppt/notesSlides/notesSlide21.xml" Id="R3bad31227b9c40c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ec9ab8f2884226" /><Relationship Type="http://schemas.openxmlformats.org/officeDocument/2006/relationships/notesSlide" Target="/ppt/notesSlides/notesSlide22.xml" Id="R8c068757aa1345e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349041934c4feb" /><Relationship Type="http://schemas.openxmlformats.org/officeDocument/2006/relationships/notesSlide" Target="/ppt/notesSlides/notesSlide23.xml" Id="Re960a16be9b3442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2cf15ffd914ccc" /><Relationship Type="http://schemas.openxmlformats.org/officeDocument/2006/relationships/notesSlide" Target="/ppt/notesSlides/notesSlide24.xml" Id="R3fb313148a0f4c9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624e286054bbc" /><Relationship Type="http://schemas.openxmlformats.org/officeDocument/2006/relationships/notesSlide" Target="/ppt/notesSlides/notesSlide25.xml" Id="R220dab7c6e7248c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3d43cfc12489c" /><Relationship Type="http://schemas.openxmlformats.org/officeDocument/2006/relationships/notesSlide" Target="/ppt/notesSlides/notesSlide26.xml" Id="R7ffc5cd7200440f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feac9bc3b41f2" /><Relationship Type="http://schemas.openxmlformats.org/officeDocument/2006/relationships/notesSlide" Target="/ppt/notesSlides/notesSlide27.xml" Id="Rb7c10f335631407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9864973fde4e0d" /><Relationship Type="http://schemas.openxmlformats.org/officeDocument/2006/relationships/notesSlide" Target="/ppt/notesSlides/notesSlide28.xml" Id="R5830fa110cc748f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d36a4cf24b4093" /><Relationship Type="http://schemas.openxmlformats.org/officeDocument/2006/relationships/notesSlide" Target="/ppt/notesSlides/notesSlide29.xml" Id="R78a7ec5966364be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3230fe3a3640e2" /><Relationship Type="http://schemas.openxmlformats.org/officeDocument/2006/relationships/notesSlide" Target="/ppt/notesSlides/notesSlide30.xml" Id="R3c479f97711a4fb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c72c79ccbc40f4" /><Relationship Type="http://schemas.openxmlformats.org/officeDocument/2006/relationships/notesSlide" Target="/ppt/notesSlides/notesSlide31.xml" Id="Rc79574bed88e47a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2c6a374ec401e" /><Relationship Type="http://schemas.openxmlformats.org/officeDocument/2006/relationships/notesSlide" Target="/ppt/notesSlides/notesSlide32.xml" Id="Rfc772b480f9b4d7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079abf3240453a" /><Relationship Type="http://schemas.openxmlformats.org/officeDocument/2006/relationships/notesSlide" Target="/ppt/notesSlides/notesSlide33.xml" Id="R010534e2c46e4ac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889af431c4ff8" /><Relationship Type="http://schemas.openxmlformats.org/officeDocument/2006/relationships/notesSlide" Target="/ppt/notesSlides/notesSlide34.xml" Id="R3e186df96f5d443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a447045ed84e03" /><Relationship Type="http://schemas.openxmlformats.org/officeDocument/2006/relationships/notesSlide" Target="/ppt/notesSlides/notesSlide35.xml" Id="R8cf43c12283940d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27d1e602404385" /><Relationship Type="http://schemas.openxmlformats.org/officeDocument/2006/relationships/notesSlide" Target="/ppt/notesSlides/notesSlide36.xml" Id="R1965d3d36d974f6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4bdcdb5f424ed5" /><Relationship Type="http://schemas.openxmlformats.org/officeDocument/2006/relationships/notesSlide" Target="/ppt/notesSlides/notesSlide37.xml" Id="R70e10aeb83fa4ce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d1cd125f934785" /><Relationship Type="http://schemas.openxmlformats.org/officeDocument/2006/relationships/notesSlide" Target="/ppt/notesSlides/notesSlide38.xml" Id="R050c7a31d9444000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7948875994cf3" /><Relationship Type="http://schemas.openxmlformats.org/officeDocument/2006/relationships/notesSlide" Target="/ppt/notesSlides/notesSlide39.xml" Id="Ra2b4769030e344f7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e03d691d54930" /><Relationship Type="http://schemas.openxmlformats.org/officeDocument/2006/relationships/notesSlide" Target="/ppt/notesSlides/notesSlide40.xml" Id="Rabfe27533f264fc1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001836cd04420e" /><Relationship Type="http://schemas.openxmlformats.org/officeDocument/2006/relationships/notesSlide" Target="/ppt/notesSlides/notesSlide41.xml" Id="R1522a20a5db94984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6f199e29674f12" /><Relationship Type="http://schemas.openxmlformats.org/officeDocument/2006/relationships/notesSlide" Target="/ppt/notesSlides/notesSlide42.xml" Id="R85ed0f2c58e644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6F640A-1898-4776-957D-6C070FE0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DEC833-CF95-46AD-B49F-604231E0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Strings: Working with strings as single things, working with the parts of a string, Length, Traversal and the for loop,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BC62D2-13C3-40BF-A559-DEE07E5C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PYTHON PROGRAMMING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1BPLC105B/205B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42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BE0CF2-D8B6-43D4-B9DF-DF088D44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EBDB4A-097B-49BB-B673-D19BDC5B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FE5B2F-3BA8-4600-B9E0-D1D6BB8A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73AFD8-6CA6-4C9D-AED7-C986CB0E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A817B1-24AB-49B8-A831-225CC302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643F30-81D8-4D1F-9851-20794D6B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FB138C-C435-4192-A7A6-21FCA2D8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C63A3C-0F8D-4D11-8C96-9DD37E46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7477B5-1F07-4BAB-A9BC-B2B9C57C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342B6D-1810-433C-840D-12446C22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5278277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3CE47D-2B89-449E-B0A6-5A73252E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C665B7-FB54-4D9F-B9E7-4B747DF2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33ACB5-EEF0-49EB-8C5B-6249A533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994736-ED1C-466D-861A-EAAB3C09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EDD90A-83C6-43B6-8BA0-F5AB4603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29186D-F81F-4E15-A015-669E0A9B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5B5259-93A2-486A-B2AA-29F7FDCE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E59975-D8AE-4063-9D27-4E1DF70F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F8DD83-DEA1-4BCD-B9EE-BE0FCEC7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902AA9-33D9-46C7-89F7-6651D001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76211B-4FDE-4464-A42B-5C7589D4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4F2260-5B53-45A5-99EF-6FADD595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7EDCAE-2F76-4DEB-A879-693F0445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E3BC01-227F-4FB7-A584-661E71C3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6A22CB-B938-4518-9D51-DB388D1C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6682350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6DB4B1-2400-4D61-8D3E-DDAA0527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276533-7F2B-4A7A-A9C9-3DFB7066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983C5B-3F00-4EB0-957F-37A6987E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ED90E9-0E2E-4216-A41A-E2C0C814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DEB95B-AFDA-42F3-A1BC-F5EFBB6D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6A75DD-B0D7-4F04-A9E2-855DB6E6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DC747C-623D-4948-9312-3CF22360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91525B-2467-40A5-9B37-D5625220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0E7C43-AEC7-4643-8511-98AFB379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Strings: Working with strings as single things, working w...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73FA40-D121-49FB-AABA-DD9D929B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DBF91B-AB46-452B-8FA7-A1B74060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DD1331-374E-4C0C-B646-11701611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Tuples: Tuples are used for grouping data, Tuple assignme...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0E2B4B-8235-4264-A766-9A79A1E6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0F81EA-1024-49F0-AF8A-5900A4F8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CE0E8D-2465-40BB-A78B-EDF08C11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Lists: List values, accessing elements, List length, List...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B5441E-D843-44A9-AFDC-59BCB6C6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CA36B1-3FC7-463B-AC7D-93C52AC6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D2EEA0-C990-4B35-A02B-2623FAE7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Chapter: 5.1, 5.2, 5.3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CF5A75-DAD6-4863-84D6-062C2560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EC99CB-7312-4625-A1EA-50D27D82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6231853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C00F5E-B910-440C-AC83-C69164F2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E2A7D4-2027-413D-934C-0EB0396D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A94DCD-478B-436E-B043-80814297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9968C8-A904-4599-94D7-24023E73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38ECCE-F112-44A4-A822-F87D17E3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9E0FA5-403C-4B3E-83E8-986CFBD4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826A3C-1263-48FE-8C79-C51F3E04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F46767-B85F-481F-A017-315EB3C8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Strings: Working with strings as single things, working w...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7526F1-D6AC-4334-AEBB-5E6179C7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1CE9AF-BE38-49C0-A17E-25008848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894227-D760-4F71-AD64-B89B2978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Tuples: Tuples are used for grouping data, Tuple assignme...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2CF975-9F99-4F93-AED8-FAD46047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9E22E4-BEE6-44C0-8427-D139121E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256BA4-265D-4855-88F3-5E6B5F3A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Lists: List values, accessing elements, List length, List...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3C8D48-BDD5-44C1-BB26-872EF1E4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958CE4-488F-4C4E-92A8-79A9AD75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038A02-B172-4ED1-BDB1-6E4A06F9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Chapter: 5.1, 5.2, 5.3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F826B3-6EDA-4DBD-849B-16D33AAF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528C47-3630-42FB-8122-93EE7881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9DA904-422E-4E3A-810E-8A284BBD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7810879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DE00AB-B8A9-47F3-8827-99D6AA16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D6694F-03DB-4DC6-A190-6A7A633D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77079F-6FBD-497F-939E-7239E96A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5D83E7-1C88-47E3-9A54-6313CB28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0EAA65-214D-40C8-BB1B-FEADEE43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Strings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35C6CB-D497-4824-8FC1-88CFA021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Working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270BEF-361C-4877-BD10-7A5300BA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single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665EC0-4077-4742-A72D-A0DC77F6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things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983E77-17CC-4FBD-A327-9ABA1366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parts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C12387-957D-47FE-9829-57EC3269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string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0035EE-86A2-4E44-9D06-28191C9F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Length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1D0979-420E-43DC-8653-B0BD5B1F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Traversal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79F633-766F-410F-8711-E71A5E74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loop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3EBDF2-CE3C-47F9-A001-BF085AE6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Slices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B5A1EC-1546-44DD-BD53-1240BC10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8C194E-4055-43C3-892A-289F8744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8805496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34DAFA-5F54-4942-A989-4B9041AB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A5352-8210-4A0A-830C-99326C01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4011B6-446B-4008-9900-F21C6579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15B12A-7CA4-42D7-A4F0-F654EEA2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F7D770-FFF9-4615-BAB3-7277C0ED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Strings: Working with strings as single things, working with the parts of a string, Length, Traversal and the f...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FC6762-ED89-4C90-A4F3-470B730A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Strings: Working with strings as single t...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F9036B-A273-4B30-9829-A8A1BB4D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A94058-949C-450F-870F-3BC2BB53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01A9FF-6171-4410-9B1E-3EFBDD35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7CA663-F825-4C31-8BFC-963B18D3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5A2A5D-3756-4092-8407-559A92D8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CC577A-DD4C-4674-BB50-75B63D23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93EEBB-8903-48D1-93E0-C7EADC1E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E2C913-851B-4704-ACF5-48E52705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238444-4115-4400-9F24-C795E5DE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FE3CDC-FF80-4FEE-B15E-1AFBB6BF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8307259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34198C-03FC-4578-80C2-F99BCE5C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4D7850-9A92-4C69-A3E5-73391C24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F0194-4A59-44E5-B20D-2B1D750D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322A9-2C71-4272-8D29-A0C91FCF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5D923B-D5D9-4436-8961-12614D97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7A0EF3-84D5-4471-96E3-B7D39F1E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6933D4-DBC5-4077-B574-C64C4074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069507-0B6D-4A4F-AF06-20248D7C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545EA3-C225-4D36-84AB-99871311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Strings: Working wit...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45D6F4-FDEE-41DD-B5A6-AFDD666C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6D657F-7B19-40D8-B1F5-35EDCD82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1DD29C-9F3C-4E2E-AD45-D922CAAD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Strings: Working...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74D266-77B9-4253-9949-624CAA2B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DB77A3-26BB-431B-8C74-F2A98894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779667-1D04-4484-BB1C-C419D23E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Strings: Wor...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D26C38-6BFF-48F5-87D5-DA4AD369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04ECF4-914C-476E-8076-180CAC66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8BAD32-1420-4A95-B3A8-21F96402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Strings: Work...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13589B-8A4C-42E1-94A8-8F199E93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CAD414-8A1C-411A-91CE-E7D448E1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4CC987-79BE-4D96-AA66-3A7B787D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Strings: Working wi...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6EC7AE-85E9-4317-8CB7-B9280DB8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8FFC47-E0DD-4003-9B18-338CBF43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6630067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CF835E-356C-4CA0-95B2-23C73D7B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68FD20-089D-4274-A7D8-C2C0A11F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28DF37-D9A5-4925-AA2A-D6DD16E2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2D3261-1D90-4860-A175-BA4EF156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E2AD78-BE0E-46BB-96A9-3E1EB7F9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787FCA-FE2D-41DE-A433-92D8AABC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84F4FC-C7F7-4E94-88D9-EA28C496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BE0CB1-EAA1-4730-9A60-2A80BA58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A025E5-7784-4C75-A29B-5270C3CC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A3CAEE-8F66-4E5F-9CCE-7A087201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2A283C-CCEE-4D2E-9371-785ADE07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C85C5A-2009-49F5-A5EF-5840CDC0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305DCF-8207-4187-9D19-257AC520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A81044-0124-422A-8568-7178958D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63A805-8BE8-4665-9DFB-717776AC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21320900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B9A348-517F-4505-812A-8E990FC2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900B9C-9A95-47CD-9503-4F2B0981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EA3270-75F4-4F9F-8FDB-E8768DB4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F8E9B-E915-4AFD-B799-C81EFAC1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58FD60-E751-4BE1-88D6-934B1D19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017529-3001-46B0-83F7-5876478D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Strings: Working with strings as single things, working w...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2F5318-AAF0-4039-A927-F15B2C0A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4A5B81-53E2-4466-8A40-96A76DFE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C808BF-E171-4B03-8794-136732F0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D8BD88-6CBB-4A1B-A1CA-FD5FD22A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3D850D-F9E4-4FE6-BD45-93808D19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5688870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9DA11A-D87C-4828-AD4B-1AC304D2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CC823E-7BD6-49BF-A78F-A7DACFF0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085922-39C5-49D5-830C-28CAE297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CEE056-CBD4-470B-BD29-21D1EBF9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FCBFBD-A61F-4A65-8BE7-FA17CF93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Tuples: Tuples are used for grouping data, Tuple assignment, Tuples as return values, Composability of Data Str...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41743D-F158-4370-81FF-411161FF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Tuples: Tuples are used for grouping data...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F11B9C-8B30-48C4-BDC8-B2C5E64D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77CA47-DCAA-4B07-B41F-6E8299A4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3B903D-1611-44A3-90D3-E81BCCAF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6AFAB7-A13C-4C96-B1C0-F8FB1590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E70914-BABD-4C35-A3AE-A0040203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421E33-D799-4F35-A5BD-087E1691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96A25A-C489-4E42-9624-B7B7950D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522DF3-2A8C-4ED8-BD72-013CD370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73E17C-AF84-4ED8-BA9C-33FA4A4F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8DE2A1-630C-448C-864A-59B46398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6798005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A0E327-0E94-4E3C-BD53-E3F3A102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D18020-354F-478A-8B1E-EAEC8752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A7A75C-5977-488A-B9E0-33AF6E13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85C51A-0A5E-4C2A-A442-BD5F6D34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E3B7BE-9429-4D8A-A4CA-44FD4A40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C4EB31-9DA5-404E-A64A-FA9DD16D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722081-8767-4C58-BE47-9A4C72B0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287886-518A-42EA-AB0C-0DF48311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9D5445-2B26-48BC-8CBC-A4B90957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Tuples: Tuples are u...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032AA4-27FB-44CC-9C31-B44291BB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FD9F98-227C-4998-9ACE-1A6E6EE0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ED14F6-97B3-4607-AF39-4FB20069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Tuples: Tuples 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A712F7-79F4-4357-AE88-A5475572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A99782-7149-41FC-B458-54A2775F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CDED65-E431-47C5-89C7-22950312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Tuples: Tupl...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BFDD75-E65F-4430-9A25-43D9215B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58DA75-92DF-4136-8387-4396E712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DD14DF-2D34-469F-A281-59D8A74C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Tuples: Tuple...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26A8A6-8721-4C2D-90C5-413CA5D9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9BED1B-F058-4B4E-8393-AFC63E49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DB1550-3525-4270-9ADC-48127B04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Tuples: Tuples are...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60FBAD-35ED-4F65-995A-E5F13524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53DA08-DED5-4D9D-BB29-6541BAF7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8138573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D350B-7617-4962-8699-EFD454C3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0A75B7-5D2F-45BD-9A96-FFF5549D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312B1B-6682-463B-844C-B06F191A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289476-3868-47E5-B10E-0D645546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02060-9436-4375-9A18-466F02D4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C58200-1133-4EBA-8365-FCE2B68C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8E7DDC-432B-4398-B90A-D356AA81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F57668-0ECF-4642-AD7D-D8E394A8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61436F-5022-406A-9F92-DE8417BB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320D3A-78B4-4499-B40C-A02473F7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60633E-82C2-4C8F-A604-55581BB4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B40C5E-4B99-4F0B-943F-1C52372F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5738D1-647B-42B9-9586-0A6FD42D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35CDEB-6210-42C8-BCB0-15F84407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693788-287A-4CCD-B014-A405BBE5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2575371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752BEB-7AA8-4A73-891F-88B6D2FB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7F8B27-C511-47B8-9BFC-2DBA29D9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C7DA14-C318-4FD9-8861-77E6CB78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58254A-8AFA-412A-AC7B-8C14131D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DAAA20-D5BC-48C4-9EDF-6AB0C185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0F6854-0AE0-483E-9D16-6B642005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Tuples: Tuples are used for grouping data, Tuple assignme...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ADA491-5385-486B-849B-268614E9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C633CE-A2E7-41EB-8BF8-D72ADF44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391AED-963E-4FD1-A76D-4D869D85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9A270C-3EFB-4141-83D2-D40DA4AD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6B69AB-3641-4519-B75D-C9924E23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85928733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C0AAB1-4D29-4C80-82FF-CF9B3E03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8C3269-7927-49DB-AAAA-92167C53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7F1BE9-E102-4287-9937-E2311AA1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27894B-1DE5-4E94-BBC5-7C5604B0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96CBE6-FE0B-4559-9893-77EBD232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Lists: List values, accessing elements, List length, List membership, List operations, List slices, Lists are m...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7F8C14-EE4A-4742-9582-7DF8754C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Lists: List values, accessing elements, L...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7E81D7-78F8-47F1-863A-9709C433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F229EB-21C4-4C1B-8CC2-80D1A35C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968658-F175-4B14-BD91-010DF1E5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E3C874-97A6-4B27-BD4C-02A8991E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8D26A7-42BE-4566-9494-FD50FC58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E74C61-EE4F-4B51-BDA0-42EE7A23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C831CE-E2C9-4DD8-981D-E9CC87E4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A24C89-B22D-4783-A731-433DE905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3E0824-CCB1-4DD9-B270-D58BA7D1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5859E2-4CE2-4046-BCDE-2575409B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2391149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178395-20A0-4B7E-B104-EB198155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157E08-6B9F-487C-8CF8-A432B164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58406-139A-41D2-B2D8-C0195011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3E4CF9-0EA2-49FA-91E2-EC27FA9D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7693B5-C395-4FE0-8892-E1FC6928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8ED3DA-E6B1-4CE1-8FC1-6B8A4DFD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0063F-464B-4282-A307-D76693CB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3E4DAE-9CC3-4E15-AE5E-4A3EC90F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1AE482-426F-4E48-9818-DC23115A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Lists: List values,...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507F7F-28B7-4ED0-A41F-F9A70B21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807BB7-E005-44F4-9A23-5CF0309E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3B425C-855F-454C-8430-0A7D72BF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Lists: List valu...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ECFC64-F09A-409D-B6F7-59223426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C014CE-F1BC-4C41-AAE3-B28C12A8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DE94E8-45B7-4060-932D-1B0114C0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Lists: List...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6B8A67-7205-483A-8692-B9445EA7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240F0A-FE48-45F8-A6BA-385344E9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0D3C76-5937-423F-904C-5B0C5031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Lists: List v...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549F41-FB81-4D3B-B26F-437736C6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8EB128-2240-452B-AC3C-4220ABC5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D6466D-C2B8-494D-ADA6-123C784A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Lists: List values,...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AB2D96-A992-4537-98A7-F3B3543E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3E9C94-DE1D-4FE8-91F2-BA571574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55214145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BB0250-9D5E-4F31-B337-181A40CF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661D9A-F5A8-4408-B3AB-88768106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61BFFF-F117-4156-A653-3C709553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6B44EA-2EA9-492D-BE45-E4A3FB0B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24691A-E9E3-4AF8-AD31-CAAAE43E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8F9CF-24B5-4690-940C-479C086D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CDCC49-95F8-4A5B-AF82-6A3D99B9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F7EB35-4998-4C0C-8B1E-6F59ADEC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EFD76F-92E7-411C-8E64-006032CB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87B743-9559-461B-9DD9-96CA9F81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80B68F-FE45-4600-B552-4D95041C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0EF62D-4A0A-492B-B678-C289BA9C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B1D4EB-0333-4BD8-88B6-EE499F19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F8ED26-099D-4D7E-9405-1AF20099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04CDFF-4AAF-46ED-B554-0BDA8706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26986261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3F476A-E8D3-4809-B9DB-8DDC0B06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1AF188-579B-461F-A35B-FBEF908C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80FEC6-9EDF-4E74-B280-94DB5B57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F6F631-549E-475C-8A39-2797A64B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3E9B20-7086-4B98-9F59-1F39848E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7D1D24-7BE0-480F-904D-0C284656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Lists: List values, accessing elements, List length, List...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B6C630-4279-4686-A6B7-0A28011F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9E73DB-02C6-476B-8C27-F8818A6D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9B5C25-2725-4BBB-8F79-6172C583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30BDF7-8971-4CB2-ADBB-36F1EA07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AB0DEE-6A92-4431-BB05-320D19D6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90124190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9815EB-8593-46E7-8BD3-91FC3834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6760C0-9F40-4BE7-9335-432585D1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70EC6D-0D3E-4B90-A817-E8F94743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954962-B36D-4AC6-BDA5-FACE7142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97A041-E9FC-41B8-B355-9C44AEF8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Chapter: 5.1, 5.2, 5.3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E979F2-408A-472E-93AA-853686F5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Chapter: 5.1, 5.2, 5.3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4545BA-FA08-4FC6-87DC-92CAB66D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2A6D23-C82C-4E22-A2E5-6B53647B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BEBA2A-5465-47EF-A8DD-F3F70BCE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2AF8ED-B946-4507-8B1E-99CF3620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1E20BB-4100-4D93-899F-400226ED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B1374D-CC1E-4065-9CDA-505FC2D6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A09547-C38C-4275-9FB2-8D3A2DEE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8CDF82-CEF7-4AC6-ACCB-2E7FE64C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8A8421-855E-468B-8EA6-DF472202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697D2C-EB95-4C92-ADC4-8B49BA7A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03545294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D0310A-C0E5-4BEB-BAF4-26BDF800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B7B4BB-5C7E-4D10-BF18-1BA624F7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82F80D-F5F2-4061-B5B6-DEB6832F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F020A8-E430-4F7F-A3C3-4B0ED33B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42B712-1E64-482E-923A-FC6C6B5B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9DD6C-D393-46BA-9372-64A5F6B3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3CCA40-5215-4FF5-8A0D-5CD92698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F7B5A2-233A-4E8F-8E1E-05C6DE6C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E8BF27-453D-4714-8D08-6FACB0D1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Chapter: 5.1, 5.2, 5...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1BC709-1E48-4512-AE77-BC47251E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372EAF-7DC8-4EC1-9467-71DA80EA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6D4659-E8CE-4629-8FAB-7BB9A029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Chapter: 5.1, 5....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5E8DFC-9A8B-4B6F-8104-1DC7BA19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ED3B5E-E80B-4F77-AFA1-845C3146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069F06-305B-4063-B61B-B0B8D3CF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Chapter: 5.1...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503D09-87E8-42A0-8C7E-8E255755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205B5A-D491-4A74-9627-7544A8F5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640661-E75C-4C2A-9ABC-4E5BE8F5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Chapter: 5.1,...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3B696E-A6FE-4BC0-88B7-22BBCB70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6A383F-C25A-467B-9FE8-EE7995E6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6E6E87-2D98-4346-9F00-C92AC377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Chapter: 5.1, 5.2,...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F392C7-2B62-400B-BFF5-D2AAD02F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535EFC-D5DE-4CF8-9199-E7C6997D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0303989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A63221-50DF-4CD6-B2E5-4761C97F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C42C38-5887-4C2A-8E57-A59544A6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E1C099-DE1C-4A69-98DB-1FEE2FD1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81BAF0-B71D-4461-9DDD-B863A356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46D5B4-258C-4F4C-9966-7D30D33B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CDE47B-7215-4DE3-ABFA-8CB55D6D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DC23AF-E267-4CEC-A976-E0101669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CF902C-6367-4512-877A-7BF4CD47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D75C97-C2AE-4130-B9DE-E3BAC6BF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A12E6-C26B-4809-AE26-BAA0F04B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FB387D-DD2D-418B-8A18-CE0EA5A7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4CA11F-AB17-4C92-BDE5-33003A67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EF8A60-A597-437F-90B0-E45DF7C0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44E874-2BBE-4CCF-9838-A82C311D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5D031E-C938-4552-80D2-9A649BB7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74673322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4A6F2B-78EA-495C-B340-EF24D783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777B72-A694-49F8-BC83-F932A5B1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47FB75-984B-4F0F-A3EA-64D8466C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A2B19B-32B9-42D1-86B8-2C74EEB8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22FE28-E728-465F-8058-6F1331F3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5572DE-8629-43A3-80B8-1B147873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Chapter: 5.1, 5.2, 5.3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966C85-E5C6-4D24-8ADE-B0E67D89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453B27-D64B-4EF3-A7A0-353E89CD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F23971-B855-4A8D-A439-E446FB8B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CDD575-2299-44D6-8C64-2DE07154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EB6F48-77CA-45CC-89F7-23FB52ED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77560910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C0648-5823-4876-A525-7799824E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8624DE-D0C4-4E79-9DCE-EA66DD5C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B807DB-A3B7-45F2-BA0C-0FFA0188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B7714A-A2A4-4D32-8232-BC70BC7E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71743C-580A-4E54-AADF-E1B608CF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A12949-0AAF-4F65-93A5-32B831C7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09757273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CCD5BA-A95A-4E9A-8DBA-C5D2BCC0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11949-3402-47EE-950E-C2398EAC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388890-D21E-4484-99CB-29747B54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1A4DC3-8210-4267-97FA-8FC717D1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0466D8-5864-4626-A0A8-999C3301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Strings: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single: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things: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parts: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34862-A621-4413-920F-1F787CF7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53318487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D3062-571F-40C9-85AA-17D06632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3DA5B3-5100-461B-8A38-1896AFCE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CD2775-4196-4CC8-81B3-7EABA43F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934440-8011-411A-BCF9-5F28A153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305EE2-C65B-4AF5-B82C-C2D3C045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Input: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Variables: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Decision/loop: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State update: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Output: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FCC8B7-EAE2-4CA3-9FCA-1576249F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73328933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B7F8D7-A46F-4D0E-9106-066B8FE2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43F7E6-143E-45CC-BD76-1D5593AD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FCC30B-93D7-4844-8B04-16CF3F0C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21D117-374F-496A-A093-FA2C4979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BDB6BE-2F82-4738-B20B-76C64169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Pasting code without explaining data flow, control flow, and the point where the output is produced.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5D6039-EF5C-4B16-AB7B-B0FE63E2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60248466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887B58-FFB0-44B3-B561-362ACE1E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1A2FC9-D051-4BC6-A304-BCF68CE7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1F7AD8-0498-4B9C-A46A-08D7FD1B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E45EFC-BCEA-4EEF-90C6-4AC95643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67ACFD-3265-47CE-8323-9F147566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Strings: Working with strings as single things, working with the parts...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Tuples: Tuples are used for grouping data, Tuple assignment, Tuples as...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Lists: List values, accessing elements, List length, List membership, L...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Chapter: 5.1, 5.2, 5.3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2751A6-D69D-48BB-864F-8D7647E5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658AF-2DDF-4C09-8401-87371F62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83FE0E-0755-4927-88FE-97C72F8E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00967012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DF1455-D154-49EB-B33B-19FF4578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880689-3DA8-4A5D-B034-C9F16023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Tuples: Tuples are used for grouping data,...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776678-919E-428B-A20A-A837F449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DE94EE-8ABC-4540-8738-2B7C09B3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BFF075-E1E7-4EA4-B568-E138A19F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79F12F-1EDC-4019-9427-34F40781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3A6C85-C4A7-44FB-8C48-62B52092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2A81C2-B995-4CF9-9DAB-E5FD2C38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83851D-53E4-4477-B5F7-C3791A30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59CC15-0512-48CC-91B3-89388252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446CC8-A0EB-48BF-883B-BEA0B092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632C68-DBCA-4C21-B45C-8F58ECF9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389519-A16A-4655-8BFE-76277530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17CAA7-D342-4802-854B-A574D9CB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E98A20-7E54-4BAE-9279-61B3D9FF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2CCC04-C4C1-4EE9-92F0-DB542712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BADE3D-17C6-4F43-851C-350E6DDF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19BA0D-E5BC-4251-9F93-4826FF11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68EFA3-1E4E-4478-9BFE-2A3960D4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71E902-1828-4894-8AEB-ADF21C15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FF50F0-2FC2-4CF0-BA37-2426853C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146A81-6295-4403-AB71-BC8D67D8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79A7B8-EDA9-4537-9981-5E5D0105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D6B3E6-6E10-4539-8D48-3C77A379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6EF8AF-5DE8-4C9C-B8BF-FC9C4D97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CA0DF5-7AE6-4D79-B96F-A64F38ED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EC6C1A-EFFE-4C65-980E-F2E15250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22AC50-C5AB-423B-BD24-EB13D8B3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32D8AB-3C67-4384-BA20-E474CF8A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2D2126-1F55-45C3-B314-2B95230E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F2139E-E8E7-4E61-AC98-53735B01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054CD0-608D-4773-941E-A620266B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36624769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4AD315-D80F-4C34-ADE2-9576BC6F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E8B840-FBD9-4036-A187-51213C07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Lists: List values, accessing elements, Lis...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BB9CAC-E7BE-4D14-A829-1A99EFAA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DC2522-8C4E-4048-96EC-2F2D99DB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A69181-F72D-4C84-B050-5C2549AE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D11E04-1267-4607-ADC0-B86B45EB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F160F0-EB9A-49BA-B9AA-B7FCA6D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04A9D9-DCA0-4F81-8778-54F5BC32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586625-2CEB-4353-9D72-80D673B9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F938B5-176A-4948-B63F-4CB1C6CC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58937A-FE13-4B79-A022-78CD2709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8B0657-32DC-42E9-9862-3E046488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6D70B1-4079-4DA1-A135-245C6E27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272D08-7342-4BD8-BE46-4F34078B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9CC391-E938-44D3-82CA-CEFB7ADC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5FE0BF-477A-4977-B877-062C1A8D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637CB5-1399-4830-903C-A72A44B6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EA0615-6461-4EDB-87E3-DD8A77D0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105B73-BA53-4664-B48A-56B8DE9E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BBB098-E459-417F-8811-680FF6E0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CE1759-76FF-4CA0-9E78-551C1BB7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B8161D-2D4A-4B91-BB04-E2287AE6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BD19A7-B761-4D31-B55C-761FFF48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F6CC9D-E661-49BB-AB3F-C76CBA7A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FC1288-B279-4641-BC10-E92F8789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0F94FC-1363-4796-ADDF-670D4920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631990-0DD6-469E-81A1-E62684D2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5054AA-9934-4C24-99AB-E99AE364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06EB1F-525E-41F6-BF3F-5CD58BA2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E9E1A1-0228-48D5-BC8F-885A75E3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3F22E1-1440-4ACE-9153-586D2204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24393F-1AB5-4C5B-B534-B099FF4C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36845247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8EC1DD-6073-46A8-B5CC-04DB4D0F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63E971-5552-46DB-9BE8-83173DA4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Chapter: 5.1, 5.2, 5.3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497D91-9D29-4E9B-8B2D-B6E28A44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0A9690-32D6-4510-9CD0-64D6D415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1AFA6-0FFE-4CF1-A879-438CD1C4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98E8DF-CBF8-491D-89A7-303F6107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E94BD-C154-4628-B99E-1850A35C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418DB4-B663-483E-BAB0-13134D75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8C12FC-F90F-4277-83C7-793AD9C9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4515AD-39DB-47B7-9DCC-2DA1EC97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EA0313-2151-43DD-B5A2-B89B7F1C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B383CF-EECB-41D3-96CE-D5E92343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845C40-C2D0-4762-ABBA-145D9D3A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9520FB-94E4-4277-807C-A3BA0241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9AF06F-B2A4-4CDB-BF0A-C3782E1B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7C5C6C-8765-41EC-A1F9-549BB607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70CA8F-8D92-4ACB-B5EB-54551B37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E61D46-9746-49AD-9311-227CB15F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F63E31-EED5-4D04-9FF8-189636B7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077DFD-6E71-4FA2-8477-57AC2952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4B336F-53CD-42C8-89CA-C161E132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84E4CE-C80F-41F3-91A1-5CD2A033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95F747-1AAA-44DE-A896-EF715244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6490D8-1043-4480-99E9-D8598DA3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AC2CF0-7F53-4673-8D97-3D805445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24D678-1666-4A11-80FD-6C7A7E7F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6CA629-3D00-4E32-9B23-E968CEE7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1C8C39-9513-4E51-BA7F-F0A901AE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4A0E63-2C53-4412-8E5D-C2EEB8A2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8164F6-1C26-42C1-80DE-7927869E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F91DE9-0842-4E79-AFE3-1976BBCE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8F53E1-70A8-4282-9437-B2400666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79771438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A070A6-5C51-4FCF-81C0-4A0BC9D4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92DA85-43AE-4955-890F-946A430B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Strings: Working with strings as single thi...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CA92B7-6CDD-41FA-A19F-0A7DC717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487722-3E81-4293-B834-170329A5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C6F174-C0E9-46D7-B257-C5109BC4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6A091E-CA3A-4403-9B70-EFBB01FC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184BFF-218B-41B3-BCEB-3B0716B5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822A5E-726C-4F9D-B23E-5D029D54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27876A-FB15-4E73-8FE5-03687D7A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FD857D-6170-40F6-8FC2-BCA89D1B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0C2D8F-06F2-4DFA-B10C-8506706F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F33BAF-15ED-49DD-B8B4-2A8EB456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BE1F29-8062-4710-AEE3-5F6AD7B5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8DE754-C723-42E4-8338-69CE1BA0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97B311-9C6A-4E97-A4DA-C09A9988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E15577-9954-4BFC-BA20-D0111DFB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0F418F-F7EF-48D9-B97E-7B5CE25E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066CB7-E9C7-4282-88C7-A9F71794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3A947D-3BBB-42DE-A8B3-649350EC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D4DCF5-F273-4B1E-809C-CDDCDDC5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5884E0-4F3C-4D29-9C9A-D85347AD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57FECD-A50E-4F48-BBCD-2F354D67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F2C182-2BE3-4BEF-8EB0-689C48C9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5BAF11-2D97-483B-918B-C1DE71EA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FE103E-74C5-4184-92CC-D0B9C6F8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65D686-5897-4372-8DFB-C2C249B8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F73145-74BD-4889-A18C-2C270873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832F25-E740-4E6C-B24B-E3CDE47A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BF3820-0D1A-43FB-89EE-861122B4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F1E823-EB95-4A13-A66C-09D8CEDD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AB38B2-B888-4690-8B5D-D3BF376E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040CC5-37F8-476E-98C2-92CE2A33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210880666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7835DA-6F4D-4F85-862B-6CD75146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6CD9DC-FD3C-4012-87E4-4900D197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Tuples: Tuples are used for grouping data,...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3CFA4-7012-4921-A12A-4D93BCAF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809624-B5CC-4D10-96C1-E2EB2143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6B4475-CE38-4254-858C-AC91D35B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5B186-EC45-4901-AE07-7BA1E910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A93588-2BD5-4771-984C-354AEC53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D96719-9F19-40A7-8AAF-BCA27715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2F6EFC-5992-467B-BD10-C160A899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A12371-58A1-46C9-92CA-0ECD9A0B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F6625F-444E-4264-AE84-DCAA343B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22244F-6A3F-4AFC-B720-AE5D1BAD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66D6E1-BC53-47CD-BD52-32C0DC9F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655F0E-0658-4BB6-B8E5-7C920D4A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6067B6-E95D-4382-9D19-84F902B8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FCBA62-924E-4A70-AEF0-DA2E5CCC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E79B5D-EEAD-4918-87FD-B88B0999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3BA538-E58E-456F-B048-9E580D9A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53C958-08E6-41F9-9EC8-F4EB0770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C386D0-BA9E-4CE5-9F68-A4E8CFE3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6D5410-22A8-4D55-8E96-C73184C5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6CD895-F9EE-498A-B4E9-5FD1D111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119FEB-D991-48DC-8872-D62B857F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910958-0505-476C-A742-BBC14F41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D4DB05-58DD-45C8-8133-0A46060D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B9B0DB-EE6D-4854-A2D6-88ED11E3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6D6E46-0F3F-4853-BAC4-066F999B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79B7F5-4A40-4FDD-9EEB-55A8BB61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A09145-113D-4DDF-9E77-2E6662A8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C990B9-AC2A-4E70-B022-A5316CEE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3B2805-529F-4C7D-B227-96CF9228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9D53C4-021D-456C-A219-6ECB1495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4710406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AF37BF-890E-4B6D-A48C-618B758C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5EBF37-916C-42A6-9612-EF42C63F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Lists: List values, accessing elements, Lis...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714E65-6FF0-4B68-88D5-BBC8FD79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2A60BE-0B85-4433-A3D4-BEABA861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C85ECB-7ED5-4FC1-ADC3-1F968BA5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D68450-E014-4992-BD22-17EFDDFE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335B38-05CD-4529-9C8E-4AC43DC6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8BA9ED-CA22-4927-9E58-59154C2E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E906B2-B8E3-4D09-AC32-6DBB5D39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669ADC-0381-4EE3-9CD8-1A5FAE8A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3C9AAA-15CE-43A1-BAB6-D4357CB9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30FCBF-4210-4451-B4AE-83902C6E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5E2612-E600-4CA3-B47B-2FB02EB3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AFBFD9-8F3D-427D-85E1-62C0C586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2FB268-9F8B-45B8-96F3-8DAB8E1E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1DFED8-0EA7-4524-81B0-58596DB7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843BDC-E031-41A6-B928-BC505336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1D3042-0548-4695-B618-D3D0454C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151C77-75AF-4AEB-BDA5-A5AB80F6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EA9E6D-B48C-44C7-A07A-D2BA4231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D9ADAA-E59B-4A43-BF63-BDDC9661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5D2940-3EB8-4F9C-955A-5AB098F2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4B2523-A6A3-4DE2-8E75-DCD2B08B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A438A5-46A9-467A-A0C0-7E964361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56C1F7-0F48-4CDD-AA0C-7DB591E2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4A585F-E44C-4450-80DF-D534BD7D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ED4091-F14A-4AE2-A0D3-EEF4D183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0A5FAA-5A55-4A37-AA79-55ACE86C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5E37DF-775E-4751-84E4-2ED94044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0D6020-C1C9-45B6-862D-0D29FA95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463DBE-DD8B-4BD2-8EEA-703D5709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3449BF-F24D-4D07-BF30-1018E0B7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22342181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DB0504-3958-49D8-AF4D-CDE712D6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56D3F3-3480-4EA3-85A5-533C9920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Chapter: 5.1, 5.2, 5.3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D279F8-E4B8-498B-A509-7FD2DE11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CEC5A3-E503-4E8C-BBD0-9A1227F7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588A5E-4D97-4868-AB5C-54288D59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2D50C1-A25D-4CC8-9472-DA13E113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9340FD-E83B-4772-9E9B-AE98F963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EED7EC-54D4-4317-8470-DECCA749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063E9E-20D6-4669-8E9A-444A0B64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6AD4B6-73AA-4B43-9A48-AC3DD4A3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BAC46F-00B7-4AEE-9A31-19B1AA07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386254-42EB-436B-91D6-21367C53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182F2E-F475-424B-83A1-8F0CBADB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7D6E5E-A151-41B6-BE89-68B65373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767207-049D-408E-ADD9-E4DDD24F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DC38F0-59B1-4287-9386-D72C820C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D1F1E7-FAC6-4A23-A611-8784CBCD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7E385A-87E4-4359-A092-93774BAB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8E2F96-819E-4B5E-BE08-947FD2A2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0CC0BE-7111-4659-817C-A312857A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BF0A00-19C8-486D-B46C-C10A82C7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F28EFE-814D-42CA-9A8C-62CCB46D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5E22BC-EC3F-4C04-B430-43D77810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B6F20F-60C8-427A-B37B-A54D540F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5AD959-159A-42F1-99E1-E79FB5C0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9D88C3-79F9-4623-917B-0BF37737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F23A46-5A66-4C4F-BE83-D8B9358B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A4B83A-05E1-4F30-B04F-CEF6C55D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CDC794-34A7-4A17-BF02-A739EEC6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DB7B36-9B85-42CB-B05A-FD4FB5AB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74CB38-4188-42FF-B56A-58B02484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92326E-70E5-42C3-8BE6-315491F3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95946404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23F99D-3ADA-4FE6-9C7A-37602B24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CC2774-6ECB-4D27-969E-C37130E7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Strings: Working with strings as single thi...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8FE23E-40A9-4D48-92C7-D2A66F48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8FA449-CBDA-4A8F-B393-74A0732B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487C4-9F1F-4239-AC0E-0D3C5437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BA1C5F-32BD-47F7-938D-39E174C3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11103C-B414-40E6-AA83-6D32BD3F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D79922-A275-4C51-969A-9A4B0D3E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412BBE-ED7A-49DC-A27A-168C9797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BDB887-921D-453A-B4A4-92020D9A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0AB0B7-FC3C-42D2-89C0-6A4D743C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FD0417-7D07-491F-AF50-A6805350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F9C6DE-FF08-4F79-BB02-E516EA9F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4E7EBC-0A52-41AA-9990-276E8589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CAFFBA-6233-457E-8F39-FDDE8050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6322CD-026D-490B-B2D2-DAC628A7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6CE030-E2EE-43D6-ACDB-5BB4CE3E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A757CC-56D2-4C66-A80E-D8F471AA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FA92AF-8990-4A88-BC87-8FD0AF90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93C337-63AE-4E7A-BB71-664BDA8C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2A44B3-B6C6-48ED-B63F-B58CDEFD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A76C62-AF1B-4B02-9947-281DBF53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5EB75B-87FF-4204-B56A-7B7AFA67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4E7E64-D216-4D90-A596-D7417DF4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17F9E2-2A54-48F8-BB01-EA67128E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651792-DA66-4A1D-B618-0872AD0E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5F8CB8-7349-4021-A109-A98FEEDD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9A0085-5E69-476E-B0A1-37547A60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CA9831-5770-4DF9-AF1C-D98BFEEB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5C8E51-C40E-4E8F-A012-2531A748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C8BBA2-D059-48D5-A3B9-53585A84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78FD87-322F-461F-B0BA-F013193A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80050219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842AD8-BDFC-408D-9274-4CBC9DA9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D652F2-422C-42EC-9077-55DFA50D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Tuples: Tuples are used for grouping data,...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4113CE-C0D0-4668-891E-19D6BA0E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3B967F-0393-4B03-B77C-0BED1B37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1272E5-E449-4D58-A864-98B904E6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20F641-306F-4823-A214-77519B64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2588F6-10E4-41DC-B891-EF8ABC74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47FB0A-DB78-4A08-966D-4466FD95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C39265-9029-4102-9696-30BDEAF1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2F35E0-AB0D-4976-9120-E4B8DD0C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68463E-C1C2-47D8-B00B-332FA00F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853044-90AB-41DE-A920-5BA4BA51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E002EB-5260-4835-847C-7A706196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8D4812-EA61-4AA5-9561-76BD78D2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79160E-4931-437E-9611-FFBF32D2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F3009E-4D3E-497C-8585-C91796E2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DCD1EE-2B34-43AD-A9F0-D26B3F80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BC7E0F-1E28-4DF3-B76B-133A7804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3EF485-DBFA-4BFA-9E2D-BC1E2CF3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C3FFF4-C37B-431F-B315-5EF2FB34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7B1A87-64D1-44C5-AF26-B92AA4BC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DB5B7E-3259-46BE-A643-F4A884A7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A7E230-D3FE-4E22-9581-4C48752A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E076F9-5CD4-48E8-83D1-153B6E45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A57EDF-47F6-4F19-B091-BAAD12AF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944577-FCE8-44C9-9DD8-53263168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267CEC-5A06-46DA-AD52-C94E8D95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DD75AD-354F-41CB-B700-E5B038F0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8D1851-28C6-4183-B51B-5E90137D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6E69F1-41F6-471B-9BED-E83F3ADA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D82E0F-90BE-4F59-A8B0-CBEE07D6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8B2D10-B0D0-41B8-AEFA-16635D6C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201567227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047826-16B5-4FBC-AFE6-6BB1C38C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0DC627-222A-4C4A-B625-7B71409A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Lists: List values, accessing elements, Lis...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2292FA-6E84-4ACB-9F22-CC88D95F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583B96-4492-45ED-A7B6-E28EE1AC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D8C41A-A4B3-41BF-BE01-B3E51586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B174C7-8003-4DA6-AE58-EF0F5748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F633BA-C630-4912-9A14-16FFF302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F3B87B-D974-4263-B782-09AFA3FD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3DE90E-F27D-44B3-B5C5-DC0FDB3A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6608F3-C533-43A4-80CE-EB4C49E3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E66D3B-6AF1-4EE6-9604-523AC8FE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820637-68BA-486C-BA46-F57DD6B7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036B43-7934-4AB7-869D-F7D5B69C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DF5959-C13C-4CE9-9299-D7F9156D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CE0029-BA6B-4B24-8458-4AEF0F1A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069758-43F6-4430-8FB0-D3A4D6A9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51F9A6-D764-42E9-B44E-667D633E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2D6F7A-A22A-480F-8069-6BA482FF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73C07B-2A5F-4701-BC03-B40C40BC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E03824-B7F7-448D-9ECF-DB2D3209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A22B46-84D8-4731-A19D-AA8ACD71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ACA5F0-58F5-42E0-8B13-E860C24A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5E1B75-E4D1-426A-8715-A6CBC396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777E31-86BF-4A0E-B2CD-1C9062B1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47A8FF-4D84-41EB-A0DF-EC2D6269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0FF6D7-B5CE-43E1-9DA9-2A99C5DE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94CA3C-F46B-458B-A737-B52D73E6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52EE32-97E2-4DB2-AAFE-630A2622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B34402-B13E-425E-B7FB-491F76F4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8B27ED-49E4-40AB-BA52-B7DB9A14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7F7C73-2DE2-45FA-A5E3-96DB7EF5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4598BB-6B72-404A-A93B-6E5D6C1D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35031732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FE9958-528E-4836-9765-E2B4A17D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2A6E5A-1AB2-414B-A764-30421D78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Chapter: 5.1, 5.2, 5.3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9E17FC-BFED-4FDD-8C86-4BFD3200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E4093A-84C7-4621-8B95-5659A497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FBF0F0-3D7D-4337-9FC1-7F527295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B88B2B-F1A4-4ABD-96A1-A2C04AEC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10660A-2A3D-483B-AA44-85C0E80D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90C346-3DC2-4149-BA94-890728BF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298EF0-CCB9-4B33-91D1-96C86EF1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BD715A-C349-4800-A801-E8F00933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66C533-52C1-4E56-A2DA-E3E22B09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3DF08F-0BA5-48CB-BE8D-2682964D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8A3C43-7C72-4866-8A86-11569CB3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880D6B-1CDB-4C65-A071-D2F49B98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9C83D8-F96B-44E3-A66F-CD442170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B73C38-4527-467F-B7FB-9390D677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64EF5C-C36C-4471-A854-50C547C0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B9FA5F-D350-4003-8FF9-D09AD55F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57A8AE-7687-4026-B093-2E9FFF04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1D11DC-43BA-4385-BE2D-C7F6B5EB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1CB856-1E9D-4729-91A2-59940973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011C4E-B251-4C8E-AB88-FE107A0A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B23891-6742-4583-9EFA-3567ED31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0887F7-9C51-4E4D-A7C6-47D7E016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2C1FC3-126D-479D-87EB-868693F3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D6EAE2-30C6-4BC9-B2F7-E6FCA6FB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EECF6A-3383-4A76-A620-C7582ED4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5B6096-182A-4099-9557-F9E399DD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B7A1A5-08A8-47B0-B2E6-F56E46C4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F9376D-8635-4044-8603-E74044CD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2C9503-3B33-42E5-9A6B-91687ECD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8F281D-CE70-4A07-AE51-6FE3D7D5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98311506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5C68E0-1C04-4653-BEC4-F87282F3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2BC40F-BE39-41DE-B932-946B484E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Strings: Working with strings as single thi...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E18004-D36D-4BB8-AC75-A533CBB9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F7B4F1-76C8-4F18-BFC0-9D6D8289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0A0F5A-2E89-4C58-8936-D7D3CD00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0D3F79-BD92-4C97-A25A-8751D058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7DD13-55CD-4083-9E9F-C3CDE5E4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2A1964-57EE-480B-8E81-59C2500F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295983-6ED3-4B67-854B-D7B39FA5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43BCE5-33C6-4D59-B894-5942542C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E2F796-CCBE-4B4C-BA0D-A3EB26BC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9FB3C1-6E95-41DC-B227-E1EDA599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020BC4-B1D1-46C1-800D-421FBF21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B900EE-9292-49C8-A735-160D7493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519AA7-860C-485E-8C88-15E5DFC2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A54A51-F29E-4DF2-A003-BDC6B124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D3C18E-5274-4BE8-AEF0-8E6A3C88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2184F3-BAB7-4A8E-93AC-732913ED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957A8E-4E38-4DA7-BCE1-9B556A94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5EC1D8-25C3-478A-AE76-939D5AA4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16FD56-888E-4F6F-B06C-63B9D90A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A60ED2-092C-4DD6-8490-350F1646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2A0015-E893-44EE-8C0E-5E07A0CD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00AA4E-E0D7-4F4B-BD1E-45761BFB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AD1803-AB6B-46E6-8005-04575F7C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CBE225-AE2F-421B-91EB-4BA3820A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C06ABF-C99C-4A10-A38A-2FFF8C76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2131C9-2C9E-4211-9C73-FE6D0797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439A21-D968-4D8B-B353-114C9886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715971-9DA8-46FD-8951-F3AFDA23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E83CEE-FC3A-4E88-B89B-A1B4C89A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D8D921-7F13-4ECA-9A6B-78CCF4C6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49214424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DE098B-D773-468F-8156-B7DDEB25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FEDD06-9123-4CF1-B95A-B1CF120F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Tuples: Tuples are used for grouping data,...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AED02F-6FFB-46AA-A513-5DB336EB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F0E001-05DE-404F-BE3D-20F5811B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B0A67D-F5D2-46A7-A5CA-034C0B8B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D39010-F766-469E-BC16-43CC29C8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B58D38-AD5F-4720-B3ED-C69C497E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05905C-3A18-494B-8237-664D8A72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8679A6-0863-4D15-8550-258E17F3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69A384-9F1F-41FF-80A7-5E793CE1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9C97C0-C4BC-4D64-A6D3-0EDF987C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0FABE9-42DB-41BD-98FB-77E41982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BEF6AA-CC2E-4126-8D6F-BE25AAD4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A8F48A-F70B-4BC9-A883-285B7613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A4585A-E284-4FC1-B168-A26808A1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28C47C-FD00-42A0-B2DF-A177B6D9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86FD8B-5074-4078-8005-545FE657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A9B31A-1C49-4FF4-8757-F04A5E36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643E5B-B7F2-40A6-8756-AB8508F0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B5FD34-F3E6-4172-878F-4B59C0AE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BB46F4-6189-4C87-BB17-8FFDDE71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7AC49A-E224-4328-930E-302B1487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9F1338-5388-4055-953E-9638FEED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C3B9E5-E8DF-4501-9935-4F87AC7A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199EC5-4546-4264-82E5-BD168B92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DD779B-4C45-4E68-AFDE-E8D1BE93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575D5C-7BDF-41D2-958C-23861B75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A86181-574C-4414-8E62-0C34C94F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784CDB-A60F-43F8-9096-70944C9E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77CFDA-88F0-4793-B455-BA8687E3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C42B34-1C2D-4289-81BA-D4C6B1FB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27D38D-8D3E-421B-9FED-B7C1AEDC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78114380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53CCFB-CE8D-4665-8336-A1AB1CF8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6B950D-344D-4650-8A10-71BA5D12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Lists: List values, accessing elements, Lis...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567AFF-B7FC-4FDB-9420-3B9BCB8B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1D29A6-D8C9-48CD-B882-DC3054C4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ED9495-D7CB-46BD-B114-E213057D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1CF5F5-C561-4C93-94C8-5E5B847A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776CD7-2B2A-4518-B98A-EC67A115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3348E5-0D83-4360-A843-2166BBB7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6142FF-BC04-4C72-AB88-345C0A49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DCD183-C822-44BA-9426-0F968715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7422B5-1C42-4BFC-8C67-9A7BBCF2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618E99-F287-4D4B-AD73-86B2F29B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57F923-73F5-42DA-8C74-60EC5447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67307C-E337-4633-87F5-3E1847F1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DA9BD0-60D4-4600-A48A-6D9241BB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140A71-A4AC-4AB1-9D35-4BE44B91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35DC5C-C45C-4C5E-944E-3F1A9559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AFF81B-654A-4F7B-85A1-723A5EDC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E88A2B-743A-460B-AACD-663C2222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043250-C2EB-4AA5-8524-65E7237F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CB6F24-E668-4AE1-AFEF-24C7BDA0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2498C4-49D6-4DEB-95B2-2ED0D131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E15FDD-D849-4DA8-BCFB-17B3BB3A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37978F-0E16-426A-BB1B-AE8A6A13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1D2C01-430A-479C-83C6-1F47A4A4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375527-063B-41DE-8AF6-32C0A104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980283-D513-40A1-A926-A6077D73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8107D0-FB68-45BA-A4F5-809F38C6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98D720-2D94-42B8-87B5-65E6E9D2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ACF24E-E108-4B28-AEF9-98A60E9A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6943A5-E1B6-4C6D-AB43-45381403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77EAAC-2D86-47C8-8F0A-4871C59B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03978587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9A713C-AC53-463C-8C3D-88350AA3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D29EBA-01B3-441C-AC59-9AD50219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Chapter: 5.1, 5.2, 5.3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05A074-29D2-465C-92BE-186E602E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A1E984-7BD3-41E2-9D53-3BE814F7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534472-18B5-468C-A211-50C80E52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67FED6-E835-453C-B4A3-0D88C875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FC5A88-E265-41B5-B4DE-AC19A872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11D286-283B-4D78-AD5C-FB6859DB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538498-2ECA-47B8-B365-BC8F0522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EDE259-7E70-4776-B7C8-526E477A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553E16-33A7-4000-B8FA-8C8B4728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DACEDB-D519-43CA-B805-208A4623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1DED5E-5F80-49AC-BCB6-E9814466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681AB8-5729-43D0-A8B0-50E7057A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EA5E81-8664-4AF3-B4F0-3F6063AB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C305D3-5161-4EDC-8CB8-67CAC2CB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075E38-520F-4DAC-88F3-94AB2D69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4EE4FD-59DD-4850-9F82-157BC7C9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13DA7B-D74D-4DC2-BD8C-BFBE0E0B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CE9FF2-A6B7-41A6-8D0B-518E4FA9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BF3F8C-3F78-40F9-832B-8A79A0C9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D107E9-5A5D-413A-90BD-EAF24B99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9B22FB-9E12-48C5-8016-C7D564EE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9D16EB-7D44-42A4-B6E6-EA41E619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43EC2C-F4FB-498A-AC26-77F22A45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AE21AF-310F-46CA-B379-A1EFAC9B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D5E1BA-DC69-497C-A69E-8C356921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0F7C63-188C-40C6-A93F-881B586C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A26B93-C972-412E-8C56-63C0DAF8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01BED2-11CD-4BD4-B012-4975321D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401BC2-9D04-4B41-9173-946BC13C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09940D-60BF-479A-96EF-4340F7FE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214032968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1174C8-AE63-41FB-9BC8-A725F2BC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591DA8-2C08-4B1A-A3C9-96B5767E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Strings: Working with strings as single thi...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0B995E-9A3A-45E6-8C99-27FCD4F4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DC15EF-0842-4A65-86CF-5494FD38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DB89DC-F255-4EF5-9B0B-7098E099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214D45-F8B1-4F47-B4FE-5D9A4A4F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025861-160B-4B9C-A36F-EB0BB1AF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4857AC-CD3A-4F8B-8F05-767704CE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2A4FEE-7BBA-4F06-91F3-B7622580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379095-A163-4923-A8AB-873D9D7E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35DEAA-FDA8-447E-B338-DCCEDE9F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7822BC-312E-41AD-A0CC-63815CA5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01A193-335B-4C76-A05B-3AB2826A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6DC205-2E71-455A-AE5C-8B0B95D9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88BB70-A8B7-4741-89CE-9CAEB30C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899FF0-36BF-4CF8-91AD-F2AAA809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82381E-AD2C-4933-A988-2A9BE251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BD28DF-C092-4BD5-8D23-91780C2C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824458-3077-49FD-96F0-64C1B5D9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A98763-C432-48B0-A7FF-4E81CAF7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8382DB-352D-4784-9C57-354EC01D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02C362-7157-4C48-BED4-7F8CB992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03D457-64D4-4115-868C-0AAE68CF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D05CB8-1197-4331-8A81-AD36E0F4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144D82-1B3D-4EAD-8BB0-09A32E9E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AC5365-89E1-4F6A-848E-7DC73578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E97306-E7DD-48D5-A5D1-DBAD5B31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4D4E08-AC6E-4B8C-9FB1-CCEF08CF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7E52F4-226E-41DD-9571-21174D23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98D80C-3AFC-4DD6-A785-9C0F9675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1B6983-2686-48CB-A94F-C50D70DD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EF70F2-0DAF-4657-B8D1-7DE6ED77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3073026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2026-08-24T16:03:13.6960000Z</dcterms:created>
  <dcterms:modified xsi:type="dcterms:W3CDTF">2026-08-24T16:03:13.6960000Z</dcterms:modified>
</coreProperties>
</file>