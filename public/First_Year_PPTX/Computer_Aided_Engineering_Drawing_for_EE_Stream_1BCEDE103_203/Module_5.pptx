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b1ad0d20e840a2" /><Relationship Type="http://schemas.openxmlformats.org/officeDocument/2006/relationships/extended-properties" Target="/docProps/app.xml" Id="Rfbe36e0264734630" /><Relationship Type="http://schemas.openxmlformats.org/officeDocument/2006/relationships/officeDocument" Target="/ppt/presentation.xml" Id="R693a572460e4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ead5b8c4fd4fd7"/>
  </p:sldMasterIdLst>
  <p:notesMasterIdLst>
    <p:notesMasterId xmlns:r="http://schemas.openxmlformats.org/officeDocument/2006/relationships" r:id="R5205dffb15a049cf"/>
  </p:notesMasterIdLst>
  <p:sldIdLst>
    <p:sldId xmlns:r="http://schemas.openxmlformats.org/officeDocument/2006/relationships" id="256" r:id="R540d5a56d7654cd1"/>
    <p:sldId xmlns:r="http://schemas.openxmlformats.org/officeDocument/2006/relationships" id="257" r:id="R2ab3bfd078584629"/>
    <p:sldId xmlns:r="http://schemas.openxmlformats.org/officeDocument/2006/relationships" id="258" r:id="R339e457ae5534f90"/>
    <p:sldId xmlns:r="http://schemas.openxmlformats.org/officeDocument/2006/relationships" id="259" r:id="Rea79782356f64c62"/>
    <p:sldId xmlns:r="http://schemas.openxmlformats.org/officeDocument/2006/relationships" id="260" r:id="Rf1bee6920f024b78"/>
    <p:sldId xmlns:r="http://schemas.openxmlformats.org/officeDocument/2006/relationships" id="261" r:id="Rae993544bba248a7"/>
    <p:sldId xmlns:r="http://schemas.openxmlformats.org/officeDocument/2006/relationships" id="262" r:id="Rb99078d298854c68"/>
    <p:sldId xmlns:r="http://schemas.openxmlformats.org/officeDocument/2006/relationships" id="263" r:id="R3d0f4ac9564542f4"/>
    <p:sldId xmlns:r="http://schemas.openxmlformats.org/officeDocument/2006/relationships" id="264" r:id="R5f852d213ace4b9f"/>
    <p:sldId xmlns:r="http://schemas.openxmlformats.org/officeDocument/2006/relationships" id="265" r:id="Ra52c2344434643dd"/>
    <p:sldId xmlns:r="http://schemas.openxmlformats.org/officeDocument/2006/relationships" id="266" r:id="R731fd7399c4047f1"/>
    <p:sldId xmlns:r="http://schemas.openxmlformats.org/officeDocument/2006/relationships" id="267" r:id="R4ee4510d4a9c4317"/>
    <p:sldId xmlns:r="http://schemas.openxmlformats.org/officeDocument/2006/relationships" id="268" r:id="Rd911a3cb7b324703"/>
    <p:sldId xmlns:r="http://schemas.openxmlformats.org/officeDocument/2006/relationships" id="269" r:id="Rd5456ec4e3e94cb0"/>
    <p:sldId xmlns:r="http://schemas.openxmlformats.org/officeDocument/2006/relationships" id="270" r:id="R222671e868644764"/>
    <p:sldId xmlns:r="http://schemas.openxmlformats.org/officeDocument/2006/relationships" id="271" r:id="Rda3ef229413c4724"/>
    <p:sldId xmlns:r="http://schemas.openxmlformats.org/officeDocument/2006/relationships" id="272" r:id="R8bc51b97e5124255"/>
    <p:sldId xmlns:r="http://schemas.openxmlformats.org/officeDocument/2006/relationships" id="273" r:id="R02aaffce21564d36"/>
    <p:sldId xmlns:r="http://schemas.openxmlformats.org/officeDocument/2006/relationships" id="274" r:id="Rb7bbe382c7484268"/>
    <p:sldId xmlns:r="http://schemas.openxmlformats.org/officeDocument/2006/relationships" id="275" r:id="Rbe2df1eccf544f12"/>
    <p:sldId xmlns:r="http://schemas.openxmlformats.org/officeDocument/2006/relationships" id="276" r:id="Rf473f6c503f44090"/>
    <p:sldId xmlns:r="http://schemas.openxmlformats.org/officeDocument/2006/relationships" id="277" r:id="Rf915843064fc46af"/>
    <p:sldId xmlns:r="http://schemas.openxmlformats.org/officeDocument/2006/relationships" id="278" r:id="R9775c4fb373f4d92"/>
    <p:sldId xmlns:r="http://schemas.openxmlformats.org/officeDocument/2006/relationships" id="279" r:id="Red1dbfdd63f3430a"/>
    <p:sldId xmlns:r="http://schemas.openxmlformats.org/officeDocument/2006/relationships" id="280" r:id="R6ddb420f93a74fd6"/>
    <p:sldId xmlns:r="http://schemas.openxmlformats.org/officeDocument/2006/relationships" id="281" r:id="R51fec1001d144ad7"/>
    <p:sldId xmlns:r="http://schemas.openxmlformats.org/officeDocument/2006/relationships" id="282" r:id="R143ae60fbcdb43e3"/>
    <p:sldId xmlns:r="http://schemas.openxmlformats.org/officeDocument/2006/relationships" id="283" r:id="Rd634486c13834d5f"/>
    <p:sldId xmlns:r="http://schemas.openxmlformats.org/officeDocument/2006/relationships" id="284" r:id="R502f1f0d6c114c76"/>
    <p:sldId xmlns:r="http://schemas.openxmlformats.org/officeDocument/2006/relationships" id="285" r:id="R4c970c6f05944421"/>
    <p:sldId xmlns:r="http://schemas.openxmlformats.org/officeDocument/2006/relationships" id="286" r:id="R22454c1fc6794baf"/>
    <p:sldId xmlns:r="http://schemas.openxmlformats.org/officeDocument/2006/relationships" id="287" r:id="Re8ee032c504c4a23"/>
    <p:sldId xmlns:r="http://schemas.openxmlformats.org/officeDocument/2006/relationships" id="288" r:id="Rfbd7ffed46264ab7"/>
    <p:sldId xmlns:r="http://schemas.openxmlformats.org/officeDocument/2006/relationships" id="289" r:id="R5967ba1f72164c43"/>
    <p:sldId xmlns:r="http://schemas.openxmlformats.org/officeDocument/2006/relationships" id="290" r:id="Rd6f8da2b8d264f92"/>
    <p:sldId xmlns:r="http://schemas.openxmlformats.org/officeDocument/2006/relationships" id="291" r:id="Re6c34e11c7aa4228"/>
    <p:sldId xmlns:r="http://schemas.openxmlformats.org/officeDocument/2006/relationships" id="292" r:id="Re83f4159b4d64321"/>
    <p:sldId xmlns:r="http://schemas.openxmlformats.org/officeDocument/2006/relationships" id="293" r:id="Rdf567084e890422b"/>
    <p:sldId xmlns:r="http://schemas.openxmlformats.org/officeDocument/2006/relationships" id="294" r:id="R4f56fdbe62e94985"/>
    <p:sldId xmlns:r="http://schemas.openxmlformats.org/officeDocument/2006/relationships" id="295" r:id="Rf7cf011cb95040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9af18b59f4cbd" /><Relationship Type="http://schemas.openxmlformats.org/officeDocument/2006/relationships/slideMaster" Target="/ppt/slideMasters/slideMaster1.xml" Id="Rfbead5b8c4fd4fd7" /><Relationship Type="http://schemas.openxmlformats.org/officeDocument/2006/relationships/notesMaster" Target="/ppt/notesMasters/notesMaster1.xml" Id="R5205dffb15a049cf" /><Relationship Type="http://schemas.openxmlformats.org/officeDocument/2006/relationships/presProps" Target="/ppt/presProps.xml" Id="R44743083e705457b" /><Relationship Type="http://schemas.openxmlformats.org/officeDocument/2006/relationships/tableStyles" Target="/ppt/tableStyles.xml" Id="R253787c60f034919" /><Relationship Type="http://schemas.openxmlformats.org/officeDocument/2006/relationships/slide" Target="/ppt/slides/slide1.xml" Id="R540d5a56d7654cd1" /><Relationship Type="http://schemas.openxmlformats.org/officeDocument/2006/relationships/slide" Target="/ppt/slides/slide2.xml" Id="R2ab3bfd078584629" /><Relationship Type="http://schemas.openxmlformats.org/officeDocument/2006/relationships/slide" Target="/ppt/slides/slide3.xml" Id="R339e457ae5534f90" /><Relationship Type="http://schemas.openxmlformats.org/officeDocument/2006/relationships/slide" Target="/ppt/slides/slide4.xml" Id="Rea79782356f64c62" /><Relationship Type="http://schemas.openxmlformats.org/officeDocument/2006/relationships/slide" Target="/ppt/slides/slide5.xml" Id="Rf1bee6920f024b78" /><Relationship Type="http://schemas.openxmlformats.org/officeDocument/2006/relationships/slide" Target="/ppt/slides/slide6.xml" Id="Rae993544bba248a7" /><Relationship Type="http://schemas.openxmlformats.org/officeDocument/2006/relationships/slide" Target="/ppt/slides/slide7.xml" Id="Rb99078d298854c68" /><Relationship Type="http://schemas.openxmlformats.org/officeDocument/2006/relationships/slide" Target="/ppt/slides/slide8.xml" Id="R3d0f4ac9564542f4" /><Relationship Type="http://schemas.openxmlformats.org/officeDocument/2006/relationships/slide" Target="/ppt/slides/slide9.xml" Id="R5f852d213ace4b9f" /><Relationship Type="http://schemas.openxmlformats.org/officeDocument/2006/relationships/slide" Target="/ppt/slides/slide10.xml" Id="Ra52c2344434643dd" /><Relationship Type="http://schemas.openxmlformats.org/officeDocument/2006/relationships/slide" Target="/ppt/slides/slide11.xml" Id="R731fd7399c4047f1" /><Relationship Type="http://schemas.openxmlformats.org/officeDocument/2006/relationships/slide" Target="/ppt/slides/slide12.xml" Id="R4ee4510d4a9c4317" /><Relationship Type="http://schemas.openxmlformats.org/officeDocument/2006/relationships/slide" Target="/ppt/slides/slide13.xml" Id="Rd911a3cb7b324703" /><Relationship Type="http://schemas.openxmlformats.org/officeDocument/2006/relationships/slide" Target="/ppt/slides/slide14.xml" Id="Rd5456ec4e3e94cb0" /><Relationship Type="http://schemas.openxmlformats.org/officeDocument/2006/relationships/slide" Target="/ppt/slides/slide15.xml" Id="R222671e868644764" /><Relationship Type="http://schemas.openxmlformats.org/officeDocument/2006/relationships/slide" Target="/ppt/slides/slide16.xml" Id="Rda3ef229413c4724" /><Relationship Type="http://schemas.openxmlformats.org/officeDocument/2006/relationships/slide" Target="/ppt/slides/slide17.xml" Id="R8bc51b97e5124255" /><Relationship Type="http://schemas.openxmlformats.org/officeDocument/2006/relationships/slide" Target="/ppt/slides/slide18.xml" Id="R02aaffce21564d36" /><Relationship Type="http://schemas.openxmlformats.org/officeDocument/2006/relationships/slide" Target="/ppt/slides/slide19.xml" Id="Rb7bbe382c7484268" /><Relationship Type="http://schemas.openxmlformats.org/officeDocument/2006/relationships/slide" Target="/ppt/slides/slide20.xml" Id="Rbe2df1eccf544f12" /><Relationship Type="http://schemas.openxmlformats.org/officeDocument/2006/relationships/slide" Target="/ppt/slides/slide21.xml" Id="Rf473f6c503f44090" /><Relationship Type="http://schemas.openxmlformats.org/officeDocument/2006/relationships/slide" Target="/ppt/slides/slide22.xml" Id="Rf915843064fc46af" /><Relationship Type="http://schemas.openxmlformats.org/officeDocument/2006/relationships/slide" Target="/ppt/slides/slide23.xml" Id="R9775c4fb373f4d92" /><Relationship Type="http://schemas.openxmlformats.org/officeDocument/2006/relationships/slide" Target="/ppt/slides/slide24.xml" Id="Red1dbfdd63f3430a" /><Relationship Type="http://schemas.openxmlformats.org/officeDocument/2006/relationships/slide" Target="/ppt/slides/slide25.xml" Id="R6ddb420f93a74fd6" /><Relationship Type="http://schemas.openxmlformats.org/officeDocument/2006/relationships/slide" Target="/ppt/slides/slide26.xml" Id="R51fec1001d144ad7" /><Relationship Type="http://schemas.openxmlformats.org/officeDocument/2006/relationships/slide" Target="/ppt/slides/slide27.xml" Id="R143ae60fbcdb43e3" /><Relationship Type="http://schemas.openxmlformats.org/officeDocument/2006/relationships/slide" Target="/ppt/slides/slide28.xml" Id="Rd634486c13834d5f" /><Relationship Type="http://schemas.openxmlformats.org/officeDocument/2006/relationships/slide" Target="/ppt/slides/slide29.xml" Id="R502f1f0d6c114c76" /><Relationship Type="http://schemas.openxmlformats.org/officeDocument/2006/relationships/slide" Target="/ppt/slides/slide30.xml" Id="R4c970c6f05944421" /><Relationship Type="http://schemas.openxmlformats.org/officeDocument/2006/relationships/slide" Target="/ppt/slides/slide31.xml" Id="R22454c1fc6794baf" /><Relationship Type="http://schemas.openxmlformats.org/officeDocument/2006/relationships/slide" Target="/ppt/slides/slide32.xml" Id="Re8ee032c504c4a23" /><Relationship Type="http://schemas.openxmlformats.org/officeDocument/2006/relationships/slide" Target="/ppt/slides/slide33.xml" Id="Rfbd7ffed46264ab7" /><Relationship Type="http://schemas.openxmlformats.org/officeDocument/2006/relationships/slide" Target="/ppt/slides/slide34.xml" Id="R5967ba1f72164c43" /><Relationship Type="http://schemas.openxmlformats.org/officeDocument/2006/relationships/slide" Target="/ppt/slides/slide35.xml" Id="Rd6f8da2b8d264f92" /><Relationship Type="http://schemas.openxmlformats.org/officeDocument/2006/relationships/slide" Target="/ppt/slides/slide36.xml" Id="Re6c34e11c7aa4228" /><Relationship Type="http://schemas.openxmlformats.org/officeDocument/2006/relationships/slide" Target="/ppt/slides/slide37.xml" Id="Re83f4159b4d64321" /><Relationship Type="http://schemas.openxmlformats.org/officeDocument/2006/relationships/slide" Target="/ppt/slides/slide38.xml" Id="Rdf567084e890422b" /><Relationship Type="http://schemas.openxmlformats.org/officeDocument/2006/relationships/slide" Target="/ppt/slides/slide39.xml" Id="R4f56fdbe62e94985" /><Relationship Type="http://schemas.openxmlformats.org/officeDocument/2006/relationships/slide" Target="/ppt/slides/slide40.xml" Id="Rf7cf011cb950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18191df58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ce393af094aca" /><Relationship Type="http://schemas.openxmlformats.org/officeDocument/2006/relationships/notesMaster" Target="/ppt/notesMasters/notesMaster1.xml" Id="Rd01a437c3d17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f2c853d724099" /><Relationship Type="http://schemas.openxmlformats.org/officeDocument/2006/relationships/notesMaster" Target="/ppt/notesMasters/notesMaster1.xml" Id="R0e8841f4a9a1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6eeda2cdbf44de" /><Relationship Type="http://schemas.openxmlformats.org/officeDocument/2006/relationships/notesMaster" Target="/ppt/notesMasters/notesMaster1.xml" Id="R04c987c6aa34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75088bccde4fdd" /><Relationship Type="http://schemas.openxmlformats.org/officeDocument/2006/relationships/notesMaster" Target="/ppt/notesMasters/notesMaster1.xml" Id="R508368db5c24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6d7152acc4250" /><Relationship Type="http://schemas.openxmlformats.org/officeDocument/2006/relationships/notesMaster" Target="/ppt/notesMasters/notesMaster1.xml" Id="R2a048e9f0b8d48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ab82eb5b644db7" /><Relationship Type="http://schemas.openxmlformats.org/officeDocument/2006/relationships/notesMaster" Target="/ppt/notesMasters/notesMaster1.xml" Id="R37195843550242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9249abe9bb4728" /><Relationship Type="http://schemas.openxmlformats.org/officeDocument/2006/relationships/notesMaster" Target="/ppt/notesMasters/notesMaster1.xml" Id="Rd54bdc9114bc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39c6ade30242ff" /><Relationship Type="http://schemas.openxmlformats.org/officeDocument/2006/relationships/notesMaster" Target="/ppt/notesMasters/notesMaster1.xml" Id="Ra24737e749004d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ec70d1a20407a" /><Relationship Type="http://schemas.openxmlformats.org/officeDocument/2006/relationships/notesMaster" Target="/ppt/notesMasters/notesMaster1.xml" Id="R5d91b26ad1f54f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08f1fca6bd45fa" /><Relationship Type="http://schemas.openxmlformats.org/officeDocument/2006/relationships/notesMaster" Target="/ppt/notesMasters/notesMaster1.xml" Id="Ra1b9f49d17ab45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33e5d614804b0d" /><Relationship Type="http://schemas.openxmlformats.org/officeDocument/2006/relationships/notesMaster" Target="/ppt/notesMasters/notesMaster1.xml" Id="R456af30ce94343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f884d9f6584f7a" /><Relationship Type="http://schemas.openxmlformats.org/officeDocument/2006/relationships/notesMaster" Target="/ppt/notesMasters/notesMaster1.xml" Id="Rc8896662dc284c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209e8ddf1a439b" /><Relationship Type="http://schemas.openxmlformats.org/officeDocument/2006/relationships/notesMaster" Target="/ppt/notesMasters/notesMaster1.xml" Id="R84a0962fe56f4b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9db3ca84f9465d" /><Relationship Type="http://schemas.openxmlformats.org/officeDocument/2006/relationships/notesMaster" Target="/ppt/notesMasters/notesMaster1.xml" Id="Rf9e99bb7401a43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73dd71bd334daa" /><Relationship Type="http://schemas.openxmlformats.org/officeDocument/2006/relationships/notesMaster" Target="/ppt/notesMasters/notesMaster1.xml" Id="Rf64e1da9931646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41700a0899463f" /><Relationship Type="http://schemas.openxmlformats.org/officeDocument/2006/relationships/notesMaster" Target="/ppt/notesMasters/notesMaster1.xml" Id="Rf76a97fdc33243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968263fa6f4d8d" /><Relationship Type="http://schemas.openxmlformats.org/officeDocument/2006/relationships/notesMaster" Target="/ppt/notesMasters/notesMaster1.xml" Id="R9c62179ab8e548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5f587782024bf2" /><Relationship Type="http://schemas.openxmlformats.org/officeDocument/2006/relationships/notesMaster" Target="/ppt/notesMasters/notesMaster1.xml" Id="Re609d9ead6ed49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8265f1be124caa" /><Relationship Type="http://schemas.openxmlformats.org/officeDocument/2006/relationships/notesMaster" Target="/ppt/notesMasters/notesMaster1.xml" Id="R5a97e2bac3c04e6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70228856254d9d" /><Relationship Type="http://schemas.openxmlformats.org/officeDocument/2006/relationships/notesMaster" Target="/ppt/notesMasters/notesMaster1.xml" Id="R5a021f0468284f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c86f6a95fc4201" /><Relationship Type="http://schemas.openxmlformats.org/officeDocument/2006/relationships/notesMaster" Target="/ppt/notesMasters/notesMaster1.xml" Id="R2c3fc91b029440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d36ac7483a426c" /><Relationship Type="http://schemas.openxmlformats.org/officeDocument/2006/relationships/notesMaster" Target="/ppt/notesMasters/notesMaster1.xml" Id="R82adea3c0a3b44e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e9c8f6955c4db7" /><Relationship Type="http://schemas.openxmlformats.org/officeDocument/2006/relationships/notesMaster" Target="/ppt/notesMasters/notesMaster1.xml" Id="Rdeb83db708204f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650b56484d4bec" /><Relationship Type="http://schemas.openxmlformats.org/officeDocument/2006/relationships/notesMaster" Target="/ppt/notesMasters/notesMaster1.xml" Id="R8f5e142b79cd46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d44195e6254ee0" /><Relationship Type="http://schemas.openxmlformats.org/officeDocument/2006/relationships/notesMaster" Target="/ppt/notesMasters/notesMaster1.xml" Id="Rfcb9612527f647a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dac95f20c449a4" /><Relationship Type="http://schemas.openxmlformats.org/officeDocument/2006/relationships/notesMaster" Target="/ppt/notesMasters/notesMaster1.xml" Id="R1cc0cf35ba3f4e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3f3b2f8391456c" /><Relationship Type="http://schemas.openxmlformats.org/officeDocument/2006/relationships/notesMaster" Target="/ppt/notesMasters/notesMaster1.xml" Id="Rc7a8b319fcd945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f42b4410654dc7" /><Relationship Type="http://schemas.openxmlformats.org/officeDocument/2006/relationships/notesMaster" Target="/ppt/notesMasters/notesMaster1.xml" Id="Rcabcf94be8eb42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927f5b7abe42d0" /><Relationship Type="http://schemas.openxmlformats.org/officeDocument/2006/relationships/notesMaster" Target="/ppt/notesMasters/notesMaster1.xml" Id="R84b2c2f4ef0a436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1ba83496734602" /><Relationship Type="http://schemas.openxmlformats.org/officeDocument/2006/relationships/notesMaster" Target="/ppt/notesMasters/notesMaster1.xml" Id="R9b3da7fac17945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0759897c784614" /><Relationship Type="http://schemas.openxmlformats.org/officeDocument/2006/relationships/notesMaster" Target="/ppt/notesMasters/notesMaster1.xml" Id="R316b9a6405f545a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86524438ba949f2" /><Relationship Type="http://schemas.openxmlformats.org/officeDocument/2006/relationships/notesMaster" Target="/ppt/notesMasters/notesMaster1.xml" Id="Ra1d240ed64c84a8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af0b2c377b4708" /><Relationship Type="http://schemas.openxmlformats.org/officeDocument/2006/relationships/notesMaster" Target="/ppt/notesMasters/notesMaster1.xml" Id="Rb0802de9cfc644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b7349f7a79e4f55" /><Relationship Type="http://schemas.openxmlformats.org/officeDocument/2006/relationships/notesMaster" Target="/ppt/notesMasters/notesMaster1.xml" Id="R19a0484a6bfc431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1bc9440818c402c" /><Relationship Type="http://schemas.openxmlformats.org/officeDocument/2006/relationships/notesMaster" Target="/ppt/notesMasters/notesMaster1.xml" Id="Rcd06f160f1f448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7bbadac9a044b5f" /><Relationship Type="http://schemas.openxmlformats.org/officeDocument/2006/relationships/notesMaster" Target="/ppt/notesMasters/notesMaster1.xml" Id="R973bc33b90634a2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8f0ad0c65dd4442" /><Relationship Type="http://schemas.openxmlformats.org/officeDocument/2006/relationships/notesMaster" Target="/ppt/notesMasters/notesMaster1.xml" Id="R39d7067d973f4fd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766f95bfbc84fd4" /><Relationship Type="http://schemas.openxmlformats.org/officeDocument/2006/relationships/notesMaster" Target="/ppt/notesMasters/notesMaster1.xml" Id="Re4a7ad8eed4f4e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3cd102572de4f9e" /><Relationship Type="http://schemas.openxmlformats.org/officeDocument/2006/relationships/notesMaster" Target="/ppt/notesMasters/notesMaster1.xml" Id="Raafe230f778f420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161b71be4e44c55" /><Relationship Type="http://schemas.openxmlformats.org/officeDocument/2006/relationships/notesMaster" Target="/ppt/notesMasters/notesMaster1.xml" Id="R2762b7bbf61b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7be1ed6ee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db2b27965c4ffb" /><Relationship Type="http://schemas.openxmlformats.org/officeDocument/2006/relationships/slideLayout" Target="/ppt/slideLayouts/slideLayout1.xml" Id="R31a2c2f8eb87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2c2f8eb87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ce903ba32492f" /><Relationship Type="http://schemas.openxmlformats.org/officeDocument/2006/relationships/notesSlide" Target="/ppt/notesSlides/notesSlide1.xml" Id="R38afbadbe4a8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4a977d3240cc" /><Relationship Type="http://schemas.openxmlformats.org/officeDocument/2006/relationships/notesSlide" Target="/ppt/notesSlides/notesSlide2.xml" Id="R40d980c254c2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583ce4e624daf" /><Relationship Type="http://schemas.openxmlformats.org/officeDocument/2006/relationships/notesSlide" Target="/ppt/notesSlides/notesSlide3.xml" Id="R6a8b4a69f5514e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1998e2bd46e0" /><Relationship Type="http://schemas.openxmlformats.org/officeDocument/2006/relationships/notesSlide" Target="/ppt/notesSlides/notesSlide4.xml" Id="R918d238bb8754a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efe13f3af4041" /><Relationship Type="http://schemas.openxmlformats.org/officeDocument/2006/relationships/notesSlide" Target="/ppt/notesSlides/notesSlide5.xml" Id="Rffefa6c059c2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ae96ea7c4864" /><Relationship Type="http://schemas.openxmlformats.org/officeDocument/2006/relationships/notesSlide" Target="/ppt/notesSlides/notesSlide6.xml" Id="Rbf0debc45a27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de07bc5641e3" /><Relationship Type="http://schemas.openxmlformats.org/officeDocument/2006/relationships/notesSlide" Target="/ppt/notesSlides/notesSlide7.xml" Id="R910ac094f571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944cb7d394f0a" /><Relationship Type="http://schemas.openxmlformats.org/officeDocument/2006/relationships/notesSlide" Target="/ppt/notesSlides/notesSlide8.xml" Id="Rfbeec7a2dc584a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d42294aed4ca3" /><Relationship Type="http://schemas.openxmlformats.org/officeDocument/2006/relationships/notesSlide" Target="/ppt/notesSlides/notesSlide9.xml" Id="Rfab8da6800ef4c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c4efcc24c4edf" /><Relationship Type="http://schemas.openxmlformats.org/officeDocument/2006/relationships/notesSlide" Target="/ppt/notesSlides/notesSlide10.xml" Id="R1cee3fa3227648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cba75c0c4570" /><Relationship Type="http://schemas.openxmlformats.org/officeDocument/2006/relationships/notesSlide" Target="/ppt/notesSlides/notesSlide11.xml" Id="Rbe6ec9fa9be949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d23eab33496a" /><Relationship Type="http://schemas.openxmlformats.org/officeDocument/2006/relationships/notesSlide" Target="/ppt/notesSlides/notesSlide12.xml" Id="R7c30c056050c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e4a1f7ede438b" /><Relationship Type="http://schemas.openxmlformats.org/officeDocument/2006/relationships/notesSlide" Target="/ppt/notesSlides/notesSlide13.xml" Id="R7e78885392714a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1678709884343" /><Relationship Type="http://schemas.openxmlformats.org/officeDocument/2006/relationships/notesSlide" Target="/ppt/notesSlides/notesSlide14.xml" Id="Rb8e72329099147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1b9b0c9114e3a" /><Relationship Type="http://schemas.openxmlformats.org/officeDocument/2006/relationships/notesSlide" Target="/ppt/notesSlides/notesSlide15.xml" Id="Red9c71f15db842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4f76cbfc04954" /><Relationship Type="http://schemas.openxmlformats.org/officeDocument/2006/relationships/notesSlide" Target="/ppt/notesSlides/notesSlide16.xml" Id="R7aab5a09e9f440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140552c284ddd" /><Relationship Type="http://schemas.openxmlformats.org/officeDocument/2006/relationships/notesSlide" Target="/ppt/notesSlides/notesSlide17.xml" Id="R2efcdcaf4d0541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9be998da44a7c" /><Relationship Type="http://schemas.openxmlformats.org/officeDocument/2006/relationships/notesSlide" Target="/ppt/notesSlides/notesSlide18.xml" Id="R531f87c3d72543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fc8475c484768" /><Relationship Type="http://schemas.openxmlformats.org/officeDocument/2006/relationships/notesSlide" Target="/ppt/notesSlides/notesSlide19.xml" Id="Rec7af8854a5043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fdba679b24b2e" /><Relationship Type="http://schemas.openxmlformats.org/officeDocument/2006/relationships/notesSlide" Target="/ppt/notesSlides/notesSlide20.xml" Id="R5c79412eff1948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06e0d06e74af2" /><Relationship Type="http://schemas.openxmlformats.org/officeDocument/2006/relationships/notesSlide" Target="/ppt/notesSlides/notesSlide21.xml" Id="R7d5a3cbcbd744e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9e5edf0ac49fe" /><Relationship Type="http://schemas.openxmlformats.org/officeDocument/2006/relationships/notesSlide" Target="/ppt/notesSlides/notesSlide22.xml" Id="Rcac475cab1b34a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1cb2c623c4c15" /><Relationship Type="http://schemas.openxmlformats.org/officeDocument/2006/relationships/notesSlide" Target="/ppt/notesSlides/notesSlide23.xml" Id="R17afded01c6547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d8fc49aad4d4f" /><Relationship Type="http://schemas.openxmlformats.org/officeDocument/2006/relationships/notesSlide" Target="/ppt/notesSlides/notesSlide24.xml" Id="R81c8b5cd01b444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426c987274ff0" /><Relationship Type="http://schemas.openxmlformats.org/officeDocument/2006/relationships/notesSlide" Target="/ppt/notesSlides/notesSlide25.xml" Id="R34b225cfc5634b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83444db0142b2" /><Relationship Type="http://schemas.openxmlformats.org/officeDocument/2006/relationships/notesSlide" Target="/ppt/notesSlides/notesSlide26.xml" Id="Rc9697bffc11f4a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1646e5fe84d7c" /><Relationship Type="http://schemas.openxmlformats.org/officeDocument/2006/relationships/notesSlide" Target="/ppt/notesSlides/notesSlide27.xml" Id="R264326d614cc4c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8d9bb0d8b4f72" /><Relationship Type="http://schemas.openxmlformats.org/officeDocument/2006/relationships/notesSlide" Target="/ppt/notesSlides/notesSlide28.xml" Id="R9988f2c45502469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e16e6c7684912" /><Relationship Type="http://schemas.openxmlformats.org/officeDocument/2006/relationships/notesSlide" Target="/ppt/notesSlides/notesSlide29.xml" Id="R7bf06dc53c3a4e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8d2e6f36d44c0" /><Relationship Type="http://schemas.openxmlformats.org/officeDocument/2006/relationships/notesSlide" Target="/ppt/notesSlides/notesSlide30.xml" Id="Rb43deb2af31745d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5381f3f7b4a4c" /><Relationship Type="http://schemas.openxmlformats.org/officeDocument/2006/relationships/notesSlide" Target="/ppt/notesSlides/notesSlide31.xml" Id="Rb952e34eb48a41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8de4e1d874fda" /><Relationship Type="http://schemas.openxmlformats.org/officeDocument/2006/relationships/notesSlide" Target="/ppt/notesSlides/notesSlide32.xml" Id="Rc5daf8c5be6c45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13ca8df44c4d" /><Relationship Type="http://schemas.openxmlformats.org/officeDocument/2006/relationships/notesSlide" Target="/ppt/notesSlides/notesSlide33.xml" Id="Redb7b22fb1204c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485d40be4870" /><Relationship Type="http://schemas.openxmlformats.org/officeDocument/2006/relationships/notesSlide" Target="/ppt/notesSlides/notesSlide34.xml" Id="R4748ab40096e4bb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60cb6da864175" /><Relationship Type="http://schemas.openxmlformats.org/officeDocument/2006/relationships/notesSlide" Target="/ppt/notesSlides/notesSlide35.xml" Id="R45736e4d3c1d44d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30c0f27214742" /><Relationship Type="http://schemas.openxmlformats.org/officeDocument/2006/relationships/notesSlide" Target="/ppt/notesSlides/notesSlide36.xml" Id="R6938ac803150465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2ebf5e3424ada" /><Relationship Type="http://schemas.openxmlformats.org/officeDocument/2006/relationships/notesSlide" Target="/ppt/notesSlides/notesSlide37.xml" Id="R5e46b88a768d475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a58ef5c0748f2" /><Relationship Type="http://schemas.openxmlformats.org/officeDocument/2006/relationships/notesSlide" Target="/ppt/notesSlides/notesSlide38.xml" Id="R244e884cfbbc4e4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a1b1b03444d6" /><Relationship Type="http://schemas.openxmlformats.org/officeDocument/2006/relationships/notesSlide" Target="/ppt/notesSlides/notesSlide39.xml" Id="Ra09a513daaf442a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2fa5a4c364992" /><Relationship Type="http://schemas.openxmlformats.org/officeDocument/2006/relationships/notesSlide" Target="/ppt/notesSlides/notesSlide40.xml" Id="Rb152f6f6955c46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B94EB-93B2-480A-9415-D21E37F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1AD11-8E40-4567-8A40-50C4D70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Electrical Drawing (For CIE Only): 2D drawing of switches, sockets, panels, junction boxes, antenna, electric circuits.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8B77-1952-4D5F-9715-51652384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5E87E-03B2-4F86-9D16-13947122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8CFE6-9EA7-46FD-A5E8-19631E6A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AE46-4552-4BF6-8D6E-94B1CB4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0F9AC-11C9-462F-852A-F19C617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B175A-BBA7-4AFF-A555-EFE8944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326F4-0051-4315-868C-48A2DB1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1A0EC-1556-404B-9105-6C54236C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6D81-E650-4E11-B0AB-B7EEEF4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83E0B-7898-45A2-BD01-00B3B97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BCA4E-DFA0-499C-A101-FBBC742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88025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5AF4A-AE9F-41D0-8751-752A1BE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84649-289B-41E0-83FB-91BAF7E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36B71-A060-4C92-B4F2-9A0422D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F34C7-0A55-4415-B8AC-D96ACFA1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0A1D-85D4-45AA-91F0-1CE7CF6E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0D4DF-C4DB-4F62-BC09-FE6A8698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1EA8-3889-4949-949A-9725FF0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651D-653E-4C0E-9B6D-ADDDBCC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A5D63-1C86-4D99-AA6C-6ADE215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92824-1D1A-4E76-AB42-16B7635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A7BF6-F3A9-46D0-8FB6-00CE9521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D7E4-590E-45B4-B96C-670C062F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0B1D-E20E-4931-9EE8-2F95A83B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7565A-372F-4F63-8264-2012189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B2E62-F707-4444-8C10-DA7C425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45448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B28E6-8588-4C17-B527-02B917E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9F1BF-A0AE-4392-A881-C4B5CAA4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EA994-CA2E-4061-967D-EAFE45D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7BC86-48E6-401A-AAB2-73F89E3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DDD0A-18A6-4934-BC92-572FE1E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CEB02-7DA5-4BB2-BC3A-1AC8496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58108-42EC-413F-9F59-B6F767C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57106-8939-4937-874C-646C84B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EED25-F891-49E8-A984-BED0C248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Drawing (For CIE Only): 2D drawing of switches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FD418-9436-4429-A294-AC4E64F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13380-2A73-448B-8F51-5972DF8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AC2B2-A111-4925-8BB5-E2D091FB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junction boxes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B8B7-B579-4647-BF96-A801EB4A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19820-8D31-469B-AE4E-BDB3FCF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9A52B-A817-473B-8453-CFB416D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 circuits. Schematic diagrams of Automatic fire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7926-4F9B-4018-8A6C-CB23AFF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C2C88-3E93-4A96-B022-DB4593D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C0806-F70F-495F-AC95-4B9B25D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Call bell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39CE5-2696-4ED4-AED5-F0E345E7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2B22A-1CE6-4F6C-BCC3-5928F46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48834-9AF5-4059-AB0D-A33D605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UPS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412EF-15F3-452C-863D-0860DC4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7DCED-A20A-4564-9E93-227A13BB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8D145-8FFF-4444-B40A-6A129C69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Basic power system diagram. Concept of Industrial drawing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F1AEF-19CF-4E60-ABB7-09695DF5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46858-2537-4F8F-B4D2-CA3216DE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96616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ED88B-D681-4328-B0A4-2BF7EBEF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FAC46-39A0-419A-B918-5B375D0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D504B-B3DD-4994-AFF1-817EA7E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299D-48D9-4DFE-8907-F5A28BF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B2C1F-4C98-4DBF-ACDC-637FDC65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F5FD7-491B-48B7-BD16-4548C66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766A4-3848-4E41-9E12-C6747ED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94FC5-FCF2-48CB-8258-A27D2640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Drawing (For CIE Only): 2D drawing of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76DB5-0863-4F0A-8925-D8026D6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1FDC8-CFC5-4EC1-8F82-A437E0E2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3915F-58C7-4133-B8E8-D6CE154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junction boxes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FF3C6-FD36-443D-BAEA-38F7C0C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5D594-7AB7-4168-9730-B084471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F5F94-3003-4920-815E-E300AD75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 circuits. Schematic diagrams of Automatic fire 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891CD-B5AB-4FB1-8185-B899B07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823C9-8967-47F9-B7FF-4E8D3779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550DF-EDF6-43B1-8D34-D9DC555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Call bell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DEA22-ABD8-4F88-8D09-7EC3B2B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507A6-3918-4044-99D5-741835E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FF74F-384B-48AF-BFED-DF92E345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UPS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1F262-E279-44EB-8695-846AB482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9466D-99BA-4084-9A8A-6582988C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51BEF-E630-4958-B000-0B27794F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Basic power system diagram. Concept of Industrial drawing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7D353-B96A-4D6F-8125-BDD7663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D9946-8AEA-4C70-89CB-F9B0913A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07303-EE72-486E-8616-460994B3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77127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66BBF-1C3F-4D0B-9225-DE09E37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CFA4-F332-4D83-A724-8A91A29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C3860-62BB-4B30-B47A-F32E3AAB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DFA41-E38F-4FB9-8C41-BD451DDB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4EBBF-7190-460E-A3C0-E84923C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18A39-231C-402F-868C-7434E04F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60D7-476F-44AA-9C52-89EB709A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E403D-6DC8-45E4-B60B-1502451B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D819D-5B3F-4096-943A-09A2427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sockets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5352C-2FA5-481E-9F7F-5D662FA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B21DD-93F9-4712-90F0-0D9DF715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junction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B12DB-74E7-48DD-AF27-EE2EBD98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FE5BF-64C3-48FD-A410-EB99833B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antenna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D33CA-ACF8-42FB-AF32-530C637C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DB145-5DD4-40B2-9154-AAD4BB1E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1276E-6125-4A6B-9968-5AB2BE6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95282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F9126-0934-48DA-97DA-1AEBA050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44C05-0B00-44F7-960A-ADEDE0FF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735EF-D41B-4C82-960B-8ECD54F2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9941F-EB55-4B97-BD14-EEBC751F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B6D29-53FD-4B9F-9980-5CF89D7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Drawing (For CIE Only): 2D drawing of switches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14956-A9F7-4911-880B-6933072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 Drawing (For CIE Only): 2D dra...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1E117-35BE-4DCC-AFF1-1D52540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A5B2A-94AF-409D-B354-8B7A12BD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7C8B-B01D-4E73-B5D4-8F1F37A9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CF0EC-E649-415F-A66C-5F818089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D338F-8EFA-4E08-8E21-B5F0E5E4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58209-FF6B-4F55-90BF-D9841F5C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6BDA3-D675-41D5-A744-16FD73EF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3527F-0947-4C8A-A48F-190348E2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99965-5A9E-44A4-A922-F1D5068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1AAB3-256A-4F6A-989D-DAFEB9F3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71147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B56D7-94D0-4915-AA76-AC386BB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A4473-61FD-48E3-8F48-271AFA6A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61094-E100-4D98-99BB-3D7EF58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C6304-F646-4A43-808E-9687AD3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40F87-9066-4AA3-9D8C-FDBE3356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D2291-AD40-42AF-93D7-0C135EA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5575-6B6A-499E-A763-39BA9B9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8190E-44DC-4B41-8425-36B8FC3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FB639-F8BB-4EEC-9AC2-3EA5900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Electrical Drawing...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2B0FB-7E6E-4598-9F43-E7FEB18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0ABB9-E49A-4A5E-9E75-89B8769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A6115-7F26-4BEB-9C9B-0A70D8C3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Electrical...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8B0E3-7CF8-4301-81D8-15AFD70C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FEAA6-1262-49ED-917B-CCE20F9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1BE58-748E-45C1-9A20-940CC5C0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Electric...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A115A-2EE8-46F8-95B7-33DFBE38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9406F-ED63-4254-876B-0BA87C2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109DC-3469-4810-A4BC-D63A38AE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Electrical Drawi...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4FC01-365C-43DA-BA80-A29BF269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EE6ED-4927-4AB6-8826-973784EC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349A0-D464-443B-B3B2-0E11D93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Electrical Dra...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35031-04DC-4F8E-8846-5172031F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FE234-96D4-4182-9638-711C7F63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58256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914FC-2E15-4E78-B7F4-B1EAFF2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18618-23C2-4CF9-A3D3-A45EEF98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63293-7857-457B-881D-9E87487F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5B5B4-4E2E-4655-89CC-F652511A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ED5A2-C6C8-4CC5-BCE6-EEF06456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AF5CB-2ACC-4113-BA49-FA203086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0086D-6C2E-4219-AACC-587258D8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34C06-5FAC-4685-B5A9-42BE35F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65923-7AA3-4C09-A7D1-9A329C2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3C81C-6BF6-47A3-B01F-ED1F21A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6AA86-B393-49C4-8E3D-7385A9E4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493BB-FA1C-4E60-A741-04787D16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9F189-940B-4182-92E9-2236313D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4FA80-C0DA-4304-8505-D0C81608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327D1-4FC8-419D-9F79-BB0105B4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555306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4CCDF-9C3E-45EE-A1CB-DEB68044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73193-2F30-469E-A60F-9EAB6C74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9041D-1335-48A6-9837-A96C2B8C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634A8-F303-46D7-A249-4026332A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B9539-1E94-4309-88B8-6E8E3E0E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D5E22-52AC-401D-8DC0-AE5170E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Drawing (For CIE Only): 2D drawing of switches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33E72-2853-4C65-AD94-8EE07DC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DC9DD-5D13-401A-837A-052EB5A8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50C44-3F65-4ADC-A444-2FDF088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6DA9A-39B9-4E75-826F-2063FB43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F4D8F-F13A-4B8C-BBB4-34451CD7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69662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9605B-8497-444F-AECA-732A5FB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CE16E-1EAB-4235-BE11-F1CB82F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30510-21C1-41D5-B823-F80E488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789E-433D-4881-A407-FA31E1B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534A4-1BDB-4C24-A51E-314803D0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junction boxes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CC5C3-8378-4E3C-87F0-E0CB72F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junction boxes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F7435-DB48-4F80-A4B3-B4FE0E02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54E2A-0784-47DF-962D-2DC9594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F13C2-0BE4-4E12-B8C1-E67390F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CE3E3-3D35-4AF5-88AB-E26365A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82D48-5EF2-49B4-84C5-B670ED9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4046-37E9-48C3-AD37-07C0EA64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EA6C1-8A50-4C17-840E-D100629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27F88-F249-4C00-AE53-3DB1F71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CFCC9-4C26-4BBE-A2AD-4C7054EC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EB450-62BA-4E40-ADD1-04F18A2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79265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C2259-A2D8-4792-BF68-734A5222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3836F-1482-4E32-B72A-45F2CF24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152B6-32FB-4992-9E90-D72FC1E8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9564F-B51D-4072-A9B7-06F1DFB9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53F45-54EF-4719-88FD-24974992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F9BE8-AA4F-456E-A1F5-7FA3D7C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A28C5-A5F7-4BF9-AAAF-CE68FB2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6D1BC-E595-4AC5-A80E-79F51127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05BE7-70CF-4481-A0F9-AC6E536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junction boxes.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B31FE-EEA7-44B1-892F-DB12A3CE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94D49-2C3C-4153-B109-C359CE4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7FCAE-6F94-4EFA-93AD-8F91731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junction bo...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DD234-F6E6-4E2C-8B4B-FAC3D4C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C61CB-B215-49C4-B959-5AFA02F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6B0A2-E657-4BB1-9859-288F7E6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junction...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C8514-7C56-46E6-A1AE-FE71E9EF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9AA9F-C1DE-4337-A78A-D3B5C667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B0D7D-A7A2-4B5D-B696-44E8763B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junction boxes.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F798E-E5AA-4E67-81A2-89F1E193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36410-E980-409A-A689-565B051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CC4A7-5315-4D04-8495-56089E54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junction boxes.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87272-A99B-4535-8C09-B99F484F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C2AC5-5486-4AC3-8347-FB4D74F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15836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D7F0A-B1A6-49C2-AC32-1905CFC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B1F4F-2BBA-4AE7-A6DE-F8096899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4DBFD-E76A-43F2-B697-890FDD9A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DA095-893C-428C-B5A8-21EBC72A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C8368-CDAF-41C8-8CB5-556F5787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AC47-558E-41DA-843F-BC989FE0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1884F-C8A8-4863-BBEF-CD60A6C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00806-1560-4E13-ABE4-EAED9CD6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3BE13-FD8C-40F0-98A0-891E79B5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3110A-F821-4C06-AB21-CB49C040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F7C7-EFD7-4131-B4EF-AAE1F0B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9C3E7-4A02-49BB-BDB6-F96BA4AA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4131C-CEEF-4E9F-97BE-E351BDA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280E9-F5A7-4132-A0C2-C9D5E4F8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73636-018D-4332-9B43-E26A3A5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1153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F4013-77E4-4AB4-A784-A229F8D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516EB-28A2-4297-9279-E985B74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06F89-A0EC-48DC-8AC4-4324FFC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1B2FA-DBDC-4ADC-A689-00CB9681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40767-5AF5-4BEF-883D-5938306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AD15B-DAB1-43E3-8753-BF84E126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junction boxes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9B5E5-A7E9-4162-80AC-C81ACD4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5EA46-3F5F-4B9B-9F69-5F0BCD13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16F21-7A83-438E-A2DB-CB3276AF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F978B-8512-4845-9B4D-98F47CE0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75B0E-E3DD-40AC-ADCD-1D153C2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24787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BB116-190D-4E18-B1FB-5872740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174D5-1A7E-4461-90D9-4850030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1D6D4-FE38-40E7-A836-4C3E1F4E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E8284-9712-419C-B69A-E11C22A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B319A-4438-4E52-AB3F-69953E53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 circuits. Schematic diagrams of Automatic fire alarm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540D9-EACF-4F61-942B-DB2CD5A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 circuits. Schematic diagrams of...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9CE0D-01D3-486B-8063-D0F26491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01E4-E23F-4D89-BBBB-2F598776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7B904-B02A-45FB-A9AF-731BE48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92E90-7CBE-4825-A3A7-0EA1C3FE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BC19C-DA89-4C07-8668-3DABD581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7F94A-EDA4-4939-85CD-23DEAD1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E7E3C-C68D-49CB-847D-B76DA8C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6DB7D-F7E1-4B2E-B20D-7CB1FA3E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F6A6-17C8-4A8E-AEC3-83B4146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CB013-2C64-464A-8D08-D240BD31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941269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DB2C8-8043-4AD8-8EDB-C8170E0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F3A40-C6D2-42AA-B6BC-FA34B6B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AC72D-AFA4-4244-A69B-3A6EAC8B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F4775-BD24-4BD2-BDED-B22DD60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48ACA-E17A-427C-8301-3238BE9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EB728-3428-47CA-8424-7E8C83E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642BE-A771-415F-999F-E62A0FA5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1E461-D6B8-4DDF-8E91-5AD3881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67A8D-A88F-4BCE-994E-E7407680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electric circuits....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6DAA-2BE0-465F-AC81-01ECB819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5D9B4-ABDF-4CD8-9C9F-0BAA5F6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B8E97-D543-470D-9535-83D462D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electric ci...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CA1EA-F2A3-4AC7-A460-2A1E046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38693-165D-4303-8219-7F5D00A1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71665-3B04-47EE-B5DE-F7F1EBB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electric...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48B97-3BC1-4C82-91BF-2F22753F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1DDDA-E8DB-4A73-9621-1CD427DF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32C85-C882-430A-BBDF-0134D9C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electric circuit...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C0D84-7D0D-4E28-8684-387AE6E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9EBC0-6C1D-4A52-B693-2066BA4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74284-7DD9-42A7-9659-7284E219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 circu...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C75BD-67F6-4118-A8A1-9B80A083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2A2EE-C345-4FEE-AB50-5F34229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193037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4AD0D-7A06-45EE-B997-EDD8B51E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509CA-B410-4056-98B4-3398FBF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41A4F-224B-4D95-AFF7-A5AE32D4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2A07D-D9FF-43B9-AB50-2B42AA33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5633A-89F1-4057-97DA-2206EB8F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C3E53-24A4-4E12-B07E-C887AA8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4F631-5AF9-458B-B138-00047D26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E0372-B5C2-4C91-9132-9808A3B1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7F4FE-95D8-4A49-8EA7-B9B567D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1B3AA-9E66-4776-BAFE-379A5D15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BDA49-8095-47E0-9D26-E7F0F6A1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D63AA-3EEF-4725-AC92-4C55B6F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0A97E-E32E-4806-A91C-BD8DDF4F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E7D09-B830-4201-A997-05CE7A4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AA83E-0703-4A48-BB91-105A1AA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7203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96562-2853-4F96-986D-0D6BC94D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DA388-4F99-4764-A0B5-6EA33CA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E47C1-7633-42A7-B5DE-A53D057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E0A9B-8CE6-493B-A9B1-95FE723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A847-AC07-4601-892B-A501AD9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D591A-E944-4361-8670-E05EC78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 circuits. Schematic diagrams of Automatic fire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4BEA9-DC56-49D6-B40C-CEDC426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2A00E-1E42-478C-8819-171B0B4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7C514-2664-49A3-9FDB-2AF09F7B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CABA3-E990-4084-B258-CAFE34E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ED58E-C122-4900-9E5F-11B0D00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586211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D829C-6906-405A-8771-2C1A5AE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C2C60-EFDA-4EB6-B86D-20F2B93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43D20-6B8F-47B2-8FB3-B9BEE1BA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C816D-F0C2-4C27-A8B7-EF3C4FEF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F49EA-7B34-4F89-AE77-94FAC42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Call bell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7BB0E-7FA0-4D13-8737-9C09ABB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Call bell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09B9C-C4A5-4DEE-ADF3-1C50E14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04C2C-19EA-4F8F-8A7F-8082CC2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33FB5-9EC8-4854-944B-552D4F4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2A212-05D6-4570-9A8A-4F77BD12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00D4C-B9CF-4D36-B21B-C2FF1B8D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4E76F-99B2-4BD4-9CBB-A1E975F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819CA-0B9B-405F-8FFD-DCAF959F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9B6FC-44B7-42AC-B31F-0DE51BF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6A06F-1C2E-49EC-82AA-24070BA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1C3FE-3450-4936-9060-0CB152C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910613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0E928-F48C-4265-9B84-B9D7924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66C73-1713-4B0B-9906-4F26811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F0E75-8518-4A40-8F75-96A6844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72889-2FCD-4DBB-8609-0129F880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D84B9-3A56-4498-BDA3-2458AA46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8241C-F7E8-49CA-B4EA-038304ED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3DAE2-264F-497D-9CD7-CC44441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9E0E2-4D6E-4340-82FF-BF325B3B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50AA8-8B4E-4451-9990-52DB09A7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Call bell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02A65-FEB0-4676-9D1D-63E0334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6D4EA-4942-4AED-B8E6-B2C1AC7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72D5A-F1AA-4A6A-871B-181B4985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Call bell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E7987-2EB9-4F61-A5A4-96BC5C17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5731B-733F-4DCA-B50F-A774224A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50AC5-CD32-4231-9485-C2FB0338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Call bel...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1D016-B152-4EAE-BA05-8A15B42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1C578-1F3F-4FC9-ABAD-3D91FB18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5ED7F-1046-4AA4-996B-4509B4D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Call bell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30DCC-5BA8-440D-9FEF-8C7A6D6C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460D0-2CC1-4A9F-8A05-CBA36A7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0E065-7B36-42E7-9AB9-82389D2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Call bell syst...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33207-805F-4BEA-A726-267E9C99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38608-9919-4196-AFAA-7399852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631595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652DD-6DEC-411A-9EDC-17C8636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158BE-F006-4C1A-BE91-39EFCD2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7827B-0C07-4458-850C-41A5E6B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E5B54-0829-42DF-998E-42554C1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59F65-8246-42AE-98EB-B9788D7F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CFC29-F9F7-44B3-86CD-964AF067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0793C-C5BE-4EA9-941B-0CF1E7CA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07509-4B5B-412A-A702-3EBDE75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B4F9-D3E6-45D1-A6A2-DD590435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B926A-C6FD-4753-BEDE-F14ED23B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AD55B-D67C-4336-8A2F-78B1BF5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F0BD8-189E-4A31-BEFB-B0CFF8F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F0EB9-C4B2-4B2E-A3B2-FC50BBDF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7154F-42CE-475A-AE4C-7D5AFC6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76DAF-3467-4E22-983F-2F4187BF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3610264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62473-5DC6-4F1B-82A2-FBA4F0E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001C3-4216-4FE8-B504-E64F9C9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0842D-AC9F-466C-A013-2984780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F3CD-E06D-4730-9638-510C8361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67D80-3A47-4D46-B8A2-80E4F9A1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CCC55-A7B7-4DB2-8176-A166617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Call bell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59F0B-AC07-41D1-8FC3-6182CC57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07DBD-5579-4138-BFD5-EC3F46C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3209A-D8D6-45A1-8604-9DA29D5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1D07D-B3BC-4CDE-8172-AA6355F4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2D2F7-5D38-4548-A398-E83C6638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379670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F51D9-0B4A-43C9-B376-161D49E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326A2-D1D0-4C67-A748-A30F15C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BF961-DF10-4722-BA27-660AF7D9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F97CF-4D1B-4922-8702-04CC5762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6C8A6-3F0C-4787-8EA0-58BCA01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UPS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3EB05-A71D-4350-9A70-A861754B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UPS system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5FAF4-A97A-4C5C-809A-9C2612A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9A382-2308-4038-8774-FAD66C3B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A38B5-C4A1-4641-8F8C-E8B0695D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12F37-C17F-466A-88AF-3627D8A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A351E-DE0B-4FD5-9682-A3445A28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CF56F-2A2B-4713-A424-CE351D1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00ECD-E18A-4648-9C4E-2B7DFAC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97484-43CC-4A05-968F-A9FDBE6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AF98C-22B0-44A6-A747-D3DAF1B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1F449-BFD6-417B-8E64-4B1EB30F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915225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DE5D8-702F-4594-B08D-A5A0DC17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09B04-0869-474C-A96E-1663A1B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66790-F2F7-4E20-B123-1A1BC6A8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485C-1173-4683-9C79-7B314A1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5323-A8B1-40DA-BAE9-C8273BB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85621-8892-4BDB-A794-6BAEAD9B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2EC94-35E9-475B-8087-BAC35F89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BEE13-503A-48F4-8AC2-C37D652F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3B93F-27E8-4AE1-8C97-EA4CBBA7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UPS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68EC7-EB61-4DAD-86A1-291E26CC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374D5-CD54-4785-AD2E-C7C32BC5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5ECF0-A98D-46C5-B8BA-8CA9FFD3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UPS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F4313-FD70-413C-A35A-082E0A71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26491-A550-4666-A026-37A6FA53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8799A-76DC-4848-8139-F316EF0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UPS syst...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58089-4DAD-4453-96DC-70B9FA7B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5E52B-51C8-4970-883A-71CEAE68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BBDE6-6D28-4C63-94C6-3D677FFC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UPS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46E4D-A011-4DA8-A468-D2CA5EFB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80315-FE20-4C4E-9F68-EF82C58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EF9B0-435B-4886-B323-17CF28DB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UPS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0BE7A-C959-4A00-A8E7-4598828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D8338-65C7-4876-98DA-E115D68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9142420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3B85F-F6BE-4E4D-96EF-04701007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E42F-6BBE-42A9-9457-FBB0DD5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16D4-95CB-43DC-AFA8-386D1F71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0F5C2-1CD7-432C-93AC-5E90A6D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E916-9C05-41F6-A25B-81595D9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2B8DA-B5B9-46F0-9FF7-226056B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5030D-5FF7-48BF-B6EC-DE297E70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0D4D2-0B4D-4E18-A6A3-940E6F22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BB769-7786-4E8F-8A16-4C93EA1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301D9-511C-481F-9003-99AA9555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094A0-2D1F-4144-9026-DDD55F9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F04CB-D7B8-44B8-BF89-91EAEE7C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7E68B-03B5-4B1A-A096-C2054DC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6853D-FC53-4929-BF03-62A2906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2B72D-03F6-4A5D-A1BF-9B340B2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7812015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6F09C-EBCF-4ACA-B0FF-080B9F1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D8008-1617-4326-995D-241ACE80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D4BFF-A6D4-468A-B590-A692B27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B38AA-04A0-4859-9AC9-DD572C47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242AD-F281-4DEB-9286-197BDAA9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10B14-498C-409F-97EE-908E1A5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UPS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590D-AE2B-4747-AA78-CEC516F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E2785-650A-4192-8A22-16A0536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3F63F-4574-41D0-8694-E5DC2893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7A4E4-82C7-4C09-9CDC-542C5901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CC75B-F203-4DCD-8FC7-547522D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3448879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A728E-8323-49F0-B381-5EA39F5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133AF-EF1A-4D14-92D6-C947E1EC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86D3C-61B3-422D-83DF-425920A5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1286C-41F4-4EAE-8C49-DEDEBCB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E7E2-77D7-40A2-AC0B-6ECD30D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Basic power system diagram. Concept of Industrial 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B49FC-49FF-4862-8D01-2BCFAB05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Basic power system diagram. Concept of In...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3883-8854-4B4B-A062-569F38A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4776F-0DD2-4B3B-883D-41C3C3F5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FF284-2D23-450B-8727-44CB4993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EBAE9-AB74-4504-87A6-7C58BACC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C2A43-D870-46A7-A7BF-EF07367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3A870-C85F-42E6-83F9-D49B8A3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4AC0B-BB7E-49A7-85D4-04E6DE1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1337-0598-48A9-8EB2-2950DA8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EE65D-97A3-49D7-82F5-8960911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7E0A9-D460-4214-8783-6235526F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756383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3D14F-F091-449B-A288-353B2F14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9FD96-7D68-4A18-AF5B-6AFD19E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C0B3E-ABEF-458A-A56F-ADBA166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53238-E20E-4DFC-A1F6-210B5BB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BCD6F-8511-4E06-BC4B-7689FB0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EAA05-D604-42E1-9D3A-D21B2514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4BE59-E852-496C-BE1B-F7D147D2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343EC-4D64-4DB6-8E24-643EBBF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DFB2E-7474-4CD6-B8EF-DADCBD0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Basic power system...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18695-6F0E-422D-B651-11E5202C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24044-FAE3-4443-8AF2-538924CE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3829A-B81F-4C8A-96D7-2968C524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Basic power...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4961C-1A3B-4625-B623-AE7553E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5911F-0257-488C-9F2B-8172386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A546-B4A7-45C7-9A51-780D414B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Basic 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88CF5-1FD4-4579-A3B7-DB4EA6C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92DA4-2C6B-462D-AE58-51759902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194B5-C9BF-4F9E-83B0-D7B89D9C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Basic power syst...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39D12-D705-474B-8F93-121FB05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299D4-50E8-42F7-A8DE-F1BF6AE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3FA37-2C7A-4186-A0DA-D9EFF52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Basic power sy...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D3AA0-207F-4770-AD38-80FE2B3B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7DCD4-F5B0-4CD8-A053-CBA9D70D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4452635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CA1EC-D64E-464A-9000-AAA54FC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5B5D0-5475-4DE9-8F77-F0061CA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A858E-7BD0-4219-B351-EC854C2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A179B-60F4-4FB8-BEE7-95738D2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80E77-D9B2-4BC8-9C5F-8D6C379E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6C54A-FF05-4964-BDB4-11DE2F43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4806A-436B-44BD-AE3F-D42F92C1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3B906-78DE-4946-8089-F02B4EE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24CAB-7A2F-40AB-AC5A-308498B8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66DB3-A25C-45D9-A059-C667589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98884-0AA0-4E10-811A-3528541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D2DC1-4434-447F-B2A1-9D60090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8C4F6-A75A-443E-BFCA-247AA92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E95ED-D634-4C35-9721-F551C2F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D97B0-BD0E-46F8-9965-C3117A32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809491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A5435-F7B7-405B-800E-7626C19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78744-53B2-449B-8504-FBC40C0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F2829-0155-46FE-A898-7CDF767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F00BF-9AD4-4304-89A0-B57EBA4F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77304-7B0E-4B32-96B9-916780DE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26522-B8EF-4D6A-9C7E-AA3E367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Basic power system diagram. Concept of Industrial drawing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A9DE6-E66C-41CB-9826-B366BC2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32819-77E1-433B-9EE5-10CD25D3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9841C-DC70-47F8-809D-72EEC959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B3F8C-568B-4BF3-9928-B6532897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7EBDD-83AF-4139-AB1F-2169F5BF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8071797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69AB8-42BC-4899-B4F9-D3E910A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87D23-2B5A-4B82-9DD7-19DE60B1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B8A2F-03C4-4167-A5A2-5A3BE8D5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7A1F4-404A-4F22-B92D-26B05577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C936A-5871-4F8B-9502-BEC55B3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A9894-ABEC-4259-BCA2-EBEB82EE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4298809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57D7E-696E-42C0-A74A-D2218D6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3B74E-2EFE-45B1-942E-EFD24B3B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1940B-2724-4AAD-A067-86F5F5DA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BCBE1-4257-4F96-A8A7-4A4EA5B1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99DA-F966-4DA6-9B26-4CCE6923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Only: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switches: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sockets: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C486-8427-41E8-8BA6-88B550CA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61567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B16FC-2624-4DCE-A405-240407D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A736-2C4F-407D-8903-272E9DB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774CE-5E0F-4D67-B58F-7FB6600F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FF935-A596-44DC-9366-FD675C19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8F7F4-8CCA-464C-B0B1-C7072702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44270-27B2-41D7-8C7F-8107F8CC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5995158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1CC7-70AE-487F-8702-6ABB7B78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CB7D9-7C1A-4003-B3D6-9463E8A1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746F-0598-4DDB-8558-AB5B6EE7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5CCE1-56C9-4993-9777-035C217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A7757-D099-4BA8-8ADC-E956B235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A043C-F4A6-4962-AF48-E3CC87E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679901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14E57-DF85-483E-A045-310EEC4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AF389-A302-4995-91EF-7A718D0C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32A1-52C4-4313-A516-8210578C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5B9CC-DA3E-42F0-A59D-8925C2F2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B1C95-DEF4-400D-AA1B-2BAD66BA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Electrical Drawing (For CIE Only): 2D drawing of switches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junction boxes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electric circuits. Schematic diagrams of Automatic fire alarm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Call bell system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UPS system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E513E-C57C-40D3-AEF2-42085108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D33EB-85DF-4C88-AB80-25800CF4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C78D9-55C6-415E-A30A-A3572B28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00490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8D081-F15B-4AFC-A508-C37E449D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16575-D104-413F-B267-F390DE1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Basic power system diagram. Concept of Indu...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A7AEA-9BDB-4E67-8E5E-292ABAE9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0EF0F-A89B-4D44-ACAC-75339ADE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2AF29-4B63-4B5F-8C89-950211D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5A12B-51F9-422D-8AD8-0B57324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57EA4-E196-4718-AF71-7F045DA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AE09D-A2DA-4BBE-ACD0-E0A25FE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6D155-7132-41A6-A40D-2FBE290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7D9F5-AA28-49C7-A800-2E4CF339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AE0D4-C19B-41B8-8532-D6D34DE0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EF5ED-3FBB-4A63-94EF-6BF2D8D3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A3C20-149A-4986-81E2-5029105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E7714-C181-42DE-9F76-9B42F88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ED025-53C0-404B-808D-5B09CCAC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A39B5-73DC-4000-A3C1-B55DFCEE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D43D4-90F8-404D-9A2A-1541878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8FCA5-29A6-49C6-8E21-5898255F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6F8FA-F82B-4D6A-997B-0931945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C684A-DC4D-47F2-84F0-18FA4D99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29E05-4855-474B-9303-CD746EEF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1446B4-B078-4703-8400-1C00916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F4657-AB67-48AD-B3A2-4F9BBDC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4B190-6B0C-4374-B01B-E6C6161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09A7B-88DB-431B-9195-43742927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61550-DC4E-4A1B-B588-89DD83D8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92A43-CF42-4E48-8DB9-8CFA64B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2A826-BA0D-4576-9E27-26123288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E43C3-CC4F-4757-A563-637E9779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16ECB-5AC2-4A3C-9B59-2549612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B26CA-EFBE-4BCC-A5CE-3ADA52D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B531D-291C-4E81-814B-BA750B44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6947448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7598D7-EA16-47CD-8FAE-B21C5871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A3F0B-FCF9-43D8-8530-A5D9948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Electrical Drawing (For CIE Only): 2D drawi...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E01F-7DD2-4BBD-BD81-000C045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2EF54-1522-4BC1-9744-F4265300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6CDDD-CCD3-422D-B867-620781C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1C914-B809-47A2-A2F9-E03C926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77DCD-8100-4F77-9E5A-B583047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4439D-44A4-4F48-9699-B6653045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85DC7-9873-4447-87F3-3ECAD3C7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0611A-96C9-4CB6-96CF-4931A2D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C9175-48A3-4B64-BD11-C2AFBB0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61C20-AD26-4B5B-BEB8-FE49464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F8292-29F5-48D8-B1B8-40522793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214F7-4F6B-4128-99A0-A6175908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BEE19-C4CB-4D19-BEC6-EEED38B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48C4D-B111-4CE1-9D07-9182EE83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FDA4F-AEAD-47F7-817E-15E29A4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9149A-F80C-43C2-96FF-1D53482A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077E2-75E2-4C62-A138-C2D12B3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D8F54-BD2B-4EE9-A08D-2C88ED89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655B2-B60A-4298-AD2F-D7DB56E3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3AD20-AAAE-4B3D-BF98-7FED7B77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6A40C-397C-4382-BD6B-1BAD7CFD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27098-D2A3-43CB-8DEC-4E0E07D7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8CEE92-5501-4394-A7DD-D41C739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89C8F-FDBF-474D-AA8E-18604115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DC7AC-5113-426C-90D8-CD2A1A46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56703-FCB7-48E4-903A-C8F1E0D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F5746-5DE3-498E-8C04-D041200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05D36-BB6E-4A6D-A4F2-F7B51C4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0A880-1616-4275-B9A3-1040516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3E48B-03B3-4570-8CED-EC9F46F0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9208529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A699F5-EC9C-4881-96A2-D8F9EF97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4667F-46F0-41F6-AF4D-4F43F5C3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junction boxes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2E40F-3DFC-4A3F-9346-AD6C92E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B0E30-2898-4A30-A00D-120513CA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B58CB-FECC-4783-8413-268E6333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93532-8A09-4F03-B34A-BB2FE7AE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73D83-35E8-4046-A4E3-A917F27C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AF6B0-C4E2-4545-8F6F-7CC591E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D81D1-DFB3-4308-B4CD-C18CD9C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01A8-6FA2-488B-A719-510DFDB4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852D-A567-4785-90E2-0F669A77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8A71E-F665-4CA0-999B-DBFC24D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C9F18-793E-4C8E-9F00-0163B02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E7357-868B-4F88-9A66-9DD9C3ED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3957E-91BC-4F0B-A791-AFAAB2F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62B3F-6A23-4C26-84DE-7DAE64A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9463D-F716-4822-AC02-ADAD6730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5A9CB-39DE-4024-8575-A66615E3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8A492-09EC-4C99-8687-145D505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9E1C6-0B97-4693-996B-AA3E702D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AA640-1C04-4F0E-BF8E-BF948183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A32C3-E1AF-4FAE-B85B-D2BA694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D2D4E-CFAB-4675-BD5B-897F14C1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8FD82-126E-48CA-AB5D-E89217F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B5B87-A8D2-4F69-96F2-7606634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7009F-B99A-462F-8436-D4FA27F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3A6A5-3393-4B0D-A7D2-3DBE8B5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596E9C-AC11-463F-90F6-BD0FA98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F7FC8-3CE2-4992-A622-E2F56F9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AEB2D-B174-44BE-BE1A-28FE128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AC918-C91A-4D33-8A60-BFF1283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A450F-BE01-436E-8683-CC5730E3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0561771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C3F69-584C-44D0-A252-3D93741B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E3143-EF63-4D75-9897-4C171456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electric circuits. Schematic diagrams of Au...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6D31-49F5-4533-9FB7-AAB0CBE2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B694C-6AE3-47B7-BE40-098D82DB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35608-3C06-49F8-B544-C3B7DAA5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3C986-8879-4E82-BAF3-AAB0D86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906C1-93A5-4BFE-A333-B87E44A2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C8C1D-99AE-41A2-AB06-060D516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F85FB-40FE-474B-9CEF-9A12C71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ABD40-19A5-48ED-969F-1BC35BBC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9FE98-1532-4687-BB92-577FD96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49318-30F2-40FE-A324-A192427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5E1FC-CB47-4215-8ED1-4C00A6FF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F10F9-D93B-4417-BFD8-1DEE614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8F4F-02EB-469D-88BC-7FB053C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8D5B6-4E80-4FB3-B34B-F68722EA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AA04E-4BD2-45C4-9E94-816268D9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5C452-4B82-43FA-8182-C9EA0762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18EEF-63B5-4739-851C-9B12E281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58B8C-C0EC-4A32-A87D-9B162ED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BE95A-1B95-4605-9363-687373F9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F8CCB-2393-453D-98D7-89011CD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25704-0E56-4652-80FD-7DC85550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8AA2F-A57E-4C27-A7E3-A9FF9A4E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81352-C819-41D3-B105-05322569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C3162-71C2-46B4-98F8-FFA157D7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C04A3-66D4-47A4-828B-7D1BBE47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01954-63D3-4A29-BB7C-BD3938D1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FCAD0-935D-41F1-B396-7F605EC9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42557-468F-4773-A16E-686B474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11F7A-7833-41DA-914A-F24F4764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CB75DE-4229-45EC-B8C7-8E162F45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12107475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C1D1A-5EBC-4114-9034-B5844DC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A4D7A-06D3-4457-98F5-8BF4378B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Call bell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55BBC-FEDE-4BDC-81AA-FE603A2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C92A-29DA-46B0-9B44-1694326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536BC-9060-48E8-B038-640F8614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E8AA-6090-43BA-A7C1-4C32F139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AD2AC-95B1-4E1F-B2F8-6CA34AB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2B4CC-B497-43BE-AD27-990F4C5F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548C5-B746-412C-9AD9-D254E507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F9F1F-FC2E-4900-967F-A9A38C4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FBB4A-53F7-4DC5-9CDF-02D79579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54259-8A62-4853-9173-1557CF85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B79FE-19BA-4190-8B04-D6609145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549F0-208B-4319-825F-63AE10C1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823AF-BA08-4EA0-B898-CF354E9A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36952-BA0D-4633-9EB3-B44BEA3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6E70A-D9F1-487C-B80B-C1D3BAB1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B7E57-E7F4-4AB1-A7DC-D102EE54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2DF3F-E6F2-404B-884D-F0809A3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0FD76-E792-4BE8-A8E2-FC0ABE48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12222-A46E-4D00-9DA2-7AAB9B75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A906F-F7C5-4523-9824-5B686B5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75088-0386-4926-96E5-1CD8D27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7266A-1F96-4583-B11F-C403B21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D0389-71BB-430E-8AAE-1D92028C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7284A-19CF-40FF-8AED-D882C77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5BB04-06E3-4AEE-92DF-29AD3CE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28034-180C-4AAA-9916-74E60D1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86FB9-F589-4955-B329-3B173CE9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431EE-3778-4A60-9F54-FFFD419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D209D-948F-466D-8E09-B059AD4B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EBDE6-D1EB-4BEB-A82D-89667E94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20021053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FDCD5-6462-491D-8AAD-1C32DCA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4BF3D-9B4E-4B91-8636-9AD1E496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UPS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099BC-775F-46C0-A164-63D89B0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E963D-1050-4547-A81C-3EDB231C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6AE1E-E92D-4363-9E7D-D92B2858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34B58-07D3-4200-A26D-CFFF156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9000F-120E-4535-A520-93103E22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73518-9FE3-417F-9DCB-5FFF721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AB12C-F486-4656-9787-BDE76043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8C77-F924-4C62-A25B-1C02AE72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69541-2A9D-4990-AD85-1160638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02ABA-5BD3-4DE8-AB8F-FBB5752F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AE0F3-7394-4BBA-B5B3-1CEFDC5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C118D-2006-4D85-AFEE-5C5C904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E5CCF-389A-4016-99B4-6177004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0A457-1A22-4850-941F-5A7F34D9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4D193-69B2-49E2-96B2-E924C062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4B00C-BD0C-4B66-B5E9-C8FF7F7D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554FB-7296-4EA9-880D-4F36C13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0ECDC-CCC1-4785-9B48-AABC0C7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0E78F-D1BC-4734-91C6-7657C900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29C09-BABB-4426-AA85-BBF2E2F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5A8A8-ACB8-49BE-8D6B-BE8AF6C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E3284-6CE4-46C2-8D1C-9A52C50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ADDF4-44E4-4174-ADBD-C6DCA2E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E3DE2-CEA4-488D-BD99-48386B0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7136D-B0A1-4ABE-8379-75ECF62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660AD-6FE8-4262-BF69-3EC3F21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BB71F-1917-45AE-847F-71B61BE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9B0BE-C728-4AED-B83C-E89A1518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EF5F5-A8CE-45C3-9D11-BEDBB85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916FE-7B67-4484-BF4D-7F1DDAB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EE Stream</a:t>
            </a:r>
          </a:p>
        </p:txBody>
      </p:sp>
    </p:spTree>
    <p:extLst>
      <p:ext uri="{BB962C8B-B14F-4D97-AF65-F5344CB8AC3E}">
        <p14:creationId xmlns:p14="http://schemas.microsoft.com/office/powerpoint/2010/main" val="591015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2026-08-24T16:02:26.6020000Z</dcterms:created>
  <dcterms:modified xsi:type="dcterms:W3CDTF">2026-08-24T16:02:26.6020000Z</dcterms:modified>
</coreProperties>
</file>