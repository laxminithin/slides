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1750e91bf61496b" /><Relationship Type="http://schemas.openxmlformats.org/officeDocument/2006/relationships/extended-properties" Target="/docProps/app.xml" Id="Rab8a782455b54e42" /><Relationship Type="http://schemas.openxmlformats.org/officeDocument/2006/relationships/officeDocument" Target="/ppt/presentation.xml" Id="R54815236b7ab4ee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adc8c472f284dff"/>
  </p:sldMasterIdLst>
  <p:notesMasterIdLst>
    <p:notesMasterId xmlns:r="http://schemas.openxmlformats.org/officeDocument/2006/relationships" r:id="Ra355886c3f6643eb"/>
  </p:notesMasterIdLst>
  <p:sldIdLst>
    <p:sldId xmlns:r="http://schemas.openxmlformats.org/officeDocument/2006/relationships" id="256" r:id="R2a9b5d63a9d6456e"/>
    <p:sldId xmlns:r="http://schemas.openxmlformats.org/officeDocument/2006/relationships" id="257" r:id="R003404628f2943b9"/>
    <p:sldId xmlns:r="http://schemas.openxmlformats.org/officeDocument/2006/relationships" id="258" r:id="R29478e7597754745"/>
    <p:sldId xmlns:r="http://schemas.openxmlformats.org/officeDocument/2006/relationships" id="259" r:id="R139618a34f5a41d4"/>
    <p:sldId xmlns:r="http://schemas.openxmlformats.org/officeDocument/2006/relationships" id="260" r:id="Rec58c1163883483d"/>
    <p:sldId xmlns:r="http://schemas.openxmlformats.org/officeDocument/2006/relationships" id="261" r:id="R2b105d01eedf4ff4"/>
    <p:sldId xmlns:r="http://schemas.openxmlformats.org/officeDocument/2006/relationships" id="262" r:id="R2d07efb6e663461d"/>
    <p:sldId xmlns:r="http://schemas.openxmlformats.org/officeDocument/2006/relationships" id="263" r:id="R1407c8cbfc3e48f7"/>
    <p:sldId xmlns:r="http://schemas.openxmlformats.org/officeDocument/2006/relationships" id="264" r:id="R9d405da4de82436c"/>
    <p:sldId xmlns:r="http://schemas.openxmlformats.org/officeDocument/2006/relationships" id="265" r:id="R18204074ba2b448c"/>
    <p:sldId xmlns:r="http://schemas.openxmlformats.org/officeDocument/2006/relationships" id="266" r:id="R30d2dbedfbe84f44"/>
    <p:sldId xmlns:r="http://schemas.openxmlformats.org/officeDocument/2006/relationships" id="267" r:id="R250c840a765a4657"/>
    <p:sldId xmlns:r="http://schemas.openxmlformats.org/officeDocument/2006/relationships" id="268" r:id="Ra87e082717e14c88"/>
    <p:sldId xmlns:r="http://schemas.openxmlformats.org/officeDocument/2006/relationships" id="269" r:id="R5b622ec953994193"/>
    <p:sldId xmlns:r="http://schemas.openxmlformats.org/officeDocument/2006/relationships" id="270" r:id="Rb7eaccd698a74bec"/>
    <p:sldId xmlns:r="http://schemas.openxmlformats.org/officeDocument/2006/relationships" id="271" r:id="R5a62de38d1a341e6"/>
    <p:sldId xmlns:r="http://schemas.openxmlformats.org/officeDocument/2006/relationships" id="272" r:id="R40d44a9d283e424b"/>
    <p:sldId xmlns:r="http://schemas.openxmlformats.org/officeDocument/2006/relationships" id="273" r:id="Rbf60c65c5a1b45ab"/>
    <p:sldId xmlns:r="http://schemas.openxmlformats.org/officeDocument/2006/relationships" id="274" r:id="Rf71d4365cbd5462d"/>
    <p:sldId xmlns:r="http://schemas.openxmlformats.org/officeDocument/2006/relationships" id="275" r:id="R26c6db70bd5d409c"/>
    <p:sldId xmlns:r="http://schemas.openxmlformats.org/officeDocument/2006/relationships" id="276" r:id="R5fc00d3885b84d3b"/>
    <p:sldId xmlns:r="http://schemas.openxmlformats.org/officeDocument/2006/relationships" id="277" r:id="R6ee9d031d6e042b1"/>
    <p:sldId xmlns:r="http://schemas.openxmlformats.org/officeDocument/2006/relationships" id="278" r:id="R99984665385649cc"/>
    <p:sldId xmlns:r="http://schemas.openxmlformats.org/officeDocument/2006/relationships" id="279" r:id="Rf512d2dc435a46a4"/>
    <p:sldId xmlns:r="http://schemas.openxmlformats.org/officeDocument/2006/relationships" id="280" r:id="R619428ad840c4028"/>
    <p:sldId xmlns:r="http://schemas.openxmlformats.org/officeDocument/2006/relationships" id="281" r:id="Re3adc2de77dc48b1"/>
    <p:sldId xmlns:r="http://schemas.openxmlformats.org/officeDocument/2006/relationships" id="282" r:id="R9d8ef83a9b90407d"/>
    <p:sldId xmlns:r="http://schemas.openxmlformats.org/officeDocument/2006/relationships" id="283" r:id="Rf187f6f42fc54732"/>
    <p:sldId xmlns:r="http://schemas.openxmlformats.org/officeDocument/2006/relationships" id="284" r:id="R7f2510cb2343441d"/>
    <p:sldId xmlns:r="http://schemas.openxmlformats.org/officeDocument/2006/relationships" id="285" r:id="Re0ab2f4d49714c08"/>
    <p:sldId xmlns:r="http://schemas.openxmlformats.org/officeDocument/2006/relationships" id="286" r:id="Rc4a96fc6a5dd4f60"/>
    <p:sldId xmlns:r="http://schemas.openxmlformats.org/officeDocument/2006/relationships" id="287" r:id="Rd7ffb8a5aba04cf0"/>
    <p:sldId xmlns:r="http://schemas.openxmlformats.org/officeDocument/2006/relationships" id="288" r:id="R56f5beb10a454c76"/>
    <p:sldId xmlns:r="http://schemas.openxmlformats.org/officeDocument/2006/relationships" id="289" r:id="R440c383230f34194"/>
    <p:sldId xmlns:r="http://schemas.openxmlformats.org/officeDocument/2006/relationships" id="290" r:id="R7669491191f84f7a"/>
    <p:sldId xmlns:r="http://schemas.openxmlformats.org/officeDocument/2006/relationships" id="291" r:id="R1d9ded11818141a1"/>
    <p:sldId xmlns:r="http://schemas.openxmlformats.org/officeDocument/2006/relationships" id="292" r:id="R89d40eee618c4d09"/>
    <p:sldId xmlns:r="http://schemas.openxmlformats.org/officeDocument/2006/relationships" id="293" r:id="Rad03199b192447c7"/>
    <p:sldId xmlns:r="http://schemas.openxmlformats.org/officeDocument/2006/relationships" id="294" r:id="R8efd1ef04e0649fc"/>
    <p:sldId xmlns:r="http://schemas.openxmlformats.org/officeDocument/2006/relationships" id="295" r:id="R7e17e68a1615451e"/>
    <p:sldId xmlns:r="http://schemas.openxmlformats.org/officeDocument/2006/relationships" id="296" r:id="Ra1133c105e5c47b9"/>
    <p:sldId xmlns:r="http://schemas.openxmlformats.org/officeDocument/2006/relationships" id="297" r:id="R701f2aa29732466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476330d9d2d4b46" /><Relationship Type="http://schemas.openxmlformats.org/officeDocument/2006/relationships/slideMaster" Target="/ppt/slideMasters/slideMaster1.xml" Id="R9adc8c472f284dff" /><Relationship Type="http://schemas.openxmlformats.org/officeDocument/2006/relationships/notesMaster" Target="/ppt/notesMasters/notesMaster1.xml" Id="Ra355886c3f6643eb" /><Relationship Type="http://schemas.openxmlformats.org/officeDocument/2006/relationships/presProps" Target="/ppt/presProps.xml" Id="R997c819e1fde4d3a" /><Relationship Type="http://schemas.openxmlformats.org/officeDocument/2006/relationships/tableStyles" Target="/ppt/tableStyles.xml" Id="Rcffffcaa28c741b3" /><Relationship Type="http://schemas.openxmlformats.org/officeDocument/2006/relationships/slide" Target="/ppt/slides/slide1.xml" Id="R2a9b5d63a9d6456e" /><Relationship Type="http://schemas.openxmlformats.org/officeDocument/2006/relationships/slide" Target="/ppt/slides/slide2.xml" Id="R003404628f2943b9" /><Relationship Type="http://schemas.openxmlformats.org/officeDocument/2006/relationships/slide" Target="/ppt/slides/slide3.xml" Id="R29478e7597754745" /><Relationship Type="http://schemas.openxmlformats.org/officeDocument/2006/relationships/slide" Target="/ppt/slides/slide4.xml" Id="R139618a34f5a41d4" /><Relationship Type="http://schemas.openxmlformats.org/officeDocument/2006/relationships/slide" Target="/ppt/slides/slide5.xml" Id="Rec58c1163883483d" /><Relationship Type="http://schemas.openxmlformats.org/officeDocument/2006/relationships/slide" Target="/ppt/slides/slide6.xml" Id="R2b105d01eedf4ff4" /><Relationship Type="http://schemas.openxmlformats.org/officeDocument/2006/relationships/slide" Target="/ppt/slides/slide7.xml" Id="R2d07efb6e663461d" /><Relationship Type="http://schemas.openxmlformats.org/officeDocument/2006/relationships/slide" Target="/ppt/slides/slide8.xml" Id="R1407c8cbfc3e48f7" /><Relationship Type="http://schemas.openxmlformats.org/officeDocument/2006/relationships/slide" Target="/ppt/slides/slide9.xml" Id="R9d405da4de82436c" /><Relationship Type="http://schemas.openxmlformats.org/officeDocument/2006/relationships/slide" Target="/ppt/slides/slide10.xml" Id="R18204074ba2b448c" /><Relationship Type="http://schemas.openxmlformats.org/officeDocument/2006/relationships/slide" Target="/ppt/slides/slide11.xml" Id="R30d2dbedfbe84f44" /><Relationship Type="http://schemas.openxmlformats.org/officeDocument/2006/relationships/slide" Target="/ppt/slides/slide12.xml" Id="R250c840a765a4657" /><Relationship Type="http://schemas.openxmlformats.org/officeDocument/2006/relationships/slide" Target="/ppt/slides/slide13.xml" Id="Ra87e082717e14c88" /><Relationship Type="http://schemas.openxmlformats.org/officeDocument/2006/relationships/slide" Target="/ppt/slides/slide14.xml" Id="R5b622ec953994193" /><Relationship Type="http://schemas.openxmlformats.org/officeDocument/2006/relationships/slide" Target="/ppt/slides/slide15.xml" Id="Rb7eaccd698a74bec" /><Relationship Type="http://schemas.openxmlformats.org/officeDocument/2006/relationships/slide" Target="/ppt/slides/slide16.xml" Id="R5a62de38d1a341e6" /><Relationship Type="http://schemas.openxmlformats.org/officeDocument/2006/relationships/slide" Target="/ppt/slides/slide17.xml" Id="R40d44a9d283e424b" /><Relationship Type="http://schemas.openxmlformats.org/officeDocument/2006/relationships/slide" Target="/ppt/slides/slide18.xml" Id="Rbf60c65c5a1b45ab" /><Relationship Type="http://schemas.openxmlformats.org/officeDocument/2006/relationships/slide" Target="/ppt/slides/slide19.xml" Id="Rf71d4365cbd5462d" /><Relationship Type="http://schemas.openxmlformats.org/officeDocument/2006/relationships/slide" Target="/ppt/slides/slide20.xml" Id="R26c6db70bd5d409c" /><Relationship Type="http://schemas.openxmlformats.org/officeDocument/2006/relationships/slide" Target="/ppt/slides/slide21.xml" Id="R5fc00d3885b84d3b" /><Relationship Type="http://schemas.openxmlformats.org/officeDocument/2006/relationships/slide" Target="/ppt/slides/slide22.xml" Id="R6ee9d031d6e042b1" /><Relationship Type="http://schemas.openxmlformats.org/officeDocument/2006/relationships/slide" Target="/ppt/slides/slide23.xml" Id="R99984665385649cc" /><Relationship Type="http://schemas.openxmlformats.org/officeDocument/2006/relationships/slide" Target="/ppt/slides/slide24.xml" Id="Rf512d2dc435a46a4" /><Relationship Type="http://schemas.openxmlformats.org/officeDocument/2006/relationships/slide" Target="/ppt/slides/slide25.xml" Id="R619428ad840c4028" /><Relationship Type="http://schemas.openxmlformats.org/officeDocument/2006/relationships/slide" Target="/ppt/slides/slide26.xml" Id="Re3adc2de77dc48b1" /><Relationship Type="http://schemas.openxmlformats.org/officeDocument/2006/relationships/slide" Target="/ppt/slides/slide27.xml" Id="R9d8ef83a9b90407d" /><Relationship Type="http://schemas.openxmlformats.org/officeDocument/2006/relationships/slide" Target="/ppt/slides/slide28.xml" Id="Rf187f6f42fc54732" /><Relationship Type="http://schemas.openxmlformats.org/officeDocument/2006/relationships/slide" Target="/ppt/slides/slide29.xml" Id="R7f2510cb2343441d" /><Relationship Type="http://schemas.openxmlformats.org/officeDocument/2006/relationships/slide" Target="/ppt/slides/slide30.xml" Id="Re0ab2f4d49714c08" /><Relationship Type="http://schemas.openxmlformats.org/officeDocument/2006/relationships/slide" Target="/ppt/slides/slide31.xml" Id="Rc4a96fc6a5dd4f60" /><Relationship Type="http://schemas.openxmlformats.org/officeDocument/2006/relationships/slide" Target="/ppt/slides/slide32.xml" Id="Rd7ffb8a5aba04cf0" /><Relationship Type="http://schemas.openxmlformats.org/officeDocument/2006/relationships/slide" Target="/ppt/slides/slide33.xml" Id="R56f5beb10a454c76" /><Relationship Type="http://schemas.openxmlformats.org/officeDocument/2006/relationships/slide" Target="/ppt/slides/slide34.xml" Id="R440c383230f34194" /><Relationship Type="http://schemas.openxmlformats.org/officeDocument/2006/relationships/slide" Target="/ppt/slides/slide35.xml" Id="R7669491191f84f7a" /><Relationship Type="http://schemas.openxmlformats.org/officeDocument/2006/relationships/slide" Target="/ppt/slides/slide36.xml" Id="R1d9ded11818141a1" /><Relationship Type="http://schemas.openxmlformats.org/officeDocument/2006/relationships/slide" Target="/ppt/slides/slide37.xml" Id="R89d40eee618c4d09" /><Relationship Type="http://schemas.openxmlformats.org/officeDocument/2006/relationships/slide" Target="/ppt/slides/slide38.xml" Id="Rad03199b192447c7" /><Relationship Type="http://schemas.openxmlformats.org/officeDocument/2006/relationships/slide" Target="/ppt/slides/slide39.xml" Id="R8efd1ef04e0649fc" /><Relationship Type="http://schemas.openxmlformats.org/officeDocument/2006/relationships/slide" Target="/ppt/slides/slide40.xml" Id="R7e17e68a1615451e" /><Relationship Type="http://schemas.openxmlformats.org/officeDocument/2006/relationships/slide" Target="/ppt/slides/slide41.xml" Id="Ra1133c105e5c47b9" /><Relationship Type="http://schemas.openxmlformats.org/officeDocument/2006/relationships/slide" Target="/ppt/slides/slide42.xml" Id="R701f2aa29732466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88f74d8eca5412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f2dc018e78c464a" /><Relationship Type="http://schemas.openxmlformats.org/officeDocument/2006/relationships/notesMaster" Target="/ppt/notesMasters/notesMaster1.xml" Id="R11fb3c399360491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b3b9a9b12554297" /><Relationship Type="http://schemas.openxmlformats.org/officeDocument/2006/relationships/notesMaster" Target="/ppt/notesMasters/notesMaster1.xml" Id="R1aa7d707e87d4a5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80a121157df48d7" /><Relationship Type="http://schemas.openxmlformats.org/officeDocument/2006/relationships/notesMaster" Target="/ppt/notesMasters/notesMaster1.xml" Id="R7fb83d2f7da74a8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7a180697ed7439b" /><Relationship Type="http://schemas.openxmlformats.org/officeDocument/2006/relationships/notesMaster" Target="/ppt/notesMasters/notesMaster1.xml" Id="Rff085014153b4af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90120e4133845ee" /><Relationship Type="http://schemas.openxmlformats.org/officeDocument/2006/relationships/notesMaster" Target="/ppt/notesMasters/notesMaster1.xml" Id="Rd846a73f417840e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118c53223154b92" /><Relationship Type="http://schemas.openxmlformats.org/officeDocument/2006/relationships/notesMaster" Target="/ppt/notesMasters/notesMaster1.xml" Id="R7a9fe9eeb9864db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4b652ef2b1a40a8" /><Relationship Type="http://schemas.openxmlformats.org/officeDocument/2006/relationships/notesMaster" Target="/ppt/notesMasters/notesMaster1.xml" Id="Rc654461d1581426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139bb5e2fa443a4" /><Relationship Type="http://schemas.openxmlformats.org/officeDocument/2006/relationships/notesMaster" Target="/ppt/notesMasters/notesMaster1.xml" Id="Ree537b69b937436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5fc7bdab8444cdb" /><Relationship Type="http://schemas.openxmlformats.org/officeDocument/2006/relationships/notesMaster" Target="/ppt/notesMasters/notesMaster1.xml" Id="Rea7f1d770f814db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92cd2687ec543a0" /><Relationship Type="http://schemas.openxmlformats.org/officeDocument/2006/relationships/notesMaster" Target="/ppt/notesMasters/notesMaster1.xml" Id="Rffee03095121420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af6415882914ff6" /><Relationship Type="http://schemas.openxmlformats.org/officeDocument/2006/relationships/notesMaster" Target="/ppt/notesMasters/notesMaster1.xml" Id="R8e158d70345a449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11af34d07b94e1b" /><Relationship Type="http://schemas.openxmlformats.org/officeDocument/2006/relationships/notesMaster" Target="/ppt/notesMasters/notesMaster1.xml" Id="Rbb4cd4a814b743a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01dbb3747fc469f" /><Relationship Type="http://schemas.openxmlformats.org/officeDocument/2006/relationships/notesMaster" Target="/ppt/notesMasters/notesMaster1.xml" Id="R2ba63fc402074bc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383c0a152bb4543" /><Relationship Type="http://schemas.openxmlformats.org/officeDocument/2006/relationships/notesMaster" Target="/ppt/notesMasters/notesMaster1.xml" Id="R0abfe88c4fc4415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a6ae3473af84872" /><Relationship Type="http://schemas.openxmlformats.org/officeDocument/2006/relationships/notesMaster" Target="/ppt/notesMasters/notesMaster1.xml" Id="R005e1d96474b4d9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f173bd71306486f" /><Relationship Type="http://schemas.openxmlformats.org/officeDocument/2006/relationships/notesMaster" Target="/ppt/notesMasters/notesMaster1.xml" Id="R19a1d80a6fbe405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2bb354d0cde4e39" /><Relationship Type="http://schemas.openxmlformats.org/officeDocument/2006/relationships/notesMaster" Target="/ppt/notesMasters/notesMaster1.xml" Id="R580821827e304b9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ea21a10a72142cb" /><Relationship Type="http://schemas.openxmlformats.org/officeDocument/2006/relationships/notesMaster" Target="/ppt/notesMasters/notesMaster1.xml" Id="Rb6347edd922942a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aee588c159343db" /><Relationship Type="http://schemas.openxmlformats.org/officeDocument/2006/relationships/notesMaster" Target="/ppt/notesMasters/notesMaster1.xml" Id="R5a80b9ef5ff346c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fdbc251e4c2495d" /><Relationship Type="http://schemas.openxmlformats.org/officeDocument/2006/relationships/notesMaster" Target="/ppt/notesMasters/notesMaster1.xml" Id="Rc4cfeaaf62d94af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12f117b82aa4644" /><Relationship Type="http://schemas.openxmlformats.org/officeDocument/2006/relationships/notesMaster" Target="/ppt/notesMasters/notesMaster1.xml" Id="Rcc7bab635a1f4e7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78715a4e996469d" /><Relationship Type="http://schemas.openxmlformats.org/officeDocument/2006/relationships/notesMaster" Target="/ppt/notesMasters/notesMaster1.xml" Id="R11683659733b4f4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4b8090969794657" /><Relationship Type="http://schemas.openxmlformats.org/officeDocument/2006/relationships/notesMaster" Target="/ppt/notesMasters/notesMaster1.xml" Id="Re5370dc21bef4e0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1a62c9b3abe431d" /><Relationship Type="http://schemas.openxmlformats.org/officeDocument/2006/relationships/notesMaster" Target="/ppt/notesMasters/notesMaster1.xml" Id="Rc14d3c6cf0754bd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99e3550d2c874905" /><Relationship Type="http://schemas.openxmlformats.org/officeDocument/2006/relationships/notesMaster" Target="/ppt/notesMasters/notesMaster1.xml" Id="R5538aaf1a8fa4a4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de9511cf58d14792" /><Relationship Type="http://schemas.openxmlformats.org/officeDocument/2006/relationships/notesMaster" Target="/ppt/notesMasters/notesMaster1.xml" Id="Rfcaea3381d2d49fe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ca8c4b2a22e849b1" /><Relationship Type="http://schemas.openxmlformats.org/officeDocument/2006/relationships/notesMaster" Target="/ppt/notesMasters/notesMaster1.xml" Id="R411ce6083be64d04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79e11728510a46a9" /><Relationship Type="http://schemas.openxmlformats.org/officeDocument/2006/relationships/notesMaster" Target="/ppt/notesMasters/notesMaster1.xml" Id="Rb58d38bfc2244ff9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dcdf56c10e03414c" /><Relationship Type="http://schemas.openxmlformats.org/officeDocument/2006/relationships/notesMaster" Target="/ppt/notesMasters/notesMaster1.xml" Id="R4ca0ab715e674b3c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616b332da03c406a" /><Relationship Type="http://schemas.openxmlformats.org/officeDocument/2006/relationships/notesMaster" Target="/ppt/notesMasters/notesMaster1.xml" Id="R5ff0161dbd8b41db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291425d9aa054e92" /><Relationship Type="http://schemas.openxmlformats.org/officeDocument/2006/relationships/notesMaster" Target="/ppt/notesMasters/notesMaster1.xml" Id="Rdcde4a43398d4c46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253023f555b54f19" /><Relationship Type="http://schemas.openxmlformats.org/officeDocument/2006/relationships/notesMaster" Target="/ppt/notesMasters/notesMaster1.xml" Id="R7222f4dd0dcf45e6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a456db6b2d2d464d" /><Relationship Type="http://schemas.openxmlformats.org/officeDocument/2006/relationships/notesMaster" Target="/ppt/notesMasters/notesMaster1.xml" Id="R920019f75f9e4abc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53287ee384734f2c" /><Relationship Type="http://schemas.openxmlformats.org/officeDocument/2006/relationships/notesMaster" Target="/ppt/notesMasters/notesMaster1.xml" Id="R9850ee87329448c3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ac60b83aa27848f5" /><Relationship Type="http://schemas.openxmlformats.org/officeDocument/2006/relationships/notesMaster" Target="/ppt/notesMasters/notesMaster1.xml" Id="Rb0ef6f60089d4865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3d4527fc828e4c2f" /><Relationship Type="http://schemas.openxmlformats.org/officeDocument/2006/relationships/notesMaster" Target="/ppt/notesMasters/notesMaster1.xml" Id="R9cbfd48a67924ba2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9e1edaeb33f54d8b" /><Relationship Type="http://schemas.openxmlformats.org/officeDocument/2006/relationships/notesMaster" Target="/ppt/notesMasters/notesMaster1.xml" Id="Rfa162ffba5ba42a4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aefbfcf78c7e4734" /><Relationship Type="http://schemas.openxmlformats.org/officeDocument/2006/relationships/notesMaster" Target="/ppt/notesMasters/notesMaster1.xml" Id="R64dfa6a8e2094f3b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3e946a76e69f4243" /><Relationship Type="http://schemas.openxmlformats.org/officeDocument/2006/relationships/notesMaster" Target="/ppt/notesMasters/notesMaster1.xml" Id="Rb98197f2aeae4054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32b31869a2e84f43" /><Relationship Type="http://schemas.openxmlformats.org/officeDocument/2006/relationships/notesMaster" Target="/ppt/notesMasters/notesMaster1.xml" Id="R60a9b386908b4a1e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0fee5236a5f84303" /><Relationship Type="http://schemas.openxmlformats.org/officeDocument/2006/relationships/notesMaster" Target="/ppt/notesMasters/notesMaster1.xml" Id="Rf60663de7e774ea9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034edb9af4684baa" /><Relationship Type="http://schemas.openxmlformats.org/officeDocument/2006/relationships/notesMaster" Target="/ppt/notesMasters/notesMaster1.xml" Id="R796e8119a7a34b6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b30c549a40492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4cd25abb97c44da" /><Relationship Type="http://schemas.openxmlformats.org/officeDocument/2006/relationships/slideLayout" Target="/ppt/slideLayouts/slideLayout1.xml" Id="R977c90c857094b8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77c90c857094b8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cf2fbec84f4389" /><Relationship Type="http://schemas.openxmlformats.org/officeDocument/2006/relationships/notesSlide" Target="/ppt/notesSlides/notesSlide1.xml" Id="R4311c1164358483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8241005d224846" /><Relationship Type="http://schemas.openxmlformats.org/officeDocument/2006/relationships/notesSlide" Target="/ppt/notesSlides/notesSlide2.xml" Id="R5ac0b5127480409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afdda3139d4471" /><Relationship Type="http://schemas.openxmlformats.org/officeDocument/2006/relationships/notesSlide" Target="/ppt/notesSlides/notesSlide3.xml" Id="R6c77abddbcc54a6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9be5898e354416" /><Relationship Type="http://schemas.openxmlformats.org/officeDocument/2006/relationships/notesSlide" Target="/ppt/notesSlides/notesSlide4.xml" Id="R0b2768b5dfc64bc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d1c8aeb9db4733" /><Relationship Type="http://schemas.openxmlformats.org/officeDocument/2006/relationships/notesSlide" Target="/ppt/notesSlides/notesSlide5.xml" Id="R2c9ba778c7a942e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736e277d88427a" /><Relationship Type="http://schemas.openxmlformats.org/officeDocument/2006/relationships/notesSlide" Target="/ppt/notesSlides/notesSlide6.xml" Id="Refbd3c51fdb3489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df0eb0963e46ea" /><Relationship Type="http://schemas.openxmlformats.org/officeDocument/2006/relationships/notesSlide" Target="/ppt/notesSlides/notesSlide7.xml" Id="R1348108de1aa485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50a89af85b4036" /><Relationship Type="http://schemas.openxmlformats.org/officeDocument/2006/relationships/notesSlide" Target="/ppt/notesSlides/notesSlide8.xml" Id="R771a29a06ef946b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503b69903545fd" /><Relationship Type="http://schemas.openxmlformats.org/officeDocument/2006/relationships/notesSlide" Target="/ppt/notesSlides/notesSlide9.xml" Id="R609e0958a17e44f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5e1dc88e7b4202" /><Relationship Type="http://schemas.openxmlformats.org/officeDocument/2006/relationships/notesSlide" Target="/ppt/notesSlides/notesSlide10.xml" Id="R6aa971e278734e5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ef22f1d7e7410a" /><Relationship Type="http://schemas.openxmlformats.org/officeDocument/2006/relationships/notesSlide" Target="/ppt/notesSlides/notesSlide11.xml" Id="R67caf6bceeaf45c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a7f149ac6d46b5" /><Relationship Type="http://schemas.openxmlformats.org/officeDocument/2006/relationships/notesSlide" Target="/ppt/notesSlides/notesSlide12.xml" Id="R1b81865b758649c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681618a1834853" /><Relationship Type="http://schemas.openxmlformats.org/officeDocument/2006/relationships/notesSlide" Target="/ppt/notesSlides/notesSlide13.xml" Id="R2633b42772ee427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76f15f14e54a8b" /><Relationship Type="http://schemas.openxmlformats.org/officeDocument/2006/relationships/notesSlide" Target="/ppt/notesSlides/notesSlide14.xml" Id="Ra17cbc4befbb4b4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1383117ec24b35" /><Relationship Type="http://schemas.openxmlformats.org/officeDocument/2006/relationships/notesSlide" Target="/ppt/notesSlides/notesSlide15.xml" Id="Rc66c58e7e219422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dc417e93e04ce6" /><Relationship Type="http://schemas.openxmlformats.org/officeDocument/2006/relationships/notesSlide" Target="/ppt/notesSlides/notesSlide16.xml" Id="Rf98d5ec2025f477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7099703edd4cfe" /><Relationship Type="http://schemas.openxmlformats.org/officeDocument/2006/relationships/notesSlide" Target="/ppt/notesSlides/notesSlide17.xml" Id="R5f60e1687f1c4e1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ab4df987ae4f05" /><Relationship Type="http://schemas.openxmlformats.org/officeDocument/2006/relationships/notesSlide" Target="/ppt/notesSlides/notesSlide18.xml" Id="R82a8c631451b469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0130dd4c914668" /><Relationship Type="http://schemas.openxmlformats.org/officeDocument/2006/relationships/notesSlide" Target="/ppt/notesSlides/notesSlide19.xml" Id="R3b80cbcc4500476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9cacfdc84b4f2b" /><Relationship Type="http://schemas.openxmlformats.org/officeDocument/2006/relationships/notesSlide" Target="/ppt/notesSlides/notesSlide20.xml" Id="R212430aa3b714d4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89c41e26ed4057" /><Relationship Type="http://schemas.openxmlformats.org/officeDocument/2006/relationships/notesSlide" Target="/ppt/notesSlides/notesSlide21.xml" Id="R8539dcd361ac4b7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d4574d06b34db5" /><Relationship Type="http://schemas.openxmlformats.org/officeDocument/2006/relationships/notesSlide" Target="/ppt/notesSlides/notesSlide22.xml" Id="R68068ae43319497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f1a68e5a214503" /><Relationship Type="http://schemas.openxmlformats.org/officeDocument/2006/relationships/notesSlide" Target="/ppt/notesSlides/notesSlide23.xml" Id="R22a4ac1de154475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e15af22a804834" /><Relationship Type="http://schemas.openxmlformats.org/officeDocument/2006/relationships/notesSlide" Target="/ppt/notesSlides/notesSlide24.xml" Id="Rb46d94aa9d7e40c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096fbbb6914a15" /><Relationship Type="http://schemas.openxmlformats.org/officeDocument/2006/relationships/notesSlide" Target="/ppt/notesSlides/notesSlide25.xml" Id="Reb86326f1a5243e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a4bca7fd5c44b4" /><Relationship Type="http://schemas.openxmlformats.org/officeDocument/2006/relationships/notesSlide" Target="/ppt/notesSlides/notesSlide26.xml" Id="R5e4f1e87e84645ed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ae9bc325e848a4" /><Relationship Type="http://schemas.openxmlformats.org/officeDocument/2006/relationships/notesSlide" Target="/ppt/notesSlides/notesSlide27.xml" Id="R20961e1e1a764b81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01baec8c1a450c" /><Relationship Type="http://schemas.openxmlformats.org/officeDocument/2006/relationships/notesSlide" Target="/ppt/notesSlides/notesSlide28.xml" Id="R3b13d24619c844c1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b91da62bea4c5c" /><Relationship Type="http://schemas.openxmlformats.org/officeDocument/2006/relationships/notesSlide" Target="/ppt/notesSlides/notesSlide29.xml" Id="Rd80bd2b0b309421f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e551e373d247c8" /><Relationship Type="http://schemas.openxmlformats.org/officeDocument/2006/relationships/notesSlide" Target="/ppt/notesSlides/notesSlide30.xml" Id="R9dea3f18ad7945f0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225bef89d04281" /><Relationship Type="http://schemas.openxmlformats.org/officeDocument/2006/relationships/notesSlide" Target="/ppt/notesSlides/notesSlide31.xml" Id="R59be6ad9a2b249c1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519d67d00240eb" /><Relationship Type="http://schemas.openxmlformats.org/officeDocument/2006/relationships/notesSlide" Target="/ppt/notesSlides/notesSlide32.xml" Id="R7feddcc087f94ff3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35ec8cce3540b8" /><Relationship Type="http://schemas.openxmlformats.org/officeDocument/2006/relationships/notesSlide" Target="/ppt/notesSlides/notesSlide33.xml" Id="R808a6f49910f4a66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dc05551ac94057" /><Relationship Type="http://schemas.openxmlformats.org/officeDocument/2006/relationships/notesSlide" Target="/ppt/notesSlides/notesSlide34.xml" Id="R60b52d3fce7c4b60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69d6024f844587" /><Relationship Type="http://schemas.openxmlformats.org/officeDocument/2006/relationships/notesSlide" Target="/ppt/notesSlides/notesSlide35.xml" Id="Re7caf2b2a0e94436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3cba02fdc94588" /><Relationship Type="http://schemas.openxmlformats.org/officeDocument/2006/relationships/notesSlide" Target="/ppt/notesSlides/notesSlide36.xml" Id="Raf9593bdebbe4066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df1351e2734b91" /><Relationship Type="http://schemas.openxmlformats.org/officeDocument/2006/relationships/notesSlide" Target="/ppt/notesSlides/notesSlide37.xml" Id="R2a88c7abf3744a53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0781ce3c8d42be" /><Relationship Type="http://schemas.openxmlformats.org/officeDocument/2006/relationships/notesSlide" Target="/ppt/notesSlides/notesSlide38.xml" Id="Rc19383ef83834af4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fa6c71c0a74866" /><Relationship Type="http://schemas.openxmlformats.org/officeDocument/2006/relationships/notesSlide" Target="/ppt/notesSlides/notesSlide39.xml" Id="R2313fe722b2d4e56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9ca28fbc6d4f9d" /><Relationship Type="http://schemas.openxmlformats.org/officeDocument/2006/relationships/notesSlide" Target="/ppt/notesSlides/notesSlide40.xml" Id="Rcfaf2ae3a79c4ce9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72d8b2fb3c4a10" /><Relationship Type="http://schemas.openxmlformats.org/officeDocument/2006/relationships/notesSlide" Target="/ppt/notesSlides/notesSlide41.xml" Id="Rfd68d7aaf447407b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cac51ccd514fa7" /><Relationship Type="http://schemas.openxmlformats.org/officeDocument/2006/relationships/notesSlide" Target="/ppt/notesSlides/notesSlide42.xml" Id="R6504884f127046b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3CD4A9-9359-4328-8CDD-A9112405E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3B431A-5F7E-4811-ABA8-FCF91CB97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Isometric Views: Introduction to Isometric views, Isometric projections, Isometric scale. Isometric view of hexahedron (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F881B8-004B-4B40-A882-D423ACEE4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Computer Aided Engineering Drawing for EE Stream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1BCEDE103/203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3744F0-48A8-4AD6-A80E-B23DD3708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13A78E-E6AA-4A7A-9EFD-B80F995C1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D16F88-ED12-4C35-8324-CEE2DD449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97BD7E-BBBD-4931-B69D-6820FBD91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A947CF-8C0A-4E82-AB80-EBAD1E01B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7A857C-F69D-4F7A-9707-068B970DD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12F1F7-E303-4F4F-9776-24DD0AE0A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95D8A1-1DC1-4F16-B7EC-9C07E813D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53EBDE-4326-4E45-9AFE-C82773F92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79CA5E-FBA0-4B9D-9002-26687C394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14900724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729B6E-1217-4E0C-A18A-2F48273F1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B54210-E702-417E-83D5-7EC9FFEDA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980636-2C47-4D84-BD77-9CA50C15E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2F5F20-79C8-4558-89F6-17E3EACAD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265F43-AE35-48A1-A8CB-976FF12DF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B1F616-A1EF-450C-8DB0-19051AC2A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4466CD-543D-4A6B-8CFF-FA4989609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859CF0-25D6-45C1-A7AF-7C7C8D32D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3E78C1-3114-47CF-B79A-E745A2780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278F0E-3BFA-487F-B911-2FDB68EDC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4E683C-4A54-475D-A7CE-1858761F9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8AFE27-BD74-4847-956C-000423D79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5999D5-3081-4F76-B290-59937888F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894EC9-73DF-4E48-AA20-839868427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D52EDA-B97A-48A6-A504-5D92EB40E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8613668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5BD0ADA-17B6-4567-A303-CE6594F2D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CF8E1D-7054-4D23-96A3-87A1F5433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E5CE28-F556-41AD-BBC5-92563142E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730DA1-C4AE-4C13-9294-A58770B0B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829E71-A1E2-4F5E-A2DE-AD91B9D97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419793-FE0C-45A7-A57A-93707EFD0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94F215-1899-48C5-9202-15157443A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7EFE13-7F48-4C5F-9BCD-EFE51D7E1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C997E7-5C52-4331-9994-FCC003C0F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Isometric Views: Introduction to Isometric views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CE912B-AAEB-4294-A621-7F3EA1584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64DF42-56FF-4805-9B9A-3A5A92DE6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E7AEE4-CB34-477C-BABC-9204C5DB4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Isometric projections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4A23BE-0322-47A8-8447-31C7EAF4C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33BC4F-9865-4971-ADF8-B8B105F3E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107CA6-8DDB-472C-8697-AD10811F2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Isometric scale. Isometric view of hexahedron (cube)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7FA991-F3BD-4742-847C-D1F217E31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0FA5BC-25F0-4ABC-99C2-D485FE385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E81871-090C-4945-A966-8CB5FF9E1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right regular prisms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DD23E0-003A-400D-B531-2D5469869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75D7D9-4D1B-49AA-9911-31DF8229C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75B663-5D8E-419A-BF8F-5FA44A53D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cylinders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5F9118-B730-47C0-A1A4-B5240FFA2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C8B0C0-7A98-4DD2-A31B-62110A8F2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81B6DF-8BD9-4276-A79A-DF197F55E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cones and spheres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FE4778-29CD-4816-83A4-580B14206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958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50E741-CB23-4F6C-AF09-122763A52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7FF3CB-02B1-47F9-9D3E-7574C303E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911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Isometric view of combination of two simple solids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CC9CD4-F787-445E-8697-C3825059C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911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5E4A9A-4B93-4C09-8C58-1D2FB3413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864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506439A-CE29-4A9B-A63A-D6E5DFB6F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4864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step block. Conversion of simple isometric drawings into...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20BA08-7356-40B2-B001-5D5398F2F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4864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91CBC63-165A-4DAB-A1B9-8C100A482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8589508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C714A35-243A-4026-905F-12C4FC843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72C8C7-26A2-4CAF-B133-E3D548313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035101-1704-4EEC-835E-3D5064FD4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C987CC-DF0C-4EC4-BF65-29389413B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AFC8D1-D9E1-4B3E-ABEB-3FDECC678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3F03B8-8E02-4F52-AB38-A9AF4B3CF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8EB046-D298-42CA-BFEE-001A1F423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E077AC-3F17-4A07-8BC5-DADFF48BA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Isometric Views: Introduction to Isometric views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D91EC6-FAED-43F2-AEE4-02C1E1E75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724CEA-E243-4DD1-9AA1-19C9B191A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739336-B5E7-4B65-8F6C-E81054D4E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Isometric projections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ACA305-60AE-455D-AAB8-CE1DC8773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D4071E-69A6-4117-834E-90E9550BD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37B2CB-75E4-4599-9C5C-0AB3C9E57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Isometric scale. Isometric view of hexahedron (cube)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1B71F5-AD7E-4136-9D9C-930B1513E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22C6C8-63F9-4EFF-B4C6-8DD447A7B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7C044E-AFE2-4578-BC1C-BA256110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right regular prisms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88DFEB-EE94-4DFE-8473-7371A7C77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3C6A4C-A007-44DF-A351-4E4265EFD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FD8F7C-6A3D-49EE-8684-12BEC37D8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cylinders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E35B80-1E9D-42C6-8D4F-642375AD9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A91A0F-A6B1-4C73-811B-82B2231FA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617B69-C8D7-4128-B9C5-7142DDCC6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cones and spheres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55548E-98BD-4D04-9478-11B09EF8D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3FFD34-B51C-4513-BC82-57CE437E3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96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E81EA6-0C8E-46E7-AEA8-D868CC24A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Isometric view of combination of two simple solids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2B123E-299A-4205-B82B-6F1FE6935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721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ED2765-AE96-4BA6-8168-9EAD4E511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721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58B10E-9C9B-4845-8E5E-2E1099A85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2606710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052346-4F26-4160-A3C8-BE4EFBA3D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72A220-7843-41DE-AD7F-1C94C0936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6B181A-3343-417C-A587-A25674A73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CFBD35-C182-4A5B-B73F-ED324D0B8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958D4C-F7C2-45FC-8598-1E9AFF6EA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Isometric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2E662B-F081-4A25-9E4F-B54CCC9F7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Views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E2B85F-AA56-4978-B65E-C74357E69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projections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54FE60-78B0-4DA1-A974-1C9DA4AE7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scale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36795D-44FE-4639-861A-401F560FB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024941-8D56-4663-95ED-A177AE446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hexahedron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74E6CF-CD7D-4DCD-B138-F4F8C3B46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cube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E1D836-2B25-4695-BCAF-72CB7F8BC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right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D03940-98EB-4C74-9DEA-659AC46C1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regular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445BCE-4D33-42C9-9F14-CCB09B25D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prisms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B516CA-6BBF-426A-A7E3-BA7DB71F5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616902-7D21-4013-9274-DA6C10549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4885852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6F59BA-1228-4EA6-A596-F0251B23A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0EFE91-03C3-4E2B-91B5-5688B07DB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E9498F-F241-4EAC-B027-098F44614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FBEB6A-8B20-4029-AC09-7D1A0A07D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38F0B7-51C6-4231-94C9-D240D4F3B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Isometric Views: Introduction to Isometric views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CEF17A-617E-4EF0-AC15-34E164436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Isometric Views: Introduction to Isometri...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6DE2DA-232C-4A26-A697-7BA88D285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DD5EF8-4C9A-4E58-B6A1-872DFE5F0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A8033A-B95D-4C33-B18C-221480F0F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75D430-5648-4F96-BCDF-6F6D336CB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1F0423-14C3-4D0C-8174-61747E694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93CF6A-2C82-4046-A61A-60983282C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C3C5F5-C77C-46D7-8DC3-47CEE717A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3FCB73-B80C-4195-9DD0-8DF2ADA7A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4DB934-5354-4ED3-80E6-FA42DEBFA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FC78C5-DA8E-4C62-804B-594A60C0E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2445537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A8BC97-8470-4852-8F18-D09B8491A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BF0BDD-C3A3-46DA-B376-1BD35F259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4F7343-E235-43B9-B6A7-1E11802F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B6AACE-699E-4B77-8DD8-485409B6C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A69F4F-8D28-4D96-80F0-2D94B160C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68B9B8-1658-4CBC-856C-5455B7D45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A7335E-3C8D-45E1-9E41-7D2F945D6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145F29-CF96-4B14-887C-74832D330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38C347-AD42-4163-8461-AB125E857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Isometric Views: 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1867FA-2F2B-4572-997C-848B3AA4A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B155A1-7A21-4EE8-A6D1-21E189196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13B66B-92FA-435F-B0D7-82900F4CC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Isometric V...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5F8A4E-4F09-4C83-B022-F3E28151A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2325B5-4BF0-44FC-B43A-6B9715BCF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ED5054-FC4F-4D2E-8977-64D39D991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Isometri...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B652B9-49DD-4DE9-8E83-AC25662A0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6D2DAC-709A-4F60-92B4-DC256A117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71DEC3-25A3-4080-92AC-5A082FB6D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Isometric Views:...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56F218-71AB-47A0-B1AD-CB4A2DF1E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F907DC-6D6D-4423-A527-EDBF9533A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18F73A-6261-42EB-B99D-DA4E4EDB4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Isometric View...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A65228-F932-48F3-8678-E0A419FFA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B6A3F6-CF25-4842-9B52-57173A57D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141929434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16397A-6F26-4878-8440-A311AA11C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12A3A2-8021-45DD-A32D-CF461A09B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DD3F57-F5D7-4907-8247-AA877700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0B2D06-3712-4166-B574-4BAD9892E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AAB658-043C-47A8-A36A-A0697D8BD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7D1092-5A82-41CF-A4A1-7C72B34C6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590247-0305-4EB7-B6B6-9187F8B4D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F3A03B-F543-436F-8804-7EEFA16A6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60A6D9-2910-4C7A-A9A6-5CE1714F9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14D8A4-3886-4955-AC3B-B9FDC96A0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FF17B1-703E-45DD-A0FB-2A9498B5B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191837-A414-4655-8026-C0A921B3F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09014D-8EFB-492F-8137-AEE3D069D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7DEA1E-C3D5-4284-A1B7-DC22D48D2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65ACE2-12CB-4CEF-B8C6-8855CEB9D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102490439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81D8EC-FB67-42C2-94EA-F6E22E92B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6A955E-321F-4A95-927E-0152AA0F8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4F72FA-0CB9-40D3-9980-BCC3EE4CB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9B5D46-BAD6-4347-919F-721034981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FA8BE8-91EC-47CE-9AFA-214D4CA39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F6FE5E-D9B0-4957-B757-3A8A9FF27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Isometric Views: Introduction to Isometric views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579340-F8ED-4A5A-9B02-FDBF09D68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7F856F-107D-455A-B207-F241CA51F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242758-BFE2-46E6-9725-0682CC5C5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A10402-7B15-46F7-B03F-0A13F2E02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8C6F03-8E41-42C5-8F64-5CAC4F303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113125922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9C4A11-52EB-445C-B0C6-A8553E586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6B46DF-8A09-40AE-AF17-87BBF99B9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5215DF-E527-4D20-8553-1A8076D03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95D5EF-2370-43CE-9E7B-26BB73CB2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310E77-B426-4222-B085-CD8B2F7AF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Isometric projections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801FED-29EB-4433-B68F-E4AB8FAEE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Isometric projections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51087A-3A42-4350-92D8-979A36452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65D3C4-6EEF-4B79-8BBE-8D03F0DF8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9E17F4-D42D-40B1-90E5-0B76117E8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63667B-06A1-49FD-9B24-E4BF65AC3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925637-A098-4837-9F7E-F541DEEA6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3878B9-E453-4D50-B287-52BC0075A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136173-6811-46DA-8A5E-E9CD64AEC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E76876-83CF-4A5B-8BC7-CBE213EEA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896BB3-DCA2-4261-A53F-CEC7549B7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3C2E3C-9428-42C8-ADA4-1A7F4EDC7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207055540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114949-CB6E-42CE-BDF4-947E8E952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97372B-7F85-497E-A382-551E5360B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AAC718-085D-44E5-9D81-A1DEBF057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53D9EC-403E-49E8-AE88-D532A3EDF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2B1D75-5DD4-4864-86CD-8F7B604D3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5AA4CC-12BC-478B-9247-BE33AB9DF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BFEE7F-0A16-48DE-BDA4-B174DA044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35981E-34A0-48E7-9B4C-ED89DC60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2DF783-9D14-4DD8-BFB0-3070E562D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Isometric projecti...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61A588-282B-4B40-BC8B-3B0F5AACE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30A02B-8EF0-450A-BF0D-57B90291A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047B8B-92BB-4A7B-866A-718010542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Isometric p...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F94FAC-69E4-43FD-8626-889BF2A7A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E52C08-F6AB-4ADC-9C06-CA9BCE522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7F1D41-5F18-4BE4-AD49-69B5C74CA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Isometri...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405008-479F-42DD-83F5-E0283E86C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8319F0-81C0-4E89-B72D-E833541B4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D0D8AF-B4DB-4BBB-AA37-EAC0E021A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Isometric projec...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A2CAA5-F583-4314-BE07-3E48CFB76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A164DC-1C0A-482F-900C-F75A4B311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A6A5C2-F38C-4F1A-8F03-FE6B7757E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Isometric proj...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42A182-6CB6-4A10-901E-D0EDD8A67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693E20-3EA4-460A-A83A-152FD0A80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119970662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149214-863B-4F05-963B-D796DD065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1103A4-7163-46BD-8FFB-D9B2E823D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247C4D-9240-48D6-9DFA-2A234A589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8B0090-605C-49DA-8345-984E8EA4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D81F21-4CA2-45EA-ADB0-E1D72D344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EA4D9D-AE1C-4FFD-9F27-BBA0A52F8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BD3762-9623-4420-9D8F-69F541F20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F182DD-A791-4AB7-AEF7-F074F04F4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EFC4C8-10B2-4349-9F2C-0E4098A82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65BDC2-C26C-4B3E-B4C5-27AD52931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D9C370-2F96-49E4-89A9-808BEF0E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2EC551-EF91-48B9-861D-43077CDBD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E08A86-4477-4527-AF5D-D0F7E110F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44A5DF-3440-4492-AC60-478CA1A67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3575A2-282C-4ED5-BB30-49DD3D5F3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189127797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AACAF8-5B63-4AE9-B910-8065C5B70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8311A0-0716-4B9C-81CF-9D4CAB212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CFB052-D0B6-4669-ACE4-281FE062F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58B45A-3DF7-4319-83FE-B8F2FA5E6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26D9DF-BDEC-4C2E-8DA8-0F5662759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3089E3-8264-4FC1-9167-2FE0A234E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Isometric projections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A3A872-4321-43E9-929C-7F69789EA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720840-4C81-4C7C-893A-80ABBE106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3F1A4F-598F-4AA9-B0B6-DEEA7EC1B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16F4C6-1C5A-4CED-978C-BBFC614FF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ABB5AE-9649-420D-B7B5-15F09DFE3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78659768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4D3599-F9CA-42D7-871E-8825260ED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4CD6FD-6779-42C6-BD02-F94D036D6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A38871-E5AD-447E-B3A1-C42D8A573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D5D3B2-B890-43E6-857D-97B84BC30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8D0EB3-C8C7-4F84-9C4E-27AF2820D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Isometric scale. Isometric view of hexahedron (cube)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00B417-F90A-487F-859F-24C30DCD8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Isometric scale. Isometric view of hexahe...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E3B760-7515-4330-9272-FF0415656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661548-F283-4B24-A2BB-89FF3654C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50DBDE-F0FE-4EA5-8B88-ED9980AB6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FC4ABB-C2A2-47D9-9FCC-9EED1FCB9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BC7F5D-45F3-4042-B14C-5DBFB9C2D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E0D5A8-C19C-4B8A-9232-EA79A7CDF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F9C849-D69D-4297-B5C8-CB6896B68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B3D68F-C901-4E35-ABAF-06709B29B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714D01-2105-42C8-8D63-62820618C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F3CA7E-3B83-443A-9755-4CF208809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32380073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162BC9-FE5E-48B6-997E-539DA4EC1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A13C2B-57E1-44F8-92F4-836C547C9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ADD433-D983-4CCE-935D-32E186677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1B088A-050D-4980-8FA5-CC92A413B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2BDB8E-5774-4781-9F29-891C0C0E1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402FE7-1078-4BF8-8E14-4238348DA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68AC1E-BF04-4C24-B22E-D5B2C0D0E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D839BB-DCB2-4D42-A340-19A3ADA13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EB33E9-2AC5-45B9-99BE-AC2C6E015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Isometric scale. 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51B7A7-0B26-4DA0-A70B-46703872A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9C519F-07BA-4E68-8240-A4A4A5ED9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71494B-B3C1-487D-9C8A-015E2F8B6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Isometric s...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D13BC3-486D-4439-8F90-A3B14A527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665D44-D5C5-412E-B2A8-CFE0E8DC8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51CEA1-DCFF-4C6D-A22A-2B05EF146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Isometri...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CC8B5B-63AA-4160-9BA0-111D6F619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5F02CD-141B-4456-9D86-56668F230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BA3FB5-5038-4335-9A5F-F7A6E90B2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Isometric scale....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263B5B-C9DB-4BD1-B452-96EEFF359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2360A2-F196-44E7-863D-2D9BC5A6D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16363A-58B7-4841-AAE7-576AE7E93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Isometric scal...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2339A8-5B27-4939-89E7-EF0A0F80A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C3E60D-D950-4854-AA51-30751757A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115603761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3E900F-E859-4356-A4DA-35AC4CDBD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CF1105-D159-447C-B839-080B470C5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F8CCE3-54FF-4C8F-8C09-42B24892F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D02599-3DF4-46C5-B164-4A9E4E98F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23E69F-FFCD-45AC-838E-8CE11F51F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653A89-3F71-494D-AD22-589DB8DAD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5CBA2C-9A92-4670-BB6E-95D579DCC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D56963-FD62-4F90-A166-1370C2554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9AD7E3-4954-4531-9C77-A94F476F2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B725B2-9CD2-4244-8FF7-B5991F7B2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A31FD0-08AE-4A51-8B10-3E2EDEAF3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AD2630-B298-42CE-BCCE-3F76270E4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355EEE-3ED5-493B-B304-E09D33D03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E9872D-5592-4508-8B93-A776F980C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1A9191-1E27-4662-9E11-24843A6B4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194936531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22B4C5-B87B-4CF0-A5A6-4B508840F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236820-A750-46F4-96A9-FE8610483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48079C-594B-464C-B598-BC26478DB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43D297-1D4B-4549-926D-1F875CC1B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55ECC0-8911-4E88-BBC6-864FAF3A3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0E79BD-6C43-4E93-A511-9BE6C3412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Isometric scale. Isometric view of hexahedron (cube)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A96986-947A-4656-9747-EB7CBF99F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99F8C0-3189-4EB5-BD28-DF2457D7C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AE43AD-3616-480A-8E67-8E676CE32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9B94BB-7EA7-471E-A8A2-DDB899FD1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F56B53-071E-4C49-AA27-0E9C6F547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115299120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BBA891-72B6-41CB-BBBE-0791477C3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0793C1-129D-4BA7-991B-026875384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5702C9-8327-4BFC-9F6A-C0A157079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9068D5-1EBA-4878-BA65-DCCCC8E9E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A21BAB-EB5A-4366-BC8A-2B2522D62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right regular prisms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24B6C4-0E51-4B5E-9B3A-7DA1FFF8B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right regular prisms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1A84A2-F418-41B6-B3FD-0B2A0CDD5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6839A1-57B1-4598-886E-1146AD61E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C6687B-6E35-4F0C-A01E-50EE856F4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A3B761-B1C7-453C-8A2F-169B449B8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5AAECB-85E6-4915-88E8-884F814AA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E428CB-1D1C-40C8-B3CC-B68A92ED1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FD4957-1005-4CFA-B5CE-7ADD7277C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9842FD-DEB4-4F47-B9AB-50453FC3D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274073-5A75-4A84-97D9-3423526CD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11F80F-D316-47E3-A491-D1200ABFC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38527188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EE973B-73EF-4D23-A8ED-0587911DB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A16540-FF96-4A4A-9EBA-98029B94B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B571A2-2612-4C7E-A993-5A8510D64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12E0C3-DF65-4D5D-AF08-06E9A6862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C7023C-533D-4661-974B-514F0D087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A6ADBE-FB5A-45AE-BEEA-060E3E7C2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AEB27C-A6FD-440D-AC50-6E53FDB5F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F596A6-4E94-487F-9920-F2ADDD24E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2E255A-138E-4019-8A4E-1418EB46E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right regular pris...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996B28-6BD2-4187-A9B6-A20D4D87D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65AFA6-F830-454F-9AEC-2D4392195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05660E-4177-4F15-A36E-D24C0E95E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right regul...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5C690E-8BBB-4EF7-96C5-2EB800BF3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EA3C67-4D7D-43B3-8C67-A3FBD483D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DE05A7-F255-4DC5-8048-A3006FE0E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right re...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7A0B87-F9D6-451E-B97C-D5BC81E99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E6DCB4-55AD-4343-A159-17FAD979F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3171C3-C7E8-445E-85CB-EC5276428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right regular pr...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AF297A-C91F-4743-8531-F1D409A02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59D7E6-8703-4DBB-9BE1-21FD6BA4A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B85D1D-A618-400F-AB4B-7A8D7860F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right regular...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09BC5C-A714-4697-A7D6-F0347994E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124AF1-3062-4347-ACAB-4CB4DB0E4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35626740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0EA638-3360-4B59-8775-154048246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A5E3CA-89D0-4847-9BCF-99BB9F83E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228263-0F10-4182-A422-5E1F77E6D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D3A95B-9AA9-4181-9AAE-7FEF10AD0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18860B-1DC2-4B81-9250-83334127E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41DE6A-71CE-4DEF-B79E-7DB597E78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507F00-156C-40A7-A5A7-A262CD852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80BD1C-F612-428F-B17D-7F9C69330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8893D1-9415-40E7-A2D3-A99526E22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FFED54-05F3-43AB-B68D-2042E13C5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7B40C0-439C-49EA-9232-A5430B36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9BE1D8-12F8-4138-ABEF-B617C0D47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E6CFDC-E9B9-44F4-AFA2-4F211B7FA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853A40-6B9D-4D2F-9C0F-76BFAEF8D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7EA1F0-B713-4F4A-956B-DE50177F7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134307088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F77CCC-B5BB-48A1-A158-DF071EFEB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A1917D-CFDB-497B-9DD3-6D7F90476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3AC5F6-CFF5-452A-9228-00A87BE91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4BC560-857B-4DFF-8FBF-D88BB5300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11902F-98E5-494B-A9AD-4CEBA0381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67D7E8-6C49-4435-829F-85A09B6E9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right regular prisms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E6CD3A-1E9F-4693-A99A-77147E8E7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B27C9A-D324-410D-8CE9-97DEE7628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3FA73B-5B8C-4B76-AFF8-5EA0FAE8D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16FB67-DFE8-468D-9FA0-25A26634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C4BAB7-B30D-4FF1-A920-E115AF5BC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129314740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16D5BB-9E83-43D7-B92C-5E94A37F3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4E1E94-5CB9-484A-9654-C061F997C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A77224-1DED-4C1E-A836-DA0695655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6066BE-4F1B-4557-8E8E-2685705EC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776322-CCD8-414A-B0DB-3E241E04A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cylinders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5898B5-0A07-4AE9-8E79-7C0F30AE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cylinders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EB6EA3-A7DB-412C-89B8-F2A05F2E9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17F54A-61DA-461C-A073-A12226600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95B1D7-D38D-48D5-AE43-34420A6AE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9F5143-6691-4135-99E1-55F9A29E6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9AFEBB-746A-467D-94D7-31BC09149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8EB59F-649D-41BE-AF3F-825B289EE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A53FD7-922F-4DAD-819A-869A17E00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430774-CB23-4F1B-96EF-1A7AE97DA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09E80D-42CF-4036-B12C-F33CF43CA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1319B1-7490-4941-AB52-FBD6564E8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92548872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3E75B7-78A1-48CA-B4E5-FB47AFCB9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996CD8-E1F7-490A-8A9A-360F3F1D1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795757-7B1E-4B2D-B3AD-F70A42C14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D68496-4F6A-4414-AC58-CA3F54A7D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7B605C-2AC8-4FF9-AA2E-222742CCE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E2AF3B-D460-4E7F-8145-D4FE490B0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330C8C-2298-4D58-BB15-A690B1EF3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DCACA2-3BD1-4C49-9CC2-E12B7D67E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4FCFAD-0062-4642-ACA9-E4C2294FA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cylinders.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7C9953-693A-4BA6-B0ED-142C6FDDD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E56F55-C6C6-4421-89ED-484446673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3C19FE-B640-4869-898E-846254EC7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cylinders.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8C408A-12EA-4340-84FE-4E4DF3AC7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BA48D3-E426-480F-B673-23F173E13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2DD940-D1D8-466E-99BE-C40456484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cylinder...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911A97-B5AA-4590-9996-19180C59A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B8AF5B-5D8E-4458-810A-8974A77CD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4CB8EF-980F-4C8C-B8AA-068439973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cylinders.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9C6766-9409-42AD-9B80-28439CAEE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8F0BEE-F216-4CBC-925F-E7918B82D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28FD62-6A4B-4636-9A31-15E64364B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cylinders.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53ADD4-22AE-4724-BE20-1531E17BA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F97A50-3C3A-47EC-B481-98D1B29E5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133058314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E8E47C-3976-4D54-8FEC-26DCC5DE4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083E92-7583-4D1B-A3A4-9C634DE9E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9D0CFF-0C46-414E-8516-762D50D5A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7A584F-5610-4AE4-A35A-B2C67BA1C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ECCC60-780F-49D4-9450-CD22006BD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111D3B-64CF-48B3-98A2-2FA788961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583313-BB18-49CC-8243-736639718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CBAFD7-53A9-40F2-9B6B-36C9339B5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685889-D040-4CE5-BC6D-445D0E3A8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0530A4-16D5-4643-A4F4-1E413AC1C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D7BF0C-FA34-44BC-877C-D39B02860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5D6ACE-3927-44A1-8245-AB52B720D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FA1977-70ED-404A-9AC8-A07CCE482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326AE1-BCAD-468F-A40C-B1B19F387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29DD8B-5219-4486-9E30-F60A1EBE7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194827829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537CA3-295E-4E5B-95AF-20D47655F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9106C9-A9C7-4DB1-88A4-74403B434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AA8185-61A6-420E-B5F9-94CC69D8A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BF0179-9F36-4932-82FF-22B44C2B2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F8F7B4-D17D-4F7F-9D7A-77EBF5F13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251B70-63CE-4E5D-9024-2C92973E9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cylinders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7E4D58-03D0-4BD1-B001-2A37524B4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24456C-0C7F-4977-9BF5-9CE37CFA6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429626-BF02-464C-B5C7-689E23E0D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F2D706-3765-4538-9290-36211C294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2E0858-1C5E-45EE-AE48-955BAC5AF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84515483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4AD42B-2B83-4CB3-A14C-51D02AA21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37D373-C365-4F3C-B865-1C8A1BA47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5BE36A-2D0C-4A10-B84C-173EB411E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9172CE-1A0A-4275-9C14-2C1DD95AA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BE5536-3AB5-4608-B410-842BCF2DE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cones and spheres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03D3BC-3CD6-42A2-994A-CA2718205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cones and spheres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12241A-7FDE-4402-87E9-3B035AE80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627946-B633-43DF-8391-7B920FFB9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7EB85C-10E4-4EF0-8F0E-028B77A4B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558963-90D0-408C-8887-09D0F92C1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A77C3C-E7FE-4B0F-89E8-7D7D45876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CAD528-FECC-415E-830E-1A4C082EE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754351-9441-4996-85C6-72D03F4E4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855AC4-E5D0-4C4A-9965-6215187E4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6AB019-CA73-4718-A691-0D87B7171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65DE5A-0FD2-4407-9F4A-67828EEF1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141423465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06CF65-C63B-4DAF-B384-A89E85CDA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339A7A-0FE1-46BD-8E83-AA2165D71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C0FC38-0FB1-4E68-93AD-F2160C730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7D7756-83AB-4F54-AB3E-3F00B97CF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194A70-F95A-4010-B5FE-5F007A824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F4AF37-138B-403D-8407-D7D210C93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18CC3E-3BAA-4DFA-9558-FE6DB0161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DE1870-CF71-4A6F-9A56-4528F8FC5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21258B-E62B-4828-AD01-050D9168E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cones and spheres.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AD591B-2DAC-4B1D-9AF5-A70AC2FF9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699051-0254-4A48-ABE2-3805A0D13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9AE697-97AB-4430-B445-96751E78D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cones and s...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C1CB2A-43A6-4735-BFEA-AE398949B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606109-25D7-422D-A258-AA19ED69E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77D870-547B-4FD4-8BEA-FC901A5F4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cones an...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538F68-8932-485D-927E-A66FD99B4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12C6F6-75C4-47FB-A25B-223F11AF8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745CB6-258C-42C4-8E23-76A1EB0C6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cones and sphere...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E1EB41-30CA-42BB-A28D-B85441DB5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8BD4CB-21C4-4653-ACCA-1B585334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2DB9C7-405E-4B1C-AC79-F9820C911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cones and sphe...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B095F6-F736-4E00-96CF-7DE11DDDC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AAAF85-F27C-4842-A70E-BD7C083E3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167263745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44FA85-9D31-4C13-AEDF-05C97BAB7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9FD4D6-1F73-4C5F-A91E-19402D68D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A32356-F2D0-4216-881E-51F66F159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7A9F0E-A896-447E-A2D6-22EFFC4AD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246426-8B6A-472A-ABCB-2891DD1FF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44E696-66AC-4D70-8B1A-4E831FE54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75CE18-55AD-405B-B3EC-EA7237E97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345439-39F5-4468-ADB3-8533ED0A9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7D3C1A-2CDB-41F6-BFE7-3653DB60F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748CE0-2968-4736-9E62-E99F9EA61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C77B19-3ECB-472A-87A4-93158752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D1BB21-326C-4B76-A23F-4C76AF3BB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88FF0F-D33B-4AF4-A309-68AB3C3F5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8BF31E-8F6C-410B-BD0F-3E94EB333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D4D769-9AE9-4ED7-BBC1-6E9818B3C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180338911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64708D-5D6D-473A-A428-4F0FFA477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3CAD9E-709D-42AC-8336-0CBCD2977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63EF09-1469-47DB-B5E5-3049A2200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744C8E-68C4-4724-9493-BC16E4201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F095B9-EEAB-44E1-A3F2-C51D63829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552AFB-0F32-459C-BDC0-FEF2F9124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cones and spheres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A492EE-0F3D-4E32-8AC6-E7E07336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5E5AFE-5A47-452F-97E5-A17B72B51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DE7B3F-E947-4AA6-BAEE-665D273F8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C348E9-7BF1-4FA8-ADF3-0D8354BBC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C6363F-D336-47B9-A48E-331E8A8E2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56575803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D5A6CE-CBC8-4AD4-B29D-BE46A10A5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48E973-F6EF-41C3-95D1-B0E813531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DD2718-20A7-4980-84D3-E6E957554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B55E49-F6A6-4867-99F1-91E2D2B1D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0B6551-690B-4BF1-85FC-CC02CB054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Isometric view of combination of two simple solids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9F62A0-5084-432A-BC35-B5217FF6D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Isometric view of combination of two simp...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4B24BE-98CE-4C28-B01B-122A82E68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2EE279-836C-4B22-9112-BEB8B988E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C1F676-43F1-4BC2-BBF4-92462831D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A6D98A-5FC3-45A3-8F67-5D3ACD74A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907380-12E3-4A9C-A5A1-5322C4557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AE447D-CD45-440D-9445-34E6D9D84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CC5A67-5C76-4EDB-AA51-BC8A03DC9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DA0C74-3716-4DAF-BC81-8C37B8E3D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69A94A-32C8-4ABC-AF59-1CB7257EF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E0A0A2-8433-4BAC-92C9-62FD252AC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1608378665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195F76-23FF-4D94-8230-3344505C8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23442B-B60C-4650-9250-DEB94D48B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F7695F-39DA-41E9-971D-B5C971B6F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0A7E90-4EF0-4D6A-A6EC-8E6034509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011543-531C-4A91-8FFE-89B57300A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5D2B0C-0811-47ED-A2EE-404916E5F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600D85-DF8E-4834-ADE5-8D11391D0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C1FA9C-1362-45DB-B808-ED1302D37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1D8C0D-CD6D-4CB5-A356-FE1C32FE1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Isometric view of...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6A64FE-976C-43B5-A6DC-219760522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99D82C-F915-49AA-9AC0-E155A0509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E29DBC-7DE6-4946-B4B9-9CD013D39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Isometric v...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1B976F-6DE4-4BFB-B083-675B19E3F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E60148-A4E7-480E-91E6-99B23D879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0AA3F1-3F90-4ADA-8CB2-C08E4230B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Isometri...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75A549-985C-4722-AE8C-879DD8102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48EDF0-ABA7-45DB-A6AA-DD235A5C9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1CA0A3-8978-4948-B947-1E60222C7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Isometric view o...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77DBB2-4588-42B0-B997-E0EBDFAE7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8C4A95-3FDA-4D24-8C36-058D2663B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D48684-2C58-4A5B-9524-60639658D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Isometric view...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F97875-4A02-405A-B418-0D629BE3B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069808-6BE0-49A2-8C63-A2C8C8AE3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1838067750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3616A1-3D94-4912-8323-E406510CE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F2603E-CBF7-44B6-9789-8E487B577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DF755C-1A70-4311-B651-BE7AA1C3D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BFB24B-EB0A-4CF2-8A4D-2D9E86D49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DB2059-1FB8-459E-92C0-42E913E24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1ABD79-D9E2-4348-9E92-5CA6A038F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37A68D-644B-430B-A15F-084D4919C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935971-41A8-4661-8D3F-5D85AEDC2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51E3F2-33A0-4396-BE86-4B86F532E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A4946A-E325-451E-A872-2254392D4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65F606-14E1-446C-947E-E6D8BA9D3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22C223-E90A-4E0E-8E7B-615833A5E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DEB13F-C845-4A5F-8A28-4E97A16F9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0FE823-1ED0-4D82-B147-C9C2AECFF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B508E4-5399-4842-9DED-5D5020B7F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59975965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96D749-C5B7-485A-BC96-79FBE8898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201239-6C85-4614-9BAF-64C4EF82B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774C97-307D-44F4-98BF-8AC9684A5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F373F2-FAE0-457B-BA75-52D8C47DD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915BF1-9D50-47D7-91C4-E908B9D90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55FEDB-CBCA-4150-A412-5FF8A96A7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Isometric view of combination of two simple solids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1CBAF0-C267-4B8D-8627-F67DF936B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0DC980-66FA-41EB-AC2A-3FDEE889B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30ABDC-D658-4588-838A-A0FD2B34C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1C4C2A-3141-465A-8799-6F9BA88DD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D141EE-DB00-4606-B24B-B7072BBFB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123481678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F5DDF4-53A8-41DC-9267-76F8F941B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8F3F9A-0B7C-4266-927B-2A3D1274D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FDDC21-9336-4A90-BC44-F417D2515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EBF514-BE60-4636-AA20-698AF48E1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FAEA26-7FBC-4E97-A12C-49DC07A77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step block. Conversion of simple isometric drawings into orthographic views: Problems on conversion of Isometri...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E4AA82-4BB4-44C5-8704-5703F4DF8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step block. Conversion of simple isometri...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C6819C-1B18-4067-874B-84ED42B4D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131CD6-94F4-4F16-8AB0-FEA050607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C5B956-9B52-4DD5-9105-19E70BB38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FA442F-2C95-41E5-8F67-330720D47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BA7ED9-2DBB-44BC-98F7-24A71A5A7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F4A11B-21EA-41E6-A08D-20463E914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A51379-20BB-4693-813B-74F466CF8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64B972-33CF-4333-AB7D-5BF1D594E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4DF1C6-2125-482D-B011-2718865FF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058EB4-6C98-44C8-835D-02FA3460D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1233076905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82879E-C229-495D-BB19-FBA5CB68F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6154DD-EACE-4EC6-9401-5C2813850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1B1280-D412-4DFE-A555-B65925C8B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08FBF8-4444-442B-85D3-C38B55834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28FAC4-412F-49EC-974B-A4A3D99FD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928D80-2A15-4307-ACFF-B119B17ED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EC4F5C-EB2B-48AD-B93F-6F0D37567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850791-00CA-42C4-9780-241CC55B8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88ABF9-455D-4F72-A4EA-AD9A3EC4E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step block. Conver...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F2F729-B75A-4A37-A46B-477B4ED0F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3887D1-FC71-44CA-B530-0CB9981EC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2EBA8D-5346-46D1-996F-A6288A477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step block....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CB1008-E73F-4675-8170-EB602DBC4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2697C7-AC80-4B05-89B6-AB42D91E6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F5BF95-01CB-412F-8C55-406E8B903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step blo...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7E5538-BB5E-45CD-B1B3-A50ACDDC3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C0359D-1C74-48C1-B861-CFCCA0728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57C575-1DD9-41AA-8777-E0D7EAD9D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step block. Conv...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C35EEC-E6F4-443F-82F8-AAF326291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73B225-4362-4FCA-879C-4FA913512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F7AF53-64E2-4FC0-8EBA-688E948E2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step block. Co...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ED6151-C962-49ED-9A9E-3049E3F34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47ACCE-F605-4576-8501-CB5C218CC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699219620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E1D9CA-572B-4615-B753-08A18EE95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E36710-A233-474E-B263-CAC5500D8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D8C1C4-EC64-4D7A-AA63-9607E0875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687F42-B431-481F-849F-4FBD95736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749CB0-B737-4AD4-96B7-B2283C8DA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D9948D-E15E-4FAB-83A6-D64AEC82A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9A87DD-D611-4BE2-9490-0C91A3981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D1C517-B06B-42C3-9442-D1BC9AF25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B18684-5982-4412-BD9A-C6A4BAFE3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24C25A-E0AC-489E-86DB-F7E7DB1EC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FFDF5E-0AE2-4E36-9054-D58E67658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07230D-770F-4C6C-BC87-A15EC9990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844845-77AC-47E4-BFC8-F83B8886A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6F1D2D-7D5C-4761-BC0B-4A723331F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A8FECC-1714-4CC5-B15C-9DD928AD0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992843191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DA3AB9-3B59-432D-B0C4-AE990DF28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65B24B-6B9E-4D3E-B766-D94B2881E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19158D-256E-4BA1-8E6C-5479E04DF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F43F08-08FB-4A5B-94EE-8CE6EEE5B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7B1959-2B5E-42A5-BD9A-EA800A56A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8BBEBD-1B97-4613-9DA9-65E33CCBB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step block. Conversion of simple isometric drawings into...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9034F5-25CF-4FC6-9407-936FD1B36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689F3C-0089-40FE-970F-79CD01B50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1AFE36-5E74-491E-BD46-A411A791A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BEA3DF-CA67-48CB-9AAF-19A37E69F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39E84C-54F9-4393-A5B0-CE99A5A39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941487444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678B58-5EE5-4510-A549-699F87CEB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96B889-0D6F-419A-AF37-335E18A10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36C241-0C4D-4E4E-9404-B6E96D4BF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A3E1B5-EA2B-4424-8740-89B3269C0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E849FD-885F-4D13-88D7-E124D7BF8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808618-7CCD-472C-8F21-636703BB5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450939955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8A9E3E-9CAF-488E-BAD1-CBE6FAA3F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A54752-AAD2-49EC-A0F7-1063CBA5E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3873F6-AE12-4CE4-A43B-86497855B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B0FEC0-A363-4C1C-8C34-69D448144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83D7D1-ECD5-4F96-ABC0-9877A8241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Isometric: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Views: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projections: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scale: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view: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76F2D9-958B-4E37-A7CA-D6A467D8E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533490810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83B62B-10F8-42B1-B349-7AB74A1AD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A6A097-9D19-48E3-B934-2770CD68A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4E2920-D4DF-4856-B629-966AAB3EA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C55E53-9907-48A4-87D8-5C33E3231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CF6196-ED29-43D3-BAB5-468A43364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Model/geometry: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Working principle: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Procedure: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C8BFC8-5923-4D6F-A747-84100049C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860721260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10FAA7-A9DA-44AD-ABDB-BDF20816E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8D7512-8A9D-4ECD-AD43-217C08D0B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03C387-6277-4419-A58A-E0F3E1BB4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8E4D4F-379A-4B97-890A-3D0A97919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4736F5-EE42-4B40-82AB-B0EA79B83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Leaving the diagram, assumptions, units, or construction sequence unlabeled.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99FDCB-3856-45C8-AB8D-151347790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1071732774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55B762-BC09-44D7-B0D0-08D791A88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D56552-A3A4-40EA-8DD1-DCC7EE659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EC88E3-F52D-460C-8DD1-524B878A4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9136E8-3846-485E-AD55-61EFBADF7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722EC3-DB6D-408D-B652-FC3F6655B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Isometric Views: Introduction to Isometric views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Isometric projections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Isometric scale. Isometric view of hexahedron (cube)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right regular prisms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cylinders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D54A80-42EB-4C46-8C40-D2B63CBD3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BE6F6F-6630-44A2-A1B8-0FB3E6E80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1D6F2F-394B-4F99-84D7-34CBB6F20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2846313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2026-08-24T16:02:26.3550000Z</dcterms:created>
  <dcterms:modified xsi:type="dcterms:W3CDTF">2026-08-24T16:02:26.3550000Z</dcterms:modified>
</coreProperties>
</file>