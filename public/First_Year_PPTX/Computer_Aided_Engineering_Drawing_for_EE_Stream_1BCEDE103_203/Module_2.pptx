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5228b66a624bec" /><Relationship Type="http://schemas.openxmlformats.org/officeDocument/2006/relationships/extended-properties" Target="/docProps/app.xml" Id="Re5c73bf36cc1427f" /><Relationship Type="http://schemas.openxmlformats.org/officeDocument/2006/relationships/officeDocument" Target="/ppt/presentation.xml" Id="Rbb9f832c98f745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7eaf8c871c48f4"/>
  </p:sldMasterIdLst>
  <p:notesMasterIdLst>
    <p:notesMasterId xmlns:r="http://schemas.openxmlformats.org/officeDocument/2006/relationships" r:id="R61fe72d4fab04839"/>
  </p:notesMasterIdLst>
  <p:sldIdLst>
    <p:sldId xmlns:r="http://schemas.openxmlformats.org/officeDocument/2006/relationships" id="256" r:id="Rf535e1eb05f1486f"/>
    <p:sldId xmlns:r="http://schemas.openxmlformats.org/officeDocument/2006/relationships" id="257" r:id="R2dff17a5a6384bb5"/>
    <p:sldId xmlns:r="http://schemas.openxmlformats.org/officeDocument/2006/relationships" id="258" r:id="R534b903799334298"/>
    <p:sldId xmlns:r="http://schemas.openxmlformats.org/officeDocument/2006/relationships" id="259" r:id="R8e5f8c223f56456a"/>
    <p:sldId xmlns:r="http://schemas.openxmlformats.org/officeDocument/2006/relationships" id="260" r:id="Rf77a22e2c1ab4992"/>
    <p:sldId xmlns:r="http://schemas.openxmlformats.org/officeDocument/2006/relationships" id="261" r:id="R1df9fad765aa4823"/>
    <p:sldId xmlns:r="http://schemas.openxmlformats.org/officeDocument/2006/relationships" id="262" r:id="Rfa80b4e5396045ae"/>
    <p:sldId xmlns:r="http://schemas.openxmlformats.org/officeDocument/2006/relationships" id="263" r:id="R5a33f06b013f437a"/>
    <p:sldId xmlns:r="http://schemas.openxmlformats.org/officeDocument/2006/relationships" id="264" r:id="Ra6ff248df1024d09"/>
    <p:sldId xmlns:r="http://schemas.openxmlformats.org/officeDocument/2006/relationships" id="265" r:id="R6a26cad105384da3"/>
    <p:sldId xmlns:r="http://schemas.openxmlformats.org/officeDocument/2006/relationships" id="266" r:id="R1f7202d2eeaa4f7b"/>
    <p:sldId xmlns:r="http://schemas.openxmlformats.org/officeDocument/2006/relationships" id="267" r:id="Rcddeffb05e784d0f"/>
    <p:sldId xmlns:r="http://schemas.openxmlformats.org/officeDocument/2006/relationships" id="268" r:id="R128a746425de495e"/>
    <p:sldId xmlns:r="http://schemas.openxmlformats.org/officeDocument/2006/relationships" id="269" r:id="R0a135b99fc5a4621"/>
    <p:sldId xmlns:r="http://schemas.openxmlformats.org/officeDocument/2006/relationships" id="270" r:id="Ref82b7789e04418d"/>
    <p:sldId xmlns:r="http://schemas.openxmlformats.org/officeDocument/2006/relationships" id="271" r:id="R9109363683ff4aa7"/>
    <p:sldId xmlns:r="http://schemas.openxmlformats.org/officeDocument/2006/relationships" id="272" r:id="R47d81fc16f5240f9"/>
    <p:sldId xmlns:r="http://schemas.openxmlformats.org/officeDocument/2006/relationships" id="273" r:id="R3def9d03a6724796"/>
    <p:sldId xmlns:r="http://schemas.openxmlformats.org/officeDocument/2006/relationships" id="274" r:id="Rc3ddcfc41b0c4155"/>
    <p:sldId xmlns:r="http://schemas.openxmlformats.org/officeDocument/2006/relationships" id="275" r:id="Rc7f95364ad694c52"/>
    <p:sldId xmlns:r="http://schemas.openxmlformats.org/officeDocument/2006/relationships" id="276" r:id="R6f6dfeefa8094d9e"/>
    <p:sldId xmlns:r="http://schemas.openxmlformats.org/officeDocument/2006/relationships" id="277" r:id="R07bf5d1886c34120"/>
    <p:sldId xmlns:r="http://schemas.openxmlformats.org/officeDocument/2006/relationships" id="278" r:id="Rfa3c1c71eae24d33"/>
    <p:sldId xmlns:r="http://schemas.openxmlformats.org/officeDocument/2006/relationships" id="279" r:id="Rd686c4b145be41ee"/>
    <p:sldId xmlns:r="http://schemas.openxmlformats.org/officeDocument/2006/relationships" id="280" r:id="R2e85979cd3ed477f"/>
    <p:sldId xmlns:r="http://schemas.openxmlformats.org/officeDocument/2006/relationships" id="281" r:id="R74caddad024a4a15"/>
    <p:sldId xmlns:r="http://schemas.openxmlformats.org/officeDocument/2006/relationships" id="282" r:id="Rf7fbac8231fe4c34"/>
    <p:sldId xmlns:r="http://schemas.openxmlformats.org/officeDocument/2006/relationships" id="283" r:id="R18a26e67ca6e4254"/>
    <p:sldId xmlns:r="http://schemas.openxmlformats.org/officeDocument/2006/relationships" id="284" r:id="R2a38903181894f7b"/>
    <p:sldId xmlns:r="http://schemas.openxmlformats.org/officeDocument/2006/relationships" id="285" r:id="R0f48c0753786409f"/>
    <p:sldId xmlns:r="http://schemas.openxmlformats.org/officeDocument/2006/relationships" id="286" r:id="Re1f86b448aa54fbe"/>
    <p:sldId xmlns:r="http://schemas.openxmlformats.org/officeDocument/2006/relationships" id="287" r:id="Rf8438337727b44a7"/>
    <p:sldId xmlns:r="http://schemas.openxmlformats.org/officeDocument/2006/relationships" id="288" r:id="R071995adb6734918"/>
    <p:sldId xmlns:r="http://schemas.openxmlformats.org/officeDocument/2006/relationships" id="289" r:id="Red80b6e0d7a74b06"/>
    <p:sldId xmlns:r="http://schemas.openxmlformats.org/officeDocument/2006/relationships" id="290" r:id="Rc10eaa9933934d19"/>
    <p:sldId xmlns:r="http://schemas.openxmlformats.org/officeDocument/2006/relationships" id="291" r:id="R95d71c3ba97b4f17"/>
    <p:sldId xmlns:r="http://schemas.openxmlformats.org/officeDocument/2006/relationships" id="292" r:id="R681b796e522f41d7"/>
    <p:sldId xmlns:r="http://schemas.openxmlformats.org/officeDocument/2006/relationships" id="293" r:id="R6cb43356a4b94999"/>
    <p:sldId xmlns:r="http://schemas.openxmlformats.org/officeDocument/2006/relationships" id="294" r:id="R7141e93864d34b1b"/>
    <p:sldId xmlns:r="http://schemas.openxmlformats.org/officeDocument/2006/relationships" id="295" r:id="Rd1756cb7431d44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cf4c6cc5f2409c" /><Relationship Type="http://schemas.openxmlformats.org/officeDocument/2006/relationships/slideMaster" Target="/ppt/slideMasters/slideMaster1.xml" Id="Rc37eaf8c871c48f4" /><Relationship Type="http://schemas.openxmlformats.org/officeDocument/2006/relationships/notesMaster" Target="/ppt/notesMasters/notesMaster1.xml" Id="R61fe72d4fab04839" /><Relationship Type="http://schemas.openxmlformats.org/officeDocument/2006/relationships/presProps" Target="/ppt/presProps.xml" Id="R540f8c3574834666" /><Relationship Type="http://schemas.openxmlformats.org/officeDocument/2006/relationships/tableStyles" Target="/ppt/tableStyles.xml" Id="Rb747516432974e40" /><Relationship Type="http://schemas.openxmlformats.org/officeDocument/2006/relationships/slide" Target="/ppt/slides/slide1.xml" Id="Rf535e1eb05f1486f" /><Relationship Type="http://schemas.openxmlformats.org/officeDocument/2006/relationships/slide" Target="/ppt/slides/slide2.xml" Id="R2dff17a5a6384bb5" /><Relationship Type="http://schemas.openxmlformats.org/officeDocument/2006/relationships/slide" Target="/ppt/slides/slide3.xml" Id="R534b903799334298" /><Relationship Type="http://schemas.openxmlformats.org/officeDocument/2006/relationships/slide" Target="/ppt/slides/slide4.xml" Id="R8e5f8c223f56456a" /><Relationship Type="http://schemas.openxmlformats.org/officeDocument/2006/relationships/slide" Target="/ppt/slides/slide5.xml" Id="Rf77a22e2c1ab4992" /><Relationship Type="http://schemas.openxmlformats.org/officeDocument/2006/relationships/slide" Target="/ppt/slides/slide6.xml" Id="R1df9fad765aa4823" /><Relationship Type="http://schemas.openxmlformats.org/officeDocument/2006/relationships/slide" Target="/ppt/slides/slide7.xml" Id="Rfa80b4e5396045ae" /><Relationship Type="http://schemas.openxmlformats.org/officeDocument/2006/relationships/slide" Target="/ppt/slides/slide8.xml" Id="R5a33f06b013f437a" /><Relationship Type="http://schemas.openxmlformats.org/officeDocument/2006/relationships/slide" Target="/ppt/slides/slide9.xml" Id="Ra6ff248df1024d09" /><Relationship Type="http://schemas.openxmlformats.org/officeDocument/2006/relationships/slide" Target="/ppt/slides/slide10.xml" Id="R6a26cad105384da3" /><Relationship Type="http://schemas.openxmlformats.org/officeDocument/2006/relationships/slide" Target="/ppt/slides/slide11.xml" Id="R1f7202d2eeaa4f7b" /><Relationship Type="http://schemas.openxmlformats.org/officeDocument/2006/relationships/slide" Target="/ppt/slides/slide12.xml" Id="Rcddeffb05e784d0f" /><Relationship Type="http://schemas.openxmlformats.org/officeDocument/2006/relationships/slide" Target="/ppt/slides/slide13.xml" Id="R128a746425de495e" /><Relationship Type="http://schemas.openxmlformats.org/officeDocument/2006/relationships/slide" Target="/ppt/slides/slide14.xml" Id="R0a135b99fc5a4621" /><Relationship Type="http://schemas.openxmlformats.org/officeDocument/2006/relationships/slide" Target="/ppt/slides/slide15.xml" Id="Ref82b7789e04418d" /><Relationship Type="http://schemas.openxmlformats.org/officeDocument/2006/relationships/slide" Target="/ppt/slides/slide16.xml" Id="R9109363683ff4aa7" /><Relationship Type="http://schemas.openxmlformats.org/officeDocument/2006/relationships/slide" Target="/ppt/slides/slide17.xml" Id="R47d81fc16f5240f9" /><Relationship Type="http://schemas.openxmlformats.org/officeDocument/2006/relationships/slide" Target="/ppt/slides/slide18.xml" Id="R3def9d03a6724796" /><Relationship Type="http://schemas.openxmlformats.org/officeDocument/2006/relationships/slide" Target="/ppt/slides/slide19.xml" Id="Rc3ddcfc41b0c4155" /><Relationship Type="http://schemas.openxmlformats.org/officeDocument/2006/relationships/slide" Target="/ppt/slides/slide20.xml" Id="Rc7f95364ad694c52" /><Relationship Type="http://schemas.openxmlformats.org/officeDocument/2006/relationships/slide" Target="/ppt/slides/slide21.xml" Id="R6f6dfeefa8094d9e" /><Relationship Type="http://schemas.openxmlformats.org/officeDocument/2006/relationships/slide" Target="/ppt/slides/slide22.xml" Id="R07bf5d1886c34120" /><Relationship Type="http://schemas.openxmlformats.org/officeDocument/2006/relationships/slide" Target="/ppt/slides/slide23.xml" Id="Rfa3c1c71eae24d33" /><Relationship Type="http://schemas.openxmlformats.org/officeDocument/2006/relationships/slide" Target="/ppt/slides/slide24.xml" Id="Rd686c4b145be41ee" /><Relationship Type="http://schemas.openxmlformats.org/officeDocument/2006/relationships/slide" Target="/ppt/slides/slide25.xml" Id="R2e85979cd3ed477f" /><Relationship Type="http://schemas.openxmlformats.org/officeDocument/2006/relationships/slide" Target="/ppt/slides/slide26.xml" Id="R74caddad024a4a15" /><Relationship Type="http://schemas.openxmlformats.org/officeDocument/2006/relationships/slide" Target="/ppt/slides/slide27.xml" Id="Rf7fbac8231fe4c34" /><Relationship Type="http://schemas.openxmlformats.org/officeDocument/2006/relationships/slide" Target="/ppt/slides/slide28.xml" Id="R18a26e67ca6e4254" /><Relationship Type="http://schemas.openxmlformats.org/officeDocument/2006/relationships/slide" Target="/ppt/slides/slide29.xml" Id="R2a38903181894f7b" /><Relationship Type="http://schemas.openxmlformats.org/officeDocument/2006/relationships/slide" Target="/ppt/slides/slide30.xml" Id="R0f48c0753786409f" /><Relationship Type="http://schemas.openxmlformats.org/officeDocument/2006/relationships/slide" Target="/ppt/slides/slide31.xml" Id="Re1f86b448aa54fbe" /><Relationship Type="http://schemas.openxmlformats.org/officeDocument/2006/relationships/slide" Target="/ppt/slides/slide32.xml" Id="Rf8438337727b44a7" /><Relationship Type="http://schemas.openxmlformats.org/officeDocument/2006/relationships/slide" Target="/ppt/slides/slide33.xml" Id="R071995adb6734918" /><Relationship Type="http://schemas.openxmlformats.org/officeDocument/2006/relationships/slide" Target="/ppt/slides/slide34.xml" Id="Red80b6e0d7a74b06" /><Relationship Type="http://schemas.openxmlformats.org/officeDocument/2006/relationships/slide" Target="/ppt/slides/slide35.xml" Id="Rc10eaa9933934d19" /><Relationship Type="http://schemas.openxmlformats.org/officeDocument/2006/relationships/slide" Target="/ppt/slides/slide36.xml" Id="R95d71c3ba97b4f17" /><Relationship Type="http://schemas.openxmlformats.org/officeDocument/2006/relationships/slide" Target="/ppt/slides/slide37.xml" Id="R681b796e522f41d7" /><Relationship Type="http://schemas.openxmlformats.org/officeDocument/2006/relationships/slide" Target="/ppt/slides/slide38.xml" Id="R6cb43356a4b94999" /><Relationship Type="http://schemas.openxmlformats.org/officeDocument/2006/relationships/slide" Target="/ppt/slides/slide39.xml" Id="R7141e93864d34b1b" /><Relationship Type="http://schemas.openxmlformats.org/officeDocument/2006/relationships/slide" Target="/ppt/slides/slide40.xml" Id="Rd1756cb7431d44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7e43dd193a4d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3a8d214d254ac3" /><Relationship Type="http://schemas.openxmlformats.org/officeDocument/2006/relationships/notesMaster" Target="/ppt/notesMasters/notesMaster1.xml" Id="R6e4fa4cf48f647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4a24796bcb4cd4" /><Relationship Type="http://schemas.openxmlformats.org/officeDocument/2006/relationships/notesMaster" Target="/ppt/notesMasters/notesMaster1.xml" Id="Rbf6231b0934c4e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96b6bb78924017" /><Relationship Type="http://schemas.openxmlformats.org/officeDocument/2006/relationships/notesMaster" Target="/ppt/notesMasters/notesMaster1.xml" Id="R5ebc7dd98fd94d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7523f28fd64ce9" /><Relationship Type="http://schemas.openxmlformats.org/officeDocument/2006/relationships/notesMaster" Target="/ppt/notesMasters/notesMaster1.xml" Id="R803bfe4211f045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90ccb038a64c07" /><Relationship Type="http://schemas.openxmlformats.org/officeDocument/2006/relationships/notesMaster" Target="/ppt/notesMasters/notesMaster1.xml" Id="Rc61d254469194a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ba843c37384288" /><Relationship Type="http://schemas.openxmlformats.org/officeDocument/2006/relationships/notesMaster" Target="/ppt/notesMasters/notesMaster1.xml" Id="R59574141e4d349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86effb522d418b" /><Relationship Type="http://schemas.openxmlformats.org/officeDocument/2006/relationships/notesMaster" Target="/ppt/notesMasters/notesMaster1.xml" Id="Rfd8dfe7a38c347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f3d060e76b40b9" /><Relationship Type="http://schemas.openxmlformats.org/officeDocument/2006/relationships/notesMaster" Target="/ppt/notesMasters/notesMaster1.xml" Id="R6a88d3bb883845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29488898f04402" /><Relationship Type="http://schemas.openxmlformats.org/officeDocument/2006/relationships/notesMaster" Target="/ppt/notesMasters/notesMaster1.xml" Id="Rd60f2e93b4d74a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75e3a55a5b48c2" /><Relationship Type="http://schemas.openxmlformats.org/officeDocument/2006/relationships/notesMaster" Target="/ppt/notesMasters/notesMaster1.xml" Id="R285c88aec57a46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bf88d433904599" /><Relationship Type="http://schemas.openxmlformats.org/officeDocument/2006/relationships/notesMaster" Target="/ppt/notesMasters/notesMaster1.xml" Id="Ra0cba0ac3bec40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a9e80ed1ee491f" /><Relationship Type="http://schemas.openxmlformats.org/officeDocument/2006/relationships/notesMaster" Target="/ppt/notesMasters/notesMaster1.xml" Id="Rb245bfffc9e844c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668132e1424db7" /><Relationship Type="http://schemas.openxmlformats.org/officeDocument/2006/relationships/notesMaster" Target="/ppt/notesMasters/notesMaster1.xml" Id="Rc173b54b278e40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9ce3cc50c0407b" /><Relationship Type="http://schemas.openxmlformats.org/officeDocument/2006/relationships/notesMaster" Target="/ppt/notesMasters/notesMaster1.xml" Id="Rdddfd601c9b449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35384219784bb2" /><Relationship Type="http://schemas.openxmlformats.org/officeDocument/2006/relationships/notesMaster" Target="/ppt/notesMasters/notesMaster1.xml" Id="Rf4276ca66b3844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fa773d1fa2046cd" /><Relationship Type="http://schemas.openxmlformats.org/officeDocument/2006/relationships/notesMaster" Target="/ppt/notesMasters/notesMaster1.xml" Id="R652447f42a944d1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015c0e03f2e42bc" /><Relationship Type="http://schemas.openxmlformats.org/officeDocument/2006/relationships/notesMaster" Target="/ppt/notesMasters/notesMaster1.xml" Id="Rda597484e4554ba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1a9ac8140e54eb8" /><Relationship Type="http://schemas.openxmlformats.org/officeDocument/2006/relationships/notesMaster" Target="/ppt/notesMasters/notesMaster1.xml" Id="Re45a3167885546f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c77bbb83000405b" /><Relationship Type="http://schemas.openxmlformats.org/officeDocument/2006/relationships/notesMaster" Target="/ppt/notesMasters/notesMaster1.xml" Id="R7d5aee212b9443c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ed4bf8f73be46c3" /><Relationship Type="http://schemas.openxmlformats.org/officeDocument/2006/relationships/notesMaster" Target="/ppt/notesMasters/notesMaster1.xml" Id="R9a60698b239a404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98a8e42099649b9" /><Relationship Type="http://schemas.openxmlformats.org/officeDocument/2006/relationships/notesMaster" Target="/ppt/notesMasters/notesMaster1.xml" Id="R236cecc390e542b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58260d699ec4889" /><Relationship Type="http://schemas.openxmlformats.org/officeDocument/2006/relationships/notesMaster" Target="/ppt/notesMasters/notesMaster1.xml" Id="R3ef23fdcf465467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87da30df8524cc6" /><Relationship Type="http://schemas.openxmlformats.org/officeDocument/2006/relationships/notesMaster" Target="/ppt/notesMasters/notesMaster1.xml" Id="Rae151ae9969247c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37b55dd6e1f4075" /><Relationship Type="http://schemas.openxmlformats.org/officeDocument/2006/relationships/notesMaster" Target="/ppt/notesMasters/notesMaster1.xml" Id="R2ae4e345524d4fa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dc2a4c1b15f4175" /><Relationship Type="http://schemas.openxmlformats.org/officeDocument/2006/relationships/notesMaster" Target="/ppt/notesMasters/notesMaster1.xml" Id="R0a9513702455444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f7fca4f9e424816" /><Relationship Type="http://schemas.openxmlformats.org/officeDocument/2006/relationships/notesMaster" Target="/ppt/notesMasters/notesMaster1.xml" Id="Rae5d90254a4646e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005459a76534d82" /><Relationship Type="http://schemas.openxmlformats.org/officeDocument/2006/relationships/notesMaster" Target="/ppt/notesMasters/notesMaster1.xml" Id="R3ee4851542e0413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3ff5a82139a48de" /><Relationship Type="http://schemas.openxmlformats.org/officeDocument/2006/relationships/notesMaster" Target="/ppt/notesMasters/notesMaster1.xml" Id="R17dc662ec8f8401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636600a5e004e70" /><Relationship Type="http://schemas.openxmlformats.org/officeDocument/2006/relationships/notesMaster" Target="/ppt/notesMasters/notesMaster1.xml" Id="R1d7dc07198c5484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aa00161b3144257" /><Relationship Type="http://schemas.openxmlformats.org/officeDocument/2006/relationships/notesMaster" Target="/ppt/notesMasters/notesMaster1.xml" Id="R3ab20fbc867545a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3456ba434144404" /><Relationship Type="http://schemas.openxmlformats.org/officeDocument/2006/relationships/notesMaster" Target="/ppt/notesMasters/notesMaster1.xml" Id="R6a60c007d6ac4b8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4b05fef1ddf4d3a" /><Relationship Type="http://schemas.openxmlformats.org/officeDocument/2006/relationships/notesMaster" Target="/ppt/notesMasters/notesMaster1.xml" Id="Ra746f7763b404be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92e4ad791114dca" /><Relationship Type="http://schemas.openxmlformats.org/officeDocument/2006/relationships/notesMaster" Target="/ppt/notesMasters/notesMaster1.xml" Id="Rab73077657394c3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9b574f0a16c4c9d" /><Relationship Type="http://schemas.openxmlformats.org/officeDocument/2006/relationships/notesMaster" Target="/ppt/notesMasters/notesMaster1.xml" Id="R7cbf3160d1d5403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23be8b9cccc47c1" /><Relationship Type="http://schemas.openxmlformats.org/officeDocument/2006/relationships/notesMaster" Target="/ppt/notesMasters/notesMaster1.xml" Id="Red18c92b301444e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82c97953ba54fa5" /><Relationship Type="http://schemas.openxmlformats.org/officeDocument/2006/relationships/notesMaster" Target="/ppt/notesMasters/notesMaster1.xml" Id="Rc5230f12d1c74d8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f9cb582fc0f48e4" /><Relationship Type="http://schemas.openxmlformats.org/officeDocument/2006/relationships/notesMaster" Target="/ppt/notesMasters/notesMaster1.xml" Id="Rc5d20a4930ea48b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ee85bef2a0d44da" /><Relationship Type="http://schemas.openxmlformats.org/officeDocument/2006/relationships/notesMaster" Target="/ppt/notesMasters/notesMaster1.xml" Id="R96903b79507d451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9050d0421524703" /><Relationship Type="http://schemas.openxmlformats.org/officeDocument/2006/relationships/notesMaster" Target="/ppt/notesMasters/notesMaster1.xml" Id="Rbc0919dadb5d498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929e5b256b54a9c" /><Relationship Type="http://schemas.openxmlformats.org/officeDocument/2006/relationships/notesMaster" Target="/ppt/notesMasters/notesMaster1.xml" Id="R880d10933cfc41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6469f8784c45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e49f59f97a478e" /><Relationship Type="http://schemas.openxmlformats.org/officeDocument/2006/relationships/slideLayout" Target="/ppt/slideLayouts/slideLayout1.xml" Id="R37a1a0e14ead49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a1a0e14ead49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09238bd8e40f8" /><Relationship Type="http://schemas.openxmlformats.org/officeDocument/2006/relationships/notesSlide" Target="/ppt/notesSlides/notesSlide1.xml" Id="R65198dcd3fa340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767b1ed0347ac" /><Relationship Type="http://schemas.openxmlformats.org/officeDocument/2006/relationships/notesSlide" Target="/ppt/notesSlides/notesSlide2.xml" Id="Rae5d1c3c09a24f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4c2021cb04750" /><Relationship Type="http://schemas.openxmlformats.org/officeDocument/2006/relationships/notesSlide" Target="/ppt/notesSlides/notesSlide3.xml" Id="R226bb6cf40cc4c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a3dbdecd6444f" /><Relationship Type="http://schemas.openxmlformats.org/officeDocument/2006/relationships/notesSlide" Target="/ppt/notesSlides/notesSlide4.xml" Id="Rd5c74e759c324f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b17fd64694eba" /><Relationship Type="http://schemas.openxmlformats.org/officeDocument/2006/relationships/notesSlide" Target="/ppt/notesSlides/notesSlide5.xml" Id="R3b35c610a87f4c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23b19c88c4788" /><Relationship Type="http://schemas.openxmlformats.org/officeDocument/2006/relationships/notesSlide" Target="/ppt/notesSlides/notesSlide6.xml" Id="R4157a1dd022d4d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38e287fa84ad8" /><Relationship Type="http://schemas.openxmlformats.org/officeDocument/2006/relationships/notesSlide" Target="/ppt/notesSlides/notesSlide7.xml" Id="R436b68ce44b14d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3b7fe9f1d4d18" /><Relationship Type="http://schemas.openxmlformats.org/officeDocument/2006/relationships/notesSlide" Target="/ppt/notesSlides/notesSlide8.xml" Id="Rbdf4a766e3e246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79d4827944ed9" /><Relationship Type="http://schemas.openxmlformats.org/officeDocument/2006/relationships/notesSlide" Target="/ppt/notesSlides/notesSlide9.xml" Id="Ra65715e9211748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8fb1cf6b54496" /><Relationship Type="http://schemas.openxmlformats.org/officeDocument/2006/relationships/notesSlide" Target="/ppt/notesSlides/notesSlide10.xml" Id="Rda10f67b501545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195ef221a4fae" /><Relationship Type="http://schemas.openxmlformats.org/officeDocument/2006/relationships/notesSlide" Target="/ppt/notesSlides/notesSlide11.xml" Id="R18bfd4a7bc314d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42ca8c8af4123" /><Relationship Type="http://schemas.openxmlformats.org/officeDocument/2006/relationships/notesSlide" Target="/ppt/notesSlides/notesSlide12.xml" Id="R2936dcd1650d40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1aa615581457f" /><Relationship Type="http://schemas.openxmlformats.org/officeDocument/2006/relationships/notesSlide" Target="/ppt/notesSlides/notesSlide13.xml" Id="Rfd8191cca7f047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8e16e14c340f8" /><Relationship Type="http://schemas.openxmlformats.org/officeDocument/2006/relationships/notesSlide" Target="/ppt/notesSlides/notesSlide14.xml" Id="Ra6fd4f1d63f5405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873fd9475425b" /><Relationship Type="http://schemas.openxmlformats.org/officeDocument/2006/relationships/notesSlide" Target="/ppt/notesSlides/notesSlide15.xml" Id="R21e4b6026c6545a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cc0456e814ff8" /><Relationship Type="http://schemas.openxmlformats.org/officeDocument/2006/relationships/notesSlide" Target="/ppt/notesSlides/notesSlide16.xml" Id="R9a283227f57c45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3559cb0914b9a" /><Relationship Type="http://schemas.openxmlformats.org/officeDocument/2006/relationships/notesSlide" Target="/ppt/notesSlides/notesSlide17.xml" Id="R5a39dfc4518147e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7743e1c634049" /><Relationship Type="http://schemas.openxmlformats.org/officeDocument/2006/relationships/notesSlide" Target="/ppt/notesSlides/notesSlide18.xml" Id="R8cb7a4e5c5ba4d5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6c61ecb7f465e" /><Relationship Type="http://schemas.openxmlformats.org/officeDocument/2006/relationships/notesSlide" Target="/ppt/notesSlides/notesSlide19.xml" Id="R32146dabb9854c6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24ffb87c34ec2" /><Relationship Type="http://schemas.openxmlformats.org/officeDocument/2006/relationships/notesSlide" Target="/ppt/notesSlides/notesSlide20.xml" Id="Re6ae587e18fa4f8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6af4331824d6f" /><Relationship Type="http://schemas.openxmlformats.org/officeDocument/2006/relationships/notesSlide" Target="/ppt/notesSlides/notesSlide21.xml" Id="Ra239a7158c4f4cc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e6744b810466d" /><Relationship Type="http://schemas.openxmlformats.org/officeDocument/2006/relationships/notesSlide" Target="/ppt/notesSlides/notesSlide22.xml" Id="Rc85b00d13c69402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05477313a468b" /><Relationship Type="http://schemas.openxmlformats.org/officeDocument/2006/relationships/notesSlide" Target="/ppt/notesSlides/notesSlide23.xml" Id="Rf21e4f491c15460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bddb5b872406c" /><Relationship Type="http://schemas.openxmlformats.org/officeDocument/2006/relationships/notesSlide" Target="/ppt/notesSlides/notesSlide24.xml" Id="Rf3730440485941e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6a7c4e0924e5a" /><Relationship Type="http://schemas.openxmlformats.org/officeDocument/2006/relationships/notesSlide" Target="/ppt/notesSlides/notesSlide25.xml" Id="Rf12a03f39a52491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e6bb8124345c1" /><Relationship Type="http://schemas.openxmlformats.org/officeDocument/2006/relationships/notesSlide" Target="/ppt/notesSlides/notesSlide26.xml" Id="Rbe018e8b0aed48c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1caaff90942c1" /><Relationship Type="http://schemas.openxmlformats.org/officeDocument/2006/relationships/notesSlide" Target="/ppt/notesSlides/notesSlide27.xml" Id="R3a964123e82448e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a1d76b1424c86" /><Relationship Type="http://schemas.openxmlformats.org/officeDocument/2006/relationships/notesSlide" Target="/ppt/notesSlides/notesSlide28.xml" Id="Rb3d21048456d43c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7fee06f524000" /><Relationship Type="http://schemas.openxmlformats.org/officeDocument/2006/relationships/notesSlide" Target="/ppt/notesSlides/notesSlide29.xml" Id="R803e6e7697264cf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c67708720410a" /><Relationship Type="http://schemas.openxmlformats.org/officeDocument/2006/relationships/notesSlide" Target="/ppt/notesSlides/notesSlide30.xml" Id="Ra11993c1313b4b7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170f59e214c60" /><Relationship Type="http://schemas.openxmlformats.org/officeDocument/2006/relationships/notesSlide" Target="/ppt/notesSlides/notesSlide31.xml" Id="Rcdf2760e2d8c40c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c421e248f4bdd" /><Relationship Type="http://schemas.openxmlformats.org/officeDocument/2006/relationships/notesSlide" Target="/ppt/notesSlides/notesSlide32.xml" Id="R601f6d727d7041a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3d280af4f4ae7" /><Relationship Type="http://schemas.openxmlformats.org/officeDocument/2006/relationships/notesSlide" Target="/ppt/notesSlides/notesSlide33.xml" Id="R41a383e4c5d6461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a720778184f4e" /><Relationship Type="http://schemas.openxmlformats.org/officeDocument/2006/relationships/notesSlide" Target="/ppt/notesSlides/notesSlide34.xml" Id="Rfdf6d2a20f32419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247ae90674589" /><Relationship Type="http://schemas.openxmlformats.org/officeDocument/2006/relationships/notesSlide" Target="/ppt/notesSlides/notesSlide35.xml" Id="Rccd46f657ad743f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4f03e4b4f4070" /><Relationship Type="http://schemas.openxmlformats.org/officeDocument/2006/relationships/notesSlide" Target="/ppt/notesSlides/notesSlide36.xml" Id="Rf60845750afe4bb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da79d3c1d4551" /><Relationship Type="http://schemas.openxmlformats.org/officeDocument/2006/relationships/notesSlide" Target="/ppt/notesSlides/notesSlide37.xml" Id="R015644e6f6e94cf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ee51a485a4a57" /><Relationship Type="http://schemas.openxmlformats.org/officeDocument/2006/relationships/notesSlide" Target="/ppt/notesSlides/notesSlide38.xml" Id="R2b4311e0b4e8443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1e3a6a11b4a93" /><Relationship Type="http://schemas.openxmlformats.org/officeDocument/2006/relationships/notesSlide" Target="/ppt/notesSlides/notesSlide39.xml" Id="Rb635287e51d44b7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cf1f17c2e4af5" /><Relationship Type="http://schemas.openxmlformats.org/officeDocument/2006/relationships/notesSlide" Target="/ppt/notesSlides/notesSlide40.xml" Id="R7ce4e5160b7647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F1184F-96E8-46F7-8DE5-8666D84D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989AA-3C10-43FA-B90D-7E7537A3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Orthographic Projection of Solids: Orthographic projection of right regular solids (Resting on HP only and inclined to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6D9CC-B6D9-4494-9CA1-F3FDD28F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EE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1BCEDE103/203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2C7DD-03EE-4682-B92A-F29973EB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CB67D-89BA-4348-BD8E-5EA8D3AD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B042A-6999-402D-B5DF-CF2C9C7A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F8561-AAD9-4089-8C9D-56E8FC89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4DA27-FFB6-4ADC-8EC5-DD99B5DE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FD80C-E2BA-4E16-8544-72A4FB67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8121D-6574-4FCF-A66F-68314984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57B54-D6FD-4812-BC4D-FA92B09D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31195-373C-497D-A931-65E287A3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27EF7-2065-4439-8D17-540F473E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0373393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05B3D-1FB0-4391-991F-86180A0C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B74C1-7550-4059-B037-F7400F2F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E696F-9CBF-4B9B-BB2D-0076BCA3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0A1EA-397C-48D8-8FBB-FEEB8A04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4405E-AC07-4102-BEC7-1A134B2F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F41E2-87FE-4AFF-91DF-78D2AD96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79DE9-202C-4DAD-A56B-F85FF719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3A1DD-E54E-4583-A6E3-DDB181F7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1BFE8-0C61-4721-B157-2DA7664E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88993-5013-4F67-ACE5-AD9F1A51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D9CAB-1D1A-4300-961F-BDFAA172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3117B-FF63-4950-B295-36057F7F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461A9-74A5-4946-9BDF-80CC6E48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70553-B12E-48EE-B270-DDE26DB5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9642D-65AB-4989-A3C8-E2B5F417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3244278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19F74-73D1-401E-988D-B7DAD09A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A0CEB-A109-45A9-B997-D1571B01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98E9E-0884-465B-A417-1A35383C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33AAB-8A89-42D4-B9CA-9829C69C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E0166-C943-40D8-8C27-90AEA556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372D6-627F-4846-AD13-2914C0B9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2D4FC-CD1E-43EF-8B45-789BD2A7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089AB-5C59-4C4B-86B9-09C5BCB2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FC57C-4BA8-4D2A-8770-1D6CC61D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Orthographic Projection of Solids: Orthographic projectio...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78E93-6228-4543-A5C4-E589CA4D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C968A-6580-4239-98CD-89B1DDB7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A7DBE-7C12-4AB6-9814-854AF299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Cylinders &amp; Cones.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E7BFBF-FDC1-4455-B44F-6AC5264C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DBDBF-1DAC-4D36-B9E6-8D82171A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0653092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4D024-21E0-4528-8AE1-A2A88528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7B9C2-AA07-4BF9-B0C9-986B490C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869C7-264F-4FC0-95F3-3050F6F6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B6694-2CAD-4A86-BFE1-B6B9F632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23EE3-FBE1-4A18-9A96-3EB1F47D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E9979-F0C1-4F96-A1FC-F1AF0BBA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8B3A1-0058-4D4C-9D60-14B79EA1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A0592-34C1-40CC-B3AC-E8016629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Orthographic Projection of Solids: Orthographic projectio...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BCA7A-9ECE-44AE-B239-F3AD8159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F3EC3-E613-4515-9818-FB25E5B2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6D1EB-E36C-40C1-83D4-EF33A007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Cylinders &amp; Cones.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E0726-EB9B-4FCD-903F-F61324A8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CA601-4026-4C0B-BD11-7A8302F6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45D16-8D76-43A7-849F-3095E9DE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7663907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533DD-AF4D-406B-8813-BF1C5FE4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1B155-43C2-47A0-A290-EDFAC8C7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2AF9C-7CA7-4B66-BDB9-533AACB4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E08A9-89B1-4CBC-B921-22992596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4F5FF-F344-45CA-AC86-65A131BA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Orthographic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D1368-3CCC-4F54-A673-543AE6BC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Projection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1C905-1279-4B43-8ACE-FCA16581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Solids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F7E10-CC4D-416D-AE15-72FA84D0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D2C05-A4B4-435F-94B0-71A03A14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regular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3D57F-68EF-47B4-9067-5B5C16ED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Resting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D7390-1E54-4D5A-95CC-5D033E1C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644C7-B8C3-47D9-928F-C92D5739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inclined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81082-BDDF-4DC7-AA4D-3C090F5A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both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D4B75-595F-44E7-A3EB-0A105FAD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planes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5A56B-64B4-42EA-8357-F963834F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9DA75-32FE-402C-8C5B-071DF671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0741554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630A1-6C97-4492-A613-E76DD241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0C469-90DE-4D16-A17D-05955ABD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E2A76-990E-4A12-9911-FC6AB6DF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AB760-3B6E-4672-9C74-A16EF3F5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3CF31-0D35-4054-B62A-69B54CC8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Orthographic Projection of Solids: Orthographic projection of right regular solids (Resting on HP only and incl...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7C225-9208-45E6-8954-12BE5884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 Projection of Solids: Orthog...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83BE7-6871-43A1-BEF5-101154C2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0002F-B597-458F-AD30-82CEF9B2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6C09A-89FA-4736-8947-BA053344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E33BE-6C86-410B-8A18-0F8C00C7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E4580-8CF3-40CF-BEF4-ABB95ABA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30781-AB4D-4C08-A0E8-42F74982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F6BF1-DEE9-4C79-A6B9-EC3BDBF3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AA1180-C87F-4E1C-8A69-68553166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12673-D85D-4A60-A0B2-3C9FD119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24334-1A62-4B5B-BA2B-B342924A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3898888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A7578C-82D5-4479-B003-B11C9C9D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E1E59-4F53-4B98-947D-80BC5E50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24CE8-E397-4B53-A86C-383B4281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5BE54-0591-4C31-BBB9-5D7011B7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B8563-449A-4A45-B6C1-BC8D22E0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AA62C-0480-4CDD-BE99-6FA271DD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7AFC3-5AB0-4960-82CB-B2216552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45D52-A83F-416D-909C-2DDDD4FC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9799D-5D8E-4F53-904E-30F12DE9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Orthographic Proje...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E5E4D-4F22-4563-9B36-AC4439CB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E4780-A39D-4445-A9C4-F5522D5A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E7FAA-9EA6-4095-A7E9-62E3B915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Orthographi...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E5546-FC70-4376-AEE4-C035DC7E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0F05B-AE20-4777-9B9C-9B63C06C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AD8C4-F45A-42F6-9A51-E411C015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Orthogra...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C0AC6-7CD8-4261-B2DE-BC153423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4DD4D-CFDE-4622-9DBE-C8200298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55915-60F6-42CE-B7A2-6241BB72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Orthographic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E12BE0-937B-4B67-B535-05D12D6E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BE154-D80F-4313-B028-3709D89E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A37727-6CDE-4432-B4A9-48AE4E53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Orthographic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3FE781-E5E0-4AE3-BD3A-CCEB38B2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5A982B-3828-4C84-841B-50207DF0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323369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EB1D0-6BC5-46B2-B0BF-9C168FF5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F73A8-2918-403C-9C59-D5DC48F2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E7E65-41E5-4124-9C47-81E651B6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A00F6-7124-48D5-8852-D3504DA9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0AE75-D18F-4F48-88D6-42BA813D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3BA46-897B-44D8-9A0C-4D1613A1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4A8BD-066C-4910-9075-FDC54290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5FDFB-F4A0-451E-B860-6A231A03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C7EBA-2398-44F5-85F4-F243277B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6DF59-358F-4382-96B9-28E7E3C7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034A0-0B8D-40B7-A70E-7B7F3BEC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54749-E5DE-40BA-9721-2FED79B8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F5911-4841-494E-8D30-422E6404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02F4A-CE2C-43B2-9024-6D2A50A2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11EBC5-87C7-4848-9496-13913AAF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2957099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CC425-E6AE-42C7-B60A-85BBDA00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4A118-F809-487A-A968-E7EB389B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4B5BE-28DE-4A32-B729-6CB95814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4D900-F325-4A2D-9E8D-34014114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ED194-2B9B-433C-9654-986B2D2E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4A2DD-6A2C-42EF-818F-7C3D8B2D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Orthographic Projection of Solids: Orthographic projectio...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6F8F9-FBB8-438A-B1C9-E77FF9F5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9A9C8-1D4E-448B-9A36-E99A756C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6D233-831F-41DC-A5A4-5E22A1C3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9A4DD-E094-4E2A-A2BB-B6C2713B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86881-F800-4BA2-B40F-8B174DC6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285868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79501-84E4-4AA8-ACD2-247E0793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0773E-849C-459E-BCD7-49EF0C1C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6093C-0A21-46F4-AD55-F2A44CC7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F8C44-651D-4DC7-A426-B293BAA1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AD809-FBBE-4E76-9AE2-88E4BAEC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Cylinders &amp; Cones.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600D0-2A54-44DE-9895-84CC67D1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Cylinders &amp; Cones.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57F3B-A710-4253-B6AE-B31A33DC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4A592-B1FD-4509-A4C9-0A4942C0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B7C6F-EAF5-419A-856E-A28218FF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DDA7C-75CA-45B6-BF8C-D15B3481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E7F2B-4E31-4D99-B76A-87421471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B7079-2859-48CF-97FB-68487E25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2DDAF-D750-446F-8EF5-9D99D0F3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F49A1B-48C6-4F3D-945C-273C78B7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32B2D-038D-4F60-925D-770B3A92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78595-ABE4-4FAE-BAC5-F56C2B81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9846984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A222-6989-4AD1-A549-6600AC57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4EAB2-C4BB-4647-BF5B-68C53D0B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FDFBE-5D75-48EB-BC59-B12B8522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8964A-6CD6-4395-A298-E37925C4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4AA52-4814-4238-961A-0C273C5B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72F9F-2432-4821-8844-81EF8691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830A6-449D-4C8F-B15F-51B08DF2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22682-6A56-413C-B018-E006EF13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4FA3A-1796-47CC-A09F-8596A7EE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Cylinders &amp; Cones..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B1FB3-1F13-41C0-997F-438E43B8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247DD-9C16-4107-B71B-55DA0F8F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C9A76-6D1A-4073-841B-76A7A1C6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Cylinders &amp;...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F65F8-AFF2-455D-A7C1-63EDC772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8D953-146F-4CFC-888C-4AA69096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D30919-B2BB-49E0-8950-846FA2AA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Cylinder...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FCDF5-9370-4AFE-87A9-FC416E0B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E1F44-1276-4971-A033-68470E3B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31DFBD-AE02-4899-A6D1-4367F27E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Cylinders &amp; Cone...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E21E8D-FA0D-49BF-A5D6-C83343FF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06B1B-F5A8-4C50-A3F8-32DC2D19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844DE7-EB55-4F76-85A5-62248B20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Cylinders &amp; 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2FFA05-944A-4EDB-BC4E-D82F4C96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31CC8-3888-4660-BF37-94DDC020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4929061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9426B-B7D0-4FFA-9FED-0834E34F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6FE11-644B-49B1-B595-A56B79BF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3B47D-7D57-4AC2-8C8B-51F263AF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8F496-5440-4937-9C54-CB44A3F6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18958-EB29-445E-8E5F-0B581821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E4194-CFA1-4B88-9AE4-755E386C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3C628-5572-4618-8DA8-F1F2A163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F4760-653B-44AF-A50C-BE387D08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B5F1D-D1B1-4C1F-ABB8-B12A1A61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EA66A-E7D8-4B37-B9A3-15E95B60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45BF1-1DF6-46BD-8B07-DD74330E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F9D6E-2CC2-4D28-94A6-09953622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3A2F77-7BA3-491B-AFDE-AA2B7601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CE98D-CC9E-4E57-AB33-3FDD5647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FB7AF-D7AB-438D-B03B-8ABED86F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5108490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E0FA0-0118-459B-8290-8C4C6E7D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6EF99-0F5D-4E6C-8CBA-6300AE37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CC954-3938-49B1-8FDC-B3C37EAB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07613-386C-4249-9DE0-29EA8CA3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D93F8-480D-4462-84F0-33684B1B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9625B-A6C5-4154-A873-BA3CEB74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Cylinders &amp; Cones.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682A9-A58B-44F0-9E2A-732ECCBE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5553B-CDE3-40B0-A7DB-9BAD9321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E5DF6-4593-49F7-A866-894FF09C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56DC3-B3D8-4AC1-A2B6-3BFC6E53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B84B0-5C15-4032-A745-383BAAAC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5029758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23262-687B-4195-AC5B-C8F40A9B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9D05F-0589-425C-BAC8-8D4B8986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CA6FD-8480-410F-9685-F6582825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B0D1E-E16F-404D-9627-BB76ADA1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20313-61A1-49FF-B0B0-26AE17F2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5F56B-2AE2-4676-9583-710A4233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1114222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259C1-7CB2-4E5E-8D5A-1145462A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5E90D-4825-4007-BFF4-B4945F64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6BF83-A569-43EB-99DE-A47A3BF4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E5425-C4F5-4780-B925-78029A5C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229B7-6B77-44EF-8FD7-7B73D476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Projection: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Solids: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right: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regular: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577CD-F809-4F65-B80A-8DAE0891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5791906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20366-B233-4A80-A95C-A43C908D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492A1-6A9C-4AC0-B90B-EA3B4A55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3DA36-7800-4DF2-8A94-F4B4B676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9D75D-2193-4B7A-B613-7D253327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BA7A6-ABBB-416A-B5B4-3D325DD3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AB454-A344-49CA-9A2F-B234E315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9226745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BDE03-E2F9-44F3-906F-8A510041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8DDA1-384A-4AF0-ABF4-C6ADB254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BDAA4-FA86-4F2D-A0C8-0C1A764A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24BE8-0007-48C4-A1CF-66AE7861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86468-B8E1-4B34-AB72-0D0F23C5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6380C-2C9E-40CE-B339-5565D4CA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7230187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E2E19-D3E4-4AEC-8BCB-815EA36C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6E4D0-E809-4F84-BA2B-4E16F11D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4CFBF-A0F2-49C0-A539-7BDF8397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1A019-26C5-43B8-A2A2-140E937C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DED03-705F-40A0-9C56-4616AB47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Orthographic Projection of Solids: Orthographic projection of right reg...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Cylinders &amp; Cones.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93DF4-1B4C-4F61-ACBB-2C269ECB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38C9A-1181-472F-9779-286FE207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01A45-D1EA-419D-90A3-C202D84E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0947720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A49BD8-8106-4736-93E4-865AA678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D171B-A5BC-4E49-BD22-C1EA7239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A9B04-1709-4210-8451-5594C4CD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3A64C-9199-4AE4-B422-BD7F60F4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322E5-3C17-4662-B252-EB9B0EA3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BF0A2-573B-4327-B42D-98A29679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0086E-BFE8-4074-A5C3-E7D19DBF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5C977-791F-45ED-9F80-DE2BCF31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D71FC-F640-4735-A8A2-3D49F59E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714CE-1DD4-4714-8798-42642A6C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17B87-ACC0-4B62-B185-25722C5F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99DE5-D6A8-42FF-B0ED-CACFA7C4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C547E-2345-4E9E-AD90-C32898A4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143B1-0AE2-4C49-941D-B203D660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1EE50-8315-4EA0-A01E-D1E5398C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868518-C0D7-4723-AE5F-4F81BE08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AC13B4-6D7C-4667-A5DB-0B7C7C7D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3F83FB-1300-4F58-8815-638E4CBC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0EFA2-870C-4ABC-9180-CDBD32A1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5C84E5-CF40-4078-8514-B5C8C890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67C343-17E6-4DDE-B6CE-C0FE1300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C6FB84-E844-4730-80CA-F9B74253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5829AF-8F86-432D-9E46-D632133C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8A7711-DCE4-41D2-8371-8F8FD3BA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78CB5C-E574-49B2-B3E5-97130759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D0211D-54C6-48CE-9BED-E6EA5A39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80B255-83DB-4615-9D4F-69EC8AF4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B0F1B0-0FFD-485E-B674-6B32AB0E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59109C-0EDE-46C9-A8CE-B0C55B00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6CB1F0-9EB1-4BD1-AF08-7434FAE2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B95D56-BC2A-43F8-ACA8-6B9F38B8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F1D904-09FC-431C-978C-C6780603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1871821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5F8564-6A8D-4E18-B9DC-AC938F01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DBFDD-BE46-4B18-8E41-76C6F138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11E15-2C8F-4DA1-AA48-CA68E5FD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5E1B4-D0CE-47E6-AA14-08AC18F0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497DC-DFBC-4D1D-B55D-DD07E114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A24D2-5C3E-4C00-9E16-93384E3F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2C8EF-C6FD-4D09-8796-4ACD049F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26E2A-67A5-48EE-90F7-C42631B6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7A068-BF3F-4268-AE89-970134EB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E35A6-9ADA-45BD-B28C-C8429BD7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073A0-EE4B-4D94-8DEA-54411D00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51E93-5E3B-4A28-8FE6-BC616884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519CF-0631-4787-9B7C-881CBDD1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20A9A-5FC1-40A8-84A4-8C946797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C703F-8876-4E66-98C8-7B76BC7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3FAE8-BF89-4ADF-86D1-7ABA94FE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EAA265-A673-4B34-9CAE-8CD187BF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2ACEF-0F82-4057-83A1-C3854007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692BA-DF27-4696-B060-557A8688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E90490-BC8C-4963-AE73-C2CA334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D90AF-6CEF-4873-8B0E-005975F7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0A77D7-F2D1-4A2A-8A59-774E8041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AFDD2C-45F4-47F7-B108-5208B92C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FDFECB-0393-4A60-A41B-966F6911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27A970-C7BF-42AB-9792-60A9306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989476-46FF-423A-82FC-E0D6442F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09D75B-FC79-44F6-B167-582179F3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D539B7-5CA4-45E1-B54B-7452B709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2EFF34-C2C6-43F6-B24A-15C2D3DA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61B90F-C7FA-4E21-BD4D-99761486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C06D85-D313-4E05-886E-0B89F55D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89F08A-6777-4F78-AB8C-3D446E56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8927599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DE46B7-D1E3-4AF0-9C30-C12A2E7B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C8D9D-1450-4126-B4F1-723C48FE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19FC6-4AD8-4033-B1B0-3125ACFB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FFCAA-C233-477E-B2D2-1C951F80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DEF90-2E9D-4AFC-8DD4-D308DC7A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6A30B-71F2-4283-8044-9BB557F4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DC597-E860-4593-8D1A-16FD8A6E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F31CD-462D-482B-BE01-241F108C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908EF-29A9-4A00-8C3C-189A7AAC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EDE6B-923A-442C-952F-D6E017E1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212145-7903-4FB6-A4C3-640C5A7C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97601-A699-42C1-B2C1-4056C6F9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49506-7BAB-41A5-93B8-84D23623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9B96B-7611-42FC-936D-5444E1FA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FCC5CC-CC8B-4669-A285-896C4E44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C65C4-2E4A-4E37-8B0B-31D753C8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D77715-7BB8-4FCB-ACBB-2F6BFEEB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C55944-AB5D-43DC-ADB2-35744868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C81A77-B629-493B-B62A-89D09EA2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8C6AE-AA2A-47F9-A973-93DC5193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45A81E-1419-4B24-8695-A0F1C605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63F170-16F7-4C22-89B7-69AC89F8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5F63F7-492B-43A9-80CB-242ADD5C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AE7643-4A84-4DD6-9AF0-C5E583C0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16CEA9-6E15-4B0E-B88A-C0DA5BCD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4614C9-A219-4413-BD83-6CAE864C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26F83C-2BCE-44A4-9E9A-6C52F165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E989BC-6E9B-4F5F-9768-EE487416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32AC73-A3D4-41FA-8CCD-58FE15A8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DDA172-D38E-4CA4-8A1D-7022318B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63B4D9-DD46-4047-BE31-986B5BBF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B90E15-30F8-4F1D-9F6C-879701BD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01036377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7BDDB3-92D1-44B1-9293-D072F061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D712E-1D2C-4C7C-97F5-50F7976A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0466D-09E4-4CC5-8E38-81A97548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CBF55-F1E7-4246-BB6B-F35592EF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500CC-C70A-482B-8C80-88CB1570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8EAA3-061E-45EB-9FB7-EB63D18D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11B53-79C2-4EC6-BFF7-E07C47AC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0B9BF-972B-4ADF-AC7E-087FEE64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77CA2-C120-44FB-81D6-2BE757D9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81D3D-8B77-4062-981A-9D455C42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6FF1B-721C-44FF-9588-5CE364C7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AD790-1207-45C9-B7FD-CF8A9B95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11F38-424C-49A2-9D44-19367741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86717-3155-47A0-9BF4-3C01E618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1C9AD-8F5E-4A7F-8409-49602381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81011-53F6-4C99-AB94-37A38213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E2536-2F40-4A31-83D9-D6A41C4D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9FAC4B-E8C6-4C24-A2F4-D279B522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D375D5-7E6C-4D3D-8AA2-B61DBDB2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C0BD03-BE27-472A-995D-A1316B12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581E6-004B-4F56-B6D9-D6F66112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63412B-C7EB-4EC2-A267-85A87325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920BD3-D947-4BFA-B687-F9627D65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EAD476-28DE-4071-B452-1FA6CE21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774384-4E68-4DE6-B7B6-E96338E6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24002A-2C50-4224-AE91-DB9C9280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E109E5-10AD-4860-B0E5-BAC2141A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DCB35B-CBCC-4BBD-BDD2-34243A5F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0A81A1-9D88-437A-B58A-2716FA55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6361D5-2732-4982-9DA3-6CA531EA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BAC142-A32E-4D14-86FE-15B13990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1829A7-1F9D-4154-9ED4-596E7D81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488583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1E7982-A7E2-4C0E-A466-4F50A6EC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A6268-6B3C-4F8A-A700-B2EE1DFF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E4908-2CEE-4CC2-8B03-12A39261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62326-DE61-4B3E-BACB-25012D90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C617E-EEE4-4C34-8B03-1B828914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571F1-2B84-48F2-8B97-84E31078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85B8B-4CAB-4144-B88E-392695F1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F2270-4CD4-4655-85FE-7576E6B6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6339F-3883-4F21-AE68-9F69644D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E158C-7EC6-41C6-B9CA-2C83BA35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16CFD-61F4-4291-8DAE-A3A3A7E9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3E547-F71A-4FB4-9E66-F97A0C9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B7442-9357-49C9-A790-A5B8E230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36D0C-4364-49FD-9A13-045FFFE3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8EC4A-F22E-4885-8756-C16C588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B7F1C-097A-4352-8F48-66CBBC88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2FFAB-258D-40F7-9B62-E9AE9066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20CD6-9280-47E3-AFC9-51CF7120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77C60B-7904-4F27-9675-B41651FA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3055F3-643C-430F-98E2-356ADF89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217998-B9B5-4CA5-A0B3-9582B181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F35411-8E02-48B4-8FE0-5BAFFFFD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DDA3DC-3F0B-49ED-B3DC-0A9A535C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A5EA83-274C-482B-8507-A74EC794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2FB7CF-88A8-437D-8747-685F8DA9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EDD6ED-25BD-455D-AE38-8511A17F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D61FFF-ADA7-428E-B92F-8ED96D3E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AFA7B7-A9E6-474C-9B30-EB8957D2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CEA53A-CD67-44F9-A5F1-D235A298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F10DF8-C536-496D-9D5F-C7A0013C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7FC7D9-8D00-4665-9F2E-C212DD9F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C8BE87-44B9-4121-8D64-7F48A3BC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13479922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8A743D-036F-4221-B65C-306011C6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435F4-EBC9-4052-BDF9-762C6EC8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362D1-88D1-492F-88EE-D3D457D5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2113A-D16D-4111-BF81-B3A7FAD8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2922A-E2CE-4CC4-B579-BF72F77D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E6C84-9FA5-468C-8254-5DD06D7C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6D41A-3D3E-4030-96F8-FDB0EE02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7DD14-6296-4880-A499-D49052CA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18B1C-237E-4BCC-B315-14D47CF7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89059-56AD-4F05-BC76-CE2E5478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8F555-2605-4EDB-8655-AF682DC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87AA3C-401A-4588-A8E3-A8C7FD5B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5A050-413E-4CCB-9368-F9C52099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8A525-C385-4865-A6DC-C7AA6AF2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6183A-5AEA-4A18-A4F1-5151F023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585ED-E4BE-4917-BC87-EC45E58C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D5AFE-FA73-458A-B228-F3741181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2CFCB-BB6F-4933-8E27-03DBDBE9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EF0AF4-653F-4742-A5D2-B2B6B124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C71D2B-C812-479D-B930-F73468CB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CB51E-9C43-4EFF-A097-A1DD2F34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27BACF-A1C2-4B22-82AF-92A1DAA3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82612A-8B7A-45F3-99C6-FD7FDE5A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41E234-0F33-4799-8983-FEDB9FE9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98F855-28D8-45E9-8790-C885AB31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DFE9F2-A0E3-4369-8126-44124212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21FF25-11F7-476E-BE22-A8A983EC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FBFE00-72AA-4466-8623-F5E8A865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368D89-488C-4C7F-8559-915C39CD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F2B42C-F6FB-416F-92DE-337000A1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6DD593-157F-43F9-95C1-8D0531E3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3AD782-E733-4823-B3DC-36E3DFEE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87808186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DC374B-F759-475A-8282-09CAE711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24839-0C01-4852-ABBB-ADA07679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494D7-3E92-4E98-914F-F28F60E6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D1947-F604-490A-9705-C0CE6BCD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B410C-9A55-4CA7-A205-035BBB44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E0873-B959-47EA-A561-4B010A17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007C4-6D3A-4299-96E6-FDFFD7CE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EAF1E-B4DD-491C-AEAE-31F81D03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AC2E3-88CF-4BA5-8C8A-B3CB3B34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4A814-559A-4DD1-8999-F1940596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FE7D1-BCF1-4A7C-90BE-F16D354D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500E2-9101-4C70-AD15-B30EF8AD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C20FD6-282C-481A-ADC1-B5370DF2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45D43-69CF-4BB0-96E2-5ADB5CED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6211C6-27E0-4F2D-B8D8-4953B11C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D7597-B847-4F72-8900-012E776D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3B279B-005C-4EEC-98B9-8D4BCE32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307BB-8AF4-4357-A595-EAE4C1B0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66B8D-8221-4D47-9721-4FF6BC59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036FE-5FBB-46E8-97F6-E0B05011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915473-23C2-41EC-B6A2-65255ACC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1D7BAA-1C35-46CC-9287-A0A26C5A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42C920-35A8-427C-81C8-986BBCB1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5A5B24-7E91-4822-AB89-3A6BC4AE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D5C7AB-5B5F-4363-81D0-8C4FA9CE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4C976B-5A58-4768-A6B6-CD2FC2DD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F9643C-1E5D-42EC-AB73-B6A7C19D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CA2917-F951-4B2C-8144-68A12CE4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B0A10F-3185-47BF-8A85-0DA422D0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37299F-A4AE-47A0-9C1E-24BFD44D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E69913-3612-425D-B081-1DDBE8A0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D8B0BC-3BD1-4176-B827-C7C38217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3916662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BC6F8C-4242-4E39-B232-A1EF3AE9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7E1E3-A6D9-471C-A249-BDE9CD93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44FA9-8ECA-4BB2-86C6-8B0895D9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DF571-3935-4266-9D20-BB32CC5E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14A53-532D-40B8-86AE-3804F8A0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78184-7896-4DD7-A46F-752A36E5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6BD66-8E81-4B81-B048-2F4D0A66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D4297-A8D4-4160-914D-9051E6C6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3F18B-4FFE-460E-A488-2EC92174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A306B-8E3D-40F0-A2DF-EF44BAA2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A2BC9-5FD9-4D8C-8903-BB9BB89A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2C036-F017-4DC6-9102-B7B18FF4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B4110-324A-47CE-A776-E9730744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BEEAB-F200-45A5-BA6D-C6090E1D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5B5CE-F5A8-49B3-A75F-C67905FB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F3E4FF-DC18-41C6-840B-3D06E38F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29058E-699A-4A7F-AAB9-F9AE93D8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81C5AC-FA0C-43D9-AB11-BF10E0A0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336AD4-0E10-4AD9-8A27-40C20C61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1F4DD8-2EFB-4F07-BD51-9FA68DD0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EE42B-C212-4759-B544-ED841A93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BB7AB2-E131-4CD5-9512-47B16FC6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41F06B-6E71-4DA4-B55D-FE0DED8F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6CC204-9BD0-4158-8DC4-E7B39580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2028CE-7295-4D54-B346-62B453F3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86A2B3-C857-4400-BFA0-EC4755B9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8C5C49-6E64-45B8-8092-5969038E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C72F73-7BF7-4FD4-B51C-1F91E6A6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9281C4-24EA-400F-AB31-559E21F4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F71B8A-760F-46E1-920F-AA32747C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FC6815-25FD-4C23-99DE-DF8EC56E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B05E63-B92E-4090-BC34-1D5FF49B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53109127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18F682-DF8D-47E7-BB97-28B04C4A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DD4BE-621B-48F6-A1B7-4DDEA058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D366D-4868-47B2-8BB3-D5149FFE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56336-5F82-4A08-9079-026C19BD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CA9A8-D41D-4113-A5DF-F6FD3A7B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5C259-A936-4A0F-BDB1-0864D344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520EE-7565-4CF1-AF68-C3AEB94F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F5647-6AD6-4EEB-A987-42FD3552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C7489-5DF1-495E-91B1-E7262EEF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E9382-CBF2-45E4-9AD8-7D2349C4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0113A-2850-4085-B2AB-178D86A5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60BE3-3D0D-41EC-A6A9-722CFA95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DDAB7-A7C5-4B8A-B067-11CEE2DE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194BA-B348-4CB3-8554-BDC0247C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C8E8C-6AD7-434E-93BB-2B516431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B66DF-54AF-431A-9A01-268355C5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455B3-222C-4959-8473-71CD93C3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CFB875-F1B8-4D5A-ADE9-630E022B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2B962-B741-4AE5-8D40-D04F5E75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F5498A-BEBF-4A73-AEDF-B5305231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8D5BAE-164A-4910-B818-C20C8FE6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C6190E-803C-40E2-B9EC-174B6800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39B2A6-9E3C-4B73-A20F-526F945C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32ECFE-3752-41E1-8ADF-938EDFD4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8B0371-1B95-4CFC-BED5-74C848E5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FA74C9-5989-4DD3-BE28-6DC1CCD8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0CB74D-B0F6-4899-A6FE-BAFEBC88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C86468-5820-44EF-B652-AF2F7388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A44D5B-B934-4C57-A14E-905D6BB8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C68B40-F16D-4F93-8DBE-02CB3940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C6DC78-E4D1-4775-8A7A-CF2573A4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8EA6E1-7F2C-4E39-941E-E256FB64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70430074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4D34A4-74A8-401E-9C48-605E9FBA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0E359-BA51-44F1-BB5F-348DCB0A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0EE5A-3F99-4759-B7F0-C146A278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1A061-0138-4208-BDC7-E85D06C8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12E93-A085-4A25-9F30-415F5CEB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D407F-EC00-4DDE-B47E-C53DDAE2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3A21E-D5F3-42AF-8968-9B71A08E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6BF51-8836-419D-88AC-0E13349C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7210E-E1C9-4663-9A25-A25B1818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3966D-68D0-44A4-B8D5-F87206BA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4D54B-74A5-45E1-8F06-ED571EE8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592F6-62F1-4CD1-BC78-0CB903A3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19A2A-5258-408B-8616-94089D14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26DA0-B4F8-426E-B696-20CED904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02E00-D381-4559-B1CD-36578990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A31F7-12C6-4365-9D27-964703BD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1A311-9F65-43AA-B6E8-9D4902A7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71613-9643-4DFF-ADF2-B2204C58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269662-C115-4CC8-B2C8-CD2F49F2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0E8AC-FFF5-4E8E-9A80-3EAC4252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A3D3BD-598C-4ABF-B293-25C1F810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0C6565-1C25-408F-A6EF-B6BC774E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BCE569-EF01-4807-9797-78704614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6F0FBA-EDFE-40FE-BEF3-DBECA8A8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DAB969-CD51-4A5A-B3E9-0964EFCF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9CBDC5-F614-45E0-B923-ED811FC4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65D31E-7A66-4ECB-AA64-70403084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CABFB5-6FC6-4767-BBDB-72D0F2BD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1C7877-C853-439E-B7C1-6DD57281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08CAB3-D357-46D0-9B03-C57DDB9D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5F3623-5A61-4D84-9F43-254E496A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B35BBC-F160-49DA-A21E-1E9A72AF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51634465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8E4300-FCAE-41AE-A39C-5C6A2551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8ADFA-F06C-4FED-900A-D280FD7A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CDC70-B2AF-4A2F-BECF-154522B3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5CE30-393E-499F-A6DE-A0619D74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39F9F-E649-4E82-B59A-1500515F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E8B0A-DB6E-4D47-9BB2-8CE65B83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4F395-45FA-4536-A03A-DF08C123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B8585-4567-4BF7-8A6A-81EF35AF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D8EB1-CCD3-4025-A29B-AE71D161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1F3CD-C268-4126-B9FB-906CFC3F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2C182-913A-4CEB-937A-AB7D0E26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CCC0B-328E-4B4C-9BC1-30C7A86F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CB865-60D2-4100-AB48-90CC5250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3F256-F76D-463B-A154-8999C72C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50AB63-DD7D-45FC-9155-5AEF3C63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00D32D-91D4-4189-A7AE-152BA7D3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63CCD-15E3-46A8-9978-C5E24A50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7B3BC-2450-45E6-B142-FB2DC611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214F2-0BFE-4D81-A462-DD6B77B8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099849-BC94-47C6-876B-D62254A2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838AC-F749-4198-8F06-B9F82B44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FAD87F-04B9-4438-A65A-6CEEA5A6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B6F2C7-7368-43E4-A574-1E9A6B27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011AFB-23BC-4BFC-848D-F89D77C8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2680C1-B587-4953-81BA-2546831D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F657D2-9BB3-4230-83DC-D10599F6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123352-25C5-4EEE-9E77-0A3C682A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15DF0E-FC8B-4CE9-A2BB-0BFEC29A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88AA80-CAB6-430D-A7D9-F5FF2943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7644E0-E4D1-43F8-B85E-7FEDBA9A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9E4AA4-0606-4F37-B643-5CFCE99D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E5D98B-5310-432B-A0C3-0CB29187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41675797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66B156-83E2-46DB-ACD8-E96936E0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4BC86-B4F5-4FA9-8D70-A3FF4A0B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B7B4D-F3C7-4130-9994-7E3330C0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FBA14-DEB2-487E-A73E-7D05B4FD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61432-F5CA-414E-A167-68013E98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53F24-8E12-4D49-B19E-A844BCAF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EAD3A-8632-42DC-8B10-AA1301B0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89675-CD99-49EF-96B9-1C4A6926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4C16E-0332-4D00-B9CA-3A868175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EA8C2-9D2D-499D-9FB6-C1BAE590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2BF3B-C505-4DA9-963A-91A76B5F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5A7E0A-078D-489A-8D60-B5427F26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B329C-EE99-456A-8A85-8F876DE9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758D7-54A5-46C2-87D5-95A46D91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8CCE7-B20D-4F87-8113-7C0BEC6C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FAFA5-019D-4709-B020-2624EEAF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8D4B1-3504-490E-95D3-52A07406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B3987A-E696-4C43-9C5D-80181DD0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B9D02C-2341-4448-8218-01FF44D1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7A1110-A8BE-40A9-A307-8504BA4E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DAFFD9-5E6F-46BB-914E-05BA1A39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E89ED-C70B-4D4F-A8F4-291AA1B1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CE20D3-B8A6-4705-9575-8D38134C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7EDFEE-5FEE-4308-A62E-D8FB0622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ED690A-50A6-4224-8C5C-C20E6E73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A2F6BE-4FAA-4F50-8DD0-2B276696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77E765-7EB8-4B31-8E74-77F1D92B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375EB1-3262-4B6A-80F6-90EE9AE0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AB6597-F2FD-4FEA-8C94-BA0841AB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E358D9-B21E-4678-BDE8-81A9EBC9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C214E1-99C7-4DC4-8D90-62BE5121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C296E1-2847-42F6-B25D-1F9F1FE4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74437076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3B3178-D3BC-45C3-9244-55767652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3F79B-F29C-479C-86C7-4D095410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4CB2B-257C-4F53-BF77-3AC40FC3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940B3-5064-47CD-9AFB-5CA80A7D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9D5DD-AF50-4502-8A88-8ECD52A4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6994B-EB83-42C4-80BD-F2D0610C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D9AED-D8DC-4A91-A646-AB81C765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6D1AB-902E-40B9-A862-2D525784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1D36F-D09F-4BFA-BD70-F7DDF2E8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B8DB5-4238-45B4-9FE8-41949D55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EBD37-1310-4A59-846E-86490535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9A05F-3AD1-4D12-9AD2-F6599833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0257C-3A30-4F92-A975-03F3CAB9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6DE90-0460-4DB4-B902-AF10F8DA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DEAA6-716A-472F-ACC3-116D03F9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0BF28-2EA9-4F8D-8FFF-8BA8FB52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B0376D-9FBA-434E-BD8D-9E1B6DE6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A5CF0-185A-4045-98C7-0E3309A7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5EFC5-964C-408B-B627-5E9AEAE1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D4B54-C940-47D8-BA51-086C512A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9D2CD-C6F6-4C05-AED8-92BEC605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E2B00E-5DCE-44DD-802E-01BD34B4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4A9F9B-1428-46BF-BD6D-5D1A7201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484E0B-2CC1-44FB-8AC6-8F0358E7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DF5C16-0009-4CE7-8640-D3F6AAEB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A1E261-4C12-458B-9A31-0E53A4F5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07B058-9518-44FD-85C1-D298AC4E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8B4CD8-52E8-4A0F-86DF-3B884CAE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F65FB3-1ED6-4519-B8A3-68AA2357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188C12-38F3-4034-840C-25C8DEEC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4C2E06-BDBA-427D-B9DC-D1F4ED7C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334374-6E67-41D4-9987-462F10DF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91225090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8D69D4-8943-4A58-8F19-FB7DE15C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72CA4-CAF8-4A0B-83DB-4215B55D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7293A-B2A7-4209-A905-9F5ACAAF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C21A2-0405-4F2A-B20C-A3DF96A3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C2D23-A9CC-4CDB-9305-3E718FDE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5CCCD-A862-47DE-A81B-A1023132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856EF-71CE-4327-B4BC-5C2FF66E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03B2C-0AD2-4301-9125-495509F0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149ED-8146-4CB6-853B-40697280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75152-60F6-4C2A-92F3-EB5954B9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D8D20-7D9D-4DB0-9411-62243512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F1F88A-A6E7-43EA-90F3-689B7AA5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C9347F-FE80-4DDF-89B6-F74E2782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07281-4217-4BAB-9974-9ED513AF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9AB0A-BBBC-4D24-ABCE-8B419202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9B689-AB96-42F8-BB6F-F3AB0FCA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87AC1-D5FA-4FC7-9598-31D86721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2B2DB-2EAA-49DD-986E-2EBDC845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3E5AD1-B266-4AEF-B665-BFD2A1D5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D2E93-E62A-403D-BF42-A1D9AFF6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B20F3-9294-47C8-93BD-40C43D54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F1CBC1-6D1B-482E-A1B3-6283D459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066403-5D00-499B-A94E-953C206C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D82472-30EA-4343-992D-29F2D745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225BC0-97EE-4298-9A9E-6065B2DC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544603-05F6-41A4-B9A4-C76575F0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D33C6B-FA65-48A7-9F6B-196AAEED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0F1ADE-5D71-4A7A-82AB-7878513D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F77BEE-BA79-48D7-A927-E5A7C26B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BDC61E-03DA-44A9-A272-ADB85E4D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6536EB-F008-4DB5-B6BA-ABC5156B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E9B904-3AF0-4248-B897-6B9A6DEC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8670209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17568E-BCA2-49F7-8FE4-D86FEA1B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79735-B5A5-4E6A-BF86-A61AE53A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2EFB7-9F3B-47E0-BF62-F6711AE2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4DB45-535D-4938-ACEB-1EE2F330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FEF1F-0323-43EC-ADE8-604416CE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5CF96-2872-4CDD-AAE2-56AC9735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68ACB-E641-4E9B-BEF7-65AE4EE5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F4DE4-37BD-4B14-BD3E-F00C480B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64FAC-DB12-4D86-9459-1B3C9E03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4E652-4168-4DEE-ADB0-98646720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418D9-F5A4-4274-91F8-5C7D2340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72A5C-C21E-4510-BC39-058709BD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E6DEA-9881-496D-8FD9-63E70ED6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49476-052B-442A-A2B4-63150E31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C9885-140D-43FB-9B1D-85AFAEEF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AA9C4-63E1-4291-A8EE-9634E88C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90724-A67B-475E-83AB-879CC362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05A82-EAE5-4292-A7FD-757D17AA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53E8C9-8749-49D6-9394-8FDD1AFF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770E9C-8D8F-4C98-AC61-B816B2C8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02F7FF-605E-412A-9D18-7B83EE7F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D9B09-DA9F-49EA-B547-4E7447ED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E0139F-D297-49B0-A00A-CF28D6B9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04A832-9B13-40A5-B3E9-956D5446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AB6530-C83C-40D6-8C78-EC612702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2FABCB-5CB6-4EF6-9C81-5BD7DA97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6DABE3-39A1-4EAC-8A9F-9B72B667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FE8DB8-7498-4896-BF21-641681AA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3826BC-B93E-408D-8BF5-B97286ED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69224F-7C2A-4194-8A76-69018B76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432578-2D4B-4923-837E-5630BCCA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0F65E4-F9D6-4EBB-B647-CEC219DF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86718236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CDBBB4-751B-4DCC-92E8-4FC0C1B6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A19FC-BF19-410F-A3BE-5B6C99D0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3C9AE-6A05-4ED4-BD33-7CABC1E0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8D77A-085D-4A83-ADBA-AC18E449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68337-B763-437B-AA05-E4A7C533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17A56-CDEF-403C-9584-DA675FD9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6F514-4A1F-4C66-B26A-C9F5BE89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03C4C-D732-4EA5-9309-45252538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8B4BC-9BBB-4B1A-839B-6D62F62A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E4471-EA19-40D6-8762-F25B4916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B5C12-34B1-40A7-8A01-0F64F5DC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71052-C709-4C95-9D92-DD233857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16826-B61F-488D-B8D4-58CBAB9E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EAFD2-706A-41C2-9756-B727FB77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FE0EE-7E81-4D2A-B295-E98C57A3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C3F56-D225-4F31-BB1A-1EE41DA2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F35C5-A85F-4EBE-9508-805CD09D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7552CC-0E39-4D55-BA9A-95BBFD86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F75772-DF8F-4C04-B3A0-BBF79156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CC35B5-DBD2-474E-B103-5B9F6182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87028-FF03-4C33-BBC0-A86BF40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DA6532-6F0A-4019-B746-8EB9EFB7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C73555-FBAD-4698-9D43-280F5A08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C9C137-F4EF-4383-90DD-979A5E00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F04EDA-C673-4470-A2F3-88E8B450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907D4A-BA0C-4210-B8BF-AD528EE2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2B5D6E-0AE5-4ACE-867C-68299F01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45E145-465A-4E48-A684-E184C786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FDD959-85B7-4E20-9B5D-BD7DB8E3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80DD64-34B0-492B-A6C1-6BF4517B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A63E4A-439A-4107-8D64-C5D831B6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4701B9-D652-4B62-B378-BEA7760C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89772316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F1049F-5131-41EF-BFEC-66CAA002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B06F7-348A-4B2F-BC33-4849E2C7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5BFA6-1F69-4952-8890-BD0176E6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2A3E9-0DEC-488A-A1EA-7A6611C8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6CECB-1506-488C-8D73-40C17B6A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E71AA-7E72-41FD-B711-289A6FD4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7E3A0-3AD1-4B44-BEA2-991C6DFA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8D69B-5C1D-4E44-B71E-B54E8E5F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42400-78A4-495A-98DD-B6C50D1A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E5EF2-6FE4-4618-AADE-7DE7D94F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18D30-8675-4202-91B4-13AD93ED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0EE23-4645-4274-9CFE-88268F1B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90A5D-C5CF-460D-B3B9-C0AF9C6E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7D25E-9E45-44AB-8730-9F6BD464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8D7DD-10B7-4D98-994F-3251D77F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2019D-6B35-46FC-A519-CDF751F7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42E73-3647-4FF8-8E38-FB5A2700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D0AA0C-4654-41D4-BB1F-566AAEAD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E4E554-D6C7-48C9-A6DB-A8DCC2B0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D4377-4636-4859-97CE-35396011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33C335-2FE2-47D9-9634-5BF37536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20A25A-6C2E-454B-B108-481BCDAF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D21D9-81DB-4FAA-94F3-427769B1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C9399C-2B10-4CF4-AF65-8F3D64A1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246E21-C25E-4CF7-95F3-24EE5282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11A541-0525-4C83-A3C4-23A2A6E1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1FF993-14A5-45A4-9885-3C1440D6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A81831-4BAE-46D4-B4EE-39F05F89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DFE6D3-B3D7-4608-8294-92E5B5DA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F4A451-DA2E-4792-BA92-F5845FAF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A5BA64-A5AA-49ED-A12B-37B31882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AC4636-4D1F-49E5-9F2B-69DF8406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66181540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A86725-4CEB-4926-9C76-A3890176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53DB5-528D-4DE5-B43B-DA3C46B1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10786-1987-4C45-AE4E-B8B0CD1B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7472C-505B-4F89-9A56-0E5F1174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CFA49-A836-4797-93DA-3B0685DA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3F941-0A2E-459A-84F0-A90DA5B3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5BFEC-C848-49AE-805D-DE98F752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6B6FE-D16B-40B1-B089-C4136576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26AB6-51DB-42FE-BD63-06C1839D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BF354-D0B7-4B22-82D1-E9BA1E0D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DA9D0-79C2-47F4-9300-306DD4C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EC35F-AF9E-4554-9AE8-A5E066EA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FDFBA-0179-4421-87DF-6BF4A391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D9F57-55B8-448A-9687-74165245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E7897-BA5A-43A4-A427-0209386E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570D64-1542-4A07-95D8-BACFD872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B1F41-E402-4D7D-A59A-ED078E39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052E3-789B-42A5-8837-D53C84E8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618635-1511-4A4A-97BD-950C2B37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296F8A-38CC-47B6-A333-F8A22289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8AD3B7-9E64-4883-B076-92B299BF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7415E7-0001-457B-8648-596928C1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F1C235-BD5D-44CD-80C1-E680E370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4CA6F-2AE9-4D03-A26D-EE2F60F8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142B5A-556E-49BF-9067-11729F0F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B7F890-A3BE-419C-9849-2CC75E62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35D45F-B386-45A1-8EE3-1343D695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D9D8F0-2ED6-4AC9-9FCF-4B884A57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DCFE21-36AF-479F-83F4-4A6AADCE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A53257-0049-48C3-A62D-0C31D0B0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48FB49-F4EB-4A64-A705-93C960AE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AA8C00-FAC1-4EC4-A690-3913C2AB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431326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B77665-A144-41E0-88B1-6E2A95EF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D6A3C-B205-4D8A-89E3-AD6C7E5E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85662-D06E-4BA3-A03F-3106CA0D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A088E-2BA4-4117-BC2E-D7EEFFFA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26581-349B-4B61-9D5C-66899303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A5C5C-6232-473D-ACC2-A76BC5FA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C19BD-349C-4B02-9538-E3ECA539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EF551-BB7B-404A-B26D-9F88C73D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43405-9EE2-4A5A-B32E-3AEBFBBE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62497-7DDA-46CF-A0F7-1269A726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F45BC-06B1-42B5-AD02-641D30F8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F737D-AA4D-48F4-856D-1A26EBD6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9BF9A-24CB-403D-935B-D38F3C52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956A5-A3D7-4EC7-BAE5-F42E9B26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9713C8-5683-4F11-97C3-9307A2FC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BB498-F136-41C3-9AD7-C76092AF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3FCD8-2ECC-49E8-91F4-6D22C6E9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D774BA-937C-4E05-9920-46E58972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71157-AB72-4BAF-87F1-95770735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BAD8CA-48D2-4438-85C2-98CC2842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900786-DB17-4338-8DBD-5F15536B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351594-25E0-4300-96E8-3D8239B0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1E68C3-2FCD-47C4-8A2C-BD8A111F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C07C4C-2E82-41B0-A6BF-2B1A22BF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03C27F-EF09-4279-8343-9289EC31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00904E-E34E-457B-8026-FB7A66C3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ACA0FA-7854-4747-ADDB-C6A35F5D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D46D94-781A-495F-8CE8-B483F959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FFD504-324F-426D-AB8D-1A58AEFF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9D223A-1CC7-4400-A2C5-47540961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1ED063-3930-4551-B0CE-627AA360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769164-8844-435A-99B6-ED912AEA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66368640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61EEA6-E150-49C0-B235-1925CF50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6AB0E-5EB3-4AC2-908C-C2E6625E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C20F4-BBAD-4FED-B58C-685FF0B9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A0E53-80A8-4D11-8D58-69F17FFF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573AA-2AE4-4972-A6EA-506FA679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BE9D1-8A96-4562-A62E-38E5A1BD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9A557-316D-4798-BDF2-A89B92F4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4D85E-02F0-405C-8F22-8974BD2C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03ADD-8A63-491E-933C-1CDFD25D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9BBF7-55D6-4CB5-9A55-46CC64A4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AD5F8-15BD-42FF-8F8E-19C395AF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F4DAE-43B4-4C7B-87DF-0602914E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CBE31-12FF-4620-AF36-007CBCA4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E4AF29-F5B9-48AD-B3FA-3EF2887E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B8B70-D4CD-4253-AD29-772D81FD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53C22-F715-4E8A-A0D7-F27CCFA6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6C674-798F-4263-AC1D-7C15A718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A317A3-A293-4D8C-B4C1-8608B464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43C2BB-E0A7-4171-AA55-4E27A55B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54443-0DF5-439A-8DB9-B373AE7D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3EC3BD-6EB3-4A20-B8B1-1F002066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41C7CB-323D-4292-BCC2-5B55C1E1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CCEAEE-A907-4800-ABB8-5CDE3283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EFAC5D-37FB-4B28-9BA1-4910B1D8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C3DE10-CA5F-4B17-927E-5A10DEA5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91F75D-1962-409B-AEE8-78435D32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35CB39-B364-4BA1-B162-5CD5893B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6D9555-FB57-45DD-8983-5397A8AE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046A1F-F50B-4CC8-B42D-59F7DB11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DB8F30-6AAC-4EFB-B59C-BC133502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BAB56D-0519-4E96-9739-6D4B2282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9FA740-51C0-4525-9E15-1B90EE99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11769745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DFDC57-125D-4269-A80C-1A84413C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612B8-A4A8-47DF-A61C-0EFEE2CB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68FF3-7E0B-400E-A3C8-6338213B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73AD5-D7AC-4A5E-95EC-C1312D83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2BD24-FE4A-4E7C-AD15-69EA58F9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E4079-B493-4071-B502-4089B20D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941E2-031D-43E8-A5BA-F7A25AD2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60060-3E61-4A21-8BFA-0A105089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1A860-C92D-4DF2-9032-F524653B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0F7BE-E1F9-41FA-BEB8-31A0D54E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95C86-907E-4F95-96D3-AE62433A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BCD05-9EBB-4363-997C-3A88B74F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083BE-8E85-4877-9832-EEC7108E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0B4AB-B54A-491D-9F7F-8D22C4A9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C5C49-D8A6-4AFB-BC26-4D07F784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D315D-E922-4C5E-BA7B-11960AF0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5AE60-6539-460B-918A-F92C2225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5219A5-C4EE-4C38-8295-B57B55CE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87934-BEA5-4829-9578-165E59CC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188F0-8709-472B-9E4D-4DDDCD51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63EBB7-A35E-40C8-9DD5-1275F7CD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0F2400-593E-4016-A973-A9E98BB0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C6D468-80BB-402B-95CA-98586437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0D77BD-5848-49E6-A33B-FA48F83F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27B18E-DCB9-4EF0-B1E1-C4539BDE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8F3304-611C-445A-A9DD-62651595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1BD644-C1E8-465C-A47C-F24336AE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CD7464-CFEE-4082-818E-5F1899C8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19DB3D-AD30-4EF2-846B-729574B4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21E75A-A850-4157-8A9C-269E62C7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7BFC8B-0717-4F61-A457-FF6F4FA3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34C869-5EE1-43C9-BAE2-B61D024E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6771193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DB86BC-5ED9-4670-98C0-D903D092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17770-8FC8-4D07-80D2-22EE0FF5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8BA5F-E186-4520-A073-8DA99D18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61E6C-8191-4437-BB08-1C8E61B0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69ABB-7996-468B-8EE3-CCA203C7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34889-BBF7-4E7F-9091-6BCE2C78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66C59-2546-420F-BAFB-07BE6F54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330B0-A892-4366-854A-EC7C8F27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8BB68-9254-4D8F-8A4C-1D282B45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FFAB5-DF29-4744-B339-5976A1AF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0C530-780F-466A-B466-4DC3B3E5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F10C38-E00A-4A4E-AAFC-053E1598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C466D-89C1-4E1C-B020-B42C99E2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DBF7F6-81F2-44EB-8D24-EA397906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9B65F8-6C7A-46B3-8A9F-73788810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F6B5DF-28D1-4761-AF8E-A708C84E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7B033D-5A5E-4D73-8C27-04092F6B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1BBD4-2CE7-47B3-8696-B24C9028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C8CF07-AC0A-4A18-B044-C93FE15E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884B7-B5A1-47A9-B5E8-84ACB6DB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3C19E-5CC7-4CCE-B923-E3F9A0CD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E65EAA-F518-493A-BD9B-2E1DDDA9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87B841-5F59-41FE-A018-C675C98F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149863-E7BC-47DB-B73B-25641D49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444D60-EAE6-451D-896F-38F9D229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C32719-8581-4272-9F41-E35C9796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92C425-8621-4F45-B326-8BFE5E1A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210A68-38ED-4486-ADB5-06D009FD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DA0B07-E10B-4FAC-91DB-DF0B93EA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2033D1-EBBF-4850-B6AF-1AA0585F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83F38B-5CAE-40C1-A796-09DF9495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39E8FE-8F67-457C-AACC-0453878A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656721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2026-08-24T16:02:25.7630000Z</dcterms:created>
  <dcterms:modified xsi:type="dcterms:W3CDTF">2026-08-24T16:02:25.7630000Z</dcterms:modified>
</coreProperties>
</file>