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494d74d22344a8" /><Relationship Type="http://schemas.openxmlformats.org/officeDocument/2006/relationships/extended-properties" Target="/docProps/app.xml" Id="Rb3e8b825ec504aef" /><Relationship Type="http://schemas.openxmlformats.org/officeDocument/2006/relationships/officeDocument" Target="/ppt/presentation.xml" Id="R5142d064399d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ea72d17b30425d"/>
  </p:sldMasterIdLst>
  <p:notesMasterIdLst>
    <p:notesMasterId xmlns:r="http://schemas.openxmlformats.org/officeDocument/2006/relationships" r:id="Rf6cb1239a03f4053"/>
  </p:notesMasterIdLst>
  <p:sldIdLst>
    <p:sldId xmlns:r="http://schemas.openxmlformats.org/officeDocument/2006/relationships" id="256" r:id="R7e29aedf484a48d5"/>
    <p:sldId xmlns:r="http://schemas.openxmlformats.org/officeDocument/2006/relationships" id="257" r:id="Ra5b4206f104541f8"/>
    <p:sldId xmlns:r="http://schemas.openxmlformats.org/officeDocument/2006/relationships" id="258" r:id="Rcd03771b620a4a67"/>
    <p:sldId xmlns:r="http://schemas.openxmlformats.org/officeDocument/2006/relationships" id="259" r:id="R39b6a2f4c7cf417c"/>
    <p:sldId xmlns:r="http://schemas.openxmlformats.org/officeDocument/2006/relationships" id="260" r:id="Rcbba53ec887543f3"/>
    <p:sldId xmlns:r="http://schemas.openxmlformats.org/officeDocument/2006/relationships" id="261" r:id="R0f399a5e6358483d"/>
    <p:sldId xmlns:r="http://schemas.openxmlformats.org/officeDocument/2006/relationships" id="262" r:id="Re9c024788e8941df"/>
    <p:sldId xmlns:r="http://schemas.openxmlformats.org/officeDocument/2006/relationships" id="263" r:id="Rbf296e8c164b4622"/>
    <p:sldId xmlns:r="http://schemas.openxmlformats.org/officeDocument/2006/relationships" id="264" r:id="R4af08fff1a1a4ce1"/>
    <p:sldId xmlns:r="http://schemas.openxmlformats.org/officeDocument/2006/relationships" id="265" r:id="R3edb9b0079c6408a"/>
    <p:sldId xmlns:r="http://schemas.openxmlformats.org/officeDocument/2006/relationships" id="266" r:id="R9f0bdc81a8db4291"/>
    <p:sldId xmlns:r="http://schemas.openxmlformats.org/officeDocument/2006/relationships" id="267" r:id="R63975bad9a374b6e"/>
    <p:sldId xmlns:r="http://schemas.openxmlformats.org/officeDocument/2006/relationships" id="268" r:id="R3ed0ab2710054fca"/>
    <p:sldId xmlns:r="http://schemas.openxmlformats.org/officeDocument/2006/relationships" id="269" r:id="R3f75d1e9ae2f4171"/>
    <p:sldId xmlns:r="http://schemas.openxmlformats.org/officeDocument/2006/relationships" id="270" r:id="R939a5bfb3bc04cfe"/>
    <p:sldId xmlns:r="http://schemas.openxmlformats.org/officeDocument/2006/relationships" id="271" r:id="R8822a42bd1804cd9"/>
    <p:sldId xmlns:r="http://schemas.openxmlformats.org/officeDocument/2006/relationships" id="272" r:id="Rfbbcd9594a0c4eba"/>
    <p:sldId xmlns:r="http://schemas.openxmlformats.org/officeDocument/2006/relationships" id="273" r:id="R6d426540adfb437f"/>
    <p:sldId xmlns:r="http://schemas.openxmlformats.org/officeDocument/2006/relationships" id="274" r:id="Rccad1a97fd6143e0"/>
    <p:sldId xmlns:r="http://schemas.openxmlformats.org/officeDocument/2006/relationships" id="275" r:id="Rcca31913b1c84fe6"/>
    <p:sldId xmlns:r="http://schemas.openxmlformats.org/officeDocument/2006/relationships" id="276" r:id="Rfdf1159679bd4b95"/>
    <p:sldId xmlns:r="http://schemas.openxmlformats.org/officeDocument/2006/relationships" id="277" r:id="R06d066f0c02b4144"/>
    <p:sldId xmlns:r="http://schemas.openxmlformats.org/officeDocument/2006/relationships" id="278" r:id="R633051b8869143e8"/>
    <p:sldId xmlns:r="http://schemas.openxmlformats.org/officeDocument/2006/relationships" id="279" r:id="R5a438555dab646c5"/>
    <p:sldId xmlns:r="http://schemas.openxmlformats.org/officeDocument/2006/relationships" id="280" r:id="R79260d338c314691"/>
    <p:sldId xmlns:r="http://schemas.openxmlformats.org/officeDocument/2006/relationships" id="281" r:id="R2ac4ab2ff75641ff"/>
    <p:sldId xmlns:r="http://schemas.openxmlformats.org/officeDocument/2006/relationships" id="282" r:id="R27b0ad7ea7a84d08"/>
    <p:sldId xmlns:r="http://schemas.openxmlformats.org/officeDocument/2006/relationships" id="283" r:id="Rd3cf160352dc4459"/>
    <p:sldId xmlns:r="http://schemas.openxmlformats.org/officeDocument/2006/relationships" id="284" r:id="Ra6cf13c47c964060"/>
    <p:sldId xmlns:r="http://schemas.openxmlformats.org/officeDocument/2006/relationships" id="285" r:id="R1aac7b866f9b4723"/>
    <p:sldId xmlns:r="http://schemas.openxmlformats.org/officeDocument/2006/relationships" id="286" r:id="R5b4e2272af054ed6"/>
    <p:sldId xmlns:r="http://schemas.openxmlformats.org/officeDocument/2006/relationships" id="287" r:id="Rf75f0b1d08884916"/>
    <p:sldId xmlns:r="http://schemas.openxmlformats.org/officeDocument/2006/relationships" id="288" r:id="Rda92ee07673c4ff0"/>
    <p:sldId xmlns:r="http://schemas.openxmlformats.org/officeDocument/2006/relationships" id="289" r:id="R9eb5d6ff780f4947"/>
    <p:sldId xmlns:r="http://schemas.openxmlformats.org/officeDocument/2006/relationships" id="290" r:id="R3b11f62e4c9942c6"/>
    <p:sldId xmlns:r="http://schemas.openxmlformats.org/officeDocument/2006/relationships" id="291" r:id="R033fcd7b1bdc48e4"/>
    <p:sldId xmlns:r="http://schemas.openxmlformats.org/officeDocument/2006/relationships" id="292" r:id="R010acd5c9eb442d3"/>
    <p:sldId xmlns:r="http://schemas.openxmlformats.org/officeDocument/2006/relationships" id="293" r:id="R866e237a46544977"/>
    <p:sldId xmlns:r="http://schemas.openxmlformats.org/officeDocument/2006/relationships" id="294" r:id="R3cb1ca942154429a"/>
    <p:sldId xmlns:r="http://schemas.openxmlformats.org/officeDocument/2006/relationships" id="295" r:id="R0e423862233d4c56"/>
    <p:sldId xmlns:r="http://schemas.openxmlformats.org/officeDocument/2006/relationships" id="296" r:id="Rb2757dac8d4449f1"/>
    <p:sldId xmlns:r="http://schemas.openxmlformats.org/officeDocument/2006/relationships" id="297" r:id="Rc76c48f40b304c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8756c1acdb4a76" /><Relationship Type="http://schemas.openxmlformats.org/officeDocument/2006/relationships/slideMaster" Target="/ppt/slideMasters/slideMaster1.xml" Id="Radea72d17b30425d" /><Relationship Type="http://schemas.openxmlformats.org/officeDocument/2006/relationships/notesMaster" Target="/ppt/notesMasters/notesMaster1.xml" Id="Rf6cb1239a03f4053" /><Relationship Type="http://schemas.openxmlformats.org/officeDocument/2006/relationships/presProps" Target="/ppt/presProps.xml" Id="R60bf568f827840ed" /><Relationship Type="http://schemas.openxmlformats.org/officeDocument/2006/relationships/tableStyles" Target="/ppt/tableStyles.xml" Id="Reae654ebdc334509" /><Relationship Type="http://schemas.openxmlformats.org/officeDocument/2006/relationships/slide" Target="/ppt/slides/slide1.xml" Id="R7e29aedf484a48d5" /><Relationship Type="http://schemas.openxmlformats.org/officeDocument/2006/relationships/slide" Target="/ppt/slides/slide2.xml" Id="Ra5b4206f104541f8" /><Relationship Type="http://schemas.openxmlformats.org/officeDocument/2006/relationships/slide" Target="/ppt/slides/slide3.xml" Id="Rcd03771b620a4a67" /><Relationship Type="http://schemas.openxmlformats.org/officeDocument/2006/relationships/slide" Target="/ppt/slides/slide4.xml" Id="R39b6a2f4c7cf417c" /><Relationship Type="http://schemas.openxmlformats.org/officeDocument/2006/relationships/slide" Target="/ppt/slides/slide5.xml" Id="Rcbba53ec887543f3" /><Relationship Type="http://schemas.openxmlformats.org/officeDocument/2006/relationships/slide" Target="/ppt/slides/slide6.xml" Id="R0f399a5e6358483d" /><Relationship Type="http://schemas.openxmlformats.org/officeDocument/2006/relationships/slide" Target="/ppt/slides/slide7.xml" Id="Re9c024788e8941df" /><Relationship Type="http://schemas.openxmlformats.org/officeDocument/2006/relationships/slide" Target="/ppt/slides/slide8.xml" Id="Rbf296e8c164b4622" /><Relationship Type="http://schemas.openxmlformats.org/officeDocument/2006/relationships/slide" Target="/ppt/slides/slide9.xml" Id="R4af08fff1a1a4ce1" /><Relationship Type="http://schemas.openxmlformats.org/officeDocument/2006/relationships/slide" Target="/ppt/slides/slide10.xml" Id="R3edb9b0079c6408a" /><Relationship Type="http://schemas.openxmlformats.org/officeDocument/2006/relationships/slide" Target="/ppt/slides/slide11.xml" Id="R9f0bdc81a8db4291" /><Relationship Type="http://schemas.openxmlformats.org/officeDocument/2006/relationships/slide" Target="/ppt/slides/slide12.xml" Id="R63975bad9a374b6e" /><Relationship Type="http://schemas.openxmlformats.org/officeDocument/2006/relationships/slide" Target="/ppt/slides/slide13.xml" Id="R3ed0ab2710054fca" /><Relationship Type="http://schemas.openxmlformats.org/officeDocument/2006/relationships/slide" Target="/ppt/slides/slide14.xml" Id="R3f75d1e9ae2f4171" /><Relationship Type="http://schemas.openxmlformats.org/officeDocument/2006/relationships/slide" Target="/ppt/slides/slide15.xml" Id="R939a5bfb3bc04cfe" /><Relationship Type="http://schemas.openxmlformats.org/officeDocument/2006/relationships/slide" Target="/ppt/slides/slide16.xml" Id="R8822a42bd1804cd9" /><Relationship Type="http://schemas.openxmlformats.org/officeDocument/2006/relationships/slide" Target="/ppt/slides/slide17.xml" Id="Rfbbcd9594a0c4eba" /><Relationship Type="http://schemas.openxmlformats.org/officeDocument/2006/relationships/slide" Target="/ppt/slides/slide18.xml" Id="R6d426540adfb437f" /><Relationship Type="http://schemas.openxmlformats.org/officeDocument/2006/relationships/slide" Target="/ppt/slides/slide19.xml" Id="Rccad1a97fd6143e0" /><Relationship Type="http://schemas.openxmlformats.org/officeDocument/2006/relationships/slide" Target="/ppt/slides/slide20.xml" Id="Rcca31913b1c84fe6" /><Relationship Type="http://schemas.openxmlformats.org/officeDocument/2006/relationships/slide" Target="/ppt/slides/slide21.xml" Id="Rfdf1159679bd4b95" /><Relationship Type="http://schemas.openxmlformats.org/officeDocument/2006/relationships/slide" Target="/ppt/slides/slide22.xml" Id="R06d066f0c02b4144" /><Relationship Type="http://schemas.openxmlformats.org/officeDocument/2006/relationships/slide" Target="/ppt/slides/slide23.xml" Id="R633051b8869143e8" /><Relationship Type="http://schemas.openxmlformats.org/officeDocument/2006/relationships/slide" Target="/ppt/slides/slide24.xml" Id="R5a438555dab646c5" /><Relationship Type="http://schemas.openxmlformats.org/officeDocument/2006/relationships/slide" Target="/ppt/slides/slide25.xml" Id="R79260d338c314691" /><Relationship Type="http://schemas.openxmlformats.org/officeDocument/2006/relationships/slide" Target="/ppt/slides/slide26.xml" Id="R2ac4ab2ff75641ff" /><Relationship Type="http://schemas.openxmlformats.org/officeDocument/2006/relationships/slide" Target="/ppt/slides/slide27.xml" Id="R27b0ad7ea7a84d08" /><Relationship Type="http://schemas.openxmlformats.org/officeDocument/2006/relationships/slide" Target="/ppt/slides/slide28.xml" Id="Rd3cf160352dc4459" /><Relationship Type="http://schemas.openxmlformats.org/officeDocument/2006/relationships/slide" Target="/ppt/slides/slide29.xml" Id="Ra6cf13c47c964060" /><Relationship Type="http://schemas.openxmlformats.org/officeDocument/2006/relationships/slide" Target="/ppt/slides/slide30.xml" Id="R1aac7b866f9b4723" /><Relationship Type="http://schemas.openxmlformats.org/officeDocument/2006/relationships/slide" Target="/ppt/slides/slide31.xml" Id="R5b4e2272af054ed6" /><Relationship Type="http://schemas.openxmlformats.org/officeDocument/2006/relationships/slide" Target="/ppt/slides/slide32.xml" Id="Rf75f0b1d08884916" /><Relationship Type="http://schemas.openxmlformats.org/officeDocument/2006/relationships/slide" Target="/ppt/slides/slide33.xml" Id="Rda92ee07673c4ff0" /><Relationship Type="http://schemas.openxmlformats.org/officeDocument/2006/relationships/slide" Target="/ppt/slides/slide34.xml" Id="R9eb5d6ff780f4947" /><Relationship Type="http://schemas.openxmlformats.org/officeDocument/2006/relationships/slide" Target="/ppt/slides/slide35.xml" Id="R3b11f62e4c9942c6" /><Relationship Type="http://schemas.openxmlformats.org/officeDocument/2006/relationships/slide" Target="/ppt/slides/slide36.xml" Id="R033fcd7b1bdc48e4" /><Relationship Type="http://schemas.openxmlformats.org/officeDocument/2006/relationships/slide" Target="/ppt/slides/slide37.xml" Id="R010acd5c9eb442d3" /><Relationship Type="http://schemas.openxmlformats.org/officeDocument/2006/relationships/slide" Target="/ppt/slides/slide38.xml" Id="R866e237a46544977" /><Relationship Type="http://schemas.openxmlformats.org/officeDocument/2006/relationships/slide" Target="/ppt/slides/slide39.xml" Id="R3cb1ca942154429a" /><Relationship Type="http://schemas.openxmlformats.org/officeDocument/2006/relationships/slide" Target="/ppt/slides/slide40.xml" Id="R0e423862233d4c56" /><Relationship Type="http://schemas.openxmlformats.org/officeDocument/2006/relationships/slide" Target="/ppt/slides/slide41.xml" Id="Rb2757dac8d4449f1" /><Relationship Type="http://schemas.openxmlformats.org/officeDocument/2006/relationships/slide" Target="/ppt/slides/slide42.xml" Id="Rc76c48f40b30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4de699767f41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818dc7cbbb46c6" /><Relationship Type="http://schemas.openxmlformats.org/officeDocument/2006/relationships/notesMaster" Target="/ppt/notesMasters/notesMaster1.xml" Id="Ra36c792cb7ff4d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7901e7a794416" /><Relationship Type="http://schemas.openxmlformats.org/officeDocument/2006/relationships/notesMaster" Target="/ppt/notesMasters/notesMaster1.xml" Id="R091a4d777d414d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24143977cb4235" /><Relationship Type="http://schemas.openxmlformats.org/officeDocument/2006/relationships/notesMaster" Target="/ppt/notesMasters/notesMaster1.xml" Id="Ra2a200a9e67a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ab44eb058b4020" /><Relationship Type="http://schemas.openxmlformats.org/officeDocument/2006/relationships/notesMaster" Target="/ppt/notesMasters/notesMaster1.xml" Id="R7a6dfbd7b3db4c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f0ec36823444e" /><Relationship Type="http://schemas.openxmlformats.org/officeDocument/2006/relationships/notesMaster" Target="/ppt/notesMasters/notesMaster1.xml" Id="Rf32dc259a6dc44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14b07fbb584405" /><Relationship Type="http://schemas.openxmlformats.org/officeDocument/2006/relationships/notesMaster" Target="/ppt/notesMasters/notesMaster1.xml" Id="Rde91d4be82dd48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fa53189b4c4784" /><Relationship Type="http://schemas.openxmlformats.org/officeDocument/2006/relationships/notesMaster" Target="/ppt/notesMasters/notesMaster1.xml" Id="Rcfe944769f8e42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a727bb4e3b4ce6" /><Relationship Type="http://schemas.openxmlformats.org/officeDocument/2006/relationships/notesMaster" Target="/ppt/notesMasters/notesMaster1.xml" Id="R96d74e7dcac841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81dd803e8e452a" /><Relationship Type="http://schemas.openxmlformats.org/officeDocument/2006/relationships/notesMaster" Target="/ppt/notesMasters/notesMaster1.xml" Id="R326e058d11ae43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9c0dfdf224b64" /><Relationship Type="http://schemas.openxmlformats.org/officeDocument/2006/relationships/notesMaster" Target="/ppt/notesMasters/notesMaster1.xml" Id="Rb0a73836e2de49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cdf848c70349be" /><Relationship Type="http://schemas.openxmlformats.org/officeDocument/2006/relationships/notesMaster" Target="/ppt/notesMasters/notesMaster1.xml" Id="R3b815005365f4c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51f1a717d34311" /><Relationship Type="http://schemas.openxmlformats.org/officeDocument/2006/relationships/notesMaster" Target="/ppt/notesMasters/notesMaster1.xml" Id="R4c76e0cb8fd040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c278e56e9045dd" /><Relationship Type="http://schemas.openxmlformats.org/officeDocument/2006/relationships/notesMaster" Target="/ppt/notesMasters/notesMaster1.xml" Id="Reaf7148f5aaf4a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a0aa9d9afb4d9d" /><Relationship Type="http://schemas.openxmlformats.org/officeDocument/2006/relationships/notesMaster" Target="/ppt/notesMasters/notesMaster1.xml" Id="R008ba9b26c174c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2cfb426e6243ea" /><Relationship Type="http://schemas.openxmlformats.org/officeDocument/2006/relationships/notesMaster" Target="/ppt/notesMasters/notesMaster1.xml" Id="R727def6c59f244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f61d2e3e8c4c31" /><Relationship Type="http://schemas.openxmlformats.org/officeDocument/2006/relationships/notesMaster" Target="/ppt/notesMasters/notesMaster1.xml" Id="Rf10908dc6d4e40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7cd56bc856460c" /><Relationship Type="http://schemas.openxmlformats.org/officeDocument/2006/relationships/notesMaster" Target="/ppt/notesMasters/notesMaster1.xml" Id="R88863c40bced48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5fe9437a134790" /><Relationship Type="http://schemas.openxmlformats.org/officeDocument/2006/relationships/notesMaster" Target="/ppt/notesMasters/notesMaster1.xml" Id="Rebf52cd70f1c47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3a4bb742e640ef" /><Relationship Type="http://schemas.openxmlformats.org/officeDocument/2006/relationships/notesMaster" Target="/ppt/notesMasters/notesMaster1.xml" Id="Rbd48811bb76347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b03d3a0ca94350" /><Relationship Type="http://schemas.openxmlformats.org/officeDocument/2006/relationships/notesMaster" Target="/ppt/notesMasters/notesMaster1.xml" Id="R1e6c8b84910e47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3341a88d704beb" /><Relationship Type="http://schemas.openxmlformats.org/officeDocument/2006/relationships/notesMaster" Target="/ppt/notesMasters/notesMaster1.xml" Id="Redcb0a2cdf9749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af2f86ce9444ac" /><Relationship Type="http://schemas.openxmlformats.org/officeDocument/2006/relationships/notesMaster" Target="/ppt/notesMasters/notesMaster1.xml" Id="R1ddfc7be301a45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b5024739504d12" /><Relationship Type="http://schemas.openxmlformats.org/officeDocument/2006/relationships/notesMaster" Target="/ppt/notesMasters/notesMaster1.xml" Id="R8d6c7e609ac940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fb7859a24f4ad1" /><Relationship Type="http://schemas.openxmlformats.org/officeDocument/2006/relationships/notesMaster" Target="/ppt/notesMasters/notesMaster1.xml" Id="Rb665ff7d13a1416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54f14f185064a81" /><Relationship Type="http://schemas.openxmlformats.org/officeDocument/2006/relationships/notesMaster" Target="/ppt/notesMasters/notesMaster1.xml" Id="R15debca1fa374b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b647474d1a546f5" /><Relationship Type="http://schemas.openxmlformats.org/officeDocument/2006/relationships/notesMaster" Target="/ppt/notesMasters/notesMaster1.xml" Id="Ra1407a4834434a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ce6430c659e40c6" /><Relationship Type="http://schemas.openxmlformats.org/officeDocument/2006/relationships/notesMaster" Target="/ppt/notesMasters/notesMaster1.xml" Id="Re77e67ecc3eb4da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b85d9eaf894ecb" /><Relationship Type="http://schemas.openxmlformats.org/officeDocument/2006/relationships/notesMaster" Target="/ppt/notesMasters/notesMaster1.xml" Id="R639c35a6c66f4e9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7315c018e834df4" /><Relationship Type="http://schemas.openxmlformats.org/officeDocument/2006/relationships/notesMaster" Target="/ppt/notesMasters/notesMaster1.xml" Id="R9c0bdb47801e46c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ac43ce2b0bf42bb" /><Relationship Type="http://schemas.openxmlformats.org/officeDocument/2006/relationships/notesMaster" Target="/ppt/notesMasters/notesMaster1.xml" Id="R71103f9f0df14e9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b5e89521594427a" /><Relationship Type="http://schemas.openxmlformats.org/officeDocument/2006/relationships/notesMaster" Target="/ppt/notesMasters/notesMaster1.xml" Id="Rff6e1886b0394b9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94843df225246c4" /><Relationship Type="http://schemas.openxmlformats.org/officeDocument/2006/relationships/notesMaster" Target="/ppt/notesMasters/notesMaster1.xml" Id="R6e3ba83bc614454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5c20fd7656d4dc1" /><Relationship Type="http://schemas.openxmlformats.org/officeDocument/2006/relationships/notesMaster" Target="/ppt/notesMasters/notesMaster1.xml" Id="R2121f74e972e4d2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5e8d1c507cc4aef" /><Relationship Type="http://schemas.openxmlformats.org/officeDocument/2006/relationships/notesMaster" Target="/ppt/notesMasters/notesMaster1.xml" Id="R1dd42c57c5484be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6dfcd03f9aa472a" /><Relationship Type="http://schemas.openxmlformats.org/officeDocument/2006/relationships/notesMaster" Target="/ppt/notesMasters/notesMaster1.xml" Id="Rd3eb6111dbc046f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80477fca5374fba" /><Relationship Type="http://schemas.openxmlformats.org/officeDocument/2006/relationships/notesMaster" Target="/ppt/notesMasters/notesMaster1.xml" Id="Ra7ff92dc7937481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d7885d01b2b411f" /><Relationship Type="http://schemas.openxmlformats.org/officeDocument/2006/relationships/notesMaster" Target="/ppt/notesMasters/notesMaster1.xml" Id="R801aa36ba13c45f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0a77b8bbb894a87" /><Relationship Type="http://schemas.openxmlformats.org/officeDocument/2006/relationships/notesMaster" Target="/ppt/notesMasters/notesMaster1.xml" Id="R70a021e528f9400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36e610fa28f4a33" /><Relationship Type="http://schemas.openxmlformats.org/officeDocument/2006/relationships/notesMaster" Target="/ppt/notesMasters/notesMaster1.xml" Id="R665732c025db416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e7bc13e96834cc6" /><Relationship Type="http://schemas.openxmlformats.org/officeDocument/2006/relationships/notesMaster" Target="/ppt/notesMasters/notesMaster1.xml" Id="Rb4f434fedab9467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e1d07e862a1416d" /><Relationship Type="http://schemas.openxmlformats.org/officeDocument/2006/relationships/notesMaster" Target="/ppt/notesMasters/notesMaster1.xml" Id="Rba902f3cf6fe474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dccd737158c4c0f" /><Relationship Type="http://schemas.openxmlformats.org/officeDocument/2006/relationships/notesMaster" Target="/ppt/notesMasters/notesMaster1.xml" Id="Raded9e0e34a7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87346eec046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e30ecb8a53493d" /><Relationship Type="http://schemas.openxmlformats.org/officeDocument/2006/relationships/slideLayout" Target="/ppt/slideLayouts/slideLayout1.xml" Id="Rba84ae2f6e4a4d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84ae2f6e4a4d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bbb3e619841d9" /><Relationship Type="http://schemas.openxmlformats.org/officeDocument/2006/relationships/notesSlide" Target="/ppt/notesSlides/notesSlide1.xml" Id="R6faa705fb41b44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0d82cb6a4a8e" /><Relationship Type="http://schemas.openxmlformats.org/officeDocument/2006/relationships/notesSlide" Target="/ppt/notesSlides/notesSlide2.xml" Id="Re9cb843b5d4340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3fdacff714893" /><Relationship Type="http://schemas.openxmlformats.org/officeDocument/2006/relationships/notesSlide" Target="/ppt/notesSlides/notesSlide3.xml" Id="R258d78a4a27d41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4ee567c244609" /><Relationship Type="http://schemas.openxmlformats.org/officeDocument/2006/relationships/notesSlide" Target="/ppt/notesSlides/notesSlide4.xml" Id="Rc46f3e4553054e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08dbda57f4cfe" /><Relationship Type="http://schemas.openxmlformats.org/officeDocument/2006/relationships/notesSlide" Target="/ppt/notesSlides/notesSlide5.xml" Id="Rd77d5a45cdf44b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d71c3a8e94e82" /><Relationship Type="http://schemas.openxmlformats.org/officeDocument/2006/relationships/notesSlide" Target="/ppt/notesSlides/notesSlide6.xml" Id="Rdc321e19ea9342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250a52f4548b3" /><Relationship Type="http://schemas.openxmlformats.org/officeDocument/2006/relationships/notesSlide" Target="/ppt/notesSlides/notesSlide7.xml" Id="Rf1426e35141b40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0f633f31343d0" /><Relationship Type="http://schemas.openxmlformats.org/officeDocument/2006/relationships/notesSlide" Target="/ppt/notesSlides/notesSlide8.xml" Id="Rc019bc1843904e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88095eb1455c" /><Relationship Type="http://schemas.openxmlformats.org/officeDocument/2006/relationships/notesSlide" Target="/ppt/notesSlides/notesSlide9.xml" Id="R58b54b58ed1249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58522aec5429f" /><Relationship Type="http://schemas.openxmlformats.org/officeDocument/2006/relationships/notesSlide" Target="/ppt/notesSlides/notesSlide10.xml" Id="R3d3751f2713c42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6d0b2762e4d46" /><Relationship Type="http://schemas.openxmlformats.org/officeDocument/2006/relationships/notesSlide" Target="/ppt/notesSlides/notesSlide11.xml" Id="Rd54fc9b3a3a94d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2c3d9a54742ed" /><Relationship Type="http://schemas.openxmlformats.org/officeDocument/2006/relationships/notesSlide" Target="/ppt/notesSlides/notesSlide12.xml" Id="R9eaa22c1aef14b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496fb71cc4e88" /><Relationship Type="http://schemas.openxmlformats.org/officeDocument/2006/relationships/notesSlide" Target="/ppt/notesSlides/notesSlide13.xml" Id="Raa64f6bcf69849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adb9b95be4309" /><Relationship Type="http://schemas.openxmlformats.org/officeDocument/2006/relationships/notesSlide" Target="/ppt/notesSlides/notesSlide14.xml" Id="R95d9fd27f4a843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4cfd36b3a4ea7" /><Relationship Type="http://schemas.openxmlformats.org/officeDocument/2006/relationships/notesSlide" Target="/ppt/notesSlides/notesSlide15.xml" Id="R9a4464bb1f9042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f957ecc974169" /><Relationship Type="http://schemas.openxmlformats.org/officeDocument/2006/relationships/notesSlide" Target="/ppt/notesSlides/notesSlide16.xml" Id="Rcc587daa5ecc4d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757e6b1804492" /><Relationship Type="http://schemas.openxmlformats.org/officeDocument/2006/relationships/notesSlide" Target="/ppt/notesSlides/notesSlide17.xml" Id="R1e625e2c599f43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a5ff186b4410d" /><Relationship Type="http://schemas.openxmlformats.org/officeDocument/2006/relationships/notesSlide" Target="/ppt/notesSlides/notesSlide18.xml" Id="Ra9c507605a864d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b098cb20046c1" /><Relationship Type="http://schemas.openxmlformats.org/officeDocument/2006/relationships/notesSlide" Target="/ppt/notesSlides/notesSlide19.xml" Id="R8ffbdcd108e94c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ba7cb896d410a" /><Relationship Type="http://schemas.openxmlformats.org/officeDocument/2006/relationships/notesSlide" Target="/ppt/notesSlides/notesSlide20.xml" Id="R7d8f34638c8349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9e75f5cc94c39" /><Relationship Type="http://schemas.openxmlformats.org/officeDocument/2006/relationships/notesSlide" Target="/ppt/notesSlides/notesSlide21.xml" Id="R04d028fb2ba046f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724ef8f3c42e3" /><Relationship Type="http://schemas.openxmlformats.org/officeDocument/2006/relationships/notesSlide" Target="/ppt/notesSlides/notesSlide22.xml" Id="Rf8875aa617424b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9447c30b84631" /><Relationship Type="http://schemas.openxmlformats.org/officeDocument/2006/relationships/notesSlide" Target="/ppt/notesSlides/notesSlide23.xml" Id="R84d641a0e30f49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9d7cf447b4cef" /><Relationship Type="http://schemas.openxmlformats.org/officeDocument/2006/relationships/notesSlide" Target="/ppt/notesSlides/notesSlide24.xml" Id="Rcc1a874f3e454f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d62077d634b6d" /><Relationship Type="http://schemas.openxmlformats.org/officeDocument/2006/relationships/notesSlide" Target="/ppt/notesSlides/notesSlide25.xml" Id="R6e46f03ae1a849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45ec4bf9d45f1" /><Relationship Type="http://schemas.openxmlformats.org/officeDocument/2006/relationships/notesSlide" Target="/ppt/notesSlides/notesSlide26.xml" Id="R3d21bac99dbb404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d51143d541f1" /><Relationship Type="http://schemas.openxmlformats.org/officeDocument/2006/relationships/notesSlide" Target="/ppt/notesSlides/notesSlide27.xml" Id="Rd88b39d1b4bb454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887af02374ce0" /><Relationship Type="http://schemas.openxmlformats.org/officeDocument/2006/relationships/notesSlide" Target="/ppt/notesSlides/notesSlide28.xml" Id="Rf0190bf4293e424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3afd701cd4ca2" /><Relationship Type="http://schemas.openxmlformats.org/officeDocument/2006/relationships/notesSlide" Target="/ppt/notesSlides/notesSlide29.xml" Id="Rc0239b692adf4c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9b8a7f5d644ce" /><Relationship Type="http://schemas.openxmlformats.org/officeDocument/2006/relationships/notesSlide" Target="/ppt/notesSlides/notesSlide30.xml" Id="R41027949f34140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814ae5626430a" /><Relationship Type="http://schemas.openxmlformats.org/officeDocument/2006/relationships/notesSlide" Target="/ppt/notesSlides/notesSlide31.xml" Id="Rd3f3e3e01a70486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967e8ef29402d" /><Relationship Type="http://schemas.openxmlformats.org/officeDocument/2006/relationships/notesSlide" Target="/ppt/notesSlides/notesSlide32.xml" Id="R081ae2bbe22544a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890ffac25432b" /><Relationship Type="http://schemas.openxmlformats.org/officeDocument/2006/relationships/notesSlide" Target="/ppt/notesSlides/notesSlide33.xml" Id="Rd83e4cdf96974f8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7c5090f744f66" /><Relationship Type="http://schemas.openxmlformats.org/officeDocument/2006/relationships/notesSlide" Target="/ppt/notesSlides/notesSlide34.xml" Id="R594616577e3044a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b0f97c15f41bd" /><Relationship Type="http://schemas.openxmlformats.org/officeDocument/2006/relationships/notesSlide" Target="/ppt/notesSlides/notesSlide35.xml" Id="R3d3c8717736a47c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e9a7dcd6b471a" /><Relationship Type="http://schemas.openxmlformats.org/officeDocument/2006/relationships/notesSlide" Target="/ppt/notesSlides/notesSlide36.xml" Id="Rb7fe73f8442d4e6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7c9189af04005" /><Relationship Type="http://schemas.openxmlformats.org/officeDocument/2006/relationships/notesSlide" Target="/ppt/notesSlides/notesSlide37.xml" Id="R327d04657a5647a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d9e54f96e49d8" /><Relationship Type="http://schemas.openxmlformats.org/officeDocument/2006/relationships/notesSlide" Target="/ppt/notesSlides/notesSlide38.xml" Id="Rafdcc249c7334f1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d0b13969e4b2b" /><Relationship Type="http://schemas.openxmlformats.org/officeDocument/2006/relationships/notesSlide" Target="/ppt/notesSlides/notesSlide39.xml" Id="Rfbf2fce0a53e43e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ce2261afb4ff2" /><Relationship Type="http://schemas.openxmlformats.org/officeDocument/2006/relationships/notesSlide" Target="/ppt/notesSlides/notesSlide40.xml" Id="Ra47e94d68c3e45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36f518d624521" /><Relationship Type="http://schemas.openxmlformats.org/officeDocument/2006/relationships/notesSlide" Target="/ppt/notesSlides/notesSlide41.xml" Id="R5294f36a1dee402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954ba428544f0" /><Relationship Type="http://schemas.openxmlformats.org/officeDocument/2006/relationships/notesSlide" Target="/ppt/notesSlides/notesSlide42.xml" Id="Rb1349718c0e940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4F3E5-6E5A-4A78-BFB4-E55D54AA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DF4F7-E824-494F-B95E-F68CB95D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C0B99-7704-43A8-A297-BD2CC8F8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8BB9C-CF1E-43A1-AE95-3DE0BB17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E4DD9-292F-4E0F-A73F-A5826BBC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D7877-5FD9-478F-8F88-462582A5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4F4F3-9FEF-42CF-A219-D30372EB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A904F-1268-41F7-9F05-6A50286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BD775-33FB-4E9C-A596-7DA3CE2C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CF9F9-201E-41E6-84E7-D6542EAA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72F2E-84B5-49A6-8758-9192B155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7DBF0-97DB-4085-90C7-6E358A7F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A9F76-DF06-4518-AD20-713BB8A9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4101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63716-31D6-4A40-B014-37BF6C9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C814C-3CEE-4426-8D85-985333B2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E938A-835B-4763-B842-0E05DF18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DF4B3-E2EF-4215-BB15-AF00E02D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3AE78-E5CB-4641-9C2B-E3299E2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B6CE7-2B3E-4BDE-A407-E201B8DD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340B6-709B-44D2-BFC8-832AE673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5D541-C3CF-4A14-886B-60AE00C1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C6FDC-8011-430A-83B5-24447CCE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8AB70-6156-45C3-8CC3-C5E40303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196C9-FC91-4290-BD85-01D4181A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F92B1-1E7F-4299-8342-B42CC86D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EA627-1E74-4B66-A9F6-112CCCF0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CF726-CDBF-40C8-B93D-43F4D113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F8A79-AA59-433D-9243-FC263265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35648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234D90-C9C8-4979-8553-97795EED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F0F71-3C6B-4461-BB6B-37798134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4D132-D3C6-44C4-8022-06A25F77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F3E9C-72E3-41DD-B03C-E62AB0E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766E3-5D17-43C4-B09D-E850BDC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083FD-7D0C-4FC5-B712-4C88E1A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CD1E0-6584-4459-BCCF-2EDB8A6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22660-4A55-4FDE-8E2A-15DB15C5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2A50A-A9B6-4324-B3A8-E527F563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BB6C6-CC59-4140-B9F7-221CC4FF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F46A3-FCFD-4049-81B7-8FD164F5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9C8BA-A22C-4C52-BA72-4B7B52E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BBB5A-5699-48D7-9C18-C30E844E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3DFDF-1AD7-4EFB-BD5A-4AC89D11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D80A8-8AA9-4324-A79D-8917D704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623AB-3986-411D-8FD9-F765BB3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3E9C3-1AE4-4EA6-8D2C-888FDBAA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D12F8-C642-4075-ABD8-971872B1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Commands and creation of Lines, coordinate points, axes,...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3FD3A-6962-4F78-94A2-94F4749D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33DAE-E3EF-4CD2-8EE2-AD700DA1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F108D-8C33-4DB3-9514-ACAD0FA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A3C27-071C-423B-8D05-C2766C02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3E25E-E502-4046-B920-E80E732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1057A-6C03-4603-9599-F8CF8FF5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260BB-CE3F-4B66-95BD-4A9E5BFD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FBF92D-DC1A-48D2-B53D-CB346908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DAB37-4579-43B1-AEFB-5DD92837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12837-9B50-477F-861D-5EDCBB75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6B80E-E8E7-4EF1-A1EC-24768010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71BA6-B61F-4C1A-BEAF-6D6DCF9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projections of planes: triangular, square, r...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E38D23-CE59-4A37-B27E-AE1D9EF1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99375-C865-41FE-8B0C-05915281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94812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72ABAF-5688-4D1C-BC8D-5217661B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BC71F-46A2-4548-A9E2-9ED489D9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BF3B9-4EB3-4158-9876-53D243BE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B321D-5667-44AC-92E4-0556E81D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1C6A4-6F60-4F45-8F5F-9AC0B1D5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D5C7D-D3B5-4073-B861-44225ED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15670-41AA-4987-AE6B-CC17C621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36555-CAFE-45F6-9234-D7D52FE9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Introduction: Significance of Engineering drawing, BIS Co...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3BA4B-AEB4-45BC-982C-DE718378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A9F25-3BBE-4717-A7B6-8473575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245B9-B3A1-41CF-B320-61834D7B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Computer Aided Drafting software, Co -ord...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BF354-D33C-4319-B506-AAD64BD5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C8A6B-DBFB-4BF6-B421-3FD74989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17690-1C25-41BE-9B40-A8C6E17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EF78B-493F-4574-B18B-8068CE46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0D1AC-1B5F-438E-AA3E-ACAC9644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B58DC-1FF0-494A-80F1-846AED26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Commands and creation of Lines, coordinate points, axes,....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1C46C-FA96-4453-B4B8-3466F5DE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2FF2F-F58F-4629-B514-3D0E2A28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7101C-B963-467F-8211-2EBD7AAF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4AAB1-C78E-477C-893D-F939352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74EC3-74E8-46B4-887D-3AD8F9B8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B8577-5268-4BD8-90BF-297E1F21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Planes: Introduction to Orthographic projections, Orthogr...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A7687-4A28-4C8D-8642-B5B3234E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39869-9A27-4BB2-891C-F6C5C36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5A073-CC51-4D46-932E-1F8E97C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projections of lines (Placed in First quadra...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F53CC-690B-4E8C-8213-5F52FB3E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99A77-6B4B-41A3-90C5-32CA0842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4B5EBB-B0E9-4E97-95E0-4F5BB6D5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05895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24F69-55E1-45D2-AD69-E081AA5F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068B5-6E84-4646-A4AD-795E4ED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9E14C-5B11-4505-917D-8E14B7D4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8D80F-5FA2-4409-B6AC-4EBB4819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E878C-7097-47C2-9D81-E8D6166E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8096E-5E89-4E99-A9F2-DE6D6062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97917-3F76-41AE-A53B-AF88A1A5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4ADA2-B928-4635-B2DB-86B04255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0EB51-0EC0-4C7A-8F17-2B0EF63E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2C509-ACB1-4AD1-AC88-17468A2F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sketching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1C46C-D496-4751-9A2D-D1D9F818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44C0F-C989-44C3-98F7-3CCB4A59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522C9-0F86-4C39-9557-71809ACA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835AD-62CF-46B8-933A-05DE0C39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EDE6F-80DD-45DF-8980-112AD918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4E7FD-228C-4049-A045-10D9AA8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19111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02CAA-09B7-4E5E-8B3C-CFC8AED9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2318D-120C-48FF-BB5F-8A5EDFF5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0417C-E0E7-4F1B-B1B4-6B326271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855C7-7414-45E4-B995-316CD3F4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EF6F9-4298-4919-A60F-73C53C66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Introduction: Significance of Engineering drawing, BIS Conventions of Engineering Drawing, Free hand sketching...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D8452-981C-4296-9186-8AAAA210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Introduction: Significance of Engineering...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F29E6-2419-4A12-B160-0DB8B73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76EBA-AE78-4E53-B9F9-81B415C1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4F318-8A4E-49DC-A3D4-673AECC7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D67F7-B3A3-4EB5-ABC7-25028515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15522-A412-4ECF-97B0-B81FB03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6765E-14B1-4575-B106-84817E82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5C412-4EAD-48C7-8CA6-E27C5FE9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11211-A3F6-403E-BEB5-61466529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D950F-1DF0-4F80-B481-F0697419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9B200-DDDC-4DBF-B952-3D67249C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08100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63C48-26F6-41ED-9F56-9946591D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612FE-C744-43C4-8FD4-DBE763BF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748CD-5754-4619-9E67-E349A28F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13C62-7FCA-4CC4-B9BC-8873C8BA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A41E5-B529-422F-A48E-88F20480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EE868-B3DB-44A0-9110-9F377D4F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8CADC-9F3E-446D-8D74-2F03F025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789AB-F209-4E1A-BA6B-55DAD475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74402-C433-4550-851A-A6C605E2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Introduction: Sign...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97C40-3F26-4E85-B344-7B465309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B6BA7-F822-42AC-BC52-432F34D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6C551-D614-4971-9E6B-299D30F0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70699-E2BF-42D0-8C40-EE29C390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BB138-CB03-4B2B-B131-C6A84807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FA838-23A5-4E9A-94B6-4DE86448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A35C8-E2F4-4D67-8B90-B0E6869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15D7D-4F28-48B5-A22E-A751D99F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77D5B-EA79-4C59-A925-AD30E5B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Introduction: 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DE635-A267-4CBA-980B-93CAED97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F893E-5124-40AA-B5FF-DC44107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3490F-D5AC-4CD7-9CEF-346AEB0A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0E9E-6F6F-4126-9807-D1064560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CE637-47A9-4F8B-B28E-E936243D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85790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67EDC-9C6D-49B3-9B38-3820D726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CCA64-2764-4324-BD2A-982FEBDD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C7533-F42C-4BA4-ADC7-1ACF9D25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2C214-06CA-4C08-A7F2-AC18FD8E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DAA73-858A-407F-A9E9-0C8D8B94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DE800-A244-41F3-B0FC-1F6CDF5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DD1F0-F3B4-4A60-BCA6-19A48B94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D3520-FBEC-4D83-8A72-49A08B02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22125-CA97-4946-AAD3-2B80FA3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6A774-78E2-487D-A30D-5901F852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52F38-CF4E-4DBB-B52A-BECC6326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34BAF-A3C5-4DC2-A6A0-DFB258A4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91943-2E99-4733-93AE-A1CCCC1E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4B650-15BA-4EF7-B74D-2485D0BE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09CEE-05DB-4295-8447-6283B731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572063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49C7F-5F91-41A0-A42D-3C112885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858D5-6C45-45E3-A15B-8778C6EC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8D880-D2C7-4E14-B53D-C14EA32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9CB6B-7052-4240-B0A9-469136BD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40762-394F-4E54-A046-D162B91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8FF73-F916-40A4-88A9-8486C10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Introduction: Significance of Engineering drawing, BIS 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1B5D5-FBF7-4007-B7FC-B2341D21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A21BE-9F09-4462-B044-68506E1C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1D613-3662-4F10-8C56-5873FC26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5122A-57C1-48ED-8481-5E0AD735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F7DBA-5FA6-4EFC-A399-B6F2D02B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74858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4AECE-5F3A-4057-A9EB-E66E7DD0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458BF-B250-4218-BDFC-46DCCFF1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39D7F-4315-415B-8226-6A7696DF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658C5-A484-4ABE-A544-994921C3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DA94B-4F0D-4328-A8D3-88DE5AA6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Computer Aided Drafting software, Co -ordinate system and reference planes HP, VP, RPP &amp; LPP 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AB68C-55F6-4A60-AEFA-CBFC864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Computer Aided Drafting 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7CFEE-B551-4D93-BAA4-7D18DE5D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B0574-BCEB-4C8E-AC81-7517573E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970D7-803A-47C6-B555-721F6734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68A25-6E7A-4937-99C1-875DEF40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98754-CD62-4313-8856-102D19B0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E9144-14B3-45FB-B9F6-8235B5C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10641-BF12-4818-9C64-A9822BBA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F77DC-BE19-4906-A968-6C333E0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86C31-41EA-44D9-B24E-233737F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C75D0-7BE5-477F-B578-BE2AF0B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2676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E91B7-3942-4980-A760-6E6443AD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562C8-4835-4589-A9FC-0AB17DAC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255AA-3118-473C-9B68-9E778217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B9625-A6C3-4F9E-BC04-0CDAA4BF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A06D3-6517-4B6B-9699-B6FBDFB7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92B87-C37C-4451-B46B-93950E3D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22F90-3B0E-4974-B6A6-14E5C7A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86AC4-BC17-45FC-90AF-C1A2A623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E0F6A-4F0B-41EE-9FED-EDE58141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Co...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87593-C38B-4ABC-801E-2D2F7F48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5494E-FA57-40AA-8AF8-47633391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E4C9F-0365-42A9-8475-3D67300E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0AEBE-9C9C-42E6-9B9C-DB3C7BF5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CC472-C4F8-4B92-B526-D0CDC96D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552FA-27EE-4279-B322-B9FBC1B2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540FF-354C-46C6-9A7A-498F191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5FFB6-0C7C-49E0-971E-EEF71FA0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626EE-4CAF-4A7A-855D-CE544AE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752E7-78A7-469C-8321-FAED866A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6572E-A8ED-4F78-AC4B-EF3AB630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E08E1-538F-4931-B07A-A3ACE085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3C151-D7D2-4082-A370-6236A45D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75572-6FFD-49A4-9A88-42AB3A0A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17576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05982-A293-42EA-BC96-6DA90066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64733-1E0E-4D8C-8F00-63C5B6EE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C4D41-9D18-47F6-88A7-76669401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D226D-D807-41DB-8D6B-6426A8BE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AE38A-F40C-4992-B28A-9E252E08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383F4-EBE3-4FD7-B4B2-45715C84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56374-CB21-4CA1-9F69-3C75A496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88E1C-EC05-47B8-943A-FE30D722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3E453-7635-48C1-B598-E7007B70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02298-5B14-4C2C-801C-B68023F6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542C5-8717-47C0-B87C-4234418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CBEFA-8A84-4E36-8DC7-B9CAAACB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7095C-A616-4E60-AD2C-4904A7D7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16DC5-53B3-4565-ADCA-E3EAF952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415B5-8F77-418A-8303-82D98063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756269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049DE-F218-4142-B541-EB637903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5AF80-B3FC-45DE-BD75-71BFD64C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04218-CDEC-4B97-82EF-6402C712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045B7-47C9-4A3F-B121-C5B48DC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AB674-34D0-4AAF-A7CF-E26686D5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F277B-B864-4582-B28C-6E381FCE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Computer Aided Drafting software, Co -ord...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2BDC9-30DB-493B-9C21-4183FC8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15839-BB7E-4989-9321-83422024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257F1-9614-4987-9FF5-4D10637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E0CCC-FB3D-4165-80BA-02931D6F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F6678-2CC0-453D-A1DE-5D1F0E4F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573330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CDCC9-0AB1-4830-82FF-4DB1DAE0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56718-8CEA-4D09-BB0F-4D621DF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1866E-4472-49BB-98B5-979DDFCD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AD6AF-E611-42C4-8301-0F9CA214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A5004-0A25-4C80-B544-5385CF57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Selection of drawing sheet size and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DF125-9F2D-42BA-B857-1372C7D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Selection of drawing sheet size and scale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5B44E-0DDB-4D43-90CA-D2D04B4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8DA27-C86D-44A1-B02A-3157D79E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43C99-EC65-4186-ADB9-562B35DA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020A2-BB1B-4000-8810-4F8081BE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E524F-3A82-4143-8557-CECD3981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B4F04-E368-46FF-ADA8-3701A6AC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BE80B-D81C-4F1A-8812-59D8B1E3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BB4AA-315D-443F-9F49-B3C6F613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BF271-256D-4950-A610-9D572F55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627F8-6E9D-4A83-844A-D80B1BF5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395030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F37F5-EDB2-45D9-ADE9-2CA1FEC1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80195-275E-4C8D-A189-7CC67811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0F59B-2881-4B89-96B4-3E5ADFE4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08ECB-3151-46A6-96C2-89DCA6A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9E9C6-C2BF-4B75-874C-72DCC8B4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39E9-569C-4B60-91CE-729E1841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199D2-3800-490E-9FDA-ED8B5DC8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6C113-102B-47FA-B219-88AB3072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D8B45-36E1-45B1-9CAA-861FFD98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Selection of drawi...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3E1DC-8869-44C3-BEDD-1D0A2675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050E4-E8CC-4188-8710-7AD45A95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63309-1C91-4913-99CC-8CBEC882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Selection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E830A-3F2B-4FAF-B1AB-AABDFA33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BACA6-98AB-45AB-BF0E-955FE6D8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49479-1FAD-4B3E-BB9D-8E0473FD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Selectio...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F39BE-261F-4DD8-93AF-E2F688E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BB257-1088-4B6F-AF9B-D17B4AD7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4D246-E247-43B1-B21E-FAF71D3B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Selection of dra...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87410-A793-4BD4-82DB-C99280E9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DA4F5-CDC9-4181-8A2A-DB49F6DE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A1C29-B8C0-433B-A328-16CE73E1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Selection of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DEE30-224C-43C7-A6F7-D2841772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CB50C-B600-42E7-8FBF-E0FB335B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412180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57520-B690-4C8E-B5F0-A1E65890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E3A77-B99D-4863-AD33-DBC87084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48956-EDED-4FCA-8107-7A88CB06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9D5E3-4E15-473B-8909-CF859BF1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193A8-800F-4487-B1BA-39F31515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33532-54D4-40E4-AB92-E88D3CD4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927B2-9CB7-48EC-94C5-584B895A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7599F-3D74-4F73-AF15-06A06535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03DE4-CF6E-4FFC-A30B-BE8A1CDD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75197-E391-4113-80E0-96A1851B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3803C-A79F-4260-A026-9701B5E7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87BF1-DD23-47FB-87DD-6BA45719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586E8-0EEA-45F8-8A8B-EAFE8D95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A3C7D-D208-4BB9-803D-C41BE4A9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1860F-306E-4F29-9A1B-8128F806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870686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A4B57-3FDA-4806-8F70-5D6FD09D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21E56-1E77-4C7D-B37F-5CE10096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479B2-7F0A-4320-9F3A-69C09A3C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EF965-AD1C-487F-97B1-54BF929D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8EC15-0C1F-4B88-98FA-9C842F35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6C5B6-17F5-4392-98C2-CB42D7A1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Selection of drawing sheet size and scale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7895-55E4-4631-9C51-9D18A5BC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93F14-FE1D-45F7-BCC1-52ABA39B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5D27B-D38F-4833-93DF-CEAC07A9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C2582-8880-4BBD-A461-99144F17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2AE69-660B-4A16-BD6E-360EE6AC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275476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FA5F6-7F58-4867-AE57-BE78D140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6BC40-FC55-45DB-B738-83EC3FE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24AD6-DD6F-4CD6-987B-75125BA1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2EABF-58D3-4C41-89EB-DAF4BB80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E4A80-6595-425D-ABE7-0597FF5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Commands and creation of Lines, coordinate points, axes, polylines, square, rectang le, polygons, splines, circ...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645CF-A489-4698-8CAE-7AA0F817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Commands and creation of Lines, coordinat...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423FF-38A3-4F55-A425-98465A0A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D8575-F81F-44AA-8DAD-C61B670C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792B2-D6EF-4446-AA11-3347004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472F0-AD50-46C3-82B6-52E5E74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AEE98-C6DC-4301-B537-2F85E167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49325-7BFD-40E2-AF0C-D71FE54E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FEF95-EB6A-4DF7-8F8E-C28C601E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328BF-3AED-4A7A-B455-452AE9AF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54468-9913-4183-9070-54E5883C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6EE8E-A5D5-4CCA-B5BC-CF6673AD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099774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6ED09-33D5-4511-AA77-297916FA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4E4D6-5866-41D7-A452-359C6030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97094-73DC-49D4-9699-797A5584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335DF-E0C9-442C-9203-859DC5B6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6442A-C3B2-4CE9-B575-56275AD5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0404B-C1D6-47BE-95BC-2F8854BF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311E2-4B69-4CB1-839E-6E18E8C1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553A5-FC22-4C89-AD06-99E51BD7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0171F-DE08-49F1-9E05-9DB0236A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Commands and creat...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516C2-B6FC-4975-AB21-9EDC3395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11494-9A61-46CB-9FB9-8204D354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57228-ABA6-47ED-8686-F06C75DA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Commands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FAB0E-4094-4B8A-89F5-1A0EC2EA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DF2A3-8B27-4B0D-A7B1-9D5A3F1B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F0BD0-07BE-4A42-8764-0C7EC485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Commands...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69004-9C61-44D1-8625-81F500F6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88B35-3E7F-4094-B14D-3F770C8B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B74E1-BE94-4982-98A6-222F1711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Commands and cre...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D811F-A484-480B-813A-D3BF05A5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F6C14-22AF-47FE-A399-4B6827B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3A502-0CE4-4E83-80B7-708FDDAA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Commands and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F733E-54C6-4FAB-A389-A7A04001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32C84-AA98-44B6-92B2-22A8A25C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072129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94BC3-8D7A-4EC4-8A4D-2AA7AB4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4A419-0786-4A76-910D-59C13B94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EE6F4-3E44-4C39-8678-7B673F95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2AD1E-84A2-4FB5-AF3C-21FB3DB7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9D563-2BE6-4C44-AB2B-28D2305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F1431-1D31-4501-9171-E7E40D3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23E00-F977-4ADC-BFA0-8FBAA160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A7DC1-BA00-4408-B2E2-90F4BFCD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5C31A-DD2C-4323-8DF4-9DEA3361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DD7C5-ED9A-45BC-A5E0-A6FC6F3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BEAAA-18A6-42E0-AD46-11617210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7DB43-39D9-4624-B3F9-CADB018A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E26E4-B9B7-4441-A3E2-B9A43A4B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AF815-7A62-4836-9A6E-58834B38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9B030-5290-42C4-8534-D0F7BE81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584542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6E85F-8F1C-43CC-B710-BC3B2CF4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A66E8-EADB-422D-B0A2-D86E8CF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8F420-96EE-4D40-90F0-03D9D5B9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481A4-718F-4D88-B000-5BC3D6D3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660E0-11C5-4048-BCFD-9BCF824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E67A7-3443-4863-A6F4-09B41758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Commands and creation of Lines, coordinate points, axes,...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C279D-A9B5-4B6C-9502-7222FF89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B8B98-433B-4C11-BCE5-BEDC0EBA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ECC93-6677-47DC-B34C-53EA3FB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BC72C-03BD-4A95-9D93-3D0B76CE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5F26A-E253-49E3-B185-D3454684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99060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90816-3FE3-40A7-90F1-B853AF49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EEE65-878C-48B2-BE76-90D22253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2D4BB-60EA-4781-85EF-ADC9E8DB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53885-3057-44D6-89C1-675E38B7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D3E22-E3C8-41A6-BAE0-D8B6789C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53F70-0F89-4469-BE26-1CE951F4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Points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3C97E-35F2-45A0-9D94-08443720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0AEA6-3053-4516-BFF0-2CBAB76A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B062C-2994-4C6B-A6E7-06D9791A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5F935-FE99-4776-861B-12F2EF72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C23F6-BF41-4530-94B7-249F5834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5E45F-FC12-41DA-B279-47271BDD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E39D2-F636-4159-A34E-A7621771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FDAA5-F34B-481F-A151-F0D95538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C66A1-6330-4C00-AC3C-ECB4C33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AB571-409C-43BF-ACE8-BFD41631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049092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AB99D-6430-44FD-B528-E6423195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E5943-29FC-402E-B88C-80DAC3CD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D96A0-7AA3-4F5E-93C1-D32F3DD8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3F995-0756-4F7C-8F05-50DC00CD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DA42A-FF42-4D32-B0EE-0546AA42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C8208-7E7E-4050-91E9-4848111D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86045-ABC6-444E-BF48-EE60276F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9AD7D-D382-427D-8863-178B981B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74E00-3040-4B10-87FD-010E386F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439A1-CD3B-43F7-9682-F12A1F20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FEE66-FB39-4D8B-A599-4C0C622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3CA07-F74C-4BBC-94B9-2DDB7317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28DD3-77EC-4907-B856-EBA2F4E1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9B22F-0ACC-4D2C-BF3D-D3B0C00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95FDC-B9D1-4A0A-AB79-22645F2F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22B02-B82D-4495-AA2E-141EB058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CBF23-AE26-47AD-8906-51EC0ADA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EBCFE-3996-4A8A-A200-7A9A01F8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7B632-8BD7-4A91-98CB-65CDC18D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BE5C6-083A-4AC8-AD53-9C10D47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8B65A-C33A-4788-AD31-1B8D41C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61444-08A6-4390-A58E-F8594E37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9FA59-665E-4429-8990-ADAAD161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6031761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608A7-81B5-46F4-B68E-E709AFD5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1C28D-3BCF-4848-A02B-D7F89CAB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CED0B-E488-4E3B-92DD-4FBCE0DB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6C462-7A79-4EC2-B9E8-B69F4CDF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83AAA-83A8-4A3B-A48C-4B09E3CD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ADB7B-577A-4BF2-A06B-30C19B1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2A330-9F96-486F-8335-1A5DA0DE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2F033-295E-4C48-85BA-A7DC4EE5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55AED-5B09-40C0-A658-DE56A1C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79D0F-BB4A-4D63-B338-E13C0054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28A02-C9DA-4A14-83B8-B3F938FC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D5F3D-8869-4044-AA61-BB6DB6A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D5A8F-D55C-4F70-99BB-AF6F98B2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3D8B9-1D02-465A-B625-56C1BFA6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F2054-5A12-40B2-8061-E92B374E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76575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1F687-9E60-428D-91A9-0248FF7D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B0B5C-F801-4F09-8E16-53780C07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CB030-0BEF-415D-ADF6-79C1CE75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C5894-626C-4EB2-90A3-54532363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9A14D-2E44-4EC1-A515-E5C4587C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700B6-77DE-45E5-AEC1-C3DFFA6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Points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11881-9304-4B40-88C2-19783D76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13DC7-9221-4CC3-BB30-CBA668E9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9D966-995B-4CFD-A00D-DFA9698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4AEE1-3BFB-4C50-8640-9BF70319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07C4D-5E67-4C38-9104-F0F9CBF6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964564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D5D25-EB04-4E3C-B2AC-35410BB2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DDE79-F3F5-48E9-897D-703D504C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38A9E-17C8-4B7B-AED5-A1D55731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A109E-E024-4BA3-B9A6-179FAB0B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8D92D-3531-4890-9F4F-6786D177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Planes: Introduction to Orthographic projections, Orthographic projections of points in 1st and 3rd quadrants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E83C6-13C9-40A4-A3D7-F58F2BED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Introduction to Orthographic proj...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5ADFB-15CA-4071-8C0F-4D50AC50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51D5C-F6BC-464B-B530-7DE91239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4FDDE-2A6E-4FCE-8398-117D130C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254B2-C951-492E-9D7A-E18C409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054A3-70D2-4823-A3E6-A9EC0CD9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3CEA8-6A1B-4E76-9131-353FAA8E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168DB-0F98-44F1-B8C5-FE4243FC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74E64-C160-48F2-8E4A-2367077A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2E9C0-DB56-4DF6-94FD-E0E149EB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49EF6-11D3-4F21-86CA-57B5BB5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276910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35F21-F3F2-416A-BB05-93C2AEC5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16C91-56EA-48B4-8416-BEC1C45F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58886-3907-4F22-A6FA-5E92AFF2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2CF98-FCDA-490F-B111-02E231D7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93ACE-D3F8-4426-B57A-C1844B2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6BEB8-B68A-4F5E-82DB-4F454C44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67F1D-74EC-4EEA-842B-0A759537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F0E5A-DAF7-4D9E-8E77-7B30D8E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DCDB7-57C8-4562-AEEE-23DC6A3B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Planes: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B2BD5-D3C5-410A-A037-5E7BA477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FF057-FC33-4CAC-AB38-A0F49172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D58B6-877C-47EA-865F-2FB414D9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Planes: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75716-B803-4898-8192-75A9837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71F9B-F795-40A4-B81D-6BE93EE8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53A47-F3D0-4F0D-9193-3303814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Planes:...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D6742-A8B9-4BA1-81E1-B788DD1B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7785F-D6E4-4787-B8D1-E620EF0D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0CCEB-E7E3-4EDB-822A-AEF9EF16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Planes: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A997A-1500-46D7-9DD4-7B8D7226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09864-1D84-4619-967C-7F8ED71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04390-C9AD-4668-A8EB-327B3E0A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Planes: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29D11-8658-4E13-80D1-B19D39D1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21FF2C-1EDF-4D55-AA61-A2D76065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850479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92DE7-0BC8-4501-B299-90DB3234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9B497-BDDB-4EEE-92E2-5DCB27E3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2534B-1A75-4C13-8F36-D10F6B1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1020A-2A50-4275-8133-E401B406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BCE38-DC8B-4EE9-93F6-71448C5B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79278-2B42-44D8-8C98-BF4D55F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39939-5DC2-40DE-94AC-B1B0A421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72903-E21E-44EE-ABC5-A2A95CA6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1546C-843F-4F7F-A745-2D046DAE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93756-C472-4159-A72E-53E510F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F1AB1-533C-411C-A8D4-BA59AD98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D4715-4459-40F9-B442-3BD0F1D5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CBDFE-B985-4134-A99C-522CC286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6CEE9-67C2-4D83-AE8F-4A15D64E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E63DE-730A-44B9-A03D-D7D56310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726639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BF41A-59CF-4BA4-8887-A973CDD2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D96E4-F7C7-4ABB-B39C-36DC9DE8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1EE69-6871-456C-A707-AD00F2C3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B2E1A-7C9C-41D6-A595-2C8277C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4D945-CA43-44E1-A9FC-F6725698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A21B3-2147-49E6-8BFB-9CCD2428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Planes: Introduction to Orthographic projections, Orthogr...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906CE-6AB4-44D4-975B-AAF23500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C2D7A-F10E-427C-B5BE-2814CBC3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7CD37-BE74-4CA6-BF5F-7BBBC0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85597-2CB9-42B3-A153-DC08612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85375-FB41-4B0A-8E8F-6D52D26D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5172624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99839-DD03-481C-BFC6-1DF61497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FDA5F-C688-443C-B3FA-1644D805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275F-47DB-4344-BA1E-C9A40947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94246-5D27-4B59-89A5-F567CD8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3A06-435E-4FCE-9A43-BC2AE5C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lines (Placed in First quadrant only as 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6F048-1F4F-44EA-B03F-74931DBD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lines (Placed...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C2059-326A-4CB4-AC97-A6D13890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A0EF3-D154-4677-B308-D8D1AAB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8083E-34F5-4BDB-8774-FFE23B3A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0F226-CE8A-4B3D-BC8A-5FF44E5E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AF154-FBE1-4A5C-B27C-A419502C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F1114-B144-4B11-948A-69A445B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F8BF1-E566-427B-B683-A87C4ED6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5BF8E-C952-48B0-B758-80B8E172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546A4-FA20-4498-BDCB-1133B23B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56586-617D-4FD3-BDA9-30786659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172350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29063-6580-4A0B-B6A9-11BD4BD3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37A4A-CAC3-4CF5-B1A9-01E2097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15EFA-CEFE-41B7-BE2A-DECAA124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68951-E8C3-4E2C-812B-9C76C858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700E2-278B-4C72-86A2-9A834C10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C6955-A9C4-41DE-9747-F2A7981C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4397E-CE56-4CA4-93E4-D0EEFBF2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071EE-F699-4984-8340-ADEECC50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46DD8-A8B0-44C0-8635-16D5B66C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8B632-5222-47A6-B7C5-E088B53C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3172B-99D5-42DF-B715-E3307D29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B3883-A70E-4F27-A53D-D26BF686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29246-FDBD-4FC3-A1DD-92B0327C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E8A22-12BB-4309-B440-E3819BB6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DD856-E785-46BA-91C9-6A2B1F6F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DE9BE-94A6-49E2-A00E-856EAA7F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71EB5-4175-4A7E-A9E6-42FF7D96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8F757-D25D-4615-8822-3D62A49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97F25-9AF7-4E1A-AC11-C81891C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3FC7A-8260-4796-8A96-03A1DF99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387B0-0149-475F-B158-9290F84E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461D5-EA67-4E4E-AF08-98637476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F9953-432B-4686-A16F-772A36B6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770492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F8A39-07F9-4956-AB65-284D7D37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AA75B-B698-4CC6-852A-71B93885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9BE6D-35A1-4929-BABF-A961F7CA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F58CA-1B2F-4C67-952C-78DC46B9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BABF3-A320-4156-9EAD-5AA6D0C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0F973-8D99-4B2F-AD84-F58A71BE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D631B-5B55-4592-8128-C93F7A8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30BBD-4191-4B17-9837-6B94EF0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FB4C8-CA85-44F7-8954-EF9043F2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D9567-7C0D-4630-8FE3-0D0B803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8F64E-BA74-4B28-887F-71FDC84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7B736-E973-48C2-9472-72A6013E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090CA-7B69-416D-8D2F-994D98E8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23C08-5BCA-4DD4-B81D-EE7EEB8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51D96-B29D-4A4E-9F40-7B763A9E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487737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79DCC-BFA6-44AB-B7C0-33903A13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805F5-7669-4418-9E83-7EE4A6C7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3AB46-6E23-4532-A80D-4BDD2416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B1EF5-566F-4287-B5FB-B573C520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6A271-19CF-4849-A537-34208E1A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5AD2-FCAB-47A3-AA0B-1DE875C3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lines (Placed in First quadra...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3A2D3-BF33-43D6-A944-E9EF43F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72921-0652-4A2F-A1CD-118E3276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7DFF8-F5EA-49D9-9B48-36DDCDD4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56DDD-E5BE-4550-92CF-B4215A8E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3BAA3-A49B-4C37-96C4-A4D84A46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1312793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551D7-0D13-45E1-B037-696C1C5C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CBE0B-74AC-4493-9CF2-E76AF21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E7295-1CC0-4097-8C01-66FB9AE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634B-3210-4238-9911-E3B97608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179C4-0D87-429A-9175-037CD167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projections of planes: triangular, square, rectangular, pentagonal, hexagonal and circular lamina...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C9BB4-DBE8-4EFB-BFA8-C72E30A8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projections of planes: trian...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34022-4BC7-4FB7-BF72-8D9C8113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80947-7330-454A-B733-2F6864A3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C22E6-7F34-47BF-87D9-AEA1419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15E0C-2AE4-4F8B-A0CF-4415BCDC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672CD-9831-4F22-B43B-EAB2B252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C5B42-5487-41EE-83BA-BF7C2A18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438F7-C7F4-49FA-83F2-95018DF2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278F7-A66B-4D81-8873-5B037931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1A420-2343-4364-ABAF-704301E3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A5AAD-3689-46C0-8289-12751A4C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841246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9A2AC-953E-4DEA-BE05-388398B6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05D3D-C0F5-4A32-ACC9-80A622EB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9176A-FA34-45D7-9E71-AD41A79E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1DD90-23FF-4F2E-9EB4-E733B944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86F24-BCA8-4EF4-9C9A-C7DF9508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C0448-2CF9-45A8-BF06-23A55C6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A6049-626E-4695-9C13-41A29AA7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7C5F6-F491-4C87-B2BC-E5F6580B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00EC1-22ED-4D53-8F12-1076E9DD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40D61-02AF-4CD1-90C1-344EEC66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29073-4680-4F8A-B22C-FAEBF95D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9A1FB-83B4-4C4E-A166-9AB46B84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85F4B-4F33-48BB-8303-96EAF297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4D016-B44A-43BA-9940-1C9FBC2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32FC9-C2F9-4B59-908C-B3C543FC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D676E-3BBC-47E7-883E-A241769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D4DC0-2762-41C4-887D-4CA847C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71F2F-B648-46D0-9B16-C20D9886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10753-9D17-44E6-A007-E985986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D3AFB-771D-46C7-90F2-62CAA89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AC4A6-1D55-425C-B301-954780E8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10E7C-CEEE-40CE-AFCF-4BA95BD0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F548F-93BB-49D5-BA93-6A3C695B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5149463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04AA1-1A3F-4C10-A013-C463ECF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CCDFF-7863-409F-A10F-6FF0F91D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D5EC4-C401-4149-91D4-39495DF7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EE7BE-E91E-4A10-8883-0B3E0B86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2A154-CEB8-4B51-A7A8-5FBDBDB8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70C38-D10A-4B00-A2FA-94DD6408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C6F3A-70A2-424F-B0CD-89FB3167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C4BDE-70D0-4738-AE9F-9AE9FA66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E4B52-BD12-4357-87E2-13E8B92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0CBE1-025B-417A-9D61-29CC3CE7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3661B-1437-45CB-8DB5-4E0E2042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B7F35-CD9F-4DC0-A11C-E4AE522B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013D2-F51F-42BE-BA82-B1E3927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3D0C1-5766-4A33-B0C5-339EA090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AF63E-F0B3-4B61-A8A1-669B3D09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12274446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93609-8379-44DF-A2FB-A87A1D12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11E1F-D1F0-4B31-B0C4-655C9691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099C9-2793-4AA8-8B88-0AED5DE4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0099E-70D3-4525-96A6-40A5EF88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2CDE5-7335-4868-A238-F3387DA5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B2E14-FE6D-48C5-8174-C74A18A5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projections of planes: triangular, square, 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30257-729C-4ACE-8A89-AC728108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60B47-1082-42E8-BCD3-C6348422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7E59D-B4A4-4F2A-A374-134CEF6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E7363-A0C3-4190-8DED-12159DC3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41D4E-2E0C-4701-8747-6D227E7C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658465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46CC1-9A83-45A8-B5CB-DDEE0A98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987CE-3E8D-47C2-B90A-8928757A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7C235-2B0E-419A-BE56-D5C16EFB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4484F-B985-4B53-8A73-FC96DF97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1DA26-48AF-41C4-939F-DB56B2F0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7AC53-30AF-4083-973B-9BC3E234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833077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C72EE-EBA9-4B7E-A8F1-CEFAAFDA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0F8FD-AE32-4A25-933B-0DAE40DB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77F4C-7F71-40C2-9CA9-9BDC87D5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04031-720B-4A91-925E-56B140B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58FFF-9081-4A55-B10A-D4544009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Significance: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Conventions: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Free: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hand: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0F166-2B40-4B7A-8928-E4E2026D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570501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86776-B5DA-4BFF-BC8E-97ED65BA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69C39-FA79-42A7-B936-4F6FB29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A2187-9F54-41A3-9A72-E4CC4589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C87F8-5F80-4496-AF0B-03D74919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359D6-FF39-4BD3-B61F-7A8ED37F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31439-2298-4953-AA95-CC159E0D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544841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DF9F0-BB5F-4C4A-A2F7-6B053775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8C488-9F0D-4177-B2A4-6D2EFD2C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06744-68D4-448B-9D19-A199A3DF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153D5-AA54-468A-96CD-A752E1D0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43EA1-A65E-43F4-AED8-95DC4CE3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ABFB0-B8D0-41E1-B32B-1F50EBF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56908763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BE0A8-4D6C-49D0-8A77-28395DAE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38A16-A417-4AEC-8B64-E17B0DE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49DD5-E457-437E-A2D8-5DD42C0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3DA65-1FBA-48C2-99CD-1AD8ED0C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2DBB7-C26B-40CB-9BDF-11BDB9A7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Introduction: Significance of Engineering drawing, BIS Conventions of 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 to Computer Aided Drafting software, Co -ordinate system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Selection of drawing sheet size and scale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Commands and creation of Lines, coordinate points, axes, polylines, squ...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Orthographic Projections of Points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512A7-61C7-4C59-98FB-505463F8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536DB-3658-4BA6-ADD4-55184830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F2D54-9658-4028-850A-04CDC5EE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26721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2026-08-24T16:02:25.5010000Z</dcterms:created>
  <dcterms:modified xsi:type="dcterms:W3CDTF">2026-08-24T16:02:25.5010000Z</dcterms:modified>
</coreProperties>
</file>