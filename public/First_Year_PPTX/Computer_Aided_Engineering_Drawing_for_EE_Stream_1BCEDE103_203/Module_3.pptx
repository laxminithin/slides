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ba6066f72e4f03" /><Relationship Type="http://schemas.openxmlformats.org/officeDocument/2006/relationships/extended-properties" Target="/docProps/app.xml" Id="Rc645b0ea52eb41a8" /><Relationship Type="http://schemas.openxmlformats.org/officeDocument/2006/relationships/officeDocument" Target="/ppt/presentation.xml" Id="Rb7031eb17347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8c774fad5b4f3c"/>
  </p:sldMasterIdLst>
  <p:notesMasterIdLst>
    <p:notesMasterId xmlns:r="http://schemas.openxmlformats.org/officeDocument/2006/relationships" r:id="R0abf430dbb1a46a7"/>
  </p:notesMasterIdLst>
  <p:sldIdLst>
    <p:sldId xmlns:r="http://schemas.openxmlformats.org/officeDocument/2006/relationships" id="256" r:id="R2037af68a5ff4965"/>
    <p:sldId xmlns:r="http://schemas.openxmlformats.org/officeDocument/2006/relationships" id="257" r:id="Ra82ccdf2a97b439d"/>
    <p:sldId xmlns:r="http://schemas.openxmlformats.org/officeDocument/2006/relationships" id="258" r:id="Re851d26ee06e4914"/>
    <p:sldId xmlns:r="http://schemas.openxmlformats.org/officeDocument/2006/relationships" id="259" r:id="Rbab12bf8a1f84342"/>
    <p:sldId xmlns:r="http://schemas.openxmlformats.org/officeDocument/2006/relationships" id="260" r:id="Re2e4d23c79fd4378"/>
    <p:sldId xmlns:r="http://schemas.openxmlformats.org/officeDocument/2006/relationships" id="261" r:id="Rb5877113319c4718"/>
    <p:sldId xmlns:r="http://schemas.openxmlformats.org/officeDocument/2006/relationships" id="262" r:id="R2908413b37aa4b14"/>
    <p:sldId xmlns:r="http://schemas.openxmlformats.org/officeDocument/2006/relationships" id="263" r:id="R23658bbc574a4b25"/>
    <p:sldId xmlns:r="http://schemas.openxmlformats.org/officeDocument/2006/relationships" id="264" r:id="R724a0ab1f622474e"/>
    <p:sldId xmlns:r="http://schemas.openxmlformats.org/officeDocument/2006/relationships" id="265" r:id="R38247eda2c354807"/>
    <p:sldId xmlns:r="http://schemas.openxmlformats.org/officeDocument/2006/relationships" id="266" r:id="R3017babd9c1b4e1a"/>
    <p:sldId xmlns:r="http://schemas.openxmlformats.org/officeDocument/2006/relationships" id="267" r:id="R5b4549911b6246ea"/>
    <p:sldId xmlns:r="http://schemas.openxmlformats.org/officeDocument/2006/relationships" id="268" r:id="R3b9d83a339474dd0"/>
    <p:sldId xmlns:r="http://schemas.openxmlformats.org/officeDocument/2006/relationships" id="269" r:id="R3c7f4896af5c4e3e"/>
    <p:sldId xmlns:r="http://schemas.openxmlformats.org/officeDocument/2006/relationships" id="270" r:id="R46ed8004c1d04eed"/>
    <p:sldId xmlns:r="http://schemas.openxmlformats.org/officeDocument/2006/relationships" id="271" r:id="Rd8c6427e7cb84073"/>
    <p:sldId xmlns:r="http://schemas.openxmlformats.org/officeDocument/2006/relationships" id="272" r:id="R73581feeef3c43aa"/>
    <p:sldId xmlns:r="http://schemas.openxmlformats.org/officeDocument/2006/relationships" id="273" r:id="R5fb473c7070c4f99"/>
    <p:sldId xmlns:r="http://schemas.openxmlformats.org/officeDocument/2006/relationships" id="274" r:id="R31c615b1cf7045dc"/>
    <p:sldId xmlns:r="http://schemas.openxmlformats.org/officeDocument/2006/relationships" id="275" r:id="R8b6899591b354d06"/>
    <p:sldId xmlns:r="http://schemas.openxmlformats.org/officeDocument/2006/relationships" id="276" r:id="R52c0234790df40e9"/>
    <p:sldId xmlns:r="http://schemas.openxmlformats.org/officeDocument/2006/relationships" id="277" r:id="Rfaf23eaa26ee4923"/>
    <p:sldId xmlns:r="http://schemas.openxmlformats.org/officeDocument/2006/relationships" id="278" r:id="R0782e1f00c84456b"/>
    <p:sldId xmlns:r="http://schemas.openxmlformats.org/officeDocument/2006/relationships" id="279" r:id="R5f8c8ebc219e4ad9"/>
    <p:sldId xmlns:r="http://schemas.openxmlformats.org/officeDocument/2006/relationships" id="280" r:id="R2c652cea9f9b4b82"/>
    <p:sldId xmlns:r="http://schemas.openxmlformats.org/officeDocument/2006/relationships" id="281" r:id="R729d08e4285b43a3"/>
    <p:sldId xmlns:r="http://schemas.openxmlformats.org/officeDocument/2006/relationships" id="282" r:id="Rb6714caf17df438d"/>
    <p:sldId xmlns:r="http://schemas.openxmlformats.org/officeDocument/2006/relationships" id="283" r:id="R508271ebeeb74240"/>
    <p:sldId xmlns:r="http://schemas.openxmlformats.org/officeDocument/2006/relationships" id="284" r:id="R6f0e7a9f4ad0472c"/>
    <p:sldId xmlns:r="http://schemas.openxmlformats.org/officeDocument/2006/relationships" id="285" r:id="R162542d3e7bd4e58"/>
    <p:sldId xmlns:r="http://schemas.openxmlformats.org/officeDocument/2006/relationships" id="286" r:id="Rec467acd9e994140"/>
    <p:sldId xmlns:r="http://schemas.openxmlformats.org/officeDocument/2006/relationships" id="287" r:id="R5b10c30411484005"/>
    <p:sldId xmlns:r="http://schemas.openxmlformats.org/officeDocument/2006/relationships" id="288" r:id="Rbe512212fb7046c8"/>
    <p:sldId xmlns:r="http://schemas.openxmlformats.org/officeDocument/2006/relationships" id="289" r:id="R715dd056cdc44e2a"/>
    <p:sldId xmlns:r="http://schemas.openxmlformats.org/officeDocument/2006/relationships" id="290" r:id="Rd9fabe5df16342e2"/>
    <p:sldId xmlns:r="http://schemas.openxmlformats.org/officeDocument/2006/relationships" id="291" r:id="Rb0590e103e204671"/>
    <p:sldId xmlns:r="http://schemas.openxmlformats.org/officeDocument/2006/relationships" id="292" r:id="Rf719a668c0804677"/>
    <p:sldId xmlns:r="http://schemas.openxmlformats.org/officeDocument/2006/relationships" id="293" r:id="R44e39b3e52a54fc7"/>
    <p:sldId xmlns:r="http://schemas.openxmlformats.org/officeDocument/2006/relationships" id="294" r:id="Rdf8989ff8a0940ac"/>
    <p:sldId xmlns:r="http://schemas.openxmlformats.org/officeDocument/2006/relationships" id="295" r:id="R7f1ac132e9d743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c0b3e27c84820" /><Relationship Type="http://schemas.openxmlformats.org/officeDocument/2006/relationships/slideMaster" Target="/ppt/slideMasters/slideMaster1.xml" Id="R5a8c774fad5b4f3c" /><Relationship Type="http://schemas.openxmlformats.org/officeDocument/2006/relationships/notesMaster" Target="/ppt/notesMasters/notesMaster1.xml" Id="R0abf430dbb1a46a7" /><Relationship Type="http://schemas.openxmlformats.org/officeDocument/2006/relationships/presProps" Target="/ppt/presProps.xml" Id="Ref3b37edf52f4fbb" /><Relationship Type="http://schemas.openxmlformats.org/officeDocument/2006/relationships/tableStyles" Target="/ppt/tableStyles.xml" Id="R6f091f6f6a2b486f" /><Relationship Type="http://schemas.openxmlformats.org/officeDocument/2006/relationships/slide" Target="/ppt/slides/slide1.xml" Id="R2037af68a5ff4965" /><Relationship Type="http://schemas.openxmlformats.org/officeDocument/2006/relationships/slide" Target="/ppt/slides/slide2.xml" Id="Ra82ccdf2a97b439d" /><Relationship Type="http://schemas.openxmlformats.org/officeDocument/2006/relationships/slide" Target="/ppt/slides/slide3.xml" Id="Re851d26ee06e4914" /><Relationship Type="http://schemas.openxmlformats.org/officeDocument/2006/relationships/slide" Target="/ppt/slides/slide4.xml" Id="Rbab12bf8a1f84342" /><Relationship Type="http://schemas.openxmlformats.org/officeDocument/2006/relationships/slide" Target="/ppt/slides/slide5.xml" Id="Re2e4d23c79fd4378" /><Relationship Type="http://schemas.openxmlformats.org/officeDocument/2006/relationships/slide" Target="/ppt/slides/slide6.xml" Id="Rb5877113319c4718" /><Relationship Type="http://schemas.openxmlformats.org/officeDocument/2006/relationships/slide" Target="/ppt/slides/slide7.xml" Id="R2908413b37aa4b14" /><Relationship Type="http://schemas.openxmlformats.org/officeDocument/2006/relationships/slide" Target="/ppt/slides/slide8.xml" Id="R23658bbc574a4b25" /><Relationship Type="http://schemas.openxmlformats.org/officeDocument/2006/relationships/slide" Target="/ppt/slides/slide9.xml" Id="R724a0ab1f622474e" /><Relationship Type="http://schemas.openxmlformats.org/officeDocument/2006/relationships/slide" Target="/ppt/slides/slide10.xml" Id="R38247eda2c354807" /><Relationship Type="http://schemas.openxmlformats.org/officeDocument/2006/relationships/slide" Target="/ppt/slides/slide11.xml" Id="R3017babd9c1b4e1a" /><Relationship Type="http://schemas.openxmlformats.org/officeDocument/2006/relationships/slide" Target="/ppt/slides/slide12.xml" Id="R5b4549911b6246ea" /><Relationship Type="http://schemas.openxmlformats.org/officeDocument/2006/relationships/slide" Target="/ppt/slides/slide13.xml" Id="R3b9d83a339474dd0" /><Relationship Type="http://schemas.openxmlformats.org/officeDocument/2006/relationships/slide" Target="/ppt/slides/slide14.xml" Id="R3c7f4896af5c4e3e" /><Relationship Type="http://schemas.openxmlformats.org/officeDocument/2006/relationships/slide" Target="/ppt/slides/slide15.xml" Id="R46ed8004c1d04eed" /><Relationship Type="http://schemas.openxmlformats.org/officeDocument/2006/relationships/slide" Target="/ppt/slides/slide16.xml" Id="Rd8c6427e7cb84073" /><Relationship Type="http://schemas.openxmlformats.org/officeDocument/2006/relationships/slide" Target="/ppt/slides/slide17.xml" Id="R73581feeef3c43aa" /><Relationship Type="http://schemas.openxmlformats.org/officeDocument/2006/relationships/slide" Target="/ppt/slides/slide18.xml" Id="R5fb473c7070c4f99" /><Relationship Type="http://schemas.openxmlformats.org/officeDocument/2006/relationships/slide" Target="/ppt/slides/slide19.xml" Id="R31c615b1cf7045dc" /><Relationship Type="http://schemas.openxmlformats.org/officeDocument/2006/relationships/slide" Target="/ppt/slides/slide20.xml" Id="R8b6899591b354d06" /><Relationship Type="http://schemas.openxmlformats.org/officeDocument/2006/relationships/slide" Target="/ppt/slides/slide21.xml" Id="R52c0234790df40e9" /><Relationship Type="http://schemas.openxmlformats.org/officeDocument/2006/relationships/slide" Target="/ppt/slides/slide22.xml" Id="Rfaf23eaa26ee4923" /><Relationship Type="http://schemas.openxmlformats.org/officeDocument/2006/relationships/slide" Target="/ppt/slides/slide23.xml" Id="R0782e1f00c84456b" /><Relationship Type="http://schemas.openxmlformats.org/officeDocument/2006/relationships/slide" Target="/ppt/slides/slide24.xml" Id="R5f8c8ebc219e4ad9" /><Relationship Type="http://schemas.openxmlformats.org/officeDocument/2006/relationships/slide" Target="/ppt/slides/slide25.xml" Id="R2c652cea9f9b4b82" /><Relationship Type="http://schemas.openxmlformats.org/officeDocument/2006/relationships/slide" Target="/ppt/slides/slide26.xml" Id="R729d08e4285b43a3" /><Relationship Type="http://schemas.openxmlformats.org/officeDocument/2006/relationships/slide" Target="/ppt/slides/slide27.xml" Id="Rb6714caf17df438d" /><Relationship Type="http://schemas.openxmlformats.org/officeDocument/2006/relationships/slide" Target="/ppt/slides/slide28.xml" Id="R508271ebeeb74240" /><Relationship Type="http://schemas.openxmlformats.org/officeDocument/2006/relationships/slide" Target="/ppt/slides/slide29.xml" Id="R6f0e7a9f4ad0472c" /><Relationship Type="http://schemas.openxmlformats.org/officeDocument/2006/relationships/slide" Target="/ppt/slides/slide30.xml" Id="R162542d3e7bd4e58" /><Relationship Type="http://schemas.openxmlformats.org/officeDocument/2006/relationships/slide" Target="/ppt/slides/slide31.xml" Id="Rec467acd9e994140" /><Relationship Type="http://schemas.openxmlformats.org/officeDocument/2006/relationships/slide" Target="/ppt/slides/slide32.xml" Id="R5b10c30411484005" /><Relationship Type="http://schemas.openxmlformats.org/officeDocument/2006/relationships/slide" Target="/ppt/slides/slide33.xml" Id="Rbe512212fb7046c8" /><Relationship Type="http://schemas.openxmlformats.org/officeDocument/2006/relationships/slide" Target="/ppt/slides/slide34.xml" Id="R715dd056cdc44e2a" /><Relationship Type="http://schemas.openxmlformats.org/officeDocument/2006/relationships/slide" Target="/ppt/slides/slide35.xml" Id="Rd9fabe5df16342e2" /><Relationship Type="http://schemas.openxmlformats.org/officeDocument/2006/relationships/slide" Target="/ppt/slides/slide36.xml" Id="Rb0590e103e204671" /><Relationship Type="http://schemas.openxmlformats.org/officeDocument/2006/relationships/slide" Target="/ppt/slides/slide37.xml" Id="Rf719a668c0804677" /><Relationship Type="http://schemas.openxmlformats.org/officeDocument/2006/relationships/slide" Target="/ppt/slides/slide38.xml" Id="R44e39b3e52a54fc7" /><Relationship Type="http://schemas.openxmlformats.org/officeDocument/2006/relationships/slide" Target="/ppt/slides/slide39.xml" Id="Rdf8989ff8a0940ac" /><Relationship Type="http://schemas.openxmlformats.org/officeDocument/2006/relationships/slide" Target="/ppt/slides/slide40.xml" Id="R7f1ac132e9d7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2a128e8a9c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c7738ed95d49bd" /><Relationship Type="http://schemas.openxmlformats.org/officeDocument/2006/relationships/notesMaster" Target="/ppt/notesMasters/notesMaster1.xml" Id="R04d14bcb36534d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91008a6d6447a" /><Relationship Type="http://schemas.openxmlformats.org/officeDocument/2006/relationships/notesMaster" Target="/ppt/notesMasters/notesMaster1.xml" Id="R3870bdb24b6d4b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880e4175274fb8" /><Relationship Type="http://schemas.openxmlformats.org/officeDocument/2006/relationships/notesMaster" Target="/ppt/notesMasters/notesMaster1.xml" Id="R08cf5a6a864f4f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4d744ebe0e4cac" /><Relationship Type="http://schemas.openxmlformats.org/officeDocument/2006/relationships/notesMaster" Target="/ppt/notesMasters/notesMaster1.xml" Id="R3fe59d4c358f44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f4b6a77e44065" /><Relationship Type="http://schemas.openxmlformats.org/officeDocument/2006/relationships/notesMaster" Target="/ppt/notesMasters/notesMaster1.xml" Id="R9c8278aee04948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ddb31a25c542ae" /><Relationship Type="http://schemas.openxmlformats.org/officeDocument/2006/relationships/notesMaster" Target="/ppt/notesMasters/notesMaster1.xml" Id="Rc02b6a124a8c43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9d2332b0944326" /><Relationship Type="http://schemas.openxmlformats.org/officeDocument/2006/relationships/notesMaster" Target="/ppt/notesMasters/notesMaster1.xml" Id="R3c7a8a89b90a4f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f5aae702da43ce" /><Relationship Type="http://schemas.openxmlformats.org/officeDocument/2006/relationships/notesMaster" Target="/ppt/notesMasters/notesMaster1.xml" Id="R0897cf07602145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35325bacef469b" /><Relationship Type="http://schemas.openxmlformats.org/officeDocument/2006/relationships/notesMaster" Target="/ppt/notesMasters/notesMaster1.xml" Id="Rf77a89fdbbf64f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a83cf87ad047fd" /><Relationship Type="http://schemas.openxmlformats.org/officeDocument/2006/relationships/notesMaster" Target="/ppt/notesMasters/notesMaster1.xml" Id="R84358600e3de4d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c28b062bfd499f" /><Relationship Type="http://schemas.openxmlformats.org/officeDocument/2006/relationships/notesMaster" Target="/ppt/notesMasters/notesMaster1.xml" Id="R160c3d7e1c1844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d0e82e67934103" /><Relationship Type="http://schemas.openxmlformats.org/officeDocument/2006/relationships/notesMaster" Target="/ppt/notesMasters/notesMaster1.xml" Id="R900767782b664d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92237887404ad3" /><Relationship Type="http://schemas.openxmlformats.org/officeDocument/2006/relationships/notesMaster" Target="/ppt/notesMasters/notesMaster1.xml" Id="Rbafba2cfa14245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7ec233a9254ce9" /><Relationship Type="http://schemas.openxmlformats.org/officeDocument/2006/relationships/notesMaster" Target="/ppt/notesMasters/notesMaster1.xml" Id="R0c98ca5be9f349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6ca91cbc9a4bf3" /><Relationship Type="http://schemas.openxmlformats.org/officeDocument/2006/relationships/notesMaster" Target="/ppt/notesMasters/notesMaster1.xml" Id="R7b47820b354040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2a7e8c19b1402c" /><Relationship Type="http://schemas.openxmlformats.org/officeDocument/2006/relationships/notesMaster" Target="/ppt/notesMasters/notesMaster1.xml" Id="R74fa06a0c22a41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3b42c56ce14655" /><Relationship Type="http://schemas.openxmlformats.org/officeDocument/2006/relationships/notesMaster" Target="/ppt/notesMasters/notesMaster1.xml" Id="Rffd38c36369d45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aa1ff15fd942f5" /><Relationship Type="http://schemas.openxmlformats.org/officeDocument/2006/relationships/notesMaster" Target="/ppt/notesMasters/notesMaster1.xml" Id="R0d2e68673fb740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aa975bf52b4216" /><Relationship Type="http://schemas.openxmlformats.org/officeDocument/2006/relationships/notesMaster" Target="/ppt/notesMasters/notesMaster1.xml" Id="R12330c105bed4c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0cb4f7fb484428" /><Relationship Type="http://schemas.openxmlformats.org/officeDocument/2006/relationships/notesMaster" Target="/ppt/notesMasters/notesMaster1.xml" Id="R77ef397ccb754a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66ce6386bb49b4" /><Relationship Type="http://schemas.openxmlformats.org/officeDocument/2006/relationships/notesMaster" Target="/ppt/notesMasters/notesMaster1.xml" Id="Rdd4ae17b11d44a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5f31b88253400b" /><Relationship Type="http://schemas.openxmlformats.org/officeDocument/2006/relationships/notesMaster" Target="/ppt/notesMasters/notesMaster1.xml" Id="R449554e1efad42c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79de1a47744634" /><Relationship Type="http://schemas.openxmlformats.org/officeDocument/2006/relationships/notesMaster" Target="/ppt/notesMasters/notesMaster1.xml" Id="R3924f6166530432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44e24fe35341c8" /><Relationship Type="http://schemas.openxmlformats.org/officeDocument/2006/relationships/notesMaster" Target="/ppt/notesMasters/notesMaster1.xml" Id="Ree75e752366048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1b9edf4dea417a" /><Relationship Type="http://schemas.openxmlformats.org/officeDocument/2006/relationships/notesMaster" Target="/ppt/notesMasters/notesMaster1.xml" Id="Rde9e4eeef82749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328a1d1b4094e25" /><Relationship Type="http://schemas.openxmlformats.org/officeDocument/2006/relationships/notesMaster" Target="/ppt/notesMasters/notesMaster1.xml" Id="Re621761946654a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5144b3c7454bb3" /><Relationship Type="http://schemas.openxmlformats.org/officeDocument/2006/relationships/notesMaster" Target="/ppt/notesMasters/notesMaster1.xml" Id="R061b052706524ec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844d2f1c00c40ed" /><Relationship Type="http://schemas.openxmlformats.org/officeDocument/2006/relationships/notesMaster" Target="/ppt/notesMasters/notesMaster1.xml" Id="R86a6a9d6e93748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424eb7a48c4ce6" /><Relationship Type="http://schemas.openxmlformats.org/officeDocument/2006/relationships/notesMaster" Target="/ppt/notesMasters/notesMaster1.xml" Id="R8a8cfaedfba54d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3776a1e14e4752" /><Relationship Type="http://schemas.openxmlformats.org/officeDocument/2006/relationships/notesMaster" Target="/ppt/notesMasters/notesMaster1.xml" Id="R962e9723a07b41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fc70d89d23a4ada" /><Relationship Type="http://schemas.openxmlformats.org/officeDocument/2006/relationships/notesMaster" Target="/ppt/notesMasters/notesMaster1.xml" Id="R8c48b81ca31940d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4560e1831c64b1b" /><Relationship Type="http://schemas.openxmlformats.org/officeDocument/2006/relationships/notesMaster" Target="/ppt/notesMasters/notesMaster1.xml" Id="Rd3722c628c6c44f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48b6180ce224f46" /><Relationship Type="http://schemas.openxmlformats.org/officeDocument/2006/relationships/notesMaster" Target="/ppt/notesMasters/notesMaster1.xml" Id="R3bd26f0699d04af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8bd461da0a247f4" /><Relationship Type="http://schemas.openxmlformats.org/officeDocument/2006/relationships/notesMaster" Target="/ppt/notesMasters/notesMaster1.xml" Id="R31f4bdc0494141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aa10c328b144cef" /><Relationship Type="http://schemas.openxmlformats.org/officeDocument/2006/relationships/notesMaster" Target="/ppt/notesMasters/notesMaster1.xml" Id="R710c25fc206e4ed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91c38f478554360" /><Relationship Type="http://schemas.openxmlformats.org/officeDocument/2006/relationships/notesMaster" Target="/ppt/notesMasters/notesMaster1.xml" Id="R8960fb609b1645a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989bc0dada04da1" /><Relationship Type="http://schemas.openxmlformats.org/officeDocument/2006/relationships/notesMaster" Target="/ppt/notesMasters/notesMaster1.xml" Id="Rf48603b011154b4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20e5df5c1b1452f" /><Relationship Type="http://schemas.openxmlformats.org/officeDocument/2006/relationships/notesMaster" Target="/ppt/notesMasters/notesMaster1.xml" Id="Re5a5948e14004df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f3c9de680214f51" /><Relationship Type="http://schemas.openxmlformats.org/officeDocument/2006/relationships/notesMaster" Target="/ppt/notesMasters/notesMaster1.xml" Id="Ra32592b6047b466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2abe6550959437b" /><Relationship Type="http://schemas.openxmlformats.org/officeDocument/2006/relationships/notesMaster" Target="/ppt/notesMasters/notesMaster1.xml" Id="Re2ac6a1277b147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9ecdea67842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7423491d14f65" /><Relationship Type="http://schemas.openxmlformats.org/officeDocument/2006/relationships/slideLayout" Target="/ppt/slideLayouts/slideLayout1.xml" Id="R7439bc8bc27e4f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39bc8bc27e4f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107a0d4f64916" /><Relationship Type="http://schemas.openxmlformats.org/officeDocument/2006/relationships/notesSlide" Target="/ppt/notesSlides/notesSlide1.xml" Id="R2cc63bda8e764a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5d45c5c4c43a4" /><Relationship Type="http://schemas.openxmlformats.org/officeDocument/2006/relationships/notesSlide" Target="/ppt/notesSlides/notesSlide2.xml" Id="R6e708219040843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25bef3b3e41d4" /><Relationship Type="http://schemas.openxmlformats.org/officeDocument/2006/relationships/notesSlide" Target="/ppt/notesSlides/notesSlide3.xml" Id="R041d619d86f248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39cb8949e49ac" /><Relationship Type="http://schemas.openxmlformats.org/officeDocument/2006/relationships/notesSlide" Target="/ppt/notesSlides/notesSlide4.xml" Id="Rcf856488ba3a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0a148f21947e2" /><Relationship Type="http://schemas.openxmlformats.org/officeDocument/2006/relationships/notesSlide" Target="/ppt/notesSlides/notesSlide5.xml" Id="R9800764aa3e14d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cf3264b5455b" /><Relationship Type="http://schemas.openxmlformats.org/officeDocument/2006/relationships/notesSlide" Target="/ppt/notesSlides/notesSlide6.xml" Id="R19acb9c466bb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0dcc90d0d44d4" /><Relationship Type="http://schemas.openxmlformats.org/officeDocument/2006/relationships/notesSlide" Target="/ppt/notesSlides/notesSlide7.xml" Id="Rd5ca80765afc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02bc364774160" /><Relationship Type="http://schemas.openxmlformats.org/officeDocument/2006/relationships/notesSlide" Target="/ppt/notesSlides/notesSlide8.xml" Id="Rf8281435191c4a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afd107ebb4853" /><Relationship Type="http://schemas.openxmlformats.org/officeDocument/2006/relationships/notesSlide" Target="/ppt/notesSlides/notesSlide9.xml" Id="Re2b46fd112e94f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b8c796c544953" /><Relationship Type="http://schemas.openxmlformats.org/officeDocument/2006/relationships/notesSlide" Target="/ppt/notesSlides/notesSlide10.xml" Id="R8d45182bf2084b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169e8fdae4d79" /><Relationship Type="http://schemas.openxmlformats.org/officeDocument/2006/relationships/notesSlide" Target="/ppt/notesSlides/notesSlide11.xml" Id="Rabbe4ac7f99e4c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f52aa97c74378" /><Relationship Type="http://schemas.openxmlformats.org/officeDocument/2006/relationships/notesSlide" Target="/ppt/notesSlides/notesSlide12.xml" Id="Re20c0873f4e84f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2e3ce43ea44b6" /><Relationship Type="http://schemas.openxmlformats.org/officeDocument/2006/relationships/notesSlide" Target="/ppt/notesSlides/notesSlide13.xml" Id="Rc4edd8aa76964b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53ac33334636" /><Relationship Type="http://schemas.openxmlformats.org/officeDocument/2006/relationships/notesSlide" Target="/ppt/notesSlides/notesSlide14.xml" Id="R3e118e4c48974e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ea1bd953f4b37" /><Relationship Type="http://schemas.openxmlformats.org/officeDocument/2006/relationships/notesSlide" Target="/ppt/notesSlides/notesSlide15.xml" Id="R20c00468b57b47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73cf7a3a24dd7" /><Relationship Type="http://schemas.openxmlformats.org/officeDocument/2006/relationships/notesSlide" Target="/ppt/notesSlides/notesSlide16.xml" Id="Re69f77c9daea44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f4bfbdbd74110" /><Relationship Type="http://schemas.openxmlformats.org/officeDocument/2006/relationships/notesSlide" Target="/ppt/notesSlides/notesSlide17.xml" Id="Rf4ce05087cea4f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83a36f7d44715" /><Relationship Type="http://schemas.openxmlformats.org/officeDocument/2006/relationships/notesSlide" Target="/ppt/notesSlides/notesSlide18.xml" Id="Re610a99c6c2640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93941094f46c3" /><Relationship Type="http://schemas.openxmlformats.org/officeDocument/2006/relationships/notesSlide" Target="/ppt/notesSlides/notesSlide19.xml" Id="R30ecc0a16f6a43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72a8101864315" /><Relationship Type="http://schemas.openxmlformats.org/officeDocument/2006/relationships/notesSlide" Target="/ppt/notesSlides/notesSlide20.xml" Id="R108e735d657448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3d9fc69ee4d71" /><Relationship Type="http://schemas.openxmlformats.org/officeDocument/2006/relationships/notesSlide" Target="/ppt/notesSlides/notesSlide21.xml" Id="Rb452a9cc05d2468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011d19ee148a4" /><Relationship Type="http://schemas.openxmlformats.org/officeDocument/2006/relationships/notesSlide" Target="/ppt/notesSlides/notesSlide22.xml" Id="Rdde755d3b51441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fa88ce002491d" /><Relationship Type="http://schemas.openxmlformats.org/officeDocument/2006/relationships/notesSlide" Target="/ppt/notesSlides/notesSlide23.xml" Id="R768f089e700b41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b2ace80ea4678" /><Relationship Type="http://schemas.openxmlformats.org/officeDocument/2006/relationships/notesSlide" Target="/ppt/notesSlides/notesSlide24.xml" Id="Rb9eb76d0816647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2e21821e44e6f" /><Relationship Type="http://schemas.openxmlformats.org/officeDocument/2006/relationships/notesSlide" Target="/ppt/notesSlides/notesSlide25.xml" Id="Rf58dab4189ac433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a22d35a104381" /><Relationship Type="http://schemas.openxmlformats.org/officeDocument/2006/relationships/notesSlide" Target="/ppt/notesSlides/notesSlide26.xml" Id="R379637c3f81e47f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60a90c77a48cb" /><Relationship Type="http://schemas.openxmlformats.org/officeDocument/2006/relationships/notesSlide" Target="/ppt/notesSlides/notesSlide27.xml" Id="Re50ee9ca27e54e5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9a7c3c0e44ffb" /><Relationship Type="http://schemas.openxmlformats.org/officeDocument/2006/relationships/notesSlide" Target="/ppt/notesSlides/notesSlide28.xml" Id="Ra6cc1437fd5c4b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221554aff41ac" /><Relationship Type="http://schemas.openxmlformats.org/officeDocument/2006/relationships/notesSlide" Target="/ppt/notesSlides/notesSlide29.xml" Id="Rb0169e4ea6f348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8698645534722" /><Relationship Type="http://schemas.openxmlformats.org/officeDocument/2006/relationships/notesSlide" Target="/ppt/notesSlides/notesSlide30.xml" Id="R5c5890c56386414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771fb92af4026" /><Relationship Type="http://schemas.openxmlformats.org/officeDocument/2006/relationships/notesSlide" Target="/ppt/notesSlides/notesSlide31.xml" Id="R5ce41d908142496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6d039c7bb4500" /><Relationship Type="http://schemas.openxmlformats.org/officeDocument/2006/relationships/notesSlide" Target="/ppt/notesSlides/notesSlide32.xml" Id="R4e9dac789e064a5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fd54dbb334a5a" /><Relationship Type="http://schemas.openxmlformats.org/officeDocument/2006/relationships/notesSlide" Target="/ppt/notesSlides/notesSlide33.xml" Id="R2e1a0bf0abbc498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1940b7da948e1" /><Relationship Type="http://schemas.openxmlformats.org/officeDocument/2006/relationships/notesSlide" Target="/ppt/notesSlides/notesSlide34.xml" Id="Re5a2d17616c94be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f0d1ea8d44ca6" /><Relationship Type="http://schemas.openxmlformats.org/officeDocument/2006/relationships/notesSlide" Target="/ppt/notesSlides/notesSlide35.xml" Id="Re9d3ea584ce7418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fb608df734fa3" /><Relationship Type="http://schemas.openxmlformats.org/officeDocument/2006/relationships/notesSlide" Target="/ppt/notesSlides/notesSlide36.xml" Id="Ra294f6a178de471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1419d7ab44970" /><Relationship Type="http://schemas.openxmlformats.org/officeDocument/2006/relationships/notesSlide" Target="/ppt/notesSlides/notesSlide37.xml" Id="Rb17c0fd1ec88434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c0f554e41454e" /><Relationship Type="http://schemas.openxmlformats.org/officeDocument/2006/relationships/notesSlide" Target="/ppt/notesSlides/notesSlide38.xml" Id="Rfa76575fba2e48c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2168beecd463e" /><Relationship Type="http://schemas.openxmlformats.org/officeDocument/2006/relationships/notesSlide" Target="/ppt/notesSlides/notesSlide39.xml" Id="R960663435e284c5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8dbd74a1a4d98" /><Relationship Type="http://schemas.openxmlformats.org/officeDocument/2006/relationships/notesSlide" Target="/ppt/notesSlides/notesSlide40.xml" Id="R8cecf6cfc0634f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A1613-A081-431A-A873-60B0D0B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50876-652A-40D6-AA41-A2F66FB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B01B3-2619-47A0-AE18-08ED9B7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DE23E-F985-46F1-B9B5-C9C3A034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98F28-9A8C-434B-ADC8-FE6C3E9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4D07E-5736-411E-8E28-E2636ADA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13B6A-FCB4-445B-89E1-837AE20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F1139-F28B-41C1-86A5-B9749A0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D948F-AC0A-4698-AE72-3F412950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502AB-8AC1-46A9-934E-B4A9ACFF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12F4F-BC4E-4B02-BF53-D76E4E0E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0AD62-642D-4694-B103-90E03C1C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A9F52-9C5F-4DCD-9B45-57876BEF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918134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DEABD-FF90-4088-B317-08DD2408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9902B-AB2E-4A89-93C2-B05512A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E9397-4892-4AE0-A319-B10E8227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5B236-269F-47E0-BE80-B5969778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623F1-EA5B-43AE-AD29-BB280E78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C4056-DCEB-4A3B-B9EC-7840D21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612DC-8539-4CD7-9F55-98188045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081C7-9999-4857-954B-FF9E943C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42797-D7F7-4F94-AD22-8A8F797E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2CBCB-A7CD-4067-BB24-147A5755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8359C-A855-4F4B-AF48-5D4D63A5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67C3D-B3E5-4E2C-A03E-6DC5A69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753CF-1D8D-45DE-A4E3-A92106BF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57D39-8059-493B-8502-5CA7B7B7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DEC29-2B30-48F0-BF38-94E6ED5C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56809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376A8-DB3A-4F71-B12A-6BEB2F7B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C460E-E5C5-4529-90F4-C3E2E2F8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3083B-B60E-407A-83BF-1DCD8A4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C11E6-F9B9-4803-B3C9-E7372BB7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10881-8A3C-4849-8191-7AA3BA12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433EA-9475-4BDE-BF2E-5C39579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8F5C-073A-44FF-8D6B-AA8FF79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D76E3-7A42-45D0-ACB2-EFC185B8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D5529-3657-402D-86BE-B0CDFB7F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E3DE9-AFCB-4960-A0F6-9947EBC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70F59-78CB-4EC0-9CDC-7EA57F4B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EF7CA-F28B-43FD-BB85-E5F2AF88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8F342-F123-4756-92FE-5E00DB6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C28C6-25B3-492B-ABBB-9D479916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D0DBA-1488-413D-ABD2-ECE5958A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8F896-2ABE-4ADD-979D-F660DAA5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10684-B6DE-4BA8-9445-BD54899D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76A88-A827-46B5-8BF9-B566934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Development of lateral surfaces of right regular...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59996-5F0D-417A-A36C-880163C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3A171-04CA-4CF7-8BFC-95ACB1A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F4651-DA9E-4F1E-8189-257E126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04DCE-5CE8-4F1A-A4A7-94C9CAB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F40C7-F161-4D55-93D8-535FDDEA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90907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F6687F-8A81-4815-9334-006E7C7E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24B32-8ED6-4E79-A0F8-E1EB19B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ABB35-5E07-4F9C-BE58-6F17A0B6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095F7-A690-4CD8-998F-9E42DB41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C4476-3D08-4C3B-9049-1EDC8AA7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451BC-79FF-42AA-A982-9A131C1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E3C47-CE63-4866-A847-36FCE4AC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61D23-DC4D-43A5-B546-75381064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E3CB3-CAA7-4F8E-BB50-6867D696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71C62-40F8-4572-9208-0C550946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CB135-B2C5-4454-A7B7-4630FC66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CB2EE-41FC-49CF-BC66-4C2D5505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7EB9C-13F2-4D0A-98B6-10F05DCC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AC1AD-EF25-425B-A6E2-E727E3C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FED53-7FE8-4F08-8FB8-8F6EC78E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CC359-4C17-4E75-9997-2AFB97CB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9244A-0E16-43B9-B3C2-00157D8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Development of lateral surfaces of right regular....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E2606-078D-4AB3-A06C-3889F572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8FE6A-AF28-4900-A8F5-A391E568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D8F51-8E40-4F41-946B-A6300BFC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EE0AF-C099-4001-B16D-534F2570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0C7B3-2914-4CC2-9B88-B8510317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DCA6B-CCCF-4950-A938-29B5E42E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91181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4B0BB-0A86-4189-8DCE-EBE74137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F7635-90EA-4230-99EF-6FC04C1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D3404-8088-44F6-81CE-ED68B239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95F3F-A14C-4B5D-A907-E6F1A2AB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8DBBC-4938-4259-BB6C-0DA3BA83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4296C-B032-4015-A7FD-EF2AC02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1FF01-2BFB-4188-BB9B-A5645EA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68B2D-ACB1-4D7B-B614-F3BD666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F3394-5077-40D5-AF6E-3FB8943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24F40-39C6-4309-8678-93FC958F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apparent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0A88E-40F1-4691-930A-B1AFC61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shapes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2D721-7490-40B6-A873-A001099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0BDF5-BDB2-4B15-A007-F7725B02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3926C-F684-4D59-8415-DF4A7085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59D5D-02D3-44A2-842C-BBAF250D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14A75-F839-4CCD-B8CA-3BB804D4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98195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22E26-146B-4485-9BE6-8A71231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1777D-FAEA-409E-8D94-EF1C1AC5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56D7A-4AA9-47DC-87CE-A30FA35E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8E872-471E-4CD4-B753-BA4FB3E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56E96-78C4-4E9A-8B45-8E907AB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A711-87B0-4C28-978A-DEAB2A1E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Introduction, Section planes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1B05B-A0F5-49D3-82EF-C90C9C84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623D7-4C44-44F8-93B0-DCE43998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10283-55BF-460D-AF6D-59D967DC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FA919-9A00-48CC-83F2-8478A1ED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864CA-C4B8-4A8A-B125-B7B6A6A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0C7AC-E3D6-4446-914F-7CBBE30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383AF-8F2C-49F8-BDD8-C26BDA1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BB4D4-7FE6-43E5-8810-B2D7D237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27C4D-C5E4-45AE-B168-78263D7F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2E582-F6A6-423D-8AF4-3185E314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7834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85D41-3A34-4546-8A65-906AF44B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E3694-6FE7-45DB-900E-1BAD62DD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0474C-8C89-4A6A-93CD-ABB8BF21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D4885-222A-48F6-8972-15447D5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06FB9-B36F-4F5E-B068-15C3594A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42EEB-DD10-4683-B1DB-F3FE07DE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2F42D-B177-4979-8A5F-66C753DB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B9BFB-5065-4B5E-844B-6FAA4E0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F7C13-006C-4F9D-85DF-7201B442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08EEF-B028-49E8-B1FE-A4D986A7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8FA4A-88C6-4110-99A1-433083B8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6ABB7-3108-427F-8606-9F80891A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AEDCB-9E0B-4FD6-A6B6-37B3832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C1D6D-7539-4325-AA28-879DFA5A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0685E-61BB-429B-B1ED-E0DD7F6B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AFC50-694F-4019-B306-81C2A73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79636-792D-469E-B9CE-339D098C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7C759-879D-4940-A93A-01A0BF0B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55FD0-1F0A-45C6-8ACA-42091A1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2DA91-2FEA-4131-9069-C6ED6799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2648E-1FF3-49B0-9A21-4C90C68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56466-363D-4EB5-ABC6-DAC853EE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B4C7B-2843-4F76-AF2F-81414848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1279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C0745-AF15-4361-A775-D88C0CEF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F7780-9303-4366-AF98-45FA8B2D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20157-91CE-4E16-BA7E-FB99EF5C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CD864-2835-441E-9103-79CF4FD4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B7BC1-DAF2-4304-A0FE-AAB06C19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0CA88-4334-4A80-B4D8-DE712DED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CFB4B-85B6-4B7B-983E-B23EAC8C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AA69A-1493-4790-BB3F-6ED6100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AD95A-5623-45B5-9059-CCC2C54F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D6CEF-1135-4F4B-B95A-FA7862A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8A431-1DF6-4B35-ACD8-E435302D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36E34-46CE-4B29-ADA0-F1FA23BB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CB5AB-619A-4251-A12B-D77092AB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F1D92-D355-4317-B563-032F9437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38A40-14F1-4DDE-9A71-2976C753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00565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077F4-F8FE-4891-845F-BD1A599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930FE-895C-46EB-8050-80780F84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4E29D-03E9-4FED-840F-C317C551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B48A4-7CF3-497F-B535-9A93FB6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6CE89-3A75-4636-B844-3915B024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1D316-0E8A-4E42-8F77-BE2A228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Introduction, Section planes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5E78A-EF26-4626-981C-5959C07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BE268-4958-458D-B7A0-08D2EC25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32113-3E5B-404B-B9C7-ECF7C4D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25DB9-73B7-45E4-9CDA-F702A5F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23C78-E694-4925-BA70-58DAF4F4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47907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DA32A-D594-4D37-A8AA-4A3FF628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467E6-CB3D-4CA9-821D-D851BA3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E55D9-B90E-4EE6-9090-6995F4C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18050-4D62-4BA8-87E1-44D7856D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CAE27-CAA7-4AFA-86EA-53C2F2B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Sectional views: apparent shapes and true shapes, Sections of right regular prisms, pyramids, cylinders and con...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CDDCD-4567-4657-AB51-9EA61E7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 views: apparent shapes and true...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D344C-7530-4C7E-8960-CBF1A6CB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E91B3-8134-4A98-B2A3-4CB30E02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CE60B-10BC-47BE-AC28-3BF8C29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80DEB-6FEB-438D-B04A-1EA5F3C5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2CF25-B5B6-447E-A704-4BAAF215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5787-54E0-43F2-8FB8-6DF84353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E1959-BFBB-4E85-A807-76F183E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5A2E1-E5A9-462B-B387-B6DF822E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36EC2-37B8-4BCD-BDF6-9E0165FF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D3553-8844-4565-8CEB-2D7ED32A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703651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73B02-DD76-42BB-B1B9-D7B40706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1B384-E6EE-456B-B4BE-3566FBB1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93833-E95F-4B48-A12C-65C8BEE5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70C89-BA03-46EB-9441-69591717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A7133-F34E-42C9-AA19-574D32BF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E5CF-440E-4E9C-B0B2-62319CD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B6457-3D05-4A2B-A80E-8A3B7C6E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9ABBF-5C45-4461-9EB2-241EA22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0E43C-0F66-4FCE-8349-7B0E873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Sectional views: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0781E-B9A1-472C-88F0-7A49DBBB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A2229-ED81-4EEC-8A17-DE70654E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0CB8F-D3A1-4F8A-93D7-289EFB5A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Sectional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2419D-5835-448E-9A87-8C313CC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5E872-F81D-43DC-A91F-7FC8E4A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D9E4A-D568-4191-929E-4369734B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Sectiona...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C3B9B-BB81-4BC5-9028-456DEF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9F77B-E158-4813-85F2-358FF89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E3674-09C6-43F4-A47E-090BFD00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Sectional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5F07D-93B5-4C61-A569-79CA4F9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B3A4A-33D5-4D87-871E-FD9B0E21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2048F-4AC4-4AF2-B381-8649EF6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Sectional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9B9A4-BB34-4DC3-AAE4-688C879D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C69D0-60E2-462C-86AC-E9FB8B88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607515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34F8F-02F5-41DC-BDC1-DD15D2DC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710C2-648F-41F6-B7EC-49CC118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51229-F32C-41AF-BB63-DB9BFB5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9E346-5A60-4CF0-9CCC-29CF0614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F7468-3D47-41A2-A3CD-7F912446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7FF59-E1D6-46C7-A4DF-9532C98E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51F1D-575A-4D4F-86FA-EA5126A3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B5045-270D-4783-923F-0BFCEE61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D0226-10B3-4FF0-BE2C-30D39FE1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5095A-CF0B-4EC3-9DB2-C6F723E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C8808-2BE2-4420-B7D7-7B827097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AD225-2C0E-45E1-B4EA-5CAE719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6C09A-52E6-4DC3-90EC-1B2D091E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8E24F-AF66-4752-A5DD-3BC4277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B5FEB-EE05-474D-A485-0E0D238F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693003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3A7D3-EBCA-42F1-A70D-FA59C52D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3EBB9-5F73-40DD-8EFC-151B6C08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F29E8-E0ED-4D60-A3B5-AA4A62D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4D56F-4FAE-47F5-8FE7-CB54A88F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85BDC-9A41-4645-BE99-6C1C633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24BBF-32BD-4D3B-86AC-5E7BB66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Sectional views: apparent shapes and true shapes, Section...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A18F9-498E-4D36-9A0E-E3C9941A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1F131-F94A-4429-BB64-2109BD22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9F079-0913-4AAD-91A8-69B34C8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938F8-DE2B-4141-86B7-E7A4FD3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8C021-666A-49F6-BE8E-1C7F0284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754920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E32C-390C-4D2C-AC94-DE4CECA4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8AF79-936A-4C49-BC24-F0F2C164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95B1D-7E88-4B79-8DED-14905AEB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5611E-5C71-4E58-A28F-85E92C8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2AA9F-C8F9-4EAE-AD87-2AE16D2B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9A66D-8E72-4D06-9D15-A31B1808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(Concepts only and No Problems for practi...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253F2-8431-4B95-9636-6BC80807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F5BB1-260D-45F7-88AB-0CEF496A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3E2DE-C7DC-4325-BDBE-D856FA2F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F861C-A04E-4DF7-A9B7-85706C6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2A80F-9D9A-44A4-99AC-B10626BA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E0042-C918-4900-B41A-65801FFA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8D225-B0FF-4723-B676-1B00C28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99CBB-A1C7-42BF-B030-20537AF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6CB31-7461-4D27-908C-00C3060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BCA47-0A4B-499A-9D6A-BEDEFB27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501115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8CAF7-C1F1-4F9D-8AC3-03D8E8B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0831C-E0AA-49C2-BABF-87EA5225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9A829-9D0B-4F79-94EC-5872D019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085F5-9916-4CEE-8FCA-B4A34725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2E3C2-DFAC-4D80-BEF1-7127806F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EE3ED-9855-4992-924A-0DB8C168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88E1A-214D-447A-BE01-0488A90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18977-17B4-4F2C-9CC5-67156FD4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12B31-4EC3-4F92-9B92-02D9C7D2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(Concepts only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0F2AC-FD37-47F7-AFC4-AADB2AA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CC56B-04A5-41E4-869C-388EB0F5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0FCEF-F8A9-4E51-9419-E50F584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(Concepts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379CB-9E5F-4639-81B2-2E519271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D866A-7850-45A8-8F52-221672BD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AABB8-F03E-435D-8019-720F040C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D7FB3-3BDE-4D86-A8CB-93609980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9CAA0-2C7D-4E08-A295-8AE24B49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9E40-B07A-4FD3-9052-52A6FA8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(Concepts only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CAB07-F3B4-40C4-BD5C-4AA5586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45452-E62F-4806-8582-D3C11152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8581C-8E9B-4682-BBA1-5AF72ABA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(Concepts only...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23865-8CAA-47E2-9487-AC80115F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1156B-0F6E-4EF4-A165-32E96EDE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565283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BC2A5-FF54-441A-AAF4-B464F946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84A4F-34CC-4DC1-AA42-4E88386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AC7C3-E4C4-412E-B9C3-8FB87826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959C3-73B7-43C1-9F40-ED846BA2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60A93-B87A-4A11-9431-B8D6E6B7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C04F5-DDD3-43BA-B93E-613F86E0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E6747-06FD-40FC-9AB3-52E95A77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0BF42-5C68-43E0-AD04-507FAEC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48A5B-047C-4443-A46E-6EC18AA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2C4A7-39AA-4437-BBE6-E418BCBB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7B08B-6D66-4B9A-80BC-CBC4D56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BEE9E-CDC0-4ED4-BD17-30774A72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F2A16-E45B-40A8-9861-67DE34E0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C6B96-D1AE-42A2-8E0F-BBC3883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3598B-40B7-41D8-B5BB-22D9266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897859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F14FD-73BB-4B4D-82E8-7C88E91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3307B-E89E-4B74-9F2C-6B49823B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7BA12-8A80-407F-8802-DA923D60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F8F0F-4CD3-4C16-A937-830D596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CAEB-9A87-4493-8654-D08524B0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7F18A-9F72-4D50-8498-95B6BC5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(Concepts only and No Problems for practice)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C0935-E46C-41BA-B3FB-DFD625A9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E7BFE-227D-40C6-8EA0-388C7CA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CBA40-7F63-4D8F-B476-4298E14E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53621-A9D8-47D7-95E1-14027C42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752CD-8BD2-4FCA-864E-663354C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44432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E4F65-B0F4-4FEE-906F-D70FD21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0D8DF-5621-430C-B057-9FFD382B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6FF4A-D029-4CF8-A945-90D70A3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E556C-F119-45AF-993B-284C8E89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8A08A-C23F-441F-9C1D-CF2CFE5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Development of lateral surfaces of right regular Prisms, Pyramids, Cylinders &amp; Cones and their frustums...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EA69B-5824-445F-8E73-EF658CA1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Development of lateral surfaces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DF361-FF15-447F-9BBA-5AA7115A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DA16B-5B8C-47D1-BAD0-A656ADDC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11279-2E37-4D36-8F45-88F2E1F4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19CCC-3EA5-48A9-8558-2DEEF56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C958D-6890-46E3-BA0A-1CCC5C7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8A9DD-7D2C-482B-B821-3BA68703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2850D-31A1-4F90-AC95-BCE31210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2FEAC-F1F5-4B4F-A987-1861B607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366A6-D0D6-4F05-B4E2-BACF17ED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845D5-5018-4DF4-A1D0-F8ABC641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471589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FFBC0-6A6D-4278-9B30-877889AA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BD2C0-C7A7-4F91-ABC7-7E9EAB05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419F6-F8F8-48AD-8C87-4C524C9C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EC8AE-DD47-402E-8DD6-8C741585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0EE4E-E6EA-47E3-9EB4-2C54306E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929D1-4E41-4954-AC9C-8A85C42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2FC97-E342-4841-9B53-AC457BA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286C2-4722-4F19-AF2F-BA39F74E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531C8-8083-4504-8292-82E6CB09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Developmen...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2F31B-4E62-46DE-9E1B-9274586A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D7B78-1C5E-41F2-8051-0FFF104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875A8-2886-4750-9562-926E0E4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Dev...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2B693-812E-45EF-98F9-8192211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F1CCD-6F04-4D90-8A6C-CE702CFD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C276A-D7EC-4E14-AE7C-C0C36E35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84C36-EB2B-4837-B124-2DD0EEE0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C5E00-BD01-4CF6-9164-7F80159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ED443-C127-4BF5-AE0B-EC0BF8B0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Developm...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AE2C5-D3F7-4228-A2D7-18E10023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E2D82-F824-4AE0-A0D2-1271EED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FDAC2-B03A-46F0-991E-CC4B447F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Develo...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62EDC-7011-499C-A376-27479ADE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267E7-D783-488C-9D04-BE7E695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950065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373E6-C948-4013-81C7-FE861BB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91FCF-2C14-479A-95D0-C092164C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07E49-9072-413B-9724-AB311C3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DC96B-E14B-40E7-B17C-0358D76D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B2FA5-13FB-4915-98AA-9B3A14C0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678A-2FA6-4C13-8408-BDB27CB3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A2B08-21CB-4FB6-B098-14CFB3D4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AEE3B-7C14-45CB-92FF-A0353B18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3D7C9-AF35-40E8-8073-210A287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D16E5-A4F8-404C-8770-A9D2BE6B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E589C-DF41-4070-92C9-B89B9394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5E075-5D7D-4B20-9079-8045B60C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35687-524E-410D-ACE5-8BE34DE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B20A7-329C-4C3E-A273-220558D8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3D90F-A1D7-4021-9E47-46A2E55F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409598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B6C51-A69C-4AF3-837D-8D95E5AC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7029C-69CB-4D0F-854F-6E4C9DD1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0EBEC-99F1-4B91-A0CB-A4F4FC63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0CCC7-6212-4057-8235-68F9283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05575-F05F-4AE1-8226-D871309D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30606-FCDA-48EE-A14B-6F092B41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Development of lateral surfaces of right regular...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9F9F7-0911-40C0-8967-AD722818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32B50-1D29-4BC8-A174-9DE34656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6A9C2-AFB3-41D2-A5D2-38DFC50E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CDE4C-48C8-41A9-9A54-DBF8C6E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7D894-7442-46AA-B4C8-6273AF02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92612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E2CBC-D7D2-4494-BEC5-5766C135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E7D16-F7FB-48F2-93FF-81471AD1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46504-E5A1-4BE8-9A4E-BDE1C38A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5F990-BB70-4DA5-8629-C57EDD32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B915C-5B97-486D-B397-548CDF9D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on applications of development of lateral surfaces like funnels and trays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350BD-980F-471E-9D2A-7BAB4CE4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on applications of development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87A46-1750-4F5D-98CF-2C07FAE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3D3F7-E578-43CB-B8A0-5C1BA6EE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50AEF-6674-4329-A215-072CCE2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A9E3B-ECD5-476B-84DE-0C66E74B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01509-EBB7-40CE-BE7D-253BDC01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0F687-77C7-4324-860D-9CE88BAC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D103B-AA90-438F-9F6B-E876F1C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23B28-1AB0-42E1-98E5-20221210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7A1A7-BF48-4B72-A04F-D4A13DB4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04EAD-2D30-43A1-BD36-890714C7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46782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B2660-0E44-49D0-85B8-043C845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65E09-B59E-4243-B254-4D87BD6A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36642-ED93-4E39-A7D2-72DD0ADD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C6A16-4A21-47E1-A066-25172872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B76E8-FF6D-426C-8505-52F6981E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D6C59-A344-4711-B7DC-DB3E950D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BDA3B-18F1-4516-8971-4544EFF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1005-100C-407C-8DC6-CAA8D27A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2CE05-7267-4B57-A652-C3035A4F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Problems on applic...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A9593-6CE3-4917-9339-945B3364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C8366-5849-4556-916B-32256F01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9D869-A4AF-40C3-9B09-BF7C0E1A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Problems 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4CACF-E3F1-4364-89EC-F619A4DB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48ECA-29D1-4C88-8D86-8F2942C4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18C0B-D7DB-4AAF-9D41-65C8A03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Problems...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2C46D-AD75-45DE-8673-8AED839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B5B77-CA05-487A-95F3-BC0A5D7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BB0E0-F192-4AB7-A47F-FB768BC2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Problems on appl...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2C742-6220-4E15-913F-173A41C9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DFA1A-4040-4E20-BE27-03DCD36B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39098-6EB3-45C9-80E7-124E8C2F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Problems on ap...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79ABF-634C-4500-83E1-98E2BB87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B15DD-FA5F-48F4-A574-866CBF58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1471301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B325A-CEBE-4166-88DB-8F5EF8D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C1A4F-C758-47E5-BF08-426900A7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F459F-22B3-492A-AAE2-F54A4478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27916-AC2D-46F1-A9D7-5601531E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28A31-A7BE-4354-B248-02BCA4D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42365-0A4F-4BF0-AE2C-746BD79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0009F-228C-45FA-BE12-290A4FEF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52447-CA0B-4F89-8EA1-293798DC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4FC6E-64D7-49D3-8F59-6FDE70D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734AA-B5AF-4F7A-9D09-D6E6C0E2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F9048-2762-4F84-9A5D-B1AF51C8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65A5A-CA97-4091-8732-2AF90110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2C578-F843-4F55-A462-C8AB9648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733BD-863A-4A4D-9C05-A644C3A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1080D-E09C-48C7-B95B-54B856EA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35320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15050-4289-4F1F-AE1B-E5AA33F1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B165C-E5D2-4387-A489-073A1CBA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49B15-EA59-441A-A6DD-2F42CA5F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BD9EC-D06F-47BC-91F4-48D7FD17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4B0EA-1BD2-4C6F-B825-7357E1B3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EAE0D-8479-46AB-B2D7-1597F1A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on applications of development of lateral surfac...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B709E-88AE-44BF-8634-FB430CF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DC3E7-C58D-47B6-877A-1274DF9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E1CF8-115D-4492-89A7-D4BFFF3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225CF-E60A-466B-84FF-2EA2187F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14BC0-D8BB-4FFD-8768-DE5739A2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9971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21A28-C5FF-46B6-BE7A-2DB62D85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E7080-3017-4BDC-B0D3-EC399F13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FA50D-C3B9-4859-94BD-083E1613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09F94-8A04-4618-B296-E3ADC4EE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A3D34-A0FB-46FD-99FC-EA41F7CD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D3CDF-2127-423C-89C0-BEF63B5E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348213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2714E-14D8-4D26-867C-ED369F8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EE0E9-25B6-4CAC-B736-6B7583C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9818B-153B-49A1-9860-54F66C8D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02A5C-1395-4FF9-BBE5-2E2A8883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32744-1954-4EDB-A231-910873B3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F85C7-2172-42BF-8A82-EA582516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919881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2D25E-5233-4190-BDAC-1BDAB1A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AE330-45C5-49E7-B665-853D7C86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19CC1-F9C2-4946-8864-CFDB2909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DFC4B-8C7D-4654-AF4F-70812BD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E698C-40F1-4531-B577-6D8DC0F6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5F5DF-DAF3-4D9B-8D3D-DD6A3435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07872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888D1-26D2-4691-9FC3-F16E69D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31C4A-850B-4D7E-8EC6-09792062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9404C-FE7A-4FE2-A87D-D08685F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A3A57-3604-4119-9150-856E40B7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0F4AC-9808-466A-B9DD-DA04173F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BA065-B279-40D0-9AA6-EE8C022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970888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A6F7A-ECB0-44B3-AA0A-80268319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81DD1-D060-4EAA-8323-C6DC4E24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935F7-CC59-49FF-9132-BB4A542E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65EBA-4060-438F-99A9-FE53FB0E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71534-0C2B-4354-AD51-3293A47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Solids: Introduction, Section planes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Sectional views: apparent shapes and true shapes, Sections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(Concepts only and No Problems for practice)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Solids: Development of lateral surfaces of right regular Prisms, Pyrami...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Problems on applications of development of lateral surfaces like funnel...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F0210-86A4-4091-BE74-9334589A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8B98-BB1D-45CA-8413-D3F44870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B57A4-21CF-4F1D-8983-B8705794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355089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CB3561-BE40-4A90-8693-DAE44273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FE781-EE9E-4558-81B2-44D54DC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1D8F9-4DD5-4683-A8A2-44FBC9CB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A8574-11BC-46BD-B577-3965300D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911C9-5941-4C29-ABF9-440ABD2B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802F5-A890-4535-B118-E67242A9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941A0-FAD0-4A09-A4C8-0C1FAEBE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F82E1-0555-4E78-9E25-D64C3E73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0BDF0-D3FD-4033-94B3-3F6AE47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EC6BB-A406-43E8-B831-E6722AD9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3656C-18B9-4F8A-9E1F-14EB2FEC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CE55F-5AE2-4C61-BDC5-64CFC93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C675E-22D5-4AB5-9676-C150F51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D730F-7987-4CDE-8E31-DEF6B34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335BD-D631-436C-8986-7BD49C7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7DBF0-22C2-4C22-B983-C542D850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306AC-7672-4C95-968B-282DE16B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14A24-17B8-49AE-9407-64BEC414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B0C62-FDC7-4545-9845-8AEF18FA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037C6-4C58-48D7-8DEF-AE948BC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DE32D-3A21-4460-95BB-723A3BA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78FBA-97E6-4167-B33D-8C055E6F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58BF1-BEC6-4E77-AD43-274E4561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92CFB-D492-4EB8-AB50-EF546D13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C7300-4E54-4F98-B161-A5D6367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045F5-36AA-44F9-B96E-C529F4F9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400AB-EFEB-4416-AB64-1BD2333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B086E-8893-4478-A11A-D552A957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73061-6093-49F1-9027-EA9833D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6674C9-3BCF-4F5C-BD56-4872D6CC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B80D3-7753-46BC-A872-A0B2ABDC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A79C5-24CE-4324-8B2B-041D14AC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664026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C16F13-407E-4AFC-8709-EA742344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90934-79C7-4352-BE1A-786E93F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E501A-8A5A-4DAC-81B2-220EE9D3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2645F-F27F-422F-902A-EE86A76B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A453C-0717-457C-89F8-6E53B14F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D301A-E69B-4FD1-9F51-8039F74C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69A01-E385-4680-9920-D37F0767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93258-0821-4A0E-86F1-122C30E6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C9534-B52B-4221-8FAB-DF5E564A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7BD29-7C5A-4369-9500-317CB5D3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0808F-12CD-469D-A067-AE32B05B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F8821-3796-48E0-9138-A040D70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3025C-5F76-4087-B17A-7C7D48F0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A4593-2445-4336-A773-2E12C994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FC801-426F-43B7-8A59-C085A7ED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E6312-4BD9-4E42-8957-9C73E98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34D44-8DBD-4D0A-8FA7-CB8DB234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70E8E-C410-45D2-870D-B585556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F294B-9ECF-49A4-BF43-C5A5557B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A7866-7A5C-40D7-B831-4421438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7C2A0-AB8D-4B02-A0C7-4AB1DC66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E1362-9669-405B-8802-B79911C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B2F1F-A034-448D-B518-0FBADC3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9F92A-367F-4D37-AB5E-BD20B9B4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AB538-4E6B-4BB1-A2F0-C8FF160F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28DD9-E378-468D-81A4-F2A6B343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E69D6-B084-4141-8554-692F156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52F1E-89F0-4EC5-9814-2ECF4871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374BF9-C081-49A1-B963-A6271BE1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954452-27F1-4884-9FE0-E37223B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526F7-8BB2-4241-A361-CC80EBDA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BDBF73-9832-45BB-B7FC-AD512C8E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142142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9C4E24-A41A-4084-BFD8-5DA619A7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69AD2-DBCB-43F9-A526-94EAD53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C876C-F55F-4389-8B94-0F7FFB4F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55477-CF7B-4C61-BDA3-1C8497CF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2EABC-0711-4CD3-A7A2-D323EC2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F1D82-1A88-43A7-B6EC-7E040BDD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16BB2-364E-4B0C-8E54-EB66365C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926B7-9A29-41C3-A780-EA218F7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DA65D-BC8F-467B-A8FD-759FC993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865D7-D0BD-4DFF-81C2-D6ABBEF0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F8707-52F8-4A05-A78C-41766ADE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C5355-F68E-4825-BB12-F9F03380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49EFB-1BD8-42D0-BF42-4EC08667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5E695-05BE-4DB0-ABA6-C4DAE2F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EF9C6-CF96-4440-8947-2B600C4E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0E5EE-9578-405F-A3EB-62AC8DA8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E2CAA-4EB1-4751-81DD-0E8D2248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B7768-B823-4717-A763-BDA6509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02F23-7EDF-44C1-8B95-8C5CB4D8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750BD-A3FA-4F1B-B405-C7F38A99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8BA0B-DD54-4822-B6C6-ED30A8CB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D1A37-3340-4482-851F-52105BB8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86336-4B80-45BD-BA63-B339888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2D64F-F105-46CB-B476-CBA7E52A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12ABF-6A35-440C-B90D-C87D4E95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E51E4-2FFC-41A9-AEFB-3F4B211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90D35-E1CC-4009-A8E4-D4EAA42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C18C6-141C-4262-9F6A-FE98574F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5AAB3-E249-4B16-ADEA-E3A21798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B5D436-9C07-4143-BF59-54A7CBB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D2F965-59D0-4E96-A736-C71070F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BB09A-A812-4D9D-BE70-C5995ECD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668053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AFA435-1E66-40B2-BA36-B6AC4224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2C2B4-ABA9-419D-B220-3C14A58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1821F-982F-4474-A369-8787777C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E04DE-003D-44B6-83A1-B051817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7BDBD-97F1-4F1D-808D-257542B6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F5E47-949E-4734-B27A-1FD24EB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2C214-A661-4889-A000-9413D243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B568C-0C97-49C7-9260-64C6B78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7D160-AB2D-4112-83EC-606283BA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6F17A-8988-406C-862A-F80EF565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619C7-B9D0-4E39-8F68-A076721A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27C32-1F9E-4ECD-B2F6-31AAB81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C2A4F-ADCE-4112-94DF-AC167821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4DFE2-F682-46AB-9225-2CDDE646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BDE63-D6FC-499A-87B8-770C611A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E7DC7-9E73-40FC-82E5-DED85CB3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AD9A1-BCC4-4F78-AF3E-A0F8021B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B893D-0BE7-46BE-AC50-3BD3581A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FB9A4-6EE0-4E9D-945E-5062B0CE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44708-422D-4EEE-9C6E-49E859D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29142-1EB8-4062-BB15-319202B2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F9994-E711-4433-BC53-809F8568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4C246-EC36-4AE1-A22E-CD1A7A2D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C49B2-630E-4626-A27A-2CEC93C4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FB98A-8E60-4FC7-8D56-C36EFA5A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3B988-A6E3-4D08-A937-4161A81A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C6280-FAA4-4CDC-93C2-C47E8EC5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47ABC-AA71-48D9-A10E-4C22293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2EA4F-0D68-447D-8565-99EF6F7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334B0-CC70-45B1-8FCF-D983CA2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2B686E-CEC5-4EA7-9C6E-3494B54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95833-6962-4FBB-8ABC-CF3579CC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548711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990D88-24BC-4B42-B88C-6B75DC68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C09D0-4B54-4C06-B4C0-57C29D9A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EF06C-56E7-4CFC-9C5D-373B14FB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C83E2-89BD-40A0-AB05-4A2E5734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2C697-30AE-4036-862D-264EEC1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D8B7D-D54C-4050-A2A2-12C12E44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8FA61-598C-4312-8C19-25794A15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CC82D-D524-4F17-B2F4-E0AA781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1F1BE-9545-4C8C-A70C-A152E43F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107A5-5DDA-4192-8193-A9065354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D1492-A0B2-49D1-B63E-36ECB02E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128AD-F403-4B8E-A9AE-FDEA8618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D9C65-4350-4CB7-95E8-EBF8D16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4411E-2BE1-4D23-A95C-E9356E1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22FC7-57B5-4ADC-B488-873335C0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FD9C0-5E4F-4ECF-A5E0-784BA9C9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C42E7-2EE3-4737-BDD6-D1D36787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D5BF9-E105-4434-A9C7-FDBEC246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F82BE-EF1E-46EC-8AEC-19A7869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C8086-71D6-49C4-B622-F425670F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75949-4BFA-4E66-8BD1-369DB638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EEE45-C598-404F-AB88-0EB479C4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BBADD-8CDE-496B-9530-B99DB7B0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8F7D8-BD79-4269-94A2-5CEB437D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2A25D-225F-4C3A-8F2B-9C73CB60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BBE40-F4FB-4751-9BC9-AE3BED74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31F23-214C-44C8-B011-DC88C20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6D410-33F6-496F-AFEA-2AC9A0C8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8AF62-C0A6-4157-A59A-B8A5432F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0288C-9142-414F-AAEB-91411A71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FE3D03-3B72-457A-B0AA-0CDA157E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EE7110-6248-404B-8D4F-82597A3E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962287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F41B2-9EAB-4CEB-8DC3-F96C0E04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2F060-7543-4AC5-93B8-C90C716E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EDD14-C0FE-4397-A9B6-5830AF5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79128-3DEA-4C22-822E-F7BDE72D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B010C-034E-4E58-AD13-D8ED80A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A0C26-B7DC-4B3F-80D1-65F15D9F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F244C-7D1E-450A-9962-30B2B1FA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C7676-5D44-41D9-9973-09F31933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285CB-B757-4F2E-9AA1-1681FD47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C210-4B0E-4336-8D6F-1C1DD9AE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D2402-580E-46EA-811F-BE840365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7222A-7415-4BD9-8A8F-C29DAF53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32CDE-7D7C-42CF-9CE1-F0F389D3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2F9A9-2859-4241-8271-78619102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4250A-8F3A-4FA2-AD83-62C9D5A1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59D68-5470-4C09-A0EC-BFC64C88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3A480-CE0D-41A8-A3D5-00980147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37064-6FC0-4404-B7EF-9C07A330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D333F-0F28-47A5-B8DC-8F3E9CC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E7BFB-9F57-43F9-BAAF-9996079A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ADF61-17FB-4CF5-873B-E5D32A4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F3F0F-5927-4B08-8E94-4677911E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0102D-D33F-403B-9FF4-D06875C0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BCA92-CE9C-4F15-BDAB-EDAE139E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82481-74E1-433B-8F86-231FE1EC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2084A-EF2C-4B8D-B745-AABB1926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CFDD0-CFD9-44FE-BD91-5ADCB561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CDEBB9-21F8-46A1-A4A9-2BE2585E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DFF86-32BB-474B-A9A5-1133007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39E65D-7549-4E1C-9824-C18B8BC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70ABF-BC6B-4416-B69F-EE50D06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269DB7-0F0B-42E0-A746-330F02A9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741789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8219C3-89D7-487C-B783-B30D068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BA091-5084-4F4A-91E1-FD1620FB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9A20C-CD98-4BB1-A5E0-45007480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62C44-BC5F-4B8D-B9B8-D04246DC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2352E-0C06-43D4-A2A7-05D99A4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1A8A4-69F1-41E6-A9DD-B8B1F16B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562B7-A143-4ECE-B407-05BB874D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0F17F-AD83-48C7-AAB7-B7D90C5C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C5CE9-A954-4F1A-BC32-BC00115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AA079-774B-4A3C-9B86-11BD95E7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453FA-CC80-47F2-AF26-5706B014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08957-2909-48EB-8DA6-3F04D30E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A7542-515A-4FE9-8483-024B5E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73770-5276-462B-A078-7D13915A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E7F61-4B2F-41EC-96DA-41451657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78885-4B33-4C1C-9B05-E43F1602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BF9F0-E1FA-4F32-B07E-A6D0E435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A8BD9-52B0-4730-A90A-B70C17A8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7F7A1-CCD9-4FAD-B074-D3C45B0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4FBF0-4544-462D-8746-132552E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79324-19BC-4F55-955F-65C08BB9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E0F7B-B719-4499-ABF0-8553401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C30F6-2860-4073-85D9-7212E2D8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38C93-D246-4DBB-A3A3-F7D34041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FB641-8D5B-4FF9-822F-729CFEDD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41858-78AD-44E6-B879-DFF2E121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6B909-D09C-4C69-8E8A-2285B41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0B41E-CC28-4A2C-9C97-A9B962E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58A031-1211-4603-B4E4-E7BC54D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F3A1C-0F28-4DC1-BFE8-80202249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312FF-D839-4CE3-8019-54B1C369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A62E5-BF1F-4B55-A4F4-5CA4794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261264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7A0657-4518-4351-BBDB-9C634266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16407-E75D-4472-B332-F0CAEFB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CDD50-6E70-47A9-A653-67B051C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050D3-1BB2-456B-B863-E6ADC3A6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73F42-B704-449F-8DED-979CBEBB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5AEEB-932A-48D7-8933-A8AF23A0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1CBE6-60A7-4DFF-AEC0-E713C7FA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5CC92-1CE3-42EB-9F34-F68C57A5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8DC4F-3E2E-4B4D-BFBB-EA71709E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9ABC1-B32A-44A7-8FB6-F29541CB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6649E-5833-467D-9189-4753A6BB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B027F-F2B5-4277-B4E6-324894EE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5F932-0AAA-43B8-90DE-110A8717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544B2-F818-412A-9361-C2F5BB4A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21C33-388D-4E2D-9E57-C3D2D0CA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1795C-F4D1-4C35-94AB-F8EB879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6B4D0-A7D9-4E10-9B14-A1B3768E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0EC29-9883-4354-A724-4ED1EA1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6BD2F-462A-4391-9DB6-FCB04F85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E8ABB-019C-4024-9A45-F8C5DD21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D6762-FD5F-4CBD-ABBB-1043CD0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DB957-B5E7-4BBF-B914-B698D81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12611-E10C-402C-A650-6BD6C20F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15D3F-354E-4150-93EF-98A4830C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AC116-DF4E-4EF5-A0EF-06EFCD8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4D598-D041-45CB-8C83-C03DBE3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0EF610-5F43-4015-B314-8843AE8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BE01A-C869-46C5-9352-794BC0E1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A0B19-42C3-4DB8-9B51-63AAEF73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6EB58-5051-4A5B-92C7-3F0149DF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5B7FF-7B7C-4691-8F4D-B665EDB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51D13-1162-47F6-9C1B-DC64544A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473606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9AC578-5DA1-4235-A373-797A3A75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4A84-6C0F-4350-86E9-BB7D68B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464AD-6233-452D-8411-3CC7F6E8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C7738-1F35-4918-ADD8-712B160F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BF993-30CF-4345-BFEC-DE488F6A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35C34-11B3-44E6-A561-14DDD47F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CBF9D-2FB5-4895-BBC2-33AF6DE7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5647-8BB3-4F5D-B1E8-DF5244C2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63B52-EC42-4605-AEF7-395CDDA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2DFB2-A8E7-452B-AC45-3CA84D34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B8229-DD6E-4A34-B2EC-E2B94F35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6F109-188C-4D44-9325-442DCAA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AC616-CA1A-4F0E-98A7-558CAC59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740F8-4EC2-4D50-BC87-E6BCA6F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72BAC-2CC1-4BE2-8E4B-8DCD5C09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8285A-3030-46C7-9956-2F929D35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FB68D-A7E7-48D9-8680-4AA476BB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646EE-1720-499F-9D06-9EFBFCE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32BE9-B585-4513-86DE-C04BA803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68F09-84B0-4D0A-B7F3-7BD39FF9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67F37-1D42-4291-9D5A-A2B2376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C4867-711C-4A92-BB6C-846E2461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F172D-2B0F-4836-8599-2814C36F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A8DE4-4DF2-43B3-9A89-E2B08823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239B5-29E0-4C5D-A3FB-847924DB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26D2A-A0B9-4CD6-9720-E2256569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D3183-00E0-468D-AC43-14E7AD48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1E9D9-F049-4861-9721-96FE8387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FE390-3239-4C8D-995C-9E6583A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36F73-F156-4A37-AEC4-6534D72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82D72-E1DF-4FDA-BF37-0370303D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213A51-9AB5-4238-98E7-A9217E5D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986681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6C66E-0563-49B4-A269-4E487FC6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E6937-8279-448C-B78B-B05AFE9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67DED-E3FE-4F25-8A8B-0B9CA56A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49722-D322-4834-94BA-47A0E140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9CEEA-D9A5-43E5-BE9F-9FEC3DE0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03C21-6200-4732-950F-85E2BA73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08893-53AB-43EF-80DC-8F41959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CDD55-07F0-4E20-8F63-E82143F7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9E86D-22F8-4960-9D41-D070364C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56E19-ECD1-4169-85F5-AD93B490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2411F-6654-4E8E-A192-4FE2F18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34415-E35D-47E9-BE78-9713FCCA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E8AD7-61A4-4EEF-87BE-B641202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59232-A7A8-4CAA-8BC0-C5FC29C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1F193-5923-4D97-AC68-C7CDB109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2B248-1612-4F0F-8F45-654124C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9DCDC-D5D7-44D0-8F8A-2A86842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204DA-7BB8-46C8-B2EF-C20F677D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17891-120F-4575-B96C-2912DDA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483E8-01BB-4F56-8FC7-04B206FE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5CEE2-D68E-4FCE-A5E3-5510AB2E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69E98-B44E-4F49-8FA7-69E53A1F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F9E6C-43A5-4B21-BCF0-635AE127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B9CCF-B3C4-418E-A173-687C5A0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5721BE-3CB8-45C7-9943-FAAB7DD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9538F-B1DD-4114-9A03-69F89792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50EBF-C8F6-4DD0-868E-5933B42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FDF7F8-7335-4E20-899E-E499D75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9AC5C-8E99-429E-86C6-9B7431DF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C7095-88DE-4B72-9BC1-C69E657C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D3D74-DAB7-48B8-A5F3-89379AE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5F4D25-57D9-4BB3-AAB4-9D7A3F8E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78544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2026-08-24T16:02:26.0780000Z</dcterms:created>
  <dcterms:modified xsi:type="dcterms:W3CDTF">2026-08-24T16:02:26.0780000Z</dcterms:modified>
</coreProperties>
</file>