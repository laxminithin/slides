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6744a36b474e7d" /><Relationship Type="http://schemas.openxmlformats.org/officeDocument/2006/relationships/extended-properties" Target="/docProps/app.xml" Id="R767147abedd34810" /><Relationship Type="http://schemas.openxmlformats.org/officeDocument/2006/relationships/officeDocument" Target="/ppt/presentation.xml" Id="R7fd40f9380fb42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cb08920d1249b7"/>
  </p:sldMasterIdLst>
  <p:notesMasterIdLst>
    <p:notesMasterId xmlns:r="http://schemas.openxmlformats.org/officeDocument/2006/relationships" r:id="R22cce58db0314fd6"/>
  </p:notesMasterIdLst>
  <p:sldIdLst>
    <p:sldId xmlns:r="http://schemas.openxmlformats.org/officeDocument/2006/relationships" id="256" r:id="R41928cf97e2b41f5"/>
    <p:sldId xmlns:r="http://schemas.openxmlformats.org/officeDocument/2006/relationships" id="257" r:id="Rcf43ae7663f64619"/>
    <p:sldId xmlns:r="http://schemas.openxmlformats.org/officeDocument/2006/relationships" id="258" r:id="R1d0275e7cd0f408c"/>
    <p:sldId xmlns:r="http://schemas.openxmlformats.org/officeDocument/2006/relationships" id="259" r:id="R879cd8b72b224d76"/>
    <p:sldId xmlns:r="http://schemas.openxmlformats.org/officeDocument/2006/relationships" id="260" r:id="Rea4605c571dd4498"/>
    <p:sldId xmlns:r="http://schemas.openxmlformats.org/officeDocument/2006/relationships" id="261" r:id="R799e89f8e8554707"/>
    <p:sldId xmlns:r="http://schemas.openxmlformats.org/officeDocument/2006/relationships" id="262" r:id="Rffce9477324f4f51"/>
    <p:sldId xmlns:r="http://schemas.openxmlformats.org/officeDocument/2006/relationships" id="263" r:id="R5048d7dbce9242a6"/>
    <p:sldId xmlns:r="http://schemas.openxmlformats.org/officeDocument/2006/relationships" id="264" r:id="R28cbe48bca9146f0"/>
    <p:sldId xmlns:r="http://schemas.openxmlformats.org/officeDocument/2006/relationships" id="265" r:id="Rdbfdfd16b94b4c39"/>
    <p:sldId xmlns:r="http://schemas.openxmlformats.org/officeDocument/2006/relationships" id="266" r:id="R257c11b45be449bf"/>
    <p:sldId xmlns:r="http://schemas.openxmlformats.org/officeDocument/2006/relationships" id="267" r:id="R51dd5f768b564a4e"/>
    <p:sldId xmlns:r="http://schemas.openxmlformats.org/officeDocument/2006/relationships" id="268" r:id="R6d32fc8c1730424a"/>
    <p:sldId xmlns:r="http://schemas.openxmlformats.org/officeDocument/2006/relationships" id="269" r:id="R5da8a02843164427"/>
    <p:sldId xmlns:r="http://schemas.openxmlformats.org/officeDocument/2006/relationships" id="270" r:id="R5f658c93988b4daa"/>
    <p:sldId xmlns:r="http://schemas.openxmlformats.org/officeDocument/2006/relationships" id="271" r:id="R4c4afc3ea5c74509"/>
    <p:sldId xmlns:r="http://schemas.openxmlformats.org/officeDocument/2006/relationships" id="272" r:id="R469334e29d474867"/>
    <p:sldId xmlns:r="http://schemas.openxmlformats.org/officeDocument/2006/relationships" id="273" r:id="R1afbb1ffefcc41ea"/>
    <p:sldId xmlns:r="http://schemas.openxmlformats.org/officeDocument/2006/relationships" id="274" r:id="R533e0441b1cd4913"/>
    <p:sldId xmlns:r="http://schemas.openxmlformats.org/officeDocument/2006/relationships" id="275" r:id="R5fe937d314f34278"/>
    <p:sldId xmlns:r="http://schemas.openxmlformats.org/officeDocument/2006/relationships" id="276" r:id="Ra5b78abf33524d5f"/>
    <p:sldId xmlns:r="http://schemas.openxmlformats.org/officeDocument/2006/relationships" id="277" r:id="R8f11f02a813f43b7"/>
    <p:sldId xmlns:r="http://schemas.openxmlformats.org/officeDocument/2006/relationships" id="278" r:id="Rcf08398a0e594278"/>
    <p:sldId xmlns:r="http://schemas.openxmlformats.org/officeDocument/2006/relationships" id="279" r:id="Rb42dacf0430449f6"/>
    <p:sldId xmlns:r="http://schemas.openxmlformats.org/officeDocument/2006/relationships" id="280" r:id="Re971e81aee564600"/>
    <p:sldId xmlns:r="http://schemas.openxmlformats.org/officeDocument/2006/relationships" id="281" r:id="Re5a8ab7b4fe84098"/>
    <p:sldId xmlns:r="http://schemas.openxmlformats.org/officeDocument/2006/relationships" id="282" r:id="R636f6d5923864264"/>
    <p:sldId xmlns:r="http://schemas.openxmlformats.org/officeDocument/2006/relationships" id="283" r:id="R0844ab4a40af4f6c"/>
    <p:sldId xmlns:r="http://schemas.openxmlformats.org/officeDocument/2006/relationships" id="284" r:id="R3a6ebf6fb3eb4bc3"/>
    <p:sldId xmlns:r="http://schemas.openxmlformats.org/officeDocument/2006/relationships" id="285" r:id="R3dc88ca675c04135"/>
    <p:sldId xmlns:r="http://schemas.openxmlformats.org/officeDocument/2006/relationships" id="286" r:id="Ra5cfd60b34a14d68"/>
    <p:sldId xmlns:r="http://schemas.openxmlformats.org/officeDocument/2006/relationships" id="287" r:id="Read57656290c465f"/>
    <p:sldId xmlns:r="http://schemas.openxmlformats.org/officeDocument/2006/relationships" id="288" r:id="R2a95123713f642c1"/>
    <p:sldId xmlns:r="http://schemas.openxmlformats.org/officeDocument/2006/relationships" id="289" r:id="R925bd482b13c454d"/>
    <p:sldId xmlns:r="http://schemas.openxmlformats.org/officeDocument/2006/relationships" id="290" r:id="R792d3a97f0d444af"/>
    <p:sldId xmlns:r="http://schemas.openxmlformats.org/officeDocument/2006/relationships" id="291" r:id="R3e2eb9277ab9465f"/>
    <p:sldId xmlns:r="http://schemas.openxmlformats.org/officeDocument/2006/relationships" id="292" r:id="R8d97b38b99964d7a"/>
    <p:sldId xmlns:r="http://schemas.openxmlformats.org/officeDocument/2006/relationships" id="293" r:id="R3f64e5161afb4af4"/>
    <p:sldId xmlns:r="http://schemas.openxmlformats.org/officeDocument/2006/relationships" id="294" r:id="R22619b87363746e9"/>
    <p:sldId xmlns:r="http://schemas.openxmlformats.org/officeDocument/2006/relationships" id="295" r:id="R28f9d57158114f05"/>
    <p:sldId xmlns:r="http://schemas.openxmlformats.org/officeDocument/2006/relationships" id="296" r:id="R012f5d975d5a405a"/>
    <p:sldId xmlns:r="http://schemas.openxmlformats.org/officeDocument/2006/relationships" id="297" r:id="R8701a12b2c6844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aa183411ed450c" /><Relationship Type="http://schemas.openxmlformats.org/officeDocument/2006/relationships/slideMaster" Target="/ppt/slideMasters/slideMaster1.xml" Id="R5bcb08920d1249b7" /><Relationship Type="http://schemas.openxmlformats.org/officeDocument/2006/relationships/notesMaster" Target="/ppt/notesMasters/notesMaster1.xml" Id="R22cce58db0314fd6" /><Relationship Type="http://schemas.openxmlformats.org/officeDocument/2006/relationships/presProps" Target="/ppt/presProps.xml" Id="R37dc1972dc074030" /><Relationship Type="http://schemas.openxmlformats.org/officeDocument/2006/relationships/tableStyles" Target="/ppt/tableStyles.xml" Id="R84db53a7950044c5" /><Relationship Type="http://schemas.openxmlformats.org/officeDocument/2006/relationships/slide" Target="/ppt/slides/slide1.xml" Id="R41928cf97e2b41f5" /><Relationship Type="http://schemas.openxmlformats.org/officeDocument/2006/relationships/slide" Target="/ppt/slides/slide2.xml" Id="Rcf43ae7663f64619" /><Relationship Type="http://schemas.openxmlformats.org/officeDocument/2006/relationships/slide" Target="/ppt/slides/slide3.xml" Id="R1d0275e7cd0f408c" /><Relationship Type="http://schemas.openxmlformats.org/officeDocument/2006/relationships/slide" Target="/ppt/slides/slide4.xml" Id="R879cd8b72b224d76" /><Relationship Type="http://schemas.openxmlformats.org/officeDocument/2006/relationships/slide" Target="/ppt/slides/slide5.xml" Id="Rea4605c571dd4498" /><Relationship Type="http://schemas.openxmlformats.org/officeDocument/2006/relationships/slide" Target="/ppt/slides/slide6.xml" Id="R799e89f8e8554707" /><Relationship Type="http://schemas.openxmlformats.org/officeDocument/2006/relationships/slide" Target="/ppt/slides/slide7.xml" Id="Rffce9477324f4f51" /><Relationship Type="http://schemas.openxmlformats.org/officeDocument/2006/relationships/slide" Target="/ppt/slides/slide8.xml" Id="R5048d7dbce9242a6" /><Relationship Type="http://schemas.openxmlformats.org/officeDocument/2006/relationships/slide" Target="/ppt/slides/slide9.xml" Id="R28cbe48bca9146f0" /><Relationship Type="http://schemas.openxmlformats.org/officeDocument/2006/relationships/slide" Target="/ppt/slides/slide10.xml" Id="Rdbfdfd16b94b4c39" /><Relationship Type="http://schemas.openxmlformats.org/officeDocument/2006/relationships/slide" Target="/ppt/slides/slide11.xml" Id="R257c11b45be449bf" /><Relationship Type="http://schemas.openxmlformats.org/officeDocument/2006/relationships/slide" Target="/ppt/slides/slide12.xml" Id="R51dd5f768b564a4e" /><Relationship Type="http://schemas.openxmlformats.org/officeDocument/2006/relationships/slide" Target="/ppt/slides/slide13.xml" Id="R6d32fc8c1730424a" /><Relationship Type="http://schemas.openxmlformats.org/officeDocument/2006/relationships/slide" Target="/ppt/slides/slide14.xml" Id="R5da8a02843164427" /><Relationship Type="http://schemas.openxmlformats.org/officeDocument/2006/relationships/slide" Target="/ppt/slides/slide15.xml" Id="R5f658c93988b4daa" /><Relationship Type="http://schemas.openxmlformats.org/officeDocument/2006/relationships/slide" Target="/ppt/slides/slide16.xml" Id="R4c4afc3ea5c74509" /><Relationship Type="http://schemas.openxmlformats.org/officeDocument/2006/relationships/slide" Target="/ppt/slides/slide17.xml" Id="R469334e29d474867" /><Relationship Type="http://schemas.openxmlformats.org/officeDocument/2006/relationships/slide" Target="/ppt/slides/slide18.xml" Id="R1afbb1ffefcc41ea" /><Relationship Type="http://schemas.openxmlformats.org/officeDocument/2006/relationships/slide" Target="/ppt/slides/slide19.xml" Id="R533e0441b1cd4913" /><Relationship Type="http://schemas.openxmlformats.org/officeDocument/2006/relationships/slide" Target="/ppt/slides/slide20.xml" Id="R5fe937d314f34278" /><Relationship Type="http://schemas.openxmlformats.org/officeDocument/2006/relationships/slide" Target="/ppt/slides/slide21.xml" Id="Ra5b78abf33524d5f" /><Relationship Type="http://schemas.openxmlformats.org/officeDocument/2006/relationships/slide" Target="/ppt/slides/slide22.xml" Id="R8f11f02a813f43b7" /><Relationship Type="http://schemas.openxmlformats.org/officeDocument/2006/relationships/slide" Target="/ppt/slides/slide23.xml" Id="Rcf08398a0e594278" /><Relationship Type="http://schemas.openxmlformats.org/officeDocument/2006/relationships/slide" Target="/ppt/slides/slide24.xml" Id="Rb42dacf0430449f6" /><Relationship Type="http://schemas.openxmlformats.org/officeDocument/2006/relationships/slide" Target="/ppt/slides/slide25.xml" Id="Re971e81aee564600" /><Relationship Type="http://schemas.openxmlformats.org/officeDocument/2006/relationships/slide" Target="/ppt/slides/slide26.xml" Id="Re5a8ab7b4fe84098" /><Relationship Type="http://schemas.openxmlformats.org/officeDocument/2006/relationships/slide" Target="/ppt/slides/slide27.xml" Id="R636f6d5923864264" /><Relationship Type="http://schemas.openxmlformats.org/officeDocument/2006/relationships/slide" Target="/ppt/slides/slide28.xml" Id="R0844ab4a40af4f6c" /><Relationship Type="http://schemas.openxmlformats.org/officeDocument/2006/relationships/slide" Target="/ppt/slides/slide29.xml" Id="R3a6ebf6fb3eb4bc3" /><Relationship Type="http://schemas.openxmlformats.org/officeDocument/2006/relationships/slide" Target="/ppt/slides/slide30.xml" Id="R3dc88ca675c04135" /><Relationship Type="http://schemas.openxmlformats.org/officeDocument/2006/relationships/slide" Target="/ppt/slides/slide31.xml" Id="Ra5cfd60b34a14d68" /><Relationship Type="http://schemas.openxmlformats.org/officeDocument/2006/relationships/slide" Target="/ppt/slides/slide32.xml" Id="Read57656290c465f" /><Relationship Type="http://schemas.openxmlformats.org/officeDocument/2006/relationships/slide" Target="/ppt/slides/slide33.xml" Id="R2a95123713f642c1" /><Relationship Type="http://schemas.openxmlformats.org/officeDocument/2006/relationships/slide" Target="/ppt/slides/slide34.xml" Id="R925bd482b13c454d" /><Relationship Type="http://schemas.openxmlformats.org/officeDocument/2006/relationships/slide" Target="/ppt/slides/slide35.xml" Id="R792d3a97f0d444af" /><Relationship Type="http://schemas.openxmlformats.org/officeDocument/2006/relationships/slide" Target="/ppt/slides/slide36.xml" Id="R3e2eb9277ab9465f" /><Relationship Type="http://schemas.openxmlformats.org/officeDocument/2006/relationships/slide" Target="/ppt/slides/slide37.xml" Id="R8d97b38b99964d7a" /><Relationship Type="http://schemas.openxmlformats.org/officeDocument/2006/relationships/slide" Target="/ppt/slides/slide38.xml" Id="R3f64e5161afb4af4" /><Relationship Type="http://schemas.openxmlformats.org/officeDocument/2006/relationships/slide" Target="/ppt/slides/slide39.xml" Id="R22619b87363746e9" /><Relationship Type="http://schemas.openxmlformats.org/officeDocument/2006/relationships/slide" Target="/ppt/slides/slide40.xml" Id="R28f9d57158114f05" /><Relationship Type="http://schemas.openxmlformats.org/officeDocument/2006/relationships/slide" Target="/ppt/slides/slide41.xml" Id="R012f5d975d5a405a" /><Relationship Type="http://schemas.openxmlformats.org/officeDocument/2006/relationships/slide" Target="/ppt/slides/slide42.xml" Id="R8701a12b2c6844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b8cec1f02d4e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c98d53e2614490" /><Relationship Type="http://schemas.openxmlformats.org/officeDocument/2006/relationships/notesMaster" Target="/ppt/notesMasters/notesMaster1.xml" Id="R90dd633ae9d347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ec944e6c344e4a" /><Relationship Type="http://schemas.openxmlformats.org/officeDocument/2006/relationships/notesMaster" Target="/ppt/notesMasters/notesMaster1.xml" Id="Rec0731aa6abd4c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4e8a3730e546c9" /><Relationship Type="http://schemas.openxmlformats.org/officeDocument/2006/relationships/notesMaster" Target="/ppt/notesMasters/notesMaster1.xml" Id="Ra94f063cfb5141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cdd8d344b8484a" /><Relationship Type="http://schemas.openxmlformats.org/officeDocument/2006/relationships/notesMaster" Target="/ppt/notesMasters/notesMaster1.xml" Id="R75ae32d38f3647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6f217ec70740c2" /><Relationship Type="http://schemas.openxmlformats.org/officeDocument/2006/relationships/notesMaster" Target="/ppt/notesMasters/notesMaster1.xml" Id="R99913601825e41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3943afbd8a4245" /><Relationship Type="http://schemas.openxmlformats.org/officeDocument/2006/relationships/notesMaster" Target="/ppt/notesMasters/notesMaster1.xml" Id="Rfef5491aa08541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f815f0ec724f2e" /><Relationship Type="http://schemas.openxmlformats.org/officeDocument/2006/relationships/notesMaster" Target="/ppt/notesMasters/notesMaster1.xml" Id="R766d2498881646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2c5ce3620c4f59" /><Relationship Type="http://schemas.openxmlformats.org/officeDocument/2006/relationships/notesMaster" Target="/ppt/notesMasters/notesMaster1.xml" Id="R8b4b72ad61c44d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b08fe3ae9d4392" /><Relationship Type="http://schemas.openxmlformats.org/officeDocument/2006/relationships/notesMaster" Target="/ppt/notesMasters/notesMaster1.xml" Id="R088d4f933a2a48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958ea480c5438d" /><Relationship Type="http://schemas.openxmlformats.org/officeDocument/2006/relationships/notesMaster" Target="/ppt/notesMasters/notesMaster1.xml" Id="R1db89ac639254ca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9795e1520a4c73" /><Relationship Type="http://schemas.openxmlformats.org/officeDocument/2006/relationships/notesMaster" Target="/ppt/notesMasters/notesMaster1.xml" Id="R79c3818d7cc14de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3b2bae3ea248a4" /><Relationship Type="http://schemas.openxmlformats.org/officeDocument/2006/relationships/notesMaster" Target="/ppt/notesMasters/notesMaster1.xml" Id="Re2be2f491df5425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e515c961eec428f" /><Relationship Type="http://schemas.openxmlformats.org/officeDocument/2006/relationships/notesMaster" Target="/ppt/notesMasters/notesMaster1.xml" Id="R9a4d3107936c40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bbd68f7a2de42ff" /><Relationship Type="http://schemas.openxmlformats.org/officeDocument/2006/relationships/notesMaster" Target="/ppt/notesMasters/notesMaster1.xml" Id="R9139ae7cd4af411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157f25ee3f0458f" /><Relationship Type="http://schemas.openxmlformats.org/officeDocument/2006/relationships/notesMaster" Target="/ppt/notesMasters/notesMaster1.xml" Id="R292a0a223552400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141393ee0ff4357" /><Relationship Type="http://schemas.openxmlformats.org/officeDocument/2006/relationships/notesMaster" Target="/ppt/notesMasters/notesMaster1.xml" Id="R1116c5a19c3d401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58ba6d99e934476" /><Relationship Type="http://schemas.openxmlformats.org/officeDocument/2006/relationships/notesMaster" Target="/ppt/notesMasters/notesMaster1.xml" Id="R6a7d8790c018455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29850dde3ae4b47" /><Relationship Type="http://schemas.openxmlformats.org/officeDocument/2006/relationships/notesMaster" Target="/ppt/notesMasters/notesMaster1.xml" Id="R9eafdc613ac3490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8124f42cc3d4b25" /><Relationship Type="http://schemas.openxmlformats.org/officeDocument/2006/relationships/notesMaster" Target="/ppt/notesMasters/notesMaster1.xml" Id="Rb78e584c89db496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23d9ffc07de4848" /><Relationship Type="http://schemas.openxmlformats.org/officeDocument/2006/relationships/notesMaster" Target="/ppt/notesMasters/notesMaster1.xml" Id="R80395cff97cc461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ba378467a314e40" /><Relationship Type="http://schemas.openxmlformats.org/officeDocument/2006/relationships/notesMaster" Target="/ppt/notesMasters/notesMaster1.xml" Id="Re9b99dd70048493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b225ed372454515" /><Relationship Type="http://schemas.openxmlformats.org/officeDocument/2006/relationships/notesMaster" Target="/ppt/notesMasters/notesMaster1.xml" Id="R37e285c88326481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81e54ccc2994223" /><Relationship Type="http://schemas.openxmlformats.org/officeDocument/2006/relationships/notesMaster" Target="/ppt/notesMasters/notesMaster1.xml" Id="Rc4b4c129cfdb43c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df0211d0ef3425b" /><Relationship Type="http://schemas.openxmlformats.org/officeDocument/2006/relationships/notesMaster" Target="/ppt/notesMasters/notesMaster1.xml" Id="R573e1f561a6c4dd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6ebc13b83fd455b" /><Relationship Type="http://schemas.openxmlformats.org/officeDocument/2006/relationships/notesMaster" Target="/ppt/notesMasters/notesMaster1.xml" Id="R989e0cf3b15d4b2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720497daa124bf3" /><Relationship Type="http://schemas.openxmlformats.org/officeDocument/2006/relationships/notesMaster" Target="/ppt/notesMasters/notesMaster1.xml" Id="Reb8b90b45a5443a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b629fd0bac14e18" /><Relationship Type="http://schemas.openxmlformats.org/officeDocument/2006/relationships/notesMaster" Target="/ppt/notesMasters/notesMaster1.xml" Id="R7ad334f9305c49d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d3496dbedc443b2" /><Relationship Type="http://schemas.openxmlformats.org/officeDocument/2006/relationships/notesMaster" Target="/ppt/notesMasters/notesMaster1.xml" Id="Rabb59bb3149847d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ada446ee62845f2" /><Relationship Type="http://schemas.openxmlformats.org/officeDocument/2006/relationships/notesMaster" Target="/ppt/notesMasters/notesMaster1.xml" Id="Rde0aa456643440d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f13643ed7614261" /><Relationship Type="http://schemas.openxmlformats.org/officeDocument/2006/relationships/notesMaster" Target="/ppt/notesMasters/notesMaster1.xml" Id="Rd97ea1cc8b27455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e5e13084cb24528" /><Relationship Type="http://schemas.openxmlformats.org/officeDocument/2006/relationships/notesMaster" Target="/ppt/notesMasters/notesMaster1.xml" Id="Ree14185d2903488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c17defce273434d" /><Relationship Type="http://schemas.openxmlformats.org/officeDocument/2006/relationships/notesMaster" Target="/ppt/notesMasters/notesMaster1.xml" Id="Rf00ca57a44ae4a3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05e61b33d124046" /><Relationship Type="http://schemas.openxmlformats.org/officeDocument/2006/relationships/notesMaster" Target="/ppt/notesMasters/notesMaster1.xml" Id="Ra78424312972423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6ac5eaa4aa04e10" /><Relationship Type="http://schemas.openxmlformats.org/officeDocument/2006/relationships/notesMaster" Target="/ppt/notesMasters/notesMaster1.xml" Id="Rd1e600d98ac94f2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e3d59234adb4996" /><Relationship Type="http://schemas.openxmlformats.org/officeDocument/2006/relationships/notesMaster" Target="/ppt/notesMasters/notesMaster1.xml" Id="Re255748c08904b2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a6ab288dd904a62" /><Relationship Type="http://schemas.openxmlformats.org/officeDocument/2006/relationships/notesMaster" Target="/ppt/notesMasters/notesMaster1.xml" Id="R9d34d065de524b3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c2e97408c5a4cdb" /><Relationship Type="http://schemas.openxmlformats.org/officeDocument/2006/relationships/notesMaster" Target="/ppt/notesMasters/notesMaster1.xml" Id="Rd3a49b78a4454b3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87fbc1f843e46de" /><Relationship Type="http://schemas.openxmlformats.org/officeDocument/2006/relationships/notesMaster" Target="/ppt/notesMasters/notesMaster1.xml" Id="R90ff44b736264f8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bc60724e98b4092" /><Relationship Type="http://schemas.openxmlformats.org/officeDocument/2006/relationships/notesMaster" Target="/ppt/notesMasters/notesMaster1.xml" Id="R2a1a4c515d054a5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ccd9640c1354609" /><Relationship Type="http://schemas.openxmlformats.org/officeDocument/2006/relationships/notesMaster" Target="/ppt/notesMasters/notesMaster1.xml" Id="Rc0963e2dc1bc491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d76e6e799f24706" /><Relationship Type="http://schemas.openxmlformats.org/officeDocument/2006/relationships/notesMaster" Target="/ppt/notesMasters/notesMaster1.xml" Id="R9aaebc0e5fc8460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44d0272b5395487b" /><Relationship Type="http://schemas.openxmlformats.org/officeDocument/2006/relationships/notesMaster" Target="/ppt/notesMasters/notesMaster1.xml" Id="R7c139c1e170447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c34c4e8b5243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6304d0fdc34772" /><Relationship Type="http://schemas.openxmlformats.org/officeDocument/2006/relationships/slideLayout" Target="/ppt/slideLayouts/slideLayout1.xml" Id="Rb50a30036e1141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0a30036e1141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bea9e14354110" /><Relationship Type="http://schemas.openxmlformats.org/officeDocument/2006/relationships/notesSlide" Target="/ppt/notesSlides/notesSlide1.xml" Id="R06d4468fb98847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e69b574034e30" /><Relationship Type="http://schemas.openxmlformats.org/officeDocument/2006/relationships/notesSlide" Target="/ppt/notesSlides/notesSlide2.xml" Id="R4ded19369ae844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99d9c0e1b4478" /><Relationship Type="http://schemas.openxmlformats.org/officeDocument/2006/relationships/notesSlide" Target="/ppt/notesSlides/notesSlide3.xml" Id="R41a0d8c0889544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dd4c5134b4710" /><Relationship Type="http://schemas.openxmlformats.org/officeDocument/2006/relationships/notesSlide" Target="/ppt/notesSlides/notesSlide4.xml" Id="R1494a3ef60a145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8c26085a14a00" /><Relationship Type="http://schemas.openxmlformats.org/officeDocument/2006/relationships/notesSlide" Target="/ppt/notesSlides/notesSlide5.xml" Id="Ra8f6cb3bbf3442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43524a518480a" /><Relationship Type="http://schemas.openxmlformats.org/officeDocument/2006/relationships/notesSlide" Target="/ppt/notesSlides/notesSlide6.xml" Id="Rce66fca576b047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ccd18d15a44d2" /><Relationship Type="http://schemas.openxmlformats.org/officeDocument/2006/relationships/notesSlide" Target="/ppt/notesSlides/notesSlide7.xml" Id="Rc438cad516dc40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6fb365f064a86" /><Relationship Type="http://schemas.openxmlformats.org/officeDocument/2006/relationships/notesSlide" Target="/ppt/notesSlides/notesSlide8.xml" Id="R7ebc3626a63047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554f77a07465b" /><Relationship Type="http://schemas.openxmlformats.org/officeDocument/2006/relationships/notesSlide" Target="/ppt/notesSlides/notesSlide9.xml" Id="Rf44e9637bcb94b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bdfd4095742a8" /><Relationship Type="http://schemas.openxmlformats.org/officeDocument/2006/relationships/notesSlide" Target="/ppt/notesSlides/notesSlide10.xml" Id="R4bae2917078f41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2aa5186d04275" /><Relationship Type="http://schemas.openxmlformats.org/officeDocument/2006/relationships/notesSlide" Target="/ppt/notesSlides/notesSlide11.xml" Id="R961b9dd60f0047b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48af6686f4a31" /><Relationship Type="http://schemas.openxmlformats.org/officeDocument/2006/relationships/notesSlide" Target="/ppt/notesSlides/notesSlide12.xml" Id="R40b7b9e4dbd646c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b3c2d83164fd8" /><Relationship Type="http://schemas.openxmlformats.org/officeDocument/2006/relationships/notesSlide" Target="/ppt/notesSlides/notesSlide13.xml" Id="R656f5e96456642d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e0f5627bd4427" /><Relationship Type="http://schemas.openxmlformats.org/officeDocument/2006/relationships/notesSlide" Target="/ppt/notesSlides/notesSlide14.xml" Id="R7187a64891564f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804a3a7cf454e" /><Relationship Type="http://schemas.openxmlformats.org/officeDocument/2006/relationships/notesSlide" Target="/ppt/notesSlides/notesSlide15.xml" Id="Ra7999f9699624c8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6344e63aa4ce6" /><Relationship Type="http://schemas.openxmlformats.org/officeDocument/2006/relationships/notesSlide" Target="/ppt/notesSlides/notesSlide16.xml" Id="R412c7854d8ac411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8d0753fe44b20" /><Relationship Type="http://schemas.openxmlformats.org/officeDocument/2006/relationships/notesSlide" Target="/ppt/notesSlides/notesSlide17.xml" Id="R85f510b3e0e7488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f8fac05084001" /><Relationship Type="http://schemas.openxmlformats.org/officeDocument/2006/relationships/notesSlide" Target="/ppt/notesSlides/notesSlide18.xml" Id="Re69722844f81485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1e89c2cf54c58" /><Relationship Type="http://schemas.openxmlformats.org/officeDocument/2006/relationships/notesSlide" Target="/ppt/notesSlides/notesSlide19.xml" Id="R9301047cf2064df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60ff48fe3423e" /><Relationship Type="http://schemas.openxmlformats.org/officeDocument/2006/relationships/notesSlide" Target="/ppt/notesSlides/notesSlide20.xml" Id="Rec199ce245074a3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7d10358bf4854" /><Relationship Type="http://schemas.openxmlformats.org/officeDocument/2006/relationships/notesSlide" Target="/ppt/notesSlides/notesSlide21.xml" Id="R0f24793f0aba489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27dc1d84b4642" /><Relationship Type="http://schemas.openxmlformats.org/officeDocument/2006/relationships/notesSlide" Target="/ppt/notesSlides/notesSlide22.xml" Id="Rafaa3af12a7d4c0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d2b733f074126" /><Relationship Type="http://schemas.openxmlformats.org/officeDocument/2006/relationships/notesSlide" Target="/ppt/notesSlides/notesSlide23.xml" Id="R08ad177635fb410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66dbc033740ad" /><Relationship Type="http://schemas.openxmlformats.org/officeDocument/2006/relationships/notesSlide" Target="/ppt/notesSlides/notesSlide24.xml" Id="Rd50fa5c707644b0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e2a6795cf4859" /><Relationship Type="http://schemas.openxmlformats.org/officeDocument/2006/relationships/notesSlide" Target="/ppt/notesSlides/notesSlide25.xml" Id="R8c5708b069c9431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dc6443ce54052" /><Relationship Type="http://schemas.openxmlformats.org/officeDocument/2006/relationships/notesSlide" Target="/ppt/notesSlides/notesSlide26.xml" Id="Rc8e8ad8d4bff486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22dee36aa4577" /><Relationship Type="http://schemas.openxmlformats.org/officeDocument/2006/relationships/notesSlide" Target="/ppt/notesSlides/notesSlide27.xml" Id="R6942a2e7fdf44f4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c4fb037fd4c99" /><Relationship Type="http://schemas.openxmlformats.org/officeDocument/2006/relationships/notesSlide" Target="/ppt/notesSlides/notesSlide28.xml" Id="Rdc9ea27548844c0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915f60bee4fd1" /><Relationship Type="http://schemas.openxmlformats.org/officeDocument/2006/relationships/notesSlide" Target="/ppt/notesSlides/notesSlide29.xml" Id="R5136f130ccd349f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bd45c8d244b6b" /><Relationship Type="http://schemas.openxmlformats.org/officeDocument/2006/relationships/notesSlide" Target="/ppt/notesSlides/notesSlide30.xml" Id="R09ce0f82bda945e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496edf5bd4f0f" /><Relationship Type="http://schemas.openxmlformats.org/officeDocument/2006/relationships/notesSlide" Target="/ppt/notesSlides/notesSlide31.xml" Id="R62d1a5d7d42b4a0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b01ca740a4643" /><Relationship Type="http://schemas.openxmlformats.org/officeDocument/2006/relationships/notesSlide" Target="/ppt/notesSlides/notesSlide32.xml" Id="Rc4e098a411a1471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444f1f3674fb8" /><Relationship Type="http://schemas.openxmlformats.org/officeDocument/2006/relationships/notesSlide" Target="/ppt/notesSlides/notesSlide33.xml" Id="R3bdcab167e4f41a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e3ba906c741b5" /><Relationship Type="http://schemas.openxmlformats.org/officeDocument/2006/relationships/notesSlide" Target="/ppt/notesSlides/notesSlide34.xml" Id="R8919656cd3304e6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325ce301b48b5" /><Relationship Type="http://schemas.openxmlformats.org/officeDocument/2006/relationships/notesSlide" Target="/ppt/notesSlides/notesSlide35.xml" Id="R41cd879f2c0a41b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cc6be3c3240c2" /><Relationship Type="http://schemas.openxmlformats.org/officeDocument/2006/relationships/notesSlide" Target="/ppt/notesSlides/notesSlide36.xml" Id="Rd51dc4896e2344b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6e2e5fbfe4302" /><Relationship Type="http://schemas.openxmlformats.org/officeDocument/2006/relationships/notesSlide" Target="/ppt/notesSlides/notesSlide37.xml" Id="R18f52a82dcfb458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dfa614a844c2f" /><Relationship Type="http://schemas.openxmlformats.org/officeDocument/2006/relationships/notesSlide" Target="/ppt/notesSlides/notesSlide38.xml" Id="R728ba38f0eb24ae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4023605d5479c" /><Relationship Type="http://schemas.openxmlformats.org/officeDocument/2006/relationships/notesSlide" Target="/ppt/notesSlides/notesSlide39.xml" Id="Rb5fe8014c53842e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3e69627e34b9c" /><Relationship Type="http://schemas.openxmlformats.org/officeDocument/2006/relationships/notesSlide" Target="/ppt/notesSlides/notesSlide40.xml" Id="Rc320361026a946b5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2d1dd85dd426e" /><Relationship Type="http://schemas.openxmlformats.org/officeDocument/2006/relationships/notesSlide" Target="/ppt/notesSlides/notesSlide41.xml" Id="R60363c703a3c428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5feffbcce496c" /><Relationship Type="http://schemas.openxmlformats.org/officeDocument/2006/relationships/notesSlide" Target="/ppt/notesSlides/notesSlide42.xml" Id="R02bd199d89e648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3255F-EA25-4E69-92EB-215B2D3A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FD257-222D-46F4-8DF7-165C4929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Data Storage: Bits and Their Storage , Main Memory, Mass Storage, Representing Information as Bit Patterns , The Binary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8EEB5-3216-4430-B0FE-591B4C7F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ESSENTIALS OF INFORMATION TECHNOLOGY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1BESC104E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Textbook 1: Chapter-1 (1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ECF61-2228-45F1-83BA-672F5F77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2B1A4-FF54-4E07-93D1-198BF60D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AF92D-EBD9-4B9D-83E3-DFF395C8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6A0A4D-61B7-42FC-ACE5-FC4BC511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3513C6-6780-40F9-AA84-62125686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5B131-5099-4527-A743-C9A33197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61C70-2184-4877-98EC-19D1BE75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D9745-A606-4B3E-97FA-9C221AC8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99C613-2AFF-44D6-B4FB-513D3927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4B8BA1-2804-4053-A9C1-57EA9E1E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5523830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7C452-3237-482F-88C2-0C7E72FF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9FEED-F0C4-481E-8FD8-B8459F21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E422D-B7D5-4E26-88DC-E6D49586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2C9F1-F5B6-4725-A539-CEE1234A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52D99-B00F-4B4A-B731-59BA34B1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85074-5749-4C6C-B5CA-2576F0BF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43932C-E72C-48D1-9B71-AEB30E15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5E7CE-55EE-4108-8BE1-1D924AC6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7D211D-6845-463B-8AEB-8985883C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914693-0684-4897-8247-D8146E36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EAFEE-F05B-4E7E-9292-7A5DF9DE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9AFB5-637C-41E9-82AD-160AB885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EE6343-9320-40C0-A8F5-9CAF3B4D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2B6F66-E390-47D9-8E78-1182CCE6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CECE5A-8127-4464-AA07-D5068B58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6383620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3F8A78-0F11-40C0-9010-DCEA3280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69564-6345-475A-BF01-EBC5462C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7FA39-AB1B-4ADC-BAEE-86D7AEC7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40AF0-436E-400C-B71F-96DCDD10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61476-3974-4CD0-B679-A00AF2EC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E2D3D-CBAB-4416-97B6-9280B181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32D38-B890-4D34-81F6-CC19D942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AFBB4-A424-4CA9-B4ED-14885AE9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B2C69-3D7D-406A-A19D-E00F9DBF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Data Storage: Bits and Their Storage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AF55B-1F9F-4FA6-BAFB-23D2A176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56B1C-F306-4F3F-8322-E8F65C67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B1369B-8B98-4392-AE6D-9D4FB4BE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Main Memory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692AE-682C-45FF-983F-85870514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8B14C8-8DD4-492E-90EC-4DE4B4BA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672C3-5917-4700-94B4-E450CC0B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Mass Storage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AA7ECA-6F2B-4A02-BE41-9DC0D115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CB495F-DBDA-4F94-8CB6-6D13B870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1BABCE-3C56-4415-B6E8-C4D93C6D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Representing Information as Bit Patterns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390E0F-EA71-4B63-9856-057108C2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055845-81F6-48AD-A694-263DB839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3866B5-F1D3-4CF3-AB8C-D598B47A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The Binary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2FD30F-945B-4BF5-9B89-E9B21307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E294F3-2D3B-4896-85B6-E59E9C16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D3B22A-DB9B-4858-A512-FBEA950B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Storing Integers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7D4A17-A604-48FD-B5E8-301E5FC9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A02A86-9FB7-4D50-85DE-127FDA90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388FF3-0552-4FCA-9A49-F7444F67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Storing Fractions. Data Manipulation: Computer Architectu...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0E48C0-62CB-4DC5-A1B0-62FA20F1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602425-AABA-4978-9BF5-985980C2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C1AD29-6430-4E38-982C-40E104B2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Machine Language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DE1666-3A15-4FBF-8DCF-D24428C9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E2A8AC-6233-4641-8F01-DFAD44F0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3319706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58317A-66F6-4389-8212-E383E552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A5292-9786-4761-99A2-056C0381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3A776-4953-4550-AA79-3A663A13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1D457-EE8F-4657-94F5-5C2F2548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B1022-E94F-4F8C-97AC-F74E8E8A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D46D2-425C-430D-A1C7-97FF4C1B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8262C-938A-4B89-870F-D7298FB0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7EFFE-3D95-4455-8FBB-74A5CE5C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Data Storage: Bits and Their Storage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3E79B-B103-47EA-82FE-AF91526E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Chapter-1 (1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5DCF65-D981-4DAD-8456-1CE3C834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64BE4E-2EAF-4047-AC33-0CE56C1A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Main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C9D3FD-8A45-4B70-8B90-BA00EC02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Chapter-1 (1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6EA22-D368-4F88-8EE6-5D88CFCA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A8D293-CE4A-48D4-9160-727BD805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Mass Storage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1DAE88-FAA8-4445-94D1-A9C5A38B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Chapter-1 (1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E0C0C9-5D3A-4A63-B7DC-5B9CC5F8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1020B9-C53D-4C36-B03F-CB570E66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Representing Information as Bit Patterns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EF1961-CFB8-4EF1-971B-0BECB1A7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Chapter-1 (1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AA70F-E81F-47F2-ACF0-88FB4535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A21D47-C9A1-4FDB-BC45-DA092AC3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The Binary System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4FDCFF-040C-4BEE-94B3-322DF244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Chapter-1 (1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27F162-BE14-4756-A088-72BCB84D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5D4E6C-5C54-492A-B018-EE23D9C4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Storing Integers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338590-1AF8-46D3-BC23-16927C7A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Chapter-1 (1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5D49C7-AACC-4871-99B1-DF3138E2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56060A-7198-429F-B910-9DAA5A50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Storing Fractions. Data Manipulation: Computer Architectu...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7F3892-2048-4F38-99AB-86090845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Chapter-1 (1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43CDD1-089C-4E70-B033-91E24C27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E2B879-EA36-4333-9DE6-787A2A53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4712854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03A867-9F7E-4AC9-AED6-4F267B1F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6532C-43EA-4C55-B1B1-FB1E26DD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24D1D-D60C-44DB-BF2E-F401AC02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A7C10-AC02-4588-B112-B3A5E8C1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5B2F7-9DEF-4920-AB10-6BC394C6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46AE3-1B8C-491F-8680-471C2797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Storage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E7945-8B93-4E5E-B1A3-A53BC366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4BF61-CFCE-49F5-AE46-808C3188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Their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141125-ED65-427A-B068-BFF3D021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F91C47-9909-4EBA-9091-3BD608A2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Memory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3495B9-A292-4379-91EC-DABAD6BF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226587-253B-4FA4-AFAA-DE71E571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Representing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C2AB4B-6F46-4664-BE69-CC59F7F4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Information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F5D5F3-ED73-428A-B270-F59837CC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Patterns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AE1FB-0699-42D5-8663-0F9BA0EE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3617A9-4800-4415-B90F-F8BBF3AF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1385855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8896E5-ED86-4B47-979E-561B4D23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EB173-B1B5-44BB-ADD7-9AE8706F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58E0B-672B-4F36-9128-F57415CF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42FBB-4A86-4D5B-92FD-2F14FB19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105ED-A63D-4A34-A8C0-47DB1C9B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Data Storage: Bits and Their Storage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AC24D-B085-48A2-A810-9F59C326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Data Storage: Bits and Their Storage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88665-5DBD-437C-A586-8D957E0B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133AD-5B54-4C95-B53F-13D3387D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81663-3C0D-4BBB-AC9A-B2CA637F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93BDB-8573-4E4F-ADF4-A31B3E71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C14B93-8C5C-46E7-89C4-6129A55B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BE5C55-EC25-4D42-A483-746E38A8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7983F-E6CB-4087-9516-C41A7B16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216E7-03A2-4BD9-9777-69841486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8C3369-1896-4C0D-9BEE-DB21EC57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B0563D-AE6E-475C-BC54-7B191D2D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0811945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E36CF0-CB9C-4551-B9B8-2F007490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A6A91-C30D-4536-BBAA-8F6CDD5E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9FB11-EB6B-4455-97BE-14AFF2DD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947D2-6D28-4B6E-81DA-6FF930F5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1DCFE-2427-4B38-9DE7-51A415DF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4EFC2-DC45-42CB-89CC-486891E9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BC383-175B-4C61-B0A8-A1E129C3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EDA4F-06C3-49BE-A1A8-04BB345C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12AE04-D7F8-4F7C-A0BC-D48E12A3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Data Storage: Bits 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A788BD-B128-41DB-9920-34C772C2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482606-B309-4ADD-B5D6-C8E11719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C43CB1-57AD-474D-A23B-DD23AB0C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Data Storage: Bi...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E7EDA-D403-444B-BFF8-24182277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14F42-8C73-45A9-8E4C-1A07ECCD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20C2AC-38F8-410B-A57F-CA055655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Data Storage...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9E38AF-4DDE-40DF-8A1C-17187DB6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FED854-475E-4343-9B76-DAB1B20A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92495A-7964-41D0-AF35-37D88AA5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Data Storage:...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7B636E-07F4-4413-8DF8-54A3D5E0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EA0E19-B1AD-438A-AB15-9D53F604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020DC6-4561-40B0-8E74-12830BB0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Data Storage: Bits...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BED9A9-7EB5-4212-8804-67020BE2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129F50-FA94-4694-B6B0-9441DBEC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0667155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B9339E-6F57-4BE1-83E3-B0A63B0F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3D4F0-959F-44B4-A34A-55074C20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DBE4F-B569-42CE-8C7F-09F3ADB9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57BDE-07A9-4D1C-AB4D-49B00579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DF5AC-6CC5-41CF-A6BA-AAB7CABC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5CAD4-997F-496A-8021-122ED2FB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3513E-A5B8-4A26-9B01-11C637AA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6CA6A-7A8E-465B-A736-4A9F05E9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AC654-7939-488D-9D6F-2FA97577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380D4-DBA0-45E2-B839-0145FC95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B0329-6CBF-489C-8265-36E8FAE9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F5D57-29E9-40E3-B298-F096C1AC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64DF8B-F56E-4A4F-A100-BCC99640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EC2765-14CD-4D92-BBE5-A45648CB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8F92A-8755-4E3C-A5A7-D882E043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0828468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F4CA9-5D20-4EAC-8D54-8E8F132C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A0D69-9E62-45D1-AB98-F1E959A2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F534D-2356-442B-9993-8C9F62BE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DF32E-E4BA-4A82-BD51-85080294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D303B-4F52-4AEE-8287-7D346D72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A9F37-15AA-438D-8F8B-25875ADE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Data Storage: Bits and Their Storage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FE40CA-BAED-4A3A-8E4D-2AE0DB5C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E3093-2C8E-41E4-9BB9-D88D306A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8E912F-7BEF-4689-8D73-A49A5D2B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59D1F-631E-497B-AE8C-D2BF1199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7080A-1BA4-4DA9-8ED0-0C2F5A81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8821109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6553B-792D-4BBA-8A76-FB52A2F5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AE4A9-4C75-4650-BF76-4C65B24E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5E0D2-ABB1-480E-8BE5-69580DE7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F9A22-5089-4653-B8F9-1BEE6702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6547C-0019-4DC3-BD28-70A96FA7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Main Memory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CCEC1-E371-4B30-AB2A-DE6F56DD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Main Memory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76066-CDBA-4CF6-AFD8-E0783D05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2D94A-5D1C-40AA-9E5B-6B00C208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0B9EF-5398-4F72-B82A-ADFD0231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143B10-D516-491C-B425-7DA19E06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965B83-9620-44F2-BF13-FB90DE15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DD377B-F183-42F4-B71A-B587273D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C677D-C638-43D7-829E-B5A1520E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3D580-65C3-4455-A634-C9B81565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902A7F-2203-4127-B6AD-F20CE212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1BC6A-618F-48AF-BD9A-4A0FE31F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7667076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1E2422-3DBD-47C7-9A3A-6CE9423B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F0CE7-6F78-4EE8-B156-EF666775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63DC1-EB20-4121-A51B-DCAD0206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0DB18-DE80-41E8-9DD9-EE7FD013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A0DB8-1ECB-4DA1-902B-23FDE868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35175-7BCA-4CCF-B72D-B508C349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19B71-239E-4656-AEB2-1C3E04D3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121DD-D359-4B6C-AF31-51C813B4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74C2D-33ED-4CF6-A67F-72F4A38E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Main Memory.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59397-1647-4103-9675-6ACE37F8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4DBC0-DD6D-49A7-9027-D5694000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91FFA3-455A-4050-830F-0234B1CA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Main Memory.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2379A9-5775-42C9-8FFA-EA66C32B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ECA1D8-7886-436B-9BC1-2E6FE1FB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C16894-F2C7-4780-88A6-CFD99244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Main Memory.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569270-50A0-47B9-8337-0CA0BC35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9962D7-72C6-44B9-AE06-B35D10A1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91C243-AAB7-4273-B1B0-A353CF57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Main Memory.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B3B514-A2F6-462E-BE28-3C8FFB24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86DCC8-9DCF-45DB-95F3-5106E9CC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F4F024-4820-4CA1-B115-DA375C58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Main Memory.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02B02C-3905-4776-AD87-63ED9B3C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8F242D-8D6A-42A4-A20D-D7D1B216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1810060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58A5AA-9671-4797-8C07-BC20A671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68F62-FADC-4A91-AF51-139C9BB3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7803A-46E5-458C-9A18-D65E132F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33C69-093E-4995-BCB8-D36770E1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80369-5192-408A-8D35-5C91BFB7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9EDBD-F38E-4D09-9210-71B62A15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C89C0-FDE5-426E-B0AA-58D860A3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4DD02-ED51-4012-A1C6-47E3272B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8F0F8-4B4B-48FB-BBDF-88EFFFE1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DFA65-E4E2-41D1-A0A6-1F71CD60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8D6A3F-9864-4EA8-A0D1-BCC35D1C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1C6C6D-3AB9-4AB7-81FD-9D6531A4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FF87CE-E423-4A14-A91A-16140E8D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521E3B-E7ED-44A9-BA8A-2C1DFB02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C16C53-151B-48C7-95CF-898D8D2D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7022261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57837-BF48-4410-9312-CFC7D642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BF569-AABF-43BB-A88E-CB00C951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32339-F2D7-4616-9ACA-604E449A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44AE9-5282-4CF7-AF05-F0164F1C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AABC4-BE52-4EBC-AE40-8FD3D8C5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BF6EF-5795-4035-BD7A-A6247618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Main Memory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208C7-978C-45E1-AA78-AFE44C62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82855-EEDF-497C-8B71-266C43EE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CB83F-5EAF-46A6-9699-B0D776D5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443D5-6401-4988-A491-356D2069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B5C0B-019D-4DE4-A798-2228F4BA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52239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A529B4-BCEE-473B-860F-A3A389E8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080A5-3321-42A2-B8BC-29CFFAD4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3C7279-3994-4487-BAA1-388BEBE1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3DB08-46B9-45C0-A7A4-85B4B518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48681C-B2C6-4CAA-80F4-0F1AF216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Mass Storage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D7875-35DA-4B55-B9F0-75F5672E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Mass Storage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C54C8-A970-42AB-B50E-C2B7B049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D863E-D463-4C8D-BAEB-B69A7740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8A660-4F34-40BB-B814-69D3B160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A3809-78B9-48FD-8A4B-F3B7FD17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2A61B-DCA8-495D-AAC6-1EC42573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9B9527-AA30-4EC0-933A-627EE05F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29F1A-6975-4CC0-96EE-A4B44284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116672-7FA0-443A-8F29-117FB81C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2F73C6-59F4-413E-A0DE-77CB2134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49E633-CAB5-4748-B66E-0A82A4E7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4046358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BDBB03-033F-4318-B063-4A157A08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9BABF-48CA-4FA0-B5CD-6589EB09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03C80-FBFF-4253-8767-1FA588D8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ED864-8F8E-4E91-B6F0-D98C7F2E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17060-403A-4BF1-82AB-E6969342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E84F9-1956-45D3-8268-72F3360D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04692-0509-4408-990F-90E0A7B8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02C6F2-CE37-4BEA-8175-30626FD4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8F5EDE-A841-44ED-8D75-EC4BA89E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Mass Storage.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BA11F-58D8-407B-B817-4B8AE710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06C92-920D-4D93-B5D9-CC4F157F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35049-406B-4AC7-877B-845FF908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Mass Storage.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A8177E-5EF9-418E-A452-DC908715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BB0D5-FAE2-4A44-929D-39175056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2874B-F3CA-4727-BE8B-5E6C43AC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Mass Storage.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972D90-0D39-4FDE-9C75-043E3D1B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9768A3-9B99-4FD8-B9B8-7C4ED787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DBD982-B9EB-484A-9C10-0198EBE8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Mass Storage.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3BF61D-22BB-4C93-9772-27621F56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065738-42D6-4E4A-B8A6-284786CF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C9A35A-BEAA-44A1-AC21-5AA9B6BD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Mass Storage.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9EBAE2-4B55-4DE4-A97C-516F87DA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9B8878-6100-4750-A149-88A97C60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93422176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A048E2-89CA-4E76-9C1C-6EF65890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1C6BF-DD94-4D27-ABF3-2CFD142B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8BA43-29B2-4F29-BCEE-4A5FEECA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FBCF9-F8F7-4D7A-9379-E065950E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43FC5-3CA5-4087-97C3-AF6FC547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5F5BF-D2D3-4E6C-A492-F49AB44D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D7D45-3C69-4AFF-929B-292F8ADB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EEDEB-E4F7-4B8A-A97D-56A70D79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342CA-9A75-4962-B541-7380989E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4D0EB9-17D9-44F1-B85A-765D3CE2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998385-C97A-4956-9E9E-25CD0D55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76A86-F5F1-483F-9098-F8EAAA2C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843FD3-7753-4F85-AC83-11745837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A450FD-5945-4D60-BE2B-C1D27A59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27C85A-D493-4253-872F-8B56333F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92788906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AE2C80-9594-4F5F-9DFA-3D4A3EEE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F77F5-E1E2-4796-B768-25BDE6E4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B91D2-2AF1-4226-9E7B-9B37DE84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1E6F7-9CA6-499F-A993-C58878D9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B9EE8B-CF34-403D-87BF-F8438875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E144C-1096-42A5-900D-41D2A4C2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Mass Storage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660A2-28EC-4BE7-94F9-43F5B13E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090B4-B425-4EED-88B6-E6734F2F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25F17E-7AB7-4788-A5B9-021BB26F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01E6F-5C7E-400A-9D96-9AC590E3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86704-4391-4D44-A1E2-1536444D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1939562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023145-420D-451B-A814-666B9200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23468-4AE1-4D45-A67F-A8E02A56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C031A-6621-4836-A018-CFB4EA08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604B3-B8ED-4B36-AA84-C1D6C0B5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6583C-7985-4085-AC61-848FDF64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Representing Information as Bit Patterns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2D726-E7E1-4EC5-AD9E-FF8008D3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Representing Information as Bit Patterns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49244-C3DB-43AB-BCAB-AEA0566B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E9113-9EC3-4235-BC8A-FDCCC539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33B75-B253-4A79-B9F0-F906820D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B3FE1-B7F1-4D22-8D3B-AE791940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0FB9C-F280-4464-9EF0-249890FD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E6B7E-9556-4CF8-B4AD-FBFCC905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5BF572-866E-4B0D-AEAB-7444DF36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E2BE26-557E-4BDE-BBA0-924FA87D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EC495F-7E07-4878-9C07-0E10A4D1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AFC36A-0568-4A26-B7E3-2A0FEC0E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9555885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78B53B-EEC6-443A-98E0-CA551530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D148A-CF11-443A-BC55-15DF51FD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28F22-F502-4A0E-9B25-615DDFB1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635C9-19E4-477E-9FA7-81E8B178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9C3C1-E207-4E98-B380-48116BD0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51344-7C36-4F60-8911-8981EE07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8EBD27-C819-45A6-81C4-347CB83F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D1523-A4BF-4A82-B20D-D0AA9347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7DE06C-9069-4236-B73D-25453C5F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Representing Informa...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0F8BD9-0F98-49FE-AEBD-5D3CEB4E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77BCC-8B6C-499C-A604-CE82FF49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6B491B-4714-4668-9ECA-97BB1859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Representing Inf...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84BBE2-CD34-45D7-B8C6-83F648AE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15896-71D9-41C8-B99A-81C91F86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268499-DD65-49FD-8CB6-07ADD5CB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Representing...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A06F68-5DD0-491E-ADD6-8A68A561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A50B80-725A-4CBC-A605-49B971AE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E4AFE0-8A17-40BA-A107-6AAA647B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Representing...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F28FB5-651A-47CA-9F47-0CF83C62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4516A0-A4A3-4E2F-AE90-42FB85FF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8BEF6B-D4BB-4D68-8147-29871A3B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Representing Inform...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DCC6F5-66E2-48DE-A327-32CC21F7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3FF1FB-E7F2-414D-8A96-0E67141F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67143229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24AEF9-8585-448E-964F-D986B940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6B9C1-7812-4C59-80F9-07509452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C310D-604E-4CFC-B75F-CE462BE5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E9BA2-C254-4B49-AC5E-0070EEB7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6EED5-0D91-40E8-BB95-28394F3F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280A0-1328-41B8-92A8-3DC40667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7211B-BEAE-43F4-90A1-8B249368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EC806-48BB-40A9-BAA9-2FAB0B4C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2F8E68-2596-4A29-9773-9F65997D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B645E-6282-48B3-A77C-42E2ECC9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ACADCC-0384-4EA6-BB5A-77DE250A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BE36F-8F30-4041-9517-2D6D0740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65AD98-9428-4FE9-9516-1B1A89E2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E25177-A84B-4C16-B01F-8212A368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161DDB-E3A4-4416-A7BA-68B09181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5718243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3925E-35AD-4C4D-84A4-403201BD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AEED5-5E3D-46F6-BDB7-5687A91C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093FB-2B7E-4C84-AA50-E708FB10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D7EA9-ACCF-4C65-8483-DFF9FF90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BAFB0-CBBA-425D-B320-3FAC3302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C2EB3-3821-4CB6-939F-D4C798D8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Representing Information as Bit Patterns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CF773-FD39-40C3-B222-BBB5F836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14E75-BBFE-4D9C-AA95-B84E70D6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8617A-545C-4A42-BF70-7B53435F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B66B69-8EF4-42CC-9C79-FA68473C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3429C-525A-4B88-B13F-483BD386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3897440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F89F38-C2EC-4A25-AB78-65D0953F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637C0-819A-4BD3-B1EC-6DC20610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DB498-E0C6-4D20-83D2-0DBD64D0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7106B-F12C-401F-B87E-F4BB02CC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20E52-AF2B-45C8-9B68-01BE0429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The Binary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A4C5B-9B71-4B6E-B4C6-2950C616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Binary System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F4ACC-BC24-4E26-8192-B1CD49AB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8268A-EFDF-444C-9FE5-010453F1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581B3-3607-433F-BED0-D2578155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1EDE5-0293-4CD9-87F8-3530628B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A9266C-F4E2-4FD0-8C21-D5C082BB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9B07E-6860-45C4-A8D9-DB39A7FD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7B0CD-2E97-497D-9C87-AAD7BFBF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115308-ED86-496E-8AB4-2EDBA532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DFA5FB-0348-4B92-85EC-550F2D9F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BCE4FB-F529-4DCC-A2BE-FD062312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8052867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D1D108-0CF5-4449-AF1A-C5372EB5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2650E-763F-4307-88BE-1C1E921A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FABB2-1CC4-4247-BB51-7EC49F7B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50A72-8775-4335-B168-FD58ABBC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DB0E4-CF6F-4AFB-AFF6-7389F970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ED366-5C96-4198-9FBB-294986AF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209FC-6EB6-4B14-ADCA-06131DF9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0A989-67AD-4629-99B6-B186AACF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0FD02-1A43-446D-9BD1-813495C5A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The Binary System.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D5B553-18F8-46E9-9BD9-36F0D61E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A1619-7233-408F-9657-D865BEB0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B19AD-3FD8-454F-9288-7E5D068D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The Binary Syste...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E7A6DD-80BF-4D05-93E8-E8E4AF66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E900D0-1265-442B-8AC1-B10275CF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B0385-C504-49E9-AE29-8C74B47F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The Binary 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86D4C2-7FBA-4585-A04E-F5E88618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2D5A3-DFF7-48EA-B787-678966A0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F0B5B4-1F92-46AF-860B-0C0A3529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The Binary Sy...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41F830-7A5D-4BB7-BE2C-02464C23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D3981B-98D1-4617-B859-7D177795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BE9B9-EDA9-48E9-B54A-4F0BB98F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The Binary System.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B90C9F-131C-41E5-B7EF-DB1BF9EC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95ED42-E353-4EED-B459-4AD38467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32667008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775BF8-0D43-4345-8074-D9604026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80339-5EBD-450D-9229-5C6C6754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8DC41-BA0F-4B2C-B3AF-EDE69641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24C42-97A4-4704-B55A-807D58DD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0D77B-7F8C-4E94-B747-3FCA99D6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6E520-A2B4-4F06-BA73-4023E815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7E253-7642-4A8B-830A-D76FA7F3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CA84B-9D49-403F-AAAC-04B09A13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7779C-B4CD-4810-A501-6EEE87FA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0D9FD-E1B1-41B9-BC38-6F96445D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35098-8B7F-490A-9B8B-B79EB8F2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6BA60-921F-42A4-A392-45C4A09F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EEE5C-5125-4BEB-9397-E8471FA9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8EB897-BBD9-49FD-81DB-58F672CD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63DA7-2E2E-434B-81DF-2FC8B83D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6457832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AD79B-8299-419C-8154-FF337FD6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4F529-25A8-4177-AF68-99A06812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F395D-B246-441E-A34C-7B1BDE57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1F09E-8DA3-4FF0-AFE2-A7D00753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7B3F7-25B7-44A6-AFD2-7FF74E4B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1AD36-01A5-4AA0-9DF6-3510C881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The Binary System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BB6413-5A55-41D1-BE2A-E39479E4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12D50-64EA-4625-89DE-7717EC55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6975D-8A31-4795-B1F0-B02B45DB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636EE0-3DE9-479D-8BF7-B5EE5B84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3994F9-7AC9-4F19-ADF0-E76D7274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7006441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8CB06E-AB56-42BB-823D-AF2CD684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55B9C-2F86-4096-AECC-A3B231EB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BF6B4-9928-4DE0-BB54-CD9B660B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6B6BC-612D-45AF-A42B-F0671277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D7A9B-CA7E-4CA3-A103-6690158D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Storing Integers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A3C3A-604D-403A-88E6-6FD1C550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Storing Integers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0F1F9-0603-43A2-A5DA-260B5F9A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404A9-D83B-40D3-BD1E-67004AE4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48C23-608E-4577-8724-DAB421DA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AE245-9A7B-49B7-80F1-EDEC24B2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D3AE8-2A1B-48D6-AE8D-CE05A6A8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2AB33-50AE-49CF-8732-EAFF31DE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C877D-F462-4FB9-96DA-903D246F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02B992-AD25-43F2-8857-E3A47488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5587C2-04FA-4C38-9943-4EE0FF47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781A33-AEA8-4F5E-B661-43C3270C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30086567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B02597-51AC-4F8B-BC5A-AF6DBBEA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CCD336-03A7-48A9-8958-C5AEC659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6960D-5A69-4229-80E3-448D8ADB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D6C72-3C4D-4CA0-9FC0-A9B34F48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CB051-3499-4058-BBC2-A1D5CADC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4DD0C-F2F3-4D6F-AE3D-CCFB06F4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020FD-8868-40A4-94DF-48B4253D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4498D-3E8D-40DE-A128-29E81011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8117C6-4176-469F-BC8F-936DDCEF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Storing Integers.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98D445-F1A9-4EDF-878F-B9853B3B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750E9-C2FD-4E1D-9199-95B6CA65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653DA-08F8-41C4-BFA5-C665BE55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Storing Integers.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03851A-EAA6-4DB6-A745-E86E49D2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8AA873-5919-4FE0-BFD2-528E9972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1BC88E-81DE-42FD-9887-1144E1E2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Storing Inte...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8D6694-66CC-4DDA-B43E-92F55153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B8ACFA-DA4B-4A36-9429-2A2DC079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F34CB5-09CA-4FDB-8E6E-162EB193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Storing Integ...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DE4445-CEE1-499C-AB21-7D0B4370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C8506-740A-42ED-B247-FEB32F0B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196CC-6B5F-4AE5-A8F0-57C14FF7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Storing Integers.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801DB5-D6B3-485D-9297-8BE236FE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9C7103-8D65-4BF2-B5EB-9963D645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07976761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AD4EF7-7CE8-4945-9E0C-65D9E419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DB239-2BE3-45D8-8F8E-DB9130C7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A2D41-ED25-4AF2-9E85-DC51189C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6981BF-4A9C-4FC9-AB6C-49E50782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D0351-FC14-430A-A4B9-969A53CF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5E47D-5D9B-42F9-8FE8-AC9E71E2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85AFF-5C36-4DD7-AB57-FDA0DE8D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00BBE9-F2D8-4056-9BFA-845C78E3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15614C-3388-476C-B344-A1223932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14C8F0-8C84-449C-8317-0797E6D3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93C22-A760-441E-92F4-D84D8341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D6E93-5159-4A95-A65C-337CFDBB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E6088A-BB69-42B3-8DC0-6D57A93D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78FAC0-238B-4D89-8FDE-384B7D3E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A4BA10-E36F-4FD9-B62E-9CAA9DE6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95602478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69CA51-2AB8-4C89-91AE-D9A09F7C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DE8FA-0115-4FA4-9765-1FF3004E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623CE-B4E8-4FC5-B564-265A4CD0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B356B-18E0-48E5-A29B-6B02120C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D9C6B-41C9-446F-9EC6-754BF845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BCA5A-9639-4260-9D24-84109206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Storing Integers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401957-1E70-433D-B809-2A970D8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18F29-EFF4-49B7-8817-40E29012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953C9-37F8-40DF-8C1B-1A901DB7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DB485-B865-4A3A-9E81-45792119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819E08-EBD7-4FA8-8ACC-A57D91BC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00234345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A4977-9D7A-4130-BD2B-55336E4B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F0D47-9ECE-4A73-A493-741C6091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C5C50-1FD4-4614-8C98-E699C053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0183D-B96B-4078-881B-3B5DE091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A681E-A352-44BF-A860-A37CE602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Storing Fractions. Data Manipulation: Computer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057C8-875F-4115-89A5-7233D719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Storing Fractions. Data Manipulation: Com...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1F3AC-9422-4AE3-BB92-5561F110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1E1CB-9F2E-469D-AD2A-D90FAD94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FE4AAC-5930-4F04-B126-A3D8E2BA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D61A16-EC2C-4270-ACE0-926D1B5C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CB9AC-FD69-4029-BE8B-4FD73422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77FC82-1E86-40AE-A8CF-D79C9E0F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D6601A-7A79-4F3F-A906-558BCF1A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DE02C4-888A-4C79-9971-389C0651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733313-138C-4DE3-9F93-772C27F4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645621-53D9-4750-BAAA-7A7FDB9D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9776454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1CD6FE-CDF2-4D78-85F0-6F9CC1D7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ED49C-8F6D-4848-B5CD-50179A41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63D24-1AFC-4AC5-A2D8-8BD64E79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2E07A-8B70-4860-A7B1-C26D00E7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87C4D-153C-400A-9FDE-B4FDD15F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8F4D4-F947-46C6-9EBE-7EA766AF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2BC2B-5B5D-4822-A08D-E3DC78E9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BA07E7-5E23-4ED6-9129-C79F4FA2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9A787-0594-467A-96BD-FC5402DB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Storing Fractions. 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425BCF-50CA-4BF0-AB53-3BD7EFE1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66491-CD3D-4554-9D88-829CF3EF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535B5C-4E6E-4B57-855C-72DAFF96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Storing Fraction...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CE692-FE68-47EF-B993-ED1E3EE9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33A3CD-847E-4F93-9E72-E8819AA9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DC65B2-034F-4D6B-A618-8A45C73A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Storing Frac...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F71689-0A36-41EB-BF21-758A7690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41A474-6210-4F06-82A1-02A47AF0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52D9B0-C83C-47EC-B961-1B0D7DED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Storing Fract...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E8427F-370A-4EC5-BE63-A13E2C4E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EB34AB-5A21-44C8-9EA3-96FD5944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EE1345-99EC-4AB9-AB2B-FDAB0479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Storing Fractions....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9FD0C5-1534-44C2-ACAA-7BA704EE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4A6007-380F-4270-8378-87D8BBA1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96028240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FFE2A7-3EBA-4AA0-8501-349DAEBF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2AFC5-1481-47C9-A0F0-80FA7258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A8C319-1554-4A0D-AD9A-4593218E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304AE-72BC-47E4-8278-70C81BD6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7719B-A360-498F-AFF4-3F433087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6970D4-AEC1-4EBA-AEA9-221E6443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A554D-4058-440A-BA80-BB9A58E2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52F4F-4690-42E8-9B98-678DA1FA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5A40D-0CCE-44F6-88C3-0AC42E8E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088ED-4E2F-4B29-B554-134400C6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22E07F-A51D-4924-B0D4-8B89381A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8FD8E-D94D-466C-8169-3FA46078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A78F66-8445-4095-B6E4-4050F66E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83A2F6-EED3-4B1A-AAB3-50EC4594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A5038-5A7B-4DE9-AC54-11316E60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73383526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3A5081-25C1-4367-BC46-1E6C81EA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8D437-B8CB-4E0A-B0A5-EF13CBE2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55F37-CB9A-4E5C-A73C-CA770CC9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D5E45-69DB-42AD-9F69-75EADA59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DB532-F8D6-4B1F-9079-53ECCB66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0C78D0-3EE2-49E1-8D18-4DF751FA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Storing Fractions. Data Manipulation: Computer Architectu...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3732F1-671F-45B9-85B3-F1EB7972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5790D4-18B7-4CB0-9C00-D6AF944C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03C19C-DF1A-4536-8724-A7F42AD1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B403BC-650F-43EC-814E-B4618C56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FD508-859B-4782-ADAB-F5ADCFEF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86514226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9EAFBA-97DA-453D-9662-E5A59628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2D0A2-E922-427A-B365-1CF10151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19F24-26FF-4238-B8AA-BB07E894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A4CC1-57BC-4031-BF54-6CCB6416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9A7E3-5B78-4823-9359-F6672CDB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Machine Language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4DD35-098E-4CEE-888B-A1549DFB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Machine Language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B4368-44C1-4465-8FF5-DCD99D35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76A35-967F-4806-BD54-202F1145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A750E-6BBC-4D05-9983-2AB53D38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EB9F8C-09FC-4010-8DB6-15AF6384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6DBA2-8627-4583-BA34-3EBC1476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B19048-ADA2-4FBE-9885-7DA50A98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A73AEA-98AF-4FFE-8EAA-278CB975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02DF8-4E06-40CD-9135-8D33E6E0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DB64EA-DB7E-43ED-96DC-9143F456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9D9EB-3350-488C-99D6-C6A972BD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64602210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56300E-0C99-4200-88CE-88B2A077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37987-EFDA-46C4-A708-695C38E2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7FC74-B230-4A86-AFB5-BA1AB504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6E8C00-E084-475D-8A17-41AC1EEB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02BCA-00A8-427D-97EE-8E9D8341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F6914-649A-4B4F-B5C1-535F78B2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62A753-159F-4BE2-9FBF-A01979F1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5F7F0-9F91-4B6F-8ADD-0FCF16C5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79816-BD77-4E11-A1A5-0ECC9E62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Machine Language.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363E5-B9BA-4614-9B94-45068940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A6C22D-F111-4DF8-B09A-55C36320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275AEA-4929-43C9-A309-AC15B87F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Machine Language.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340FF-A583-4551-BD3E-CD054A5A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10F93B-CD9B-4AE2-BA66-359EE47E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82EE69-197E-4C44-A324-0FCFDDB3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Machine Lang...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82FF8-8F10-4AB7-9EBB-448449A6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AF3719-5C83-4848-9E7C-E1985F24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1D24FF-E716-4A12-AD0D-A4697359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Machine Langu...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C44345-F59E-41F6-B6DF-BE245CFD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275745-92E3-4FAE-B7C9-B940A046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159B74-BD1D-4308-8D6C-87B89CB5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Machine Language.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C5493A-923C-4EDF-8CE3-24EA59AC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0EFE3E-D252-4B57-B0C3-6891D511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52749252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5F17A7-9EE5-404F-A325-D1E428DF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9DCCF-0018-4AFB-9FAE-A205CD70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8F7A3-98AF-4ED4-9C11-2F1C74BF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73FA0-F515-4046-AD57-19A5ECE2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FD089-D8FF-4E2D-BF08-2090EBCD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B0CFF-815E-453A-960A-65A7203F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A35D0-54D6-410E-B919-B55B6B31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FC41B-EA5F-4E92-94A8-8EC12A23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96857-86BD-4CCD-A418-17D29E43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18418-64B7-4611-9C82-3B85346D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7FCAC-E8CC-4D72-BD7D-5099D013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A96D9F-71C7-4DEC-8C5F-A816CACB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9DB975-E8D2-46BE-AAE2-72C55507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2BDAC2-4342-40A8-9816-9D439270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3D21BB-7F6A-4E70-A34F-63D00554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1719615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8CA28E-AA0D-47F0-82E1-038A23D5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A53FA-9D95-4E41-BCE9-6E4F5616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75D1D-184A-439B-8FED-4C81F9A6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EE4D3-59E9-47CC-A5FC-AE6BF46C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AC7D4-9DFC-465D-8CF9-57E2C549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8283D-7943-430D-933F-797A5D14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Machine Language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5DDF5-BC13-4834-9BF7-BB23BB1E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D224E-F1A7-40FD-884F-0D1A315E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9AEAA-93F7-48A0-B7A4-243E0DBA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4574A-1E90-4FA6-8C5B-46CFE038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3F18B5-5A70-477A-8A19-1739CC38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82482288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DE0EF-4D5A-4275-BD5F-CB4318AC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B475C-9422-4BD9-B1D3-3B5EE024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10B3C6-C814-4503-8EC7-C0F2CCA6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F2193-552B-445D-B448-4289E415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CFCF0-9664-427C-AAF4-DAF8BF14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BEBE6-782E-40DF-8DAF-6FC4090B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93878572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C4371-353E-4512-BF09-D98D9CC4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499B9-833E-4B64-ABC0-221F4D05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567CF-27AD-4F4E-B58D-A1FD3369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8BB50-96B6-4643-BD91-D9BF9093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A519B-A493-48D5-9F8C-2EB03D09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Data: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Storage: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Bits: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Their: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Main: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46BD5-B1DD-4211-B49F-804ABEBD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86540590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D2106-55D4-412B-96EE-38A2053B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AB376-369F-4AC9-B648-A83A4983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9FE06-0521-4E4E-8D68-40BC3D8D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0A567-9A3A-4BB9-8886-51195C63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387CC-645B-45D9-880C-00851025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Variables: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Decision/loop: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State update: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Output: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5669A-14BD-4F68-86DD-3CA12563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37231991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FAB663-81E3-4AFC-8500-B6876A68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8E3AD-005D-4ECA-93C7-684D191C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70E08-BEC3-44E2-B1A1-1C581F4E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19A59-905A-4071-A208-2CA70401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E4697F-AE6A-4E3C-8818-BA1EBBD2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Pasting code without explaining data flow, control flow, and the point where the output is produced.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10789-D807-4A20-8D7B-CB29CE69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49732082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7943F-6CA0-4BB5-ADC7-562D68D0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0EBB9-0ED9-4EE7-A641-28C4AA8F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0A050-B761-41DA-839E-E8ACD878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046F2-628A-4727-BD20-36FE29CE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79F18-BE7F-4F80-B868-8DF8632D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Data Storage: Bits and Their Storage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Main Memory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Mass Storage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Representing Information as Bit Patterns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The Binary System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7D2FC-5696-4798-A2FB-F297CAEC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061F6-F0DF-43E5-80A7-82986EDF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20A2F-58A3-4D84-8193-F2207709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3916471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2026-08-24T16:02:50.6590000Z</dcterms:created>
  <dcterms:modified xsi:type="dcterms:W3CDTF">2026-08-24T16:02:50.6590000Z</dcterms:modified>
</coreProperties>
</file>