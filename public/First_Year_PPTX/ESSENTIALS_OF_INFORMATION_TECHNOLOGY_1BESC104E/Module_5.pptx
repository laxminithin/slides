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cb1057306d4849" /><Relationship Type="http://schemas.openxmlformats.org/officeDocument/2006/relationships/extended-properties" Target="/docProps/app.xml" Id="R5edab924b0ea4a07" /><Relationship Type="http://schemas.openxmlformats.org/officeDocument/2006/relationships/officeDocument" Target="/ppt/presentation.xml" Id="R8a7a5afb51144b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5820d2a17040e4"/>
  </p:sldMasterIdLst>
  <p:notesMasterIdLst>
    <p:notesMasterId xmlns:r="http://schemas.openxmlformats.org/officeDocument/2006/relationships" r:id="R5904bcd951404e7e"/>
  </p:notesMasterIdLst>
  <p:sldIdLst>
    <p:sldId xmlns:r="http://schemas.openxmlformats.org/officeDocument/2006/relationships" id="256" r:id="R21c5d40b83b34d31"/>
    <p:sldId xmlns:r="http://schemas.openxmlformats.org/officeDocument/2006/relationships" id="257" r:id="R0214d74e638145f5"/>
    <p:sldId xmlns:r="http://schemas.openxmlformats.org/officeDocument/2006/relationships" id="258" r:id="R727dff55affb4619"/>
    <p:sldId xmlns:r="http://schemas.openxmlformats.org/officeDocument/2006/relationships" id="259" r:id="Ra731df2de3354556"/>
    <p:sldId xmlns:r="http://schemas.openxmlformats.org/officeDocument/2006/relationships" id="260" r:id="R41459a7c3d584cf3"/>
    <p:sldId xmlns:r="http://schemas.openxmlformats.org/officeDocument/2006/relationships" id="261" r:id="Rea9776e9eeb1493f"/>
    <p:sldId xmlns:r="http://schemas.openxmlformats.org/officeDocument/2006/relationships" id="262" r:id="Rd88b049b8f4d421a"/>
    <p:sldId xmlns:r="http://schemas.openxmlformats.org/officeDocument/2006/relationships" id="263" r:id="R98b01b61a1bc4518"/>
    <p:sldId xmlns:r="http://schemas.openxmlformats.org/officeDocument/2006/relationships" id="264" r:id="Rba0e443bc53b406d"/>
    <p:sldId xmlns:r="http://schemas.openxmlformats.org/officeDocument/2006/relationships" id="265" r:id="R06571a516858448d"/>
    <p:sldId xmlns:r="http://schemas.openxmlformats.org/officeDocument/2006/relationships" id="266" r:id="Re97bc10dded6479c"/>
    <p:sldId xmlns:r="http://schemas.openxmlformats.org/officeDocument/2006/relationships" id="267" r:id="Rc2cf1942b8594d1c"/>
    <p:sldId xmlns:r="http://schemas.openxmlformats.org/officeDocument/2006/relationships" id="268" r:id="R9a43ff0487f8406b"/>
    <p:sldId xmlns:r="http://schemas.openxmlformats.org/officeDocument/2006/relationships" id="269" r:id="R988ee581eb604930"/>
    <p:sldId xmlns:r="http://schemas.openxmlformats.org/officeDocument/2006/relationships" id="270" r:id="R6e3a8ca219d94af5"/>
    <p:sldId xmlns:r="http://schemas.openxmlformats.org/officeDocument/2006/relationships" id="271" r:id="R6fa8a1839bce4837"/>
    <p:sldId xmlns:r="http://schemas.openxmlformats.org/officeDocument/2006/relationships" id="272" r:id="R4058acadbe464fba"/>
    <p:sldId xmlns:r="http://schemas.openxmlformats.org/officeDocument/2006/relationships" id="273" r:id="R8f4cc3cfb13041fb"/>
    <p:sldId xmlns:r="http://schemas.openxmlformats.org/officeDocument/2006/relationships" id="274" r:id="R01b7afeb9a794bc8"/>
    <p:sldId xmlns:r="http://schemas.openxmlformats.org/officeDocument/2006/relationships" id="275" r:id="Re0a8e506e58d4ec7"/>
    <p:sldId xmlns:r="http://schemas.openxmlformats.org/officeDocument/2006/relationships" id="276" r:id="R563ffd134ae04ce2"/>
    <p:sldId xmlns:r="http://schemas.openxmlformats.org/officeDocument/2006/relationships" id="277" r:id="R0e673b284f274094"/>
    <p:sldId xmlns:r="http://schemas.openxmlformats.org/officeDocument/2006/relationships" id="278" r:id="R15f461edd140453c"/>
    <p:sldId xmlns:r="http://schemas.openxmlformats.org/officeDocument/2006/relationships" id="279" r:id="R4c22671f4ab149b7"/>
    <p:sldId xmlns:r="http://schemas.openxmlformats.org/officeDocument/2006/relationships" id="280" r:id="Rbc1daf956be74516"/>
    <p:sldId xmlns:r="http://schemas.openxmlformats.org/officeDocument/2006/relationships" id="281" r:id="R58367e075da64b5c"/>
    <p:sldId xmlns:r="http://schemas.openxmlformats.org/officeDocument/2006/relationships" id="282" r:id="R4e4adcf5a01445ec"/>
    <p:sldId xmlns:r="http://schemas.openxmlformats.org/officeDocument/2006/relationships" id="283" r:id="Rc01c98a61dd84303"/>
    <p:sldId xmlns:r="http://schemas.openxmlformats.org/officeDocument/2006/relationships" id="284" r:id="R5cee8eb2faba46a1"/>
    <p:sldId xmlns:r="http://schemas.openxmlformats.org/officeDocument/2006/relationships" id="285" r:id="Rea7192a53ac94020"/>
    <p:sldId xmlns:r="http://schemas.openxmlformats.org/officeDocument/2006/relationships" id="286" r:id="R9378b146d61546f4"/>
    <p:sldId xmlns:r="http://schemas.openxmlformats.org/officeDocument/2006/relationships" id="287" r:id="R2dd31064c32443d7"/>
    <p:sldId xmlns:r="http://schemas.openxmlformats.org/officeDocument/2006/relationships" id="288" r:id="R4d84ed667d8c4711"/>
    <p:sldId xmlns:r="http://schemas.openxmlformats.org/officeDocument/2006/relationships" id="289" r:id="Rbb6e56ca8bd343c3"/>
    <p:sldId xmlns:r="http://schemas.openxmlformats.org/officeDocument/2006/relationships" id="290" r:id="R58ad7dade1754a38"/>
    <p:sldId xmlns:r="http://schemas.openxmlformats.org/officeDocument/2006/relationships" id="291" r:id="R4a5d05065441459f"/>
    <p:sldId xmlns:r="http://schemas.openxmlformats.org/officeDocument/2006/relationships" id="292" r:id="Rf82001a3f38e46c6"/>
    <p:sldId xmlns:r="http://schemas.openxmlformats.org/officeDocument/2006/relationships" id="293" r:id="R2378bedab9b64990"/>
    <p:sldId xmlns:r="http://schemas.openxmlformats.org/officeDocument/2006/relationships" id="294" r:id="R3206d0b06ca84888"/>
    <p:sldId xmlns:r="http://schemas.openxmlformats.org/officeDocument/2006/relationships" id="295" r:id="R0652b4db6a4d46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00c364199649c3" /><Relationship Type="http://schemas.openxmlformats.org/officeDocument/2006/relationships/slideMaster" Target="/ppt/slideMasters/slideMaster1.xml" Id="Red5820d2a17040e4" /><Relationship Type="http://schemas.openxmlformats.org/officeDocument/2006/relationships/notesMaster" Target="/ppt/notesMasters/notesMaster1.xml" Id="R5904bcd951404e7e" /><Relationship Type="http://schemas.openxmlformats.org/officeDocument/2006/relationships/presProps" Target="/ppt/presProps.xml" Id="R41ca3dcf7f1c4800" /><Relationship Type="http://schemas.openxmlformats.org/officeDocument/2006/relationships/tableStyles" Target="/ppt/tableStyles.xml" Id="R4898e4fc01444d4a" /><Relationship Type="http://schemas.openxmlformats.org/officeDocument/2006/relationships/slide" Target="/ppt/slides/slide1.xml" Id="R21c5d40b83b34d31" /><Relationship Type="http://schemas.openxmlformats.org/officeDocument/2006/relationships/slide" Target="/ppt/slides/slide2.xml" Id="R0214d74e638145f5" /><Relationship Type="http://schemas.openxmlformats.org/officeDocument/2006/relationships/slide" Target="/ppt/slides/slide3.xml" Id="R727dff55affb4619" /><Relationship Type="http://schemas.openxmlformats.org/officeDocument/2006/relationships/slide" Target="/ppt/slides/slide4.xml" Id="Ra731df2de3354556" /><Relationship Type="http://schemas.openxmlformats.org/officeDocument/2006/relationships/slide" Target="/ppt/slides/slide5.xml" Id="R41459a7c3d584cf3" /><Relationship Type="http://schemas.openxmlformats.org/officeDocument/2006/relationships/slide" Target="/ppt/slides/slide6.xml" Id="Rea9776e9eeb1493f" /><Relationship Type="http://schemas.openxmlformats.org/officeDocument/2006/relationships/slide" Target="/ppt/slides/slide7.xml" Id="Rd88b049b8f4d421a" /><Relationship Type="http://schemas.openxmlformats.org/officeDocument/2006/relationships/slide" Target="/ppt/slides/slide8.xml" Id="R98b01b61a1bc4518" /><Relationship Type="http://schemas.openxmlformats.org/officeDocument/2006/relationships/slide" Target="/ppt/slides/slide9.xml" Id="Rba0e443bc53b406d" /><Relationship Type="http://schemas.openxmlformats.org/officeDocument/2006/relationships/slide" Target="/ppt/slides/slide10.xml" Id="R06571a516858448d" /><Relationship Type="http://schemas.openxmlformats.org/officeDocument/2006/relationships/slide" Target="/ppt/slides/slide11.xml" Id="Re97bc10dded6479c" /><Relationship Type="http://schemas.openxmlformats.org/officeDocument/2006/relationships/slide" Target="/ppt/slides/slide12.xml" Id="Rc2cf1942b8594d1c" /><Relationship Type="http://schemas.openxmlformats.org/officeDocument/2006/relationships/slide" Target="/ppt/slides/slide13.xml" Id="R9a43ff0487f8406b" /><Relationship Type="http://schemas.openxmlformats.org/officeDocument/2006/relationships/slide" Target="/ppt/slides/slide14.xml" Id="R988ee581eb604930" /><Relationship Type="http://schemas.openxmlformats.org/officeDocument/2006/relationships/slide" Target="/ppt/slides/slide15.xml" Id="R6e3a8ca219d94af5" /><Relationship Type="http://schemas.openxmlformats.org/officeDocument/2006/relationships/slide" Target="/ppt/slides/slide16.xml" Id="R6fa8a1839bce4837" /><Relationship Type="http://schemas.openxmlformats.org/officeDocument/2006/relationships/slide" Target="/ppt/slides/slide17.xml" Id="R4058acadbe464fba" /><Relationship Type="http://schemas.openxmlformats.org/officeDocument/2006/relationships/slide" Target="/ppt/slides/slide18.xml" Id="R8f4cc3cfb13041fb" /><Relationship Type="http://schemas.openxmlformats.org/officeDocument/2006/relationships/slide" Target="/ppt/slides/slide19.xml" Id="R01b7afeb9a794bc8" /><Relationship Type="http://schemas.openxmlformats.org/officeDocument/2006/relationships/slide" Target="/ppt/slides/slide20.xml" Id="Re0a8e506e58d4ec7" /><Relationship Type="http://schemas.openxmlformats.org/officeDocument/2006/relationships/slide" Target="/ppt/slides/slide21.xml" Id="R563ffd134ae04ce2" /><Relationship Type="http://schemas.openxmlformats.org/officeDocument/2006/relationships/slide" Target="/ppt/slides/slide22.xml" Id="R0e673b284f274094" /><Relationship Type="http://schemas.openxmlformats.org/officeDocument/2006/relationships/slide" Target="/ppt/slides/slide23.xml" Id="R15f461edd140453c" /><Relationship Type="http://schemas.openxmlformats.org/officeDocument/2006/relationships/slide" Target="/ppt/slides/slide24.xml" Id="R4c22671f4ab149b7" /><Relationship Type="http://schemas.openxmlformats.org/officeDocument/2006/relationships/slide" Target="/ppt/slides/slide25.xml" Id="Rbc1daf956be74516" /><Relationship Type="http://schemas.openxmlformats.org/officeDocument/2006/relationships/slide" Target="/ppt/slides/slide26.xml" Id="R58367e075da64b5c" /><Relationship Type="http://schemas.openxmlformats.org/officeDocument/2006/relationships/slide" Target="/ppt/slides/slide27.xml" Id="R4e4adcf5a01445ec" /><Relationship Type="http://schemas.openxmlformats.org/officeDocument/2006/relationships/slide" Target="/ppt/slides/slide28.xml" Id="Rc01c98a61dd84303" /><Relationship Type="http://schemas.openxmlformats.org/officeDocument/2006/relationships/slide" Target="/ppt/slides/slide29.xml" Id="R5cee8eb2faba46a1" /><Relationship Type="http://schemas.openxmlformats.org/officeDocument/2006/relationships/slide" Target="/ppt/slides/slide30.xml" Id="Rea7192a53ac94020" /><Relationship Type="http://schemas.openxmlformats.org/officeDocument/2006/relationships/slide" Target="/ppt/slides/slide31.xml" Id="R9378b146d61546f4" /><Relationship Type="http://schemas.openxmlformats.org/officeDocument/2006/relationships/slide" Target="/ppt/slides/slide32.xml" Id="R2dd31064c32443d7" /><Relationship Type="http://schemas.openxmlformats.org/officeDocument/2006/relationships/slide" Target="/ppt/slides/slide33.xml" Id="R4d84ed667d8c4711" /><Relationship Type="http://schemas.openxmlformats.org/officeDocument/2006/relationships/slide" Target="/ppt/slides/slide34.xml" Id="Rbb6e56ca8bd343c3" /><Relationship Type="http://schemas.openxmlformats.org/officeDocument/2006/relationships/slide" Target="/ppt/slides/slide35.xml" Id="R58ad7dade1754a38" /><Relationship Type="http://schemas.openxmlformats.org/officeDocument/2006/relationships/slide" Target="/ppt/slides/slide36.xml" Id="R4a5d05065441459f" /><Relationship Type="http://schemas.openxmlformats.org/officeDocument/2006/relationships/slide" Target="/ppt/slides/slide37.xml" Id="Rf82001a3f38e46c6" /><Relationship Type="http://schemas.openxmlformats.org/officeDocument/2006/relationships/slide" Target="/ppt/slides/slide38.xml" Id="R2378bedab9b64990" /><Relationship Type="http://schemas.openxmlformats.org/officeDocument/2006/relationships/slide" Target="/ppt/slides/slide39.xml" Id="R3206d0b06ca84888" /><Relationship Type="http://schemas.openxmlformats.org/officeDocument/2006/relationships/slide" Target="/ppt/slides/slide40.xml" Id="R0652b4db6a4d46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99d8820c87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6c0cf8cc904b52" /><Relationship Type="http://schemas.openxmlformats.org/officeDocument/2006/relationships/notesMaster" Target="/ppt/notesMasters/notesMaster1.xml" Id="R06e5123acc414e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c876b632394f5a" /><Relationship Type="http://schemas.openxmlformats.org/officeDocument/2006/relationships/notesMaster" Target="/ppt/notesMasters/notesMaster1.xml" Id="R6da68366bca549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27f2c3813f4d15" /><Relationship Type="http://schemas.openxmlformats.org/officeDocument/2006/relationships/notesMaster" Target="/ppt/notesMasters/notesMaster1.xml" Id="Rfd8616b170a3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d64e7616624ebf" /><Relationship Type="http://schemas.openxmlformats.org/officeDocument/2006/relationships/notesMaster" Target="/ppt/notesMasters/notesMaster1.xml" Id="Re746f080c7d84e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be59bca40f49bb" /><Relationship Type="http://schemas.openxmlformats.org/officeDocument/2006/relationships/notesMaster" Target="/ppt/notesMasters/notesMaster1.xml" Id="Rc2f605743d2040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4b953771774f8f" /><Relationship Type="http://schemas.openxmlformats.org/officeDocument/2006/relationships/notesMaster" Target="/ppt/notesMasters/notesMaster1.xml" Id="Ra57c8013cbab46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3e0aa090104666" /><Relationship Type="http://schemas.openxmlformats.org/officeDocument/2006/relationships/notesMaster" Target="/ppt/notesMasters/notesMaster1.xml" Id="R14f6c956739d4b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d558fe2a514edf" /><Relationship Type="http://schemas.openxmlformats.org/officeDocument/2006/relationships/notesMaster" Target="/ppt/notesMasters/notesMaster1.xml" Id="R4466c62e654a49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380d8e9c7e4fef" /><Relationship Type="http://schemas.openxmlformats.org/officeDocument/2006/relationships/notesMaster" Target="/ppt/notesMasters/notesMaster1.xml" Id="R61372c7aafd54c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aeae5207a44571" /><Relationship Type="http://schemas.openxmlformats.org/officeDocument/2006/relationships/notesMaster" Target="/ppt/notesMasters/notesMaster1.xml" Id="Ra28ca77ce7554f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c74660ec684493" /><Relationship Type="http://schemas.openxmlformats.org/officeDocument/2006/relationships/notesMaster" Target="/ppt/notesMasters/notesMaster1.xml" Id="R7347d5c3493b4e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00279c1119403f" /><Relationship Type="http://schemas.openxmlformats.org/officeDocument/2006/relationships/notesMaster" Target="/ppt/notesMasters/notesMaster1.xml" Id="Rf607f26a2e9547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2f7800fd894387" /><Relationship Type="http://schemas.openxmlformats.org/officeDocument/2006/relationships/notesMaster" Target="/ppt/notesMasters/notesMaster1.xml" Id="R3dd8f815a6a54c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71867d2b3e4770" /><Relationship Type="http://schemas.openxmlformats.org/officeDocument/2006/relationships/notesMaster" Target="/ppt/notesMasters/notesMaster1.xml" Id="Rd38c0ffa74c540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c1913a88b4477d" /><Relationship Type="http://schemas.openxmlformats.org/officeDocument/2006/relationships/notesMaster" Target="/ppt/notesMasters/notesMaster1.xml" Id="Rfeb09263b1c245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d1e5fd3373457e" /><Relationship Type="http://schemas.openxmlformats.org/officeDocument/2006/relationships/notesMaster" Target="/ppt/notesMasters/notesMaster1.xml" Id="R98a1d27d0cd040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8753cb6b124088" /><Relationship Type="http://schemas.openxmlformats.org/officeDocument/2006/relationships/notesMaster" Target="/ppt/notesMasters/notesMaster1.xml" Id="Rdecf55a483b542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d39dfb8ac94d26" /><Relationship Type="http://schemas.openxmlformats.org/officeDocument/2006/relationships/notesMaster" Target="/ppt/notesMasters/notesMaster1.xml" Id="R412743ebdec04b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c86fa73e3ca4698" /><Relationship Type="http://schemas.openxmlformats.org/officeDocument/2006/relationships/notesMaster" Target="/ppt/notesMasters/notesMaster1.xml" Id="R88e5cd379df04c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38d3792718408d" /><Relationship Type="http://schemas.openxmlformats.org/officeDocument/2006/relationships/notesMaster" Target="/ppt/notesMasters/notesMaster1.xml" Id="R16220f66105d4c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e3a46d072a4f14" /><Relationship Type="http://schemas.openxmlformats.org/officeDocument/2006/relationships/notesMaster" Target="/ppt/notesMasters/notesMaster1.xml" Id="Rb801c598d4d042d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2067a262654825" /><Relationship Type="http://schemas.openxmlformats.org/officeDocument/2006/relationships/notesMaster" Target="/ppt/notesMasters/notesMaster1.xml" Id="R370cec4efa4844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98423cca034e5f" /><Relationship Type="http://schemas.openxmlformats.org/officeDocument/2006/relationships/notesMaster" Target="/ppt/notesMasters/notesMaster1.xml" Id="R386161ad0f5240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c8e515884034b18" /><Relationship Type="http://schemas.openxmlformats.org/officeDocument/2006/relationships/notesMaster" Target="/ppt/notesMasters/notesMaster1.xml" Id="R87d91abac3fa4d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152b3e04674521" /><Relationship Type="http://schemas.openxmlformats.org/officeDocument/2006/relationships/notesMaster" Target="/ppt/notesMasters/notesMaster1.xml" Id="R59ccd8c2bc9747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9800a543a54da0" /><Relationship Type="http://schemas.openxmlformats.org/officeDocument/2006/relationships/notesMaster" Target="/ppt/notesMasters/notesMaster1.xml" Id="Rdf8dc6190768400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a693cf9ad0a46e0" /><Relationship Type="http://schemas.openxmlformats.org/officeDocument/2006/relationships/notesMaster" Target="/ppt/notesMasters/notesMaster1.xml" Id="R145aab27bedf477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4c1199a9b214a6d" /><Relationship Type="http://schemas.openxmlformats.org/officeDocument/2006/relationships/notesMaster" Target="/ppt/notesMasters/notesMaster1.xml" Id="R199ad4bcc9d1418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265eba1e5ef4aad" /><Relationship Type="http://schemas.openxmlformats.org/officeDocument/2006/relationships/notesMaster" Target="/ppt/notesMasters/notesMaster1.xml" Id="R4713cfc562b74a2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4ff12b939504c79" /><Relationship Type="http://schemas.openxmlformats.org/officeDocument/2006/relationships/notesMaster" Target="/ppt/notesMasters/notesMaster1.xml" Id="Recba73d76b784c6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587e684ecdb40e5" /><Relationship Type="http://schemas.openxmlformats.org/officeDocument/2006/relationships/notesMaster" Target="/ppt/notesMasters/notesMaster1.xml" Id="Rda3ce94fadbc474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d8133316f554227" /><Relationship Type="http://schemas.openxmlformats.org/officeDocument/2006/relationships/notesMaster" Target="/ppt/notesMasters/notesMaster1.xml" Id="R093247598ced47f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2be485839b468d" /><Relationship Type="http://schemas.openxmlformats.org/officeDocument/2006/relationships/notesMaster" Target="/ppt/notesMasters/notesMaster1.xml" Id="R6969e3d3bdaa46e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e4993aa6a444ac4" /><Relationship Type="http://schemas.openxmlformats.org/officeDocument/2006/relationships/notesMaster" Target="/ppt/notesMasters/notesMaster1.xml" Id="Rad84406135ce4ec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90ae46697f64352" /><Relationship Type="http://schemas.openxmlformats.org/officeDocument/2006/relationships/notesMaster" Target="/ppt/notesMasters/notesMaster1.xml" Id="R2300cd4a8ce640a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78596fe8074a76" /><Relationship Type="http://schemas.openxmlformats.org/officeDocument/2006/relationships/notesMaster" Target="/ppt/notesMasters/notesMaster1.xml" Id="Rdaa941f60077408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71dc037554f4768" /><Relationship Type="http://schemas.openxmlformats.org/officeDocument/2006/relationships/notesMaster" Target="/ppt/notesMasters/notesMaster1.xml" Id="Rc55b850967514c1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9879bfc380448e3" /><Relationship Type="http://schemas.openxmlformats.org/officeDocument/2006/relationships/notesMaster" Target="/ppt/notesMasters/notesMaster1.xml" Id="R164bf3e1e39c413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78eb4655d8a451b" /><Relationship Type="http://schemas.openxmlformats.org/officeDocument/2006/relationships/notesMaster" Target="/ppt/notesMasters/notesMaster1.xml" Id="Rffd36203be6a4ca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250a3f910ca4c92" /><Relationship Type="http://schemas.openxmlformats.org/officeDocument/2006/relationships/notesMaster" Target="/ppt/notesMasters/notesMaster1.xml" Id="R1e0d0e6f49ca47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b1206868349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9368a0d46c43cc" /><Relationship Type="http://schemas.openxmlformats.org/officeDocument/2006/relationships/slideLayout" Target="/ppt/slideLayouts/slideLayout1.xml" Id="R55506eba558842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506eba558842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aabf5948945e3" /><Relationship Type="http://schemas.openxmlformats.org/officeDocument/2006/relationships/notesSlide" Target="/ppt/notesSlides/notesSlide1.xml" Id="R47e9a299059a46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30a443dba4d76" /><Relationship Type="http://schemas.openxmlformats.org/officeDocument/2006/relationships/notesSlide" Target="/ppt/notesSlides/notesSlide2.xml" Id="Rc176255b50944a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dd80cbb8a4830" /><Relationship Type="http://schemas.openxmlformats.org/officeDocument/2006/relationships/notesSlide" Target="/ppt/notesSlides/notesSlide3.xml" Id="R19274a1a46ae4b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8dbf360834316" /><Relationship Type="http://schemas.openxmlformats.org/officeDocument/2006/relationships/notesSlide" Target="/ppt/notesSlides/notesSlide4.xml" Id="Ref5ec096ec7d4d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e5a5f1d3248ec" /><Relationship Type="http://schemas.openxmlformats.org/officeDocument/2006/relationships/notesSlide" Target="/ppt/notesSlides/notesSlide5.xml" Id="R3618df4664904a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ead8891464762" /><Relationship Type="http://schemas.openxmlformats.org/officeDocument/2006/relationships/notesSlide" Target="/ppt/notesSlides/notesSlide6.xml" Id="Rc541b5c1a2c84b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69c41e482453d" /><Relationship Type="http://schemas.openxmlformats.org/officeDocument/2006/relationships/notesSlide" Target="/ppt/notesSlides/notesSlide7.xml" Id="Rd66fdb06ae9a4b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328d9f19a469e" /><Relationship Type="http://schemas.openxmlformats.org/officeDocument/2006/relationships/notesSlide" Target="/ppt/notesSlides/notesSlide8.xml" Id="R6bb1158c250043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0d9418c9d46cb" /><Relationship Type="http://schemas.openxmlformats.org/officeDocument/2006/relationships/notesSlide" Target="/ppt/notesSlides/notesSlide9.xml" Id="Re5aa75768a3a41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8da14c7c24163" /><Relationship Type="http://schemas.openxmlformats.org/officeDocument/2006/relationships/notesSlide" Target="/ppt/notesSlides/notesSlide10.xml" Id="R8803258574984f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99724ea6f4543" /><Relationship Type="http://schemas.openxmlformats.org/officeDocument/2006/relationships/notesSlide" Target="/ppt/notesSlides/notesSlide11.xml" Id="R79f4bade597d45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1b4430a4a41e7" /><Relationship Type="http://schemas.openxmlformats.org/officeDocument/2006/relationships/notesSlide" Target="/ppt/notesSlides/notesSlide12.xml" Id="Reeb33c903aae4c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7915f44194acc" /><Relationship Type="http://schemas.openxmlformats.org/officeDocument/2006/relationships/notesSlide" Target="/ppt/notesSlides/notesSlide13.xml" Id="R18ac92ac44634f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144a82c514381" /><Relationship Type="http://schemas.openxmlformats.org/officeDocument/2006/relationships/notesSlide" Target="/ppt/notesSlides/notesSlide14.xml" Id="R31bcf333e70b4e2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c4969dc0f43b0" /><Relationship Type="http://schemas.openxmlformats.org/officeDocument/2006/relationships/notesSlide" Target="/ppt/notesSlides/notesSlide15.xml" Id="Re10cc6a178c742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65c7a63c84d87" /><Relationship Type="http://schemas.openxmlformats.org/officeDocument/2006/relationships/notesSlide" Target="/ppt/notesSlides/notesSlide16.xml" Id="Rc89dcfcb6bb545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6735bd9ad47ae" /><Relationship Type="http://schemas.openxmlformats.org/officeDocument/2006/relationships/notesSlide" Target="/ppt/notesSlides/notesSlide17.xml" Id="R1c51a687337f43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b55b7fcd94dc7" /><Relationship Type="http://schemas.openxmlformats.org/officeDocument/2006/relationships/notesSlide" Target="/ppt/notesSlides/notesSlide18.xml" Id="Rd9539882d07d43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63e7c33c54306" /><Relationship Type="http://schemas.openxmlformats.org/officeDocument/2006/relationships/notesSlide" Target="/ppt/notesSlides/notesSlide19.xml" Id="R5cd4dce949a848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31c9da72e4fee" /><Relationship Type="http://schemas.openxmlformats.org/officeDocument/2006/relationships/notesSlide" Target="/ppt/notesSlides/notesSlide20.xml" Id="R572e662191e946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29c6d9bb2484f" /><Relationship Type="http://schemas.openxmlformats.org/officeDocument/2006/relationships/notesSlide" Target="/ppt/notesSlides/notesSlide21.xml" Id="Rbc89c079e5b548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00488a70f4584" /><Relationship Type="http://schemas.openxmlformats.org/officeDocument/2006/relationships/notesSlide" Target="/ppt/notesSlides/notesSlide22.xml" Id="Raf920bf2cec947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fe92148f34140" /><Relationship Type="http://schemas.openxmlformats.org/officeDocument/2006/relationships/notesSlide" Target="/ppt/notesSlides/notesSlide23.xml" Id="R03b5176cee514f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65d5e7ebf4dab" /><Relationship Type="http://schemas.openxmlformats.org/officeDocument/2006/relationships/notesSlide" Target="/ppt/notesSlides/notesSlide24.xml" Id="R329cbf4064284f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1959f1a5142be" /><Relationship Type="http://schemas.openxmlformats.org/officeDocument/2006/relationships/notesSlide" Target="/ppt/notesSlides/notesSlide25.xml" Id="Ra391292fefbb421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6c9b9c5ac4a28" /><Relationship Type="http://schemas.openxmlformats.org/officeDocument/2006/relationships/notesSlide" Target="/ppt/notesSlides/notesSlide26.xml" Id="R9882dd299b24405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a4e9e16bc4dc2" /><Relationship Type="http://schemas.openxmlformats.org/officeDocument/2006/relationships/notesSlide" Target="/ppt/notesSlides/notesSlide27.xml" Id="R8dc5a8677b7043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d1454d5ba46dc" /><Relationship Type="http://schemas.openxmlformats.org/officeDocument/2006/relationships/notesSlide" Target="/ppt/notesSlides/notesSlide28.xml" Id="R0f1955c2c1d140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616425b114599" /><Relationship Type="http://schemas.openxmlformats.org/officeDocument/2006/relationships/notesSlide" Target="/ppt/notesSlides/notesSlide29.xml" Id="Rae361a17049249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507a50e5146a6" /><Relationship Type="http://schemas.openxmlformats.org/officeDocument/2006/relationships/notesSlide" Target="/ppt/notesSlides/notesSlide30.xml" Id="R51168adfb499476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7e299ea544aa2" /><Relationship Type="http://schemas.openxmlformats.org/officeDocument/2006/relationships/notesSlide" Target="/ppt/notesSlides/notesSlide31.xml" Id="Rb40d0b560481405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ce0cb46f24b6c" /><Relationship Type="http://schemas.openxmlformats.org/officeDocument/2006/relationships/notesSlide" Target="/ppt/notesSlides/notesSlide32.xml" Id="Rc04c85123e7d45f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9394ea3d54204" /><Relationship Type="http://schemas.openxmlformats.org/officeDocument/2006/relationships/notesSlide" Target="/ppt/notesSlides/notesSlide33.xml" Id="R2ab0cd1130d148a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f09fee0c547d2" /><Relationship Type="http://schemas.openxmlformats.org/officeDocument/2006/relationships/notesSlide" Target="/ppt/notesSlides/notesSlide34.xml" Id="R4768fefc55354a9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ef8eaa9434278" /><Relationship Type="http://schemas.openxmlformats.org/officeDocument/2006/relationships/notesSlide" Target="/ppt/notesSlides/notesSlide35.xml" Id="Rbd888caf1afe442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d83a8803e4853" /><Relationship Type="http://schemas.openxmlformats.org/officeDocument/2006/relationships/notesSlide" Target="/ppt/notesSlides/notesSlide36.xml" Id="R54b4dcbc9acf4b9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e8fe6ff0b4711" /><Relationship Type="http://schemas.openxmlformats.org/officeDocument/2006/relationships/notesSlide" Target="/ppt/notesSlides/notesSlide37.xml" Id="R76800ed90e2546d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f1f9c119e410d" /><Relationship Type="http://schemas.openxmlformats.org/officeDocument/2006/relationships/notesSlide" Target="/ppt/notesSlides/notesSlide38.xml" Id="Rbbb00cdcab96484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73dbe399349f6" /><Relationship Type="http://schemas.openxmlformats.org/officeDocument/2006/relationships/notesSlide" Target="/ppt/notesSlides/notesSlide39.xml" Id="Ra6f42c5843894ed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814500e4b499b" /><Relationship Type="http://schemas.openxmlformats.org/officeDocument/2006/relationships/notesSlide" Target="/ppt/notesSlides/notesSlide40.xml" Id="R8d60d2a484dc42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675FE-F02A-49D6-9D65-E8A01E82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64D3B-6F8B-4A4E-84CE-96489F37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HTML and Website Development: What is HTML? , Cascading Style Sheets (CSS) , Website PCC-PEC-OEC (3 Cred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5481C-2DD2-4601-AFB5-0C943894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29D2C-0429-43E9-AA30-C813E099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FF90F-0D8D-4D67-9EE8-F73C6772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6B07D-A9A4-474D-A7BB-DE2E55B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291C3-5C4F-4CC2-8233-F77E05DE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DB901-CB6A-425C-B268-E112B708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CFCED-7204-4C4A-A1DE-1D6A2E94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4E852-F6EF-4F6D-90C6-7BA9C421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84EC0-FDE9-4BDA-98FF-9D593CE6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C4383-DCE4-47E4-A0A3-8D9024ED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1783F-12B0-446E-B247-6B9F823D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41475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7CA7D-338A-4FBC-A340-075374E1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4A1A9-A18D-4ADD-A7D4-9ACBE535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EFD27-D8E6-456B-9576-1F06617D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741B6-E95D-42AC-B0B8-204E3F95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369EC-81D6-459D-AB00-0749D22C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C8DB-AA60-425A-A254-50BBD863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28823-27F3-45E7-9D53-4A65DD7A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8E113-3A5D-4FF0-9F5E-278EA068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CB0A1-3DF5-4523-BB04-91BBAC58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FE391-F7E4-4670-A67C-52732F8C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F3DF3-488F-463A-BD2A-BBEEA04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6899C-DC08-49CD-ABB8-7D5A2E9E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431AE-8D0E-4554-B7CA-05BBDA24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9C640E-FC0E-4E08-970F-720D4E6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E406A-53EE-401E-AEB6-AC4B96E7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581755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671AA-FE99-4CD7-B8FA-EF971324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51F3E-4575-48E3-99AF-13A8388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2CBAF-2CD7-4BF1-A9B0-41AB1800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020BF-B1FE-44D2-A90C-DA6DA18D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4CD9D-50BA-444C-9327-3F72A24F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C8B4C-D921-4340-9480-111A3A7E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4EF06-51D1-482B-9524-48078197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6A341-811D-4CF9-876C-9DD410FA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360B9-A952-4CE7-9101-88A6286F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HTML and Website Development: What is HTM...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FB2F4-00F5-4860-9037-F4DCF2E8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C80CB-F836-40EF-B0FD-C383F85C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F1601-AA49-4E1C-BC7D-C8ACA52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Cascading Style Sheets (CSS)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7DE44-4B3F-4795-AEA7-603C026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B93E8-0FCB-4B40-9CDB-D58874B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97188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E5F75-1ED2-438F-BEDA-DD0176D0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C95A3-49C6-49A2-9301-A85355DE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5BBF2-D827-4600-8A30-9416E841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D2518-CE0F-4B48-A582-A9B46AF9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6669B-7058-4807-9E41-C8860926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F9F49-6733-44CB-B02B-0B1A2978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6F4D6-64D1-42AB-9DF6-615C1956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21095-5383-483C-BD13-A00C79C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HTML and Website Development: What is HTM...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2A99C-50C0-4CA5-B7C9-B91D2B02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1E5BC-5999-4550-B58B-0CDBF27E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CED48-3924-4B34-95EC-F39A90F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Cascading Style Sheets (CSS)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C8731-24F7-4452-9EAE-665F9880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C7509-E161-416E-B468-7B2B5542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69718-C41A-403A-B076-A2540329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18390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DCAB2-724E-4177-8325-AA7A31E9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2B9DF-4444-408D-AC85-186B95B4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CC034-F9E6-4187-80B0-333DC32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B5931-A64F-45DE-9F62-5AAB1AD8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F4541-68A7-4984-8E15-24FBA876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F29C7-6CEB-4C1A-8265-B6556CB0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Website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BE6BA-F9EF-4D56-B663-C009C6F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Development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C033B-320C-4BF2-AB9E-7EB00C6B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What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03B83-3D01-449C-9639-A879C3FB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Cascading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812D1-B6BE-4F21-A59A-9C95640E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Style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E8B6F-47FB-4D52-A453-4FB3763B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Sheets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80A9B-FDC6-4B85-84F3-0B40F0F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AB935-6A69-4AA0-AFED-D0E0B8B7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56E80-21AB-4A87-822E-D2AF08D2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68811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2DC0A-954C-4D88-9D5B-8619E11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91036-11CB-4152-B174-07F419F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B8ACA-E210-499B-A0CC-75E532C4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80B7A-6C8F-44F7-856B-71DEF677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A4E74-A604-4D23-B554-7FC8CAEC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HTML and Website Development: What is HTML?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3481C-20B6-416C-84AA-39D9A8AB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HTML and Website Developm...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B98A7-F71F-4349-8066-5C4F1CB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19B68-8E3B-48A0-AA95-5ED6B021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C0D48-3931-4B97-9842-08AAD48D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B2CF1-E3FE-4811-ACF3-9517765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02C83-82B4-42D2-8F42-BEC48085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F4DCE-0E12-47EC-B58A-9D9B1E46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9E6E5-FB8A-4BF6-AD46-6F06DDCA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2AAFE-1D60-4E48-8C93-74E5AAE9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6FD9A-E934-499B-BFDC-4125E071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C4284B-BA41-45FE-A8BA-B4762FC6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35289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AE8FE-02A1-42C3-A6B9-7918E2AA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27A4F-758A-4E39-9210-0883491D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9BA35-308D-488B-B24B-C289AF85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45762-B409-468A-9424-1FE152DD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04FE2-5C41-40E8-972A-F370D4C4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9FF81-F68C-4B85-9F99-B2E719FF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50B4A-8562-4CBB-8773-4A7192D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91FC3-EF74-488C-8A50-EB2B8DB1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C31D3-73A8-4246-8365-6951CE26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Introduction to HTML...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735A7-B96A-4F30-A49B-6C092C7A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DC228-51AC-4BF9-9386-64AD817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ED5A5-2BD8-4888-885E-D948461F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Introduction to...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1FE40-DCEF-4D39-96AE-385EAE9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40028-CCC7-4C36-A3E0-F179FD8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202D1-98DA-4F9E-AF43-56465471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Introduction...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B8C53-72F2-4EE5-BBDE-1E7780F0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43C98-33A0-46E1-80D4-A98B443C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4A508-61FD-4DA1-BB4B-F645696E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Introduction...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B8B30-4D19-4A56-8B3E-5F1C9B1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1FC25-E5CD-4852-84F6-3C665889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C67BA-59A3-465D-8823-75D00936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Introduction to HTM...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90B6F-3933-4E0C-93E1-E5C36952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F03001-DD73-4218-90B5-D24A38D8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83264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1F439-AB9A-4621-BA1A-CD8CD164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F9BD7-E18C-4809-AC58-0DD121B4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514D8-8C93-4EC0-9CF8-B7DD405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7C667-7F1A-4FB6-B142-437DCB7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C6079-CEC1-40E3-867E-7C6D333A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7BA8E-AEAA-46FB-8588-009F9366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BC0EF-FDBB-4CD2-BA38-80540F02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8F95D-D357-4FE4-B87B-BFBF842B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68BCC-C064-493C-8AB6-FB81A4DF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9AA9C-ABEF-4C47-948B-75C7E10C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74332-FEC9-4700-BF0C-E87A778D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13EBB-D0F4-4EF1-A9AC-0C213613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A0980-F179-49D5-BCC8-0B9A22FF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51797-EB85-4C51-A33A-F202C21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2700F-704F-4F0D-AC07-B658E46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868471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9BA55-88F1-4B39-8572-5452876D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FB425-D7B1-4DC7-9549-509807D1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8DB57-31E7-4BEA-851C-87039E67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B1883-AF7A-45AF-BDBC-82444462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BD42C-B223-4AED-B94C-67FAACA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F0DAA-0231-4674-906F-47E665C3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HTML and Website Development: What is HTM...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CEF2E-43B7-49C8-B69F-1688B267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2DA81-8511-4E15-912F-A75083E2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872D7-97E6-4938-92A0-63D01176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15550-C3B0-43B2-B5C5-7A98BE5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45EBC-077F-45B9-B91B-94248B05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06567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3D460B-40CC-4446-8426-38B35992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ECC75-398F-4FD0-A96A-B4D65A77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0FADC-E150-4618-91EC-1D3C972F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01C46-990F-4BA8-AA1A-6D194A8B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21BE7-5626-4EBF-9553-A6487F25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Cascading Style Sheets (CSS)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F4814-3BAA-4C75-9F6B-7EFD2EE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Cascading Style Sheets (CSS)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A3C95-8DEA-4258-A8B0-E5D3F006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DF521-E73D-46E8-8878-BFD589BE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B08F-EEDF-4E83-8BC6-C26704A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943A6-5F4F-489D-8E3D-0227513C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EAAAC-272A-451D-9002-FBB557DF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B26B9-CA66-40FC-9297-A5D38BF4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BE378-736B-4A91-9A23-4D58EB9B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688B9A-2F99-4337-9D98-C0CAD4C9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E9112-1CAC-40D1-9712-55767BBF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D2F66-9132-44BB-B10A-E8EEEA6D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77026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2A3935-B13D-417E-84CE-39926E68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B1EA0-938D-4F3A-A876-2761CF36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E9B33-5A20-4460-8DEC-4DB74F64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51F5E-927F-4178-A9BD-B565C2AB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34DE2-A77F-46EA-A0B8-CB2A8D3A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ADEBF-13F4-45B4-91B7-F86FB261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81025-4A06-4EE6-8E93-8C6C6A4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9BD54-923F-4F87-9339-7954E59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6D332-8BD8-4C86-95C3-A8AF8A7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Cascading Style Shee...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53174-DF1C-4EE6-A1CE-714E6477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D6CFF-E110-4BFB-85A9-F3D22280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AD74B-0299-4AF1-9D4F-CA5D9E73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Cascading Style...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66968-F3FF-4734-BBC4-CCF2280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463AC-7BB6-482D-A2D3-A8106B45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60041-BF55-423D-9A35-75CBB7FD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Cascading St...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E625D-2404-4CB7-9C92-0642207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C0C8A-D98E-4DE9-8D7A-8291802A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371CD-1810-48E1-B0E1-227AEF41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Cascading Sty...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81098-4994-49BA-9E4D-14EA21E8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27593-0AAA-46CC-A763-66130652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7B73F-AC31-480A-A670-AFB48594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Cascading Style She...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54082-6595-4E5F-8B18-3E666310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AA2B4-8465-4060-975C-CE1E2115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232251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8ECD3-F646-49BA-A5B5-2CCA8FA2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8B241-3298-475F-8347-6C8E69D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2C386-7736-43B6-8216-711B2278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2E205-F24B-4DF0-9871-BB291EC6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51D3A-49A5-4C48-83A3-688914AD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9BECE-7DB4-47DD-920A-34D9FE7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76960-7480-4A40-BF7B-F01A72DC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6FD07-2995-4797-8098-DB240C0B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43BB8-85B3-4953-8BBF-28A3E87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33A30-12C7-43E7-A757-DBC73956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B49BE-2537-47BB-83F7-7F160ECD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587ED-143E-4400-8BB5-19637D20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4FAB6-D60A-4E96-9D10-7AC24403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888F3-59A8-47C8-BFC4-3B3CEBCC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9D396-E9D0-4230-B73B-5EE94F3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117797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E99E0-E012-4375-8F2F-D2AC1CB4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C253D-7243-452A-A8BB-EA9A3A8E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D8773-0D4F-4F8B-BA14-55AC366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0C015-5EF3-48FD-85B8-8698D3AB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CE982-722F-494A-9132-762CE635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82E9E-21F2-4452-AE02-61CA913E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Cascading Style Sheets (CSS)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46B34-976C-4981-B9E5-6444E66D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641B7-FA1D-4343-B0FF-1C1EC036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0B994-55E4-43A6-91CB-5D15AE02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DC07C-989A-4D11-9FF0-4E8A0426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23169-C11A-42C8-B3B7-EFD7D192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8202811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E6674-B720-40E6-BB54-712C666D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ECBA3-BCF2-41FD-9C17-CAB90F01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F4C5E-FFB8-4734-B626-F77A1C91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EFFDA-3F98-4643-B3ED-B19ADE65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6CFFE-5D28-4CDC-972D-04E7AE6C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0381-10BA-47A9-B828-8C096876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68096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CA85E-7E0F-4E76-A1B3-78FF8A87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A2CDF-97F9-44C5-9566-608EA873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974AF-4998-47A2-A8CB-000111BF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23462-8DE9-4888-9F1D-ABE2BA4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F6598-117C-4B13-B57E-47AF973C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HTML: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Website: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Development: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What: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Cascading: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74CD9-B95B-4E8E-8EE3-0686A052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562290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440A4-D56F-4F6E-BC4E-CC00FADE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6ECB8-6AEC-455E-85C1-2D424E95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ABE4B-C9D9-4A66-96EC-C40C33B0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67B13-0BD3-4291-AC86-678F8937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A0E72-8DCF-4167-8A2C-FD66A62F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DF19B-9BBB-4583-9914-A61213FD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888407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A17D7-1C9C-4CF9-9210-C5223891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42889-8948-4270-BF0F-68841D11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06965-D078-4A9C-99B1-58D157F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F8D47-2AEE-4C05-9F6D-F92BD2E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52B3F-D666-4F13-A9A5-D0D235D0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03D91-2567-4295-942C-DF781C17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661058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6678E-B288-4602-9CDB-775043F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40B48-ED48-44CB-A720-AB7C6650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F3309-9174-43CC-965D-A8FEA89E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039CC-6B58-41EB-AB7C-904AD9CA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6C841-F70C-45B9-B56A-52A59CD7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 to HTML and Website Development: What is HTML?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Cascading Style Sheets (CSS)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05415-ED28-4080-B64B-78B8830E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E1B22-D152-46A9-AEF6-688B4784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8637B-76A9-4825-AEFE-E21B3A0D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263831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0761F0-3062-449B-81C3-26D2382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0B32D-5870-4B2A-82C5-CCC10346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97310-BA33-4D0F-B1D9-B6120405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BA1FF-6122-4B54-8E0D-D70521C9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8F0B9-18E0-4A9C-994B-65745794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A729D-81EC-47D6-BFC2-BB4FCEC6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2432A-C9FE-404A-BAB9-68FE73B7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2636C-1142-4145-B070-9A667363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62106-9BB0-4790-BB29-3DA15748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A5FA7-3EF4-4727-96C4-A00BDD31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A9F71-D2C3-4172-AE4D-B5A3F7B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42B27-F09C-400D-8BFF-99E6AD19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B64C1-055E-4622-AEF5-DC5F736A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1FAA9-5C29-43CE-89F5-663D4273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EBB89-5BD5-4E08-8FFD-7D28BDB1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7F62B-90BB-4558-8267-41F6C3E5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ED785-896C-414D-8322-DD1B666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A7CC5-DED7-4BAE-98C8-3A13D249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2504E-9189-4755-AED8-8D57177E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7E3B61-16FD-4AD9-AC65-B3401E1F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4D9D8-F2C8-4668-8973-B7E26F1B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39460-9D4F-4808-890A-68017EE2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ACBC83-2C3C-4F07-9C63-900D9EA9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F37BD-6F37-4C3E-A253-D429A309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248C9-3DF5-48CC-AE59-CDC94C09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80B480-457B-4F8E-A5BC-6EB0FCBD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231EE-8C79-42BC-97C5-07FC3571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92A3DD-11D6-4489-AE0E-7081EDB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0AD11E-9711-4408-86EE-E39BE96B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D14ECF-5D63-462E-8325-75843DF1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7957A7-B8EF-4453-ADEA-7A836453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AA7EEB-A2B1-4162-9C3C-386FED6E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159052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FB1DD2-48B0-4599-9536-51FBDED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A8124-2C7C-4906-AA8C-AFFD4332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CDEB6-D7EB-4A57-A5D6-F0CBC78E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8CF90-ABEA-4957-BBD2-2905409C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13FC3-C5B7-4330-8773-88580288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1A37F-11AC-4678-9A88-660CBF0C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433D9-29C1-4E17-BC79-F24585E8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425F2-3143-47F0-94DD-0F421BE1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73B6E-EADB-47C5-A0BF-FDD6566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B086-8F8D-449C-B339-8CD0881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3B52F-55BC-4A46-BE8E-E703F3E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CE204-802E-4010-8142-4CF53164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AF49C-06B6-4452-AF27-17790C4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F0886-67D2-4F15-A20A-BC5CACC4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DC430-1076-4B64-A7DB-01B57558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AB20B-1BA5-4A6A-8AD8-8395E83C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E6894-AB5D-4C26-B194-FEF798AC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903E8-F184-47D6-AC73-E929A58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14E3E-0D3F-4F2C-A40D-C43CBF8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6C445-B25D-4B5A-A265-0F7045E1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AB610-4AB5-4514-9DFD-D7229F12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0A8458-7A44-4817-9B7C-572CDF00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53C4B-8E99-493E-BCA7-DD99CF1C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623FF-EBD4-487C-9B61-C397D411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BA290-5FAC-44D8-ACA7-2B487431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BBC3E4-A20A-4F5F-93AB-B00DE264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06696-8712-47FF-8E1F-16AD3846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E216E-A17D-4E83-BFD8-30D9B1B1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34B9D0-FFAE-42D5-B09E-1AF99D78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92AC2B-3719-4760-9F43-6A66488F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39404D-CD4E-4237-B62F-40A33233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1A766-C378-40D9-A037-6D7BBB9A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209473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0D30EC-7443-422C-92FA-5E6D5E7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1E33C-4CFE-4A2F-947A-858DEDF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29CC6-48DE-4B00-9630-5543AEBB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8ABAC-6FF6-4A5D-A188-CBBDCFD4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BE03-DE2F-4172-A13E-41807416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4844C-58B9-4C01-9C6A-CECB2F5E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65852-3EA7-45DD-AAC4-40BD4C37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65D10-48D4-44B2-BFBD-697418BB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D2637-5C7D-4771-B01F-81D85C94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DF503-0B3A-49BF-8516-5D6F91BE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3CB08-BDCF-4EC5-9C2F-D9C049F9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C905E-9919-4265-99CF-9962DF5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A40FF-9D9B-4DB2-9894-AB004C68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35211-0F7A-4B90-A34F-AA02A288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5C7AF-4404-4477-BEDB-EEDB8942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8906F-39E6-45C0-AF5E-D1918CD2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29900-BEF6-4A6B-A791-DFB94D0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41B18-B9AE-44D1-BA19-9C0B920F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E9D3E-F93D-4AAB-94E6-BF7C3BC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B08250-0903-4323-A82D-91332525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8C15B-4AB1-4A12-93C6-C82A7284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7B329-D79D-458D-BB20-7873CE3F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114BA-12AB-4554-B21C-A013F7B7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E23886-1185-489B-8D09-D92AF406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3644F2-BB8F-4161-9C48-AC9A9C2F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841CC-0752-495B-BA12-E806C5C0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044B5-A718-4B88-B939-82934D88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3D4A6-69F2-401A-A4E6-A2FD5844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912695-63A9-4951-A5A5-8A95C154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2AC5B2-9365-4EAD-8D61-46D64DEA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C51CC8-AB8A-4875-B861-26CD62B5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3AFED5-D903-4F32-A307-312484BD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214905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B5F8F4-2203-45C4-A3A9-C71F7688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D4A0D-77D9-48B3-9F83-7CB9D20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566FE-C1F3-44B4-BC33-110A5379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416D3-F826-437A-B8EC-9C01EF5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1EB9F-9065-474B-9F6F-F3846DB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C7F93-B09B-4F58-9F01-42F9EFB6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A1C8D-DC8E-4A0D-BFDB-62DD0492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DB26E-9280-4901-9CF8-46BF174C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2D14B-9DEA-446A-922D-C1E8EE0F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22622-0758-4B69-ADFA-7929905D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2FC5E-983D-440C-BB62-29344EA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83DDF-D992-48AC-BA48-13C03690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0D1C9-FF61-4EC7-BF35-F231B388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7427C-575A-4DE6-8ED5-1DA05CF1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83ACE-BD94-426D-AA05-FA690364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DEB38-9C18-4417-9669-47027641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53864-E146-408C-BBF9-65B942AD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1C481-63ED-4D89-8BBD-C0531A0A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EE898-B330-4FFC-A610-C1C1C684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9FEBF-CF28-4079-97A5-49B654FC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35658-5767-4CC0-B892-2AEEA43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B39F9-FF6A-403E-B97A-9EDE433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EF253-5ACF-412C-99FC-AC1794E2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08F92-A34E-4B1A-ADE2-CFCDA549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206FCC-1A4E-44A0-990C-8C14FCBC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D1CD7-25E7-42AE-868F-A3CA1AF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DE818-A0B2-4FEB-91CC-D60EFEC8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6296A3-1749-43C2-BE01-0002B288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A914CD-7877-497C-9600-4E35818D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E0546F-E431-4FFA-A6E4-A4AF66AA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AB550D-12CB-4C03-A66F-8F57732F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90E52-2B13-456F-B12B-0647555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958471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5BC79A-348D-46F1-8F19-AE3741A4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3CD9F-2752-4D69-A89B-19646165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D6927-3FE8-432A-91F3-67161A7A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C2B8A-56CD-4B83-A75D-3DFD8578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633CB-F16E-465C-9546-E8A162B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B7AB0-70FA-4730-8DF2-2A0A2B08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F7D28-7BB7-454C-9822-70B930C3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F5BB2-9591-45C2-8714-CB8AA133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9EF2E-6EAB-4AD2-A8CE-2B458117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EAA31-C7AD-458D-8A90-CB182925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2ECB2-6767-4F01-964B-7BE8A17E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95BC5-B69E-4673-A83B-A973A797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727A5-73A0-4D27-8C50-B282CC20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1C9C4-8732-4A9A-9F2F-6623F728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6DE29-5603-4670-AAD4-AAC30CE6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D14C0-E5D9-4464-9BC1-763F4CBD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A0809-F37F-4ED8-8D48-324ADAF1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9B48B-58C7-492E-86F6-B0BBB5E6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9AD56-A259-4415-8217-1FF72F30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64544-5E3D-4229-8938-BA561FBA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69EF5-7CE6-40E0-8A99-ADC62F17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CC6EC-ADCD-41CB-AAAA-FFBCF494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4778C-8A69-4757-876D-8C23187F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63721-48A1-4668-9B57-39041363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11C99-000F-4CD9-8E4A-7BBD870A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6C3A3-2BB7-43E8-BEEE-10A1B6E3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484BC-D671-4653-A968-30775DD0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E4EE4-5EE0-459A-BA89-D4EC57B3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2A5F9-D742-48A0-92AA-73F88FC4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D6216-96B7-494F-9F34-5E1B0120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B59F4-3966-4122-B0CA-60450646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ED76C0-C2EC-4963-B041-1B46346C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109615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5670ED-C10D-4058-8A3D-C6BB3F93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9B960-7789-4B3B-85F8-2B82D257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F10F8-800E-4EFB-ABF8-7B4FB10B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3FF8F-CCF9-4C33-B8F9-5540C8B7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114B9-05F5-4A94-A08B-D509D3D1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CCAE0-46C4-42EE-9EE4-20EBA062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42F2F-BDF9-4B04-8B6F-24AB6670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93DD9-9EA8-4E07-976B-EC48D330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76686-A0A8-4764-B847-A7DDEEFA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89B34-DA38-4C8E-9F8B-E7D3B8E8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5255D-2804-43B6-B14B-76174FC9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1B2E3-0225-438A-A920-2651A47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81D4C-9861-465A-BC43-0F40CA55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9A35D-824C-48EE-9A67-66E6B0EC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C2716-8F2B-4396-A484-0EB4D402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50B88-8A53-4E8C-8C4B-FC869C41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5D12D-8941-4FEC-A8B5-0D398B6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292CB-3442-4872-8278-BD8CC10C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D6479-683D-41AD-8061-F2E5626B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057E3-EE8D-44A3-BA0B-0057B0D4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EE495-013C-4FDF-844A-088E5438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A1112-E88C-4F89-8EB4-3D6EC09D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C70BC-5402-4831-A2D3-89575EDE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A5D38-DF61-4D86-B795-0603FFE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94D0D-ACEF-49D3-9C23-C6833B9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F4975-75A4-4356-BABD-57AD39B1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1B443-AA39-4019-8BB7-76807C93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097AE-271D-428B-B643-450504C5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34DAE-8E05-4004-8146-2499AC93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312085-97BD-47AC-A1C8-E6569282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5D0EBE-46AF-4FA3-828C-C8E6743C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AA2A27-8EC0-401D-A12F-8455743A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079052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AD0620-CDED-4339-A429-1D0F4C42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59153-795E-484D-AE14-5C6DB24C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1F933-B275-45ED-A68C-D66F1AA2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DF4F4-5512-4191-9C96-D9AD757A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4C192-7051-4109-855D-CD93A253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01925-5919-4A80-AE2E-8B359D5D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3A762-4E19-44C2-89B4-4C3AFC0E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1CBFD-955A-4BF8-98F9-849A2050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5557F-D437-4C05-BEC7-5D90B779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08181-4D18-47CF-A823-866E8AF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6D5FE-79EA-4B67-9378-85A1B676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C8D50-7D1E-457F-ABAA-9B63D217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D64ED-EDC5-42D2-AABA-CF561069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522D1-CA86-4710-ACC0-F8C7F2E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56E49-4FD7-4720-9229-ACE2D53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B9832-65C4-40DC-B7CE-B73ADDDC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16362-0335-4867-9E42-C99C3617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182B7-1CC5-49E8-A6CC-31DDC720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01833-5E94-43A4-BF4A-07D2D63B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47D78-849D-4F2D-A151-4FA20036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7D343-0411-42BE-8AF2-8480290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E35CE-1022-4A20-AF68-6A6B989E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AEED6-BFD1-4812-8DAE-97D8DBC5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18AD9-8A77-4603-85C9-3A797A09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5513A9-4A80-4B60-83F1-CE23D04A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D6DBF-79E3-4C91-ACB6-97380AA1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E86D8-E16A-4FFD-A0A3-698CA125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A1C39-2F99-4674-8CF3-F8505B0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01A28-083D-4A37-BF4C-2624147B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563BD-5E94-4C88-9F66-820A31A3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1BA316-74D7-4332-8CE1-A1241CA6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1D6A0A-FF23-4E1A-BEAE-ACEC10CD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327684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85CD47-4811-4C80-B8EF-C9250B6C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196D-0EFB-4076-AF46-CFB69F37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ECF0A-9CB6-44F5-9F7E-D039656A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08F09-413E-426E-955E-E6B5C940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B8F39-918E-4475-9C39-8466F97F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4BCF0-2D42-403E-A0FD-64917B6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68BF0-6EA9-4EB7-A24F-8A3F2259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D1C7D-CB95-4838-8BA9-5443AD25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CB836-E756-47D3-9D99-DDF0DCB0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0A39B-0CFE-42EB-941E-83681357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2540D-1405-4EF4-91E8-CD1A5741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57119-C87C-4DF0-A0C8-6B1A4902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8EF91-F570-47AD-BA8E-9D6D0C92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9C302-8824-46DB-8410-4CB1038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6895C-8301-4949-8DD9-51F26751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51629-FE20-4370-9CC3-4F2FC0A8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CF6D3-20D6-4D49-9144-CB989389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ADD0B-9980-4A0E-93E4-3F08587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5C6C0-9FAF-4D12-8CAE-A4D7E1B7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31DC2-1CE7-4562-BE94-1B3D70C4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247FF-60D7-4742-A323-B5891E38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1A24E-6D1D-4801-88AB-0A31C49D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A3F5E-1521-4F14-94DD-2A7538D8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587B8-4ED0-4F74-9427-571E14C8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38E1B-76D7-4EBD-A899-3C9CDD62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1001A0-FDDC-4C32-B156-6F4587B7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7F2918-42B2-4C7A-95B8-2990F29A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709B8-FAB8-4B74-8947-BC43A91E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EDA88-1AA7-4461-95B2-0272E86E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0BC6DC-3887-404E-9F1E-11F3B482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17AE07-BCD5-46BD-81A4-5A72C1C3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C557DC-7927-4121-9C96-4BB74E8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950067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982299-4473-4E5E-9ED6-B10D7CC6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0A8CF-C16D-4D79-A272-E51AD3CB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233A4-E8DE-4C43-BEDD-6D3D8A54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319634-98BD-484A-BEF8-47E16123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BFF98-A14E-4133-9E49-72A4A083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3AE52-491E-4D48-B63E-C29C98F7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5A613-24AB-4852-AA38-D6F7327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48C69-2FA0-4364-87FF-81D5B6B3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9EE83-099C-4F34-A9D0-F9655C2F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9AA94-03BE-4F95-9719-E6D96AD7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CA041-B90D-41DB-87FC-9768335F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AB1BB-5515-419E-BB65-23D0E1F3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F01EB-DE3A-4A86-94EC-59ED8CFF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385E4-1408-48BF-BAF1-22F3AD8B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A9943-90D3-4496-86F1-085EEC8F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948B9-FD84-4A6E-91FC-20FD829E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94631-965B-4C64-A61E-BF09B658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C6B6A-9015-41EA-8527-D47F897F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2A90A-2EA5-4E0F-BE51-BAD09C06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FDEE0-0835-45D7-99D7-79D51440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576F6-6DD1-430A-BDB2-86E55BA1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FDB37-D40E-4413-962D-39CF1A65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E0874-5F03-4A11-9B9B-5A8772A6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E9F73-7530-4D88-9CC6-D957CF6B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43A3E-A526-4A7B-B44F-D2FDDDA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BCF46-60D6-4083-B77A-B7C0A9B0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9F468-11EB-4EA2-826E-D268850D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74832A-C0A2-44EB-B820-4D80F340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20C73-5DD3-48ED-9841-F3A1378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258B3-C765-4BFB-A0E4-8224CD80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934B65-F7C3-4A61-A8FE-B9C601F0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C81F3E-4319-4A54-BB9E-007A356E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680993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AC8086-8427-40E4-B033-D71D33E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66869-304A-441E-876D-7A649AAF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719A0-86CA-403C-9FDA-2057204B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5FBB6-B873-4809-8895-C37D75BD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C05C1-C04C-4F1A-BC6D-BBC819FA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84006-E7FE-4BE7-B10C-C8FF5054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E8B4F-2420-4C0F-B4A1-E570DB63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E57DD-06C4-4B1F-95BE-852D4125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EAFA8-D19D-40CB-AC76-8720A138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972F7-383B-43FA-A23C-2013362A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E9402-A91E-481E-9216-DC75EB3C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F322B-51DC-42E3-A199-E4DEDADB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69BF5-F235-4D10-B3D9-9DBE0665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4EF4D-895D-4F20-BA3D-2471584C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12432-FA76-483A-808B-529971FB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70B9D-5053-4DD4-8FF5-61F22282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264A4-9A50-46F6-B0C7-8F9F11BF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0D5FB-535B-46F1-A671-B42EE2FA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827DA-483C-4657-8795-C3FB6E7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E3C50-7ACA-431F-98C6-5BA1BC7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63BBA-322B-4D0B-80EC-A488C1A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A5851-0FC9-4E4A-B4DC-195D58E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FE429-4A09-47AA-94F3-603A6156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4EE52D-A011-4E3E-B5D7-87EACD07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97835-711E-4B4D-891B-3B5975BE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CD0C5-AA4F-4F0D-B312-082D5EC3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751907-DF2E-43C7-ADB9-6F4C9E9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AB63A-7747-42A6-9C4B-480CB951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D9EAD-DECC-44B4-B208-E885EE93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02D20B-8B94-4030-A7EA-171B1BB2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599A28-1734-4904-A732-61930808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36E189-3E28-4E37-B5FA-7C82A507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829134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E7DA01-9425-46DA-8F55-117C70E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91FC3-513A-432D-9E62-6DFAF562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0401-68EA-44B8-8005-B947536A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C4D7E-9B99-4757-8416-2F6942C1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C5A0D-CD40-43D4-9524-24547549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078E5-A5D9-4715-BC79-B668E6A4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C21B6-26D5-4A5F-9B1D-F38238D2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3C532-A4D8-4B40-A6EA-E905D095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2FEF0-7543-481F-AA2C-D3E0F477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F1AD1-2AAC-4E1B-B385-547D9D51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58776-83D9-46D6-9FDA-326CE4EF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57CB5-F3D3-42D7-82EC-DAE0690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CA10D-3297-4BE7-A5B8-609D2E8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36269-458F-46B7-9FD5-1F507B15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4DFC3-214A-49F1-B041-5E1A3877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256EC-E6C9-4BE5-A512-AB019F0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D9DB7-6EB3-4205-8B0E-2EDC5E52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3B992-8668-4905-8AA1-BFFBD98D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8DBAE6-EF8F-4EA6-ACC5-26A4F539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1108D-942A-4D34-9C25-AF903850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178F5-6F31-4786-B728-B356DC9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C529B-5A38-4128-8DD0-5958FEB0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CBC92-D7A6-470F-B13D-FEE9719B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F622B-C0E9-4BBB-A086-E3D609A8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6CE6D-D880-4854-A5B9-37533382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562FF-DFBC-464A-A1EC-3DC92ED1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D89D9-AAC6-4260-819F-A666D2F9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B6042-089E-4DBE-A8DF-3650DB1C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6129F9-5D52-41DB-9115-BAB8154B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37B83C-1A7C-4996-AF97-34597657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77CC26-0CFD-4C6C-94AD-5976AD4D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9F2DD0-2B6A-4CFA-90FF-5785036C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099318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663DC2-07B2-4290-9DFB-698798EA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EE489-BC0D-4E9F-A17E-86A653D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FA74A-704F-44E8-AFD6-F63AECDE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8EFD7-0430-45AD-A140-A83B2630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42CAE-78DB-476F-B6E4-306852F3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D7F8C-FBA6-4235-84A0-291E35E9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8B466-6857-4DD2-AB77-A7156195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6076D-5D4E-4917-986D-6C902B2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AC3D7-BD99-4DAB-8041-049092E5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71358-4E05-4781-8509-33D81CE2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99D1E-1B27-4B4D-A845-D7330969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CF94D-C5AA-4D06-BBB3-29D33647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55E31-FB03-4F30-B1EC-F2C8799B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634E1-9D07-48AF-AF4F-9EAD4BE8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CAD58-6DDD-4C37-8030-8CD0AA7F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5ADD8-5AAF-435B-AE52-E5F9A05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A071D-FF95-4F71-8E89-783AD671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AE5FB-22CF-43AF-882F-43215168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1769F-0C5D-4FEE-BCD5-80289D99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926CC-8A16-400C-ADEF-0258CCB3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65A6D-408F-4589-8462-AE8A88A3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29754D-8056-4561-BE7D-B273A72A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7428C-6213-4C6D-B8AD-D6C7C629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262742-354D-4E87-9BE2-6B03FEED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3A1A76-F4A0-4B3E-89E2-6777444B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87065-01B7-413E-BF4D-B14E11E3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808E8-2445-4B92-83E1-64D7B5BC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BEA04-5201-4D16-A0EA-0455FB88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F00C6-AD50-498F-8978-49BEF1CA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DFA92-8ED2-423E-BCBD-5C1BE5F2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50A92A-D80A-4364-8504-87CE9783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76DB9C-F388-4D02-B372-EB4BAF70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594489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91C43E-0DF1-4516-9A5B-C24CF227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29DA3-D3E5-49A4-9C0D-94E3A46A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6AC45-F642-4BB8-AA06-EFA0F53C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DE8E4-A6CB-4DC5-BE33-EFA6DBCB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9D5C9-C91F-4403-ABA4-62F5FF42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5CB2E-814B-42C7-9ACF-1E0D5145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14395-4403-422F-949A-0817E779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DB428-DB01-466B-B445-15A3C22D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6BB9C-BED6-4E05-B237-6266119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78D53-1FD9-4F41-9D6E-9CB85ECA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53DBA-3CC3-4512-B9A4-EDD38FDF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2F54D-871F-45CA-8CE9-DEB97A0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A1C4A-F63D-4CA1-AE8E-6F03D224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6A98B-A0C0-467A-8AF3-1FC2CBDB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3F1BA-28BE-429A-A899-9DE12744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57A8D-933B-4266-A4F8-552BFFD2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32C01-0008-454C-BB3B-521198D4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A15EC-3800-463F-9E5F-CE34BDAB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54C1A-0899-4FE4-ACAF-279F8AB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0CDD6-29F7-4DCD-9179-EC30F20F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512C7-4455-4FF6-A32D-47BDE3DB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A027B-D4ED-46A6-9F01-6F10E321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1114E-D8E4-4606-8849-D9FE11B0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4D4BA-F095-4FED-9A41-83828C97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3EBAF-7CDE-4E49-B3F5-CC2CFD86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CA68A-2FEA-4B8D-98E5-6C66E9E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57615-4270-4E92-827C-EFA957AE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7CCC5-E1A3-4A85-926E-E7461F23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6F172-2D2A-4F8E-B4A6-D3F9B01E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E2383-CA18-4827-BB02-B97E3545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5CFBAD-77A0-47B3-81E3-BF21A13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88F3A-9CF8-416B-8740-47521DCF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265937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8E0649-D259-42E8-9678-1E5BBD9E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E6990-2065-4907-BE8A-8EFC26E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D7529-0C6F-442A-89AA-A73CE7D3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30440-2F1C-4E57-866C-34D60B9D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D3819-4892-4168-986C-FD41D0F7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03ED1-DF49-4ED6-890F-AF7B0D69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0E37C-35BF-4EDD-8483-8BA999B5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7A5D-5302-4998-BF6D-807D322F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ACC96-E912-4B2A-8AFE-305BDC9C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FAF74-9957-4AFC-9B89-BFFE3340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B6E0F-4249-437F-AA7F-4750130C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77F5E-6213-4991-A7D3-F01643A7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898A8-B971-42D5-A6E8-116D3B5D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51946-F0F9-4DDC-B2DD-DC6B830E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6C707-069E-4B2B-999F-5A7119F4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DC555-585E-4F21-93D9-E1BE80AA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D7DDB-BA18-48FB-A76D-D6FB3BD4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8E9661-0B3A-4932-B92D-C3F24705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A64D9-346B-41A3-AC34-C2235DA6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FE2E3-E92C-4A00-9B34-C5C2481B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9DCC80-4A76-4864-A26D-EA940F9F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5D6043-4160-4697-B1BA-135DBD4D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A4546-A8A5-45E1-97E7-3AFA8665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0B5C0-8F1C-46F9-ABF8-4609FB35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A9C4E-A916-4D38-B39D-B96ED18D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BBCCB-65C8-48FB-8BCF-6FEF5E50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65B7A1-E36F-426C-9F45-0E699362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0A172-275A-46A8-A6F8-9147E8B5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E8066-08A2-4F42-AA5A-D7DE1A30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E97779-1914-42D4-809E-8D3372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B03B38-5CBD-4E25-9D03-23A0C827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7CE52-41AD-432C-ADE4-EA60D1EF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457948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CD15D7-418B-4AE6-A338-36D7192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25272-D997-4850-BB4C-8A46B2B0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E8C13-0DEE-44F6-BF7E-3EDD6813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C38A2-CF17-4FC7-9ADA-7477110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1DABE-D909-4955-980D-A87D83A1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59268-0DA0-4741-8C34-99BEC19A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FA886-FD4C-40BF-BE3C-6A00D1FC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3BDAF-6CD5-49F6-BA3B-50A7B369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FC943-0104-4420-917A-0DCD799E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FB040-85E6-4067-AD9B-C3D15FDD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BC53E1-B823-4CC1-A064-7DE4C871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DCB2C-F1BD-459E-AC29-56892D5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59E27-F487-4A51-AC1E-3DDB7D05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0E51E-FF8D-4702-B8A1-EFB44B71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3280E-439D-4C56-A334-61D69E06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2B0AA-7A75-47D5-A77A-C24C06D4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06D71-85A2-43ED-B02F-1F657D4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DB28D-7433-4676-BCF4-84119273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B6230-3BF4-4E3E-ABD5-777C288D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F1D0B-6FC8-4CF2-8DCB-BCBAD30F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333CBE-B7D9-4A44-8FA8-9195C3CD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48208-EB67-4E66-A33E-3F36520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220C0-20E8-43CF-818D-136203B9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4C150-B84A-4631-8BB0-E2C8ECF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C2908-0FBF-4F2C-AE30-61E6E91B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2E7B5E-9479-450F-AACC-DDDAD9A3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B6E849-5637-4DA0-A4B5-CD6933C7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212C0-862B-4B57-92A3-D36CAE41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8DDAEF-96AB-43D6-B824-B6F1CF82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14B57-188C-4427-968C-F067BAD9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6DF4E-FA94-40FC-AA76-0F04C72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00F181-8D4D-4C9E-ABF8-5E93C7F7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855824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FAAC7-66AC-450E-BA8F-B1DB982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40C8F-1413-4A08-9B54-48C1C288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9FA2B-6937-40B0-AF2F-860F1DA8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91888-3A48-4A60-9132-736AABAD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37B85-5BB9-4611-9408-041E3B50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F6220-7B3F-4943-A78D-CB38E919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A6368-3058-4E4D-94D0-D0784A76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8A96-BC63-40F2-B373-163F4EE9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42D28-1446-4399-B8B0-CD486D73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5B5FC-F813-425E-94A5-884AF041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C7AB0-479C-4BB8-9ADB-AEF1EF13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B3612-241F-4F54-9CD5-347641F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FCF0D-0E8B-4542-A060-2B1502AA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CA80A-F2CD-4987-8D19-A795C54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CA7DA-15F4-4FB7-87F6-FD24821A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3EC49-066E-4C37-A038-76BCE2ED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E294C-9CBA-45CE-9138-06693400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04465-61DD-4B21-BF64-F309D6FD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57EF5-D459-4BD9-A4BD-BA79CA98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3FAC4-E7A8-4202-8553-3817CC2B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18CFE-17BE-4A85-8E0F-51C5F136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A9830-45EB-4B4A-9F86-272DD4B7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5288F-8C48-42D2-BD7A-47B7956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B8587-72EF-4681-8F8F-B57405D1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39B00-57DA-40FC-8699-065EBD97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DE200-3BAC-42DE-A8BD-A3CF5F77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A279E-805F-4ADC-9A42-1907D186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5EA09-F143-4977-A506-54C4579E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84F59-4960-49C5-AC40-AEECB365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518BE-13AB-4257-A898-ABDE1E8F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CF6AF1-E85F-4603-89F7-D86D0E2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A69148-C3D7-44F0-A92A-AD8E1D31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839565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3CB675-D5A0-4E9F-9FC8-087C08E7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689BF-D626-4B5E-AAE1-3083E79F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DE81D-1E2A-4206-A471-7729DE38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2D57C-BC5F-4D3A-9005-B82564D5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E2CDB-B53A-4EB2-A5C3-B4ED2D78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0E5A2-2BF1-4A97-8573-AFE408C8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4D751-6C5B-4E2C-B24C-7EB6401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A2854-ACE1-4CD5-AB6E-757108A9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55361-84C2-40F1-B27D-0CCCB3F4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BAA6F-823D-452E-AF1F-30EC6956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A9136-BD86-4695-B017-DA44BFC4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54FDC-8619-4368-B850-135CC118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1068E-3AE3-4059-A60A-FA75EF42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F3C0E-3D70-4B8A-9ECC-3EF0D480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0940B-2F7B-42EF-AFCF-A0FB0C83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240CD-F818-48F1-8274-8953BC40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99B80-2417-4A9E-95AF-EC53449A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F780F-3539-43DA-B7B6-3E71EE72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5AE8C-1355-48D5-B3F4-3800CE3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548B4-8163-4987-A684-605114FC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1FC64-6AB7-4674-B356-9CECFAA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EF4B8-7146-40CA-9BF0-B328A5F2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C7418-336E-4755-A694-92A1D9F4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8550F-831B-44B6-996C-4E40721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3AE0C-64E0-47AE-A6D8-555D089B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7D1AAA-EF4B-499E-B154-DBD28BE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38668-F152-4C41-A752-14DCFCFD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8A81FB-5C32-4456-9C75-560DE6D8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F85A8-26F1-49C3-B203-0576F4F0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B19B3E-BC00-434E-A3FE-9E60B164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1D0C66-75AB-4536-961E-D8715159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EDEE1-4641-4096-894D-213283F7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2779336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79AB81-7286-48B1-8DF3-71117A40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E6FFF-CE05-4815-82EC-CE077B9A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6F5D2-A553-4918-AE36-8C835235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A0B26-7FA9-4B0F-81B0-6A99FE04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C1AF9-8BEE-47AF-84FC-C242892D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A96AD-1066-4965-949A-489D3F71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45417-7234-4997-8135-124660A2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42B10-00F4-475F-AA74-272C7D30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44824-69AA-460C-87D8-B0906F42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F580D-4A69-4A1D-8DA8-3A691285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73554-3FA3-427B-B6D8-C6BB86C7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E7E5A-8AB2-43F0-A0F7-1E2C636B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01D99-372C-4EDC-8A83-D73693EA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3CEC0-8D77-4E7F-9A89-5A298A09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6FD42-A3E5-4C12-956F-C225AE19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B494E-47B2-42B5-A6DA-FE9EBF21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58206-0862-4F5F-B421-2ABC9692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7E989-445E-4DC3-AEC8-5B4BCA58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A2B7E-23A5-4D50-83A4-1E81EE2E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2F478-3071-429E-8EAB-855EEBA7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8E08D-4CF4-4F03-A613-1080963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D0CB8-0085-45BC-8972-14F35ECC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97FEB-FF79-4C23-8631-E02E5D0B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E5C9D-2D7C-4A32-9ABF-93C6A308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FB1C46-079C-4BD2-A281-E05A37EC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B8640-C701-4990-AFBA-E5918FD9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4DFCB-5EB8-4FC5-BD08-ABB95135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4A8DD-F0DE-492A-A5B3-DB588FE9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6BF32E-FCDF-4D3E-A22F-C02F6B06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F2F9E1-71AC-4EC2-89C7-B87C364A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5ABD2-4ED0-43BC-903A-D3098138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4441B-7EC4-45A5-8AF7-59A6E3DD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20715739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281750-0DAB-4E3A-ACE3-37108133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6D542-B53B-4771-9B37-2C606BD6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60640-3D10-403A-8C5C-E78375D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37EED-9165-45ED-85E4-A2FC65DC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0F51B-CA1E-43BF-AB74-85593D27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28F92-8E90-4F7E-AE0C-F382CE33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F9935-C5C9-4AEC-869A-79A1BF63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192FB-1283-426F-960F-1C40275D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54A73-EEB2-45E7-81ED-E9B3F15F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D5EDC-A1C6-4FCB-AF7E-5A673B3B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2E0F8-7654-46EB-86FE-1FB8765E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6D7CB-98E5-4218-872F-7E0EC8FE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EA864-D2B2-4BF9-B366-11F64D5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0D0F4-D29C-422B-985C-2698106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B16DA-15BC-49F9-BFF3-62758917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B63E4-8CC2-47DA-9E9D-6E94E122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A17C9-8C0D-4BE9-B61C-AB07FC5E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C4878-0BFB-4D83-A866-C329500E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D242A-1146-4A00-A9D2-C3B43C9B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EB1FB-EBB7-4BAF-86C5-CC317380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904DA-7E17-4060-AA60-215504A7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AA2F3-15C6-42A0-A209-76A32AA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4296E-75FC-45C4-8D2E-43D0A860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C20BF-23CA-4EF7-B1DC-51E41AEB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5025F-4AEA-421C-B0CA-259B7EFC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12362-EE86-4D05-BC37-DE50AA7A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AC2D5-3CBE-4FA3-8FE7-DAAC6A9F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9B03C-985A-4080-9A2D-618378CC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5D674-4A0C-4497-940D-1A108AAD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923644-0798-4692-94D3-47427E90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EBA272-5477-4A32-A69A-5380F226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59C958-ED83-47F3-86CA-F40106E0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0422260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A5DE2E-F6B2-4A6C-B894-CD7EE5A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7F951-0FAD-4FA8-8F2A-8EAB9184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4108A-2DBF-4CE0-92FB-44CC175E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E445E-E26E-4675-A4DE-D3853D5C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7E341-7E11-4D0B-B2BC-40CB0652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417A6-B8C9-418C-9482-7B405BAB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E41A9-3762-488D-BB48-636574D7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86E62-2FE5-4E2A-928F-347C540A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AC5DC-B2F6-449A-B563-083D6832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0EA35-B774-423A-A422-F41C0640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5DF10-6A67-40AC-BCFD-33D6EA31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8BE3F-49FE-4CA6-8949-C4BFAC7B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7F9DA-6E84-4557-84E5-63F315EB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A0790-3A28-498B-9256-28256D3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49393-A772-4189-A818-FC246DD0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C424D-CF25-444C-B8A7-6BB01E50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F57B6-DEDE-4B2F-9098-7139B0E0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72D2F-697A-4E2A-8C85-164B6B5C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60C01-C8EC-4560-9954-E63F588B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6749A3-0328-46C8-95EA-41D9D39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7FD2A-134B-4F94-86B1-4D1B02FA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98D23-60C4-4B22-8168-3091CCE5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D33D2-50EC-43F1-9F2E-73709F53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CE1DC-5E86-4150-94C6-574930A2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82DB9-3822-468B-B29B-DF20A49B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48E9E9-6B51-47DA-A249-26E2D96F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BD9603-2EE5-44BA-AFAB-30144CA7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91581-EBE5-4CA3-837E-33E8F8B2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C926DA-ACE6-46D0-95D7-B7DC2FD3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1DAD8D-450F-40D1-9194-EF79D877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92ECDF-20F6-40AE-A02E-27162206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6CE8F1-F66F-4B60-A09A-1B526E51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623325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B9BB8-E2B9-49C2-AAA8-8BAE125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1972F-8662-4EF9-935C-2DECFB04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Cascading Style Sheets (CSS)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E9F15-35E8-4665-AAE4-E6FCBB22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3AB3F-6C5E-4A44-B17D-14F4CB1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539E0-E12A-4FFF-9C6F-9233CF73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F78F0-02AF-41C7-ABFD-E8DD026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C1B36-CB7A-4AE8-9C68-75F7DAEB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072E4-831D-4A0F-8BCF-2FE24480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026FC-9EB4-4891-AB68-191E402D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71FCE-3E3A-4509-A64F-0049C7E1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3A146-1231-44F6-97C1-CBED48C6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F6837-76AD-4552-AA13-C0FEEDE6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2B321-590B-455C-8E39-DECFF8AE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6BF0D-8906-47CA-9AF2-7FC4D3FB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52678-134E-4A27-863A-AA74E87B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6D197-9C0E-467C-B7C3-7D25BF5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152A2-A446-46FA-8831-0384016A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67238-F9BE-4230-A222-2844B9CE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6958F-4373-47BA-81B0-46A5A3DE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098D3-8DA0-4795-85C8-29C6EC3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AD963-750B-4F83-ADC9-6FCE4C54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EC819-F5F5-4063-8034-33547932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D9292-8408-46A9-8A43-A86E1CE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4F5547-8E49-4277-A3D6-74E1662E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BC39E-22F9-43DC-9011-DF19F367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A15EC-838E-4DDA-921A-3A663EA6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653093-E59B-42D9-9860-972CCD29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03CBF-A549-4CBD-BAAB-FBF9790C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0724B-A2D5-447B-A23C-EFC0AF24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219F1-4CBF-46CD-BFE4-FC14909C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BE67DF-DB3F-4737-A529-0CF2375C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639241-CC8C-479C-B3D8-38B9C777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8392387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863A2F-31D0-4070-ACC0-7D21C643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508D-A8B2-4BA3-BB38-9205A627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HTML and Website Developmen...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1A1F3-4C2C-4AC5-88B2-EBDE788D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CE352-DC11-4BE3-962E-D471A56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94A45-0300-4BB3-85F9-B82504E4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709F6-EC43-4334-86D0-C313F179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C2CA7-6958-45E6-B887-4995E80B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3CF10-8B15-44F6-9561-32221BA0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67973-83BD-45FA-99EC-1AFEFA2D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5A5DD-1977-4931-B7AD-1EF1C6DE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094B3-96DF-4587-8A53-13834616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79215-9E4D-4D63-A0E6-7B33E99F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B9C8E-9114-4C28-9DCA-853E7CAD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48D14-58C3-4096-895A-04B13A91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BC950-81B8-4A3F-98AB-1E830AB2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26F8D-EDAF-478B-ACFF-EDFDE9BD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15CCE-BE22-4315-A427-9E94CE96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79AB8-A9F5-43D9-AFAE-9C8EFBA5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289D0-D4A6-4890-A970-F1D45A32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B482A-57AC-4677-A2E2-B74F02B4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7C3EF-124A-4AAC-9E64-9A5BACF7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529E9-F12E-4EA5-B182-6F65B1B4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C0065-9970-493A-9461-054908E5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AE1A8-B9EE-411A-848D-E4DCD86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695B9-CF5D-4E9F-9E79-950D7311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40A0D-FACF-486B-82BD-4A01560C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7E241-E25B-449A-92D1-B53B0418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4705B-4B99-4787-80E3-86AED82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D4FC79-AE85-4946-AA4A-209FCC1E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F57AB4-573D-4941-AE9F-ED9ECD81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8EEF71-D178-4733-BC62-AE780499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58EEB-FE77-4E75-BB80-83795B8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11161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2026-08-24T16:02:51.5750000Z</dcterms:created>
  <dcterms:modified xsi:type="dcterms:W3CDTF">2026-08-24T16:02:51.5750000Z</dcterms:modified>
</coreProperties>
</file>