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f6859cc24c4fb9" /><Relationship Type="http://schemas.openxmlformats.org/officeDocument/2006/relationships/extended-properties" Target="/docProps/app.xml" Id="R20a1274f013d4d51" /><Relationship Type="http://schemas.openxmlformats.org/officeDocument/2006/relationships/officeDocument" Target="/ppt/presentation.xml" Id="Ra234cf05bff74d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318703b954193"/>
  </p:sldMasterIdLst>
  <p:notesMasterIdLst>
    <p:notesMasterId xmlns:r="http://schemas.openxmlformats.org/officeDocument/2006/relationships" r:id="R3ec5a605310641e2"/>
  </p:notesMasterIdLst>
  <p:sldIdLst>
    <p:sldId xmlns:r="http://schemas.openxmlformats.org/officeDocument/2006/relationships" id="256" r:id="R06222d71f8704612"/>
    <p:sldId xmlns:r="http://schemas.openxmlformats.org/officeDocument/2006/relationships" id="257" r:id="R70384ab8a0f5488c"/>
    <p:sldId xmlns:r="http://schemas.openxmlformats.org/officeDocument/2006/relationships" id="258" r:id="R2344541297964b5d"/>
    <p:sldId xmlns:r="http://schemas.openxmlformats.org/officeDocument/2006/relationships" id="259" r:id="R9737637e10dd4de8"/>
    <p:sldId xmlns:r="http://schemas.openxmlformats.org/officeDocument/2006/relationships" id="260" r:id="Rfaab59bf4fdd4057"/>
    <p:sldId xmlns:r="http://schemas.openxmlformats.org/officeDocument/2006/relationships" id="261" r:id="R4a92473b137d4b9a"/>
    <p:sldId xmlns:r="http://schemas.openxmlformats.org/officeDocument/2006/relationships" id="262" r:id="R87776fed55994573"/>
    <p:sldId xmlns:r="http://schemas.openxmlformats.org/officeDocument/2006/relationships" id="263" r:id="R5608dfe57fea4b7f"/>
    <p:sldId xmlns:r="http://schemas.openxmlformats.org/officeDocument/2006/relationships" id="264" r:id="Re7a67e96f3e543a6"/>
    <p:sldId xmlns:r="http://schemas.openxmlformats.org/officeDocument/2006/relationships" id="265" r:id="R5652e2353bab44f5"/>
    <p:sldId xmlns:r="http://schemas.openxmlformats.org/officeDocument/2006/relationships" id="266" r:id="R148b7ab073e4436e"/>
    <p:sldId xmlns:r="http://schemas.openxmlformats.org/officeDocument/2006/relationships" id="267" r:id="R83c00a46cd5940b1"/>
    <p:sldId xmlns:r="http://schemas.openxmlformats.org/officeDocument/2006/relationships" id="268" r:id="R70a0aa59e3684ace"/>
    <p:sldId xmlns:r="http://schemas.openxmlformats.org/officeDocument/2006/relationships" id="269" r:id="R9c7186b0390a4fa0"/>
    <p:sldId xmlns:r="http://schemas.openxmlformats.org/officeDocument/2006/relationships" id="270" r:id="Rdb50cd668c7b4779"/>
    <p:sldId xmlns:r="http://schemas.openxmlformats.org/officeDocument/2006/relationships" id="271" r:id="R4457be091376415d"/>
    <p:sldId xmlns:r="http://schemas.openxmlformats.org/officeDocument/2006/relationships" id="272" r:id="Rd027c6789e1f47ee"/>
    <p:sldId xmlns:r="http://schemas.openxmlformats.org/officeDocument/2006/relationships" id="273" r:id="R297b42530c8a4119"/>
    <p:sldId xmlns:r="http://schemas.openxmlformats.org/officeDocument/2006/relationships" id="274" r:id="Rb6f4974556a24b6b"/>
    <p:sldId xmlns:r="http://schemas.openxmlformats.org/officeDocument/2006/relationships" id="275" r:id="R43459545e4004103"/>
    <p:sldId xmlns:r="http://schemas.openxmlformats.org/officeDocument/2006/relationships" id="276" r:id="R5133ac7257934969"/>
    <p:sldId xmlns:r="http://schemas.openxmlformats.org/officeDocument/2006/relationships" id="277" r:id="Ra182b06879b740e2"/>
    <p:sldId xmlns:r="http://schemas.openxmlformats.org/officeDocument/2006/relationships" id="278" r:id="Rf0cb15425eac4aa6"/>
    <p:sldId xmlns:r="http://schemas.openxmlformats.org/officeDocument/2006/relationships" id="279" r:id="R9ae0efcdfb3d4211"/>
    <p:sldId xmlns:r="http://schemas.openxmlformats.org/officeDocument/2006/relationships" id="280" r:id="R49fb18ef66eb4d7f"/>
    <p:sldId xmlns:r="http://schemas.openxmlformats.org/officeDocument/2006/relationships" id="281" r:id="R1addcfffb88b4262"/>
    <p:sldId xmlns:r="http://schemas.openxmlformats.org/officeDocument/2006/relationships" id="282" r:id="R0618d413b3e04504"/>
    <p:sldId xmlns:r="http://schemas.openxmlformats.org/officeDocument/2006/relationships" id="283" r:id="R0f821e457da5487f"/>
    <p:sldId xmlns:r="http://schemas.openxmlformats.org/officeDocument/2006/relationships" id="284" r:id="Rf92027bc5cff4ac0"/>
    <p:sldId xmlns:r="http://schemas.openxmlformats.org/officeDocument/2006/relationships" id="285" r:id="R299fce0abacc4e43"/>
    <p:sldId xmlns:r="http://schemas.openxmlformats.org/officeDocument/2006/relationships" id="286" r:id="R4f0677bf953f4b92"/>
    <p:sldId xmlns:r="http://schemas.openxmlformats.org/officeDocument/2006/relationships" id="287" r:id="Rf2e58836346a407c"/>
    <p:sldId xmlns:r="http://schemas.openxmlformats.org/officeDocument/2006/relationships" id="288" r:id="Ra9e47de4212348b8"/>
    <p:sldId xmlns:r="http://schemas.openxmlformats.org/officeDocument/2006/relationships" id="289" r:id="R011678f1de104f18"/>
    <p:sldId xmlns:r="http://schemas.openxmlformats.org/officeDocument/2006/relationships" id="290" r:id="R1d48a27265264241"/>
    <p:sldId xmlns:r="http://schemas.openxmlformats.org/officeDocument/2006/relationships" id="291" r:id="Ra642563ec64d4c9c"/>
    <p:sldId xmlns:r="http://schemas.openxmlformats.org/officeDocument/2006/relationships" id="292" r:id="R28861bcff05d4ccc"/>
    <p:sldId xmlns:r="http://schemas.openxmlformats.org/officeDocument/2006/relationships" id="293" r:id="R95f24a2cfb514df7"/>
    <p:sldId xmlns:r="http://schemas.openxmlformats.org/officeDocument/2006/relationships" id="294" r:id="Rb75504d682334c65"/>
    <p:sldId xmlns:r="http://schemas.openxmlformats.org/officeDocument/2006/relationships" id="295" r:id="Rab7627502ca84c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b829786cf444ce" /><Relationship Type="http://schemas.openxmlformats.org/officeDocument/2006/relationships/slideMaster" Target="/ppt/slideMasters/slideMaster1.xml" Id="R2e3318703b954193" /><Relationship Type="http://schemas.openxmlformats.org/officeDocument/2006/relationships/notesMaster" Target="/ppt/notesMasters/notesMaster1.xml" Id="R3ec5a605310641e2" /><Relationship Type="http://schemas.openxmlformats.org/officeDocument/2006/relationships/presProps" Target="/ppt/presProps.xml" Id="R7c27a00219834342" /><Relationship Type="http://schemas.openxmlformats.org/officeDocument/2006/relationships/tableStyles" Target="/ppt/tableStyles.xml" Id="R88a80ee3cdc248c3" /><Relationship Type="http://schemas.openxmlformats.org/officeDocument/2006/relationships/slide" Target="/ppt/slides/slide1.xml" Id="R06222d71f8704612" /><Relationship Type="http://schemas.openxmlformats.org/officeDocument/2006/relationships/slide" Target="/ppt/slides/slide2.xml" Id="R70384ab8a0f5488c" /><Relationship Type="http://schemas.openxmlformats.org/officeDocument/2006/relationships/slide" Target="/ppt/slides/slide3.xml" Id="R2344541297964b5d" /><Relationship Type="http://schemas.openxmlformats.org/officeDocument/2006/relationships/slide" Target="/ppt/slides/slide4.xml" Id="R9737637e10dd4de8" /><Relationship Type="http://schemas.openxmlformats.org/officeDocument/2006/relationships/slide" Target="/ppt/slides/slide5.xml" Id="Rfaab59bf4fdd4057" /><Relationship Type="http://schemas.openxmlformats.org/officeDocument/2006/relationships/slide" Target="/ppt/slides/slide6.xml" Id="R4a92473b137d4b9a" /><Relationship Type="http://schemas.openxmlformats.org/officeDocument/2006/relationships/slide" Target="/ppt/slides/slide7.xml" Id="R87776fed55994573" /><Relationship Type="http://schemas.openxmlformats.org/officeDocument/2006/relationships/slide" Target="/ppt/slides/slide8.xml" Id="R5608dfe57fea4b7f" /><Relationship Type="http://schemas.openxmlformats.org/officeDocument/2006/relationships/slide" Target="/ppt/slides/slide9.xml" Id="Re7a67e96f3e543a6" /><Relationship Type="http://schemas.openxmlformats.org/officeDocument/2006/relationships/slide" Target="/ppt/slides/slide10.xml" Id="R5652e2353bab44f5" /><Relationship Type="http://schemas.openxmlformats.org/officeDocument/2006/relationships/slide" Target="/ppt/slides/slide11.xml" Id="R148b7ab073e4436e" /><Relationship Type="http://schemas.openxmlformats.org/officeDocument/2006/relationships/slide" Target="/ppt/slides/slide12.xml" Id="R83c00a46cd5940b1" /><Relationship Type="http://schemas.openxmlformats.org/officeDocument/2006/relationships/slide" Target="/ppt/slides/slide13.xml" Id="R70a0aa59e3684ace" /><Relationship Type="http://schemas.openxmlformats.org/officeDocument/2006/relationships/slide" Target="/ppt/slides/slide14.xml" Id="R9c7186b0390a4fa0" /><Relationship Type="http://schemas.openxmlformats.org/officeDocument/2006/relationships/slide" Target="/ppt/slides/slide15.xml" Id="Rdb50cd668c7b4779" /><Relationship Type="http://schemas.openxmlformats.org/officeDocument/2006/relationships/slide" Target="/ppt/slides/slide16.xml" Id="R4457be091376415d" /><Relationship Type="http://schemas.openxmlformats.org/officeDocument/2006/relationships/slide" Target="/ppt/slides/slide17.xml" Id="Rd027c6789e1f47ee" /><Relationship Type="http://schemas.openxmlformats.org/officeDocument/2006/relationships/slide" Target="/ppt/slides/slide18.xml" Id="R297b42530c8a4119" /><Relationship Type="http://schemas.openxmlformats.org/officeDocument/2006/relationships/slide" Target="/ppt/slides/slide19.xml" Id="Rb6f4974556a24b6b" /><Relationship Type="http://schemas.openxmlformats.org/officeDocument/2006/relationships/slide" Target="/ppt/slides/slide20.xml" Id="R43459545e4004103" /><Relationship Type="http://schemas.openxmlformats.org/officeDocument/2006/relationships/slide" Target="/ppt/slides/slide21.xml" Id="R5133ac7257934969" /><Relationship Type="http://schemas.openxmlformats.org/officeDocument/2006/relationships/slide" Target="/ppt/slides/slide22.xml" Id="Ra182b06879b740e2" /><Relationship Type="http://schemas.openxmlformats.org/officeDocument/2006/relationships/slide" Target="/ppt/slides/slide23.xml" Id="Rf0cb15425eac4aa6" /><Relationship Type="http://schemas.openxmlformats.org/officeDocument/2006/relationships/slide" Target="/ppt/slides/slide24.xml" Id="R9ae0efcdfb3d4211" /><Relationship Type="http://schemas.openxmlformats.org/officeDocument/2006/relationships/slide" Target="/ppt/slides/slide25.xml" Id="R49fb18ef66eb4d7f" /><Relationship Type="http://schemas.openxmlformats.org/officeDocument/2006/relationships/slide" Target="/ppt/slides/slide26.xml" Id="R1addcfffb88b4262" /><Relationship Type="http://schemas.openxmlformats.org/officeDocument/2006/relationships/slide" Target="/ppt/slides/slide27.xml" Id="R0618d413b3e04504" /><Relationship Type="http://schemas.openxmlformats.org/officeDocument/2006/relationships/slide" Target="/ppt/slides/slide28.xml" Id="R0f821e457da5487f" /><Relationship Type="http://schemas.openxmlformats.org/officeDocument/2006/relationships/slide" Target="/ppt/slides/slide29.xml" Id="Rf92027bc5cff4ac0" /><Relationship Type="http://schemas.openxmlformats.org/officeDocument/2006/relationships/slide" Target="/ppt/slides/slide30.xml" Id="R299fce0abacc4e43" /><Relationship Type="http://schemas.openxmlformats.org/officeDocument/2006/relationships/slide" Target="/ppt/slides/slide31.xml" Id="R4f0677bf953f4b92" /><Relationship Type="http://schemas.openxmlformats.org/officeDocument/2006/relationships/slide" Target="/ppt/slides/slide32.xml" Id="Rf2e58836346a407c" /><Relationship Type="http://schemas.openxmlformats.org/officeDocument/2006/relationships/slide" Target="/ppt/slides/slide33.xml" Id="Ra9e47de4212348b8" /><Relationship Type="http://schemas.openxmlformats.org/officeDocument/2006/relationships/slide" Target="/ppt/slides/slide34.xml" Id="R011678f1de104f18" /><Relationship Type="http://schemas.openxmlformats.org/officeDocument/2006/relationships/slide" Target="/ppt/slides/slide35.xml" Id="R1d48a27265264241" /><Relationship Type="http://schemas.openxmlformats.org/officeDocument/2006/relationships/slide" Target="/ppt/slides/slide36.xml" Id="Ra642563ec64d4c9c" /><Relationship Type="http://schemas.openxmlformats.org/officeDocument/2006/relationships/slide" Target="/ppt/slides/slide37.xml" Id="R28861bcff05d4ccc" /><Relationship Type="http://schemas.openxmlformats.org/officeDocument/2006/relationships/slide" Target="/ppt/slides/slide38.xml" Id="R95f24a2cfb514df7" /><Relationship Type="http://schemas.openxmlformats.org/officeDocument/2006/relationships/slide" Target="/ppt/slides/slide39.xml" Id="Rb75504d682334c65" /><Relationship Type="http://schemas.openxmlformats.org/officeDocument/2006/relationships/slide" Target="/ppt/slides/slide40.xml" Id="Rab7627502ca84c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68211ed1744c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d774450b9d472e" /><Relationship Type="http://schemas.openxmlformats.org/officeDocument/2006/relationships/notesMaster" Target="/ppt/notesMasters/notesMaster1.xml" Id="R25ae4cc4adb344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f11e5dcef1429b" /><Relationship Type="http://schemas.openxmlformats.org/officeDocument/2006/relationships/notesMaster" Target="/ppt/notesMasters/notesMaster1.xml" Id="R505c6c34dc264f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37e2c8ba694c94" /><Relationship Type="http://schemas.openxmlformats.org/officeDocument/2006/relationships/notesMaster" Target="/ppt/notesMasters/notesMaster1.xml" Id="R39909a8d665048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22c7462f743ef" /><Relationship Type="http://schemas.openxmlformats.org/officeDocument/2006/relationships/notesMaster" Target="/ppt/notesMasters/notesMaster1.xml" Id="Rb933fc2c3a5a4a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bba829032346d9" /><Relationship Type="http://schemas.openxmlformats.org/officeDocument/2006/relationships/notesMaster" Target="/ppt/notesMasters/notesMaster1.xml" Id="R6d8800523c384b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d7c94d9f3d4062" /><Relationship Type="http://schemas.openxmlformats.org/officeDocument/2006/relationships/notesMaster" Target="/ppt/notesMasters/notesMaster1.xml" Id="R0e799a580d654f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782aff15ea4eb0" /><Relationship Type="http://schemas.openxmlformats.org/officeDocument/2006/relationships/notesMaster" Target="/ppt/notesMasters/notesMaster1.xml" Id="R6de4ecdd738940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016cfffab64a06" /><Relationship Type="http://schemas.openxmlformats.org/officeDocument/2006/relationships/notesMaster" Target="/ppt/notesMasters/notesMaster1.xml" Id="R675ab6acf70845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b562d1ff9f421b" /><Relationship Type="http://schemas.openxmlformats.org/officeDocument/2006/relationships/notesMaster" Target="/ppt/notesMasters/notesMaster1.xml" Id="R12537f833ab343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7d44a7378548c8" /><Relationship Type="http://schemas.openxmlformats.org/officeDocument/2006/relationships/notesMaster" Target="/ppt/notesMasters/notesMaster1.xml" Id="Rf746bcb2443d45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acdd96848c4452" /><Relationship Type="http://schemas.openxmlformats.org/officeDocument/2006/relationships/notesMaster" Target="/ppt/notesMasters/notesMaster1.xml" Id="Rf695d806656e484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f7c942ca1a4272" /><Relationship Type="http://schemas.openxmlformats.org/officeDocument/2006/relationships/notesMaster" Target="/ppt/notesMasters/notesMaster1.xml" Id="R9ae071c997654e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ac0a4a68836440b" /><Relationship Type="http://schemas.openxmlformats.org/officeDocument/2006/relationships/notesMaster" Target="/ppt/notesMasters/notesMaster1.xml" Id="R9ee6cae1aed645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bab96ecf954ecb" /><Relationship Type="http://schemas.openxmlformats.org/officeDocument/2006/relationships/notesMaster" Target="/ppt/notesMasters/notesMaster1.xml" Id="Rec8ec43171b548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f1c579767e74d13" /><Relationship Type="http://schemas.openxmlformats.org/officeDocument/2006/relationships/notesMaster" Target="/ppt/notesMasters/notesMaster1.xml" Id="Rb167b3f13a7746d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2ae983e49fa41de" /><Relationship Type="http://schemas.openxmlformats.org/officeDocument/2006/relationships/notesMaster" Target="/ppt/notesMasters/notesMaster1.xml" Id="R82d67652de72430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fd6dd1c4264d13" /><Relationship Type="http://schemas.openxmlformats.org/officeDocument/2006/relationships/notesMaster" Target="/ppt/notesMasters/notesMaster1.xml" Id="R014fdd3ef0894ad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aa31aa1aba4530" /><Relationship Type="http://schemas.openxmlformats.org/officeDocument/2006/relationships/notesMaster" Target="/ppt/notesMasters/notesMaster1.xml" Id="R9da4552e7e7d49b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7b20e0552d84e59" /><Relationship Type="http://schemas.openxmlformats.org/officeDocument/2006/relationships/notesMaster" Target="/ppt/notesMasters/notesMaster1.xml" Id="R7f556192fbd747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7c1f9996ebb4c1e" /><Relationship Type="http://schemas.openxmlformats.org/officeDocument/2006/relationships/notesMaster" Target="/ppt/notesMasters/notesMaster1.xml" Id="R0eaece95b534476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719ad2f8ca54966" /><Relationship Type="http://schemas.openxmlformats.org/officeDocument/2006/relationships/notesMaster" Target="/ppt/notesMasters/notesMaster1.xml" Id="Ra9f726630b0245d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1d4597259d0431f" /><Relationship Type="http://schemas.openxmlformats.org/officeDocument/2006/relationships/notesMaster" Target="/ppt/notesMasters/notesMaster1.xml" Id="R1ced1e1695fa4b7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a706e1f2eb04268" /><Relationship Type="http://schemas.openxmlformats.org/officeDocument/2006/relationships/notesMaster" Target="/ppt/notesMasters/notesMaster1.xml" Id="Re0ecbe07d5a748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5b7093aab204e2a" /><Relationship Type="http://schemas.openxmlformats.org/officeDocument/2006/relationships/notesMaster" Target="/ppt/notesMasters/notesMaster1.xml" Id="R3c659e2f212940e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8fc783103444072" /><Relationship Type="http://schemas.openxmlformats.org/officeDocument/2006/relationships/notesMaster" Target="/ppt/notesMasters/notesMaster1.xml" Id="R2ccebe3e94604b7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88b5b2f9fb54000" /><Relationship Type="http://schemas.openxmlformats.org/officeDocument/2006/relationships/notesMaster" Target="/ppt/notesMasters/notesMaster1.xml" Id="Rdc0a1e78e980487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50d7397e9d14e33" /><Relationship Type="http://schemas.openxmlformats.org/officeDocument/2006/relationships/notesMaster" Target="/ppt/notesMasters/notesMaster1.xml" Id="Rf27352f763c94d3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0063d3fba0a44af" /><Relationship Type="http://schemas.openxmlformats.org/officeDocument/2006/relationships/notesMaster" Target="/ppt/notesMasters/notesMaster1.xml" Id="Rbd35d532c1dc417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d312f36ff204a65" /><Relationship Type="http://schemas.openxmlformats.org/officeDocument/2006/relationships/notesMaster" Target="/ppt/notesMasters/notesMaster1.xml" Id="R5e41348beca340d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b5bda5037d74da2" /><Relationship Type="http://schemas.openxmlformats.org/officeDocument/2006/relationships/notesMaster" Target="/ppt/notesMasters/notesMaster1.xml" Id="Rb1c7a2b6302a4a9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ee23fa6447d4b02" /><Relationship Type="http://schemas.openxmlformats.org/officeDocument/2006/relationships/notesMaster" Target="/ppt/notesMasters/notesMaster1.xml" Id="Re4b96322f847469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84d8824564f4cd8" /><Relationship Type="http://schemas.openxmlformats.org/officeDocument/2006/relationships/notesMaster" Target="/ppt/notesMasters/notesMaster1.xml" Id="R6051c27e09804a6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9b87755341e4f28" /><Relationship Type="http://schemas.openxmlformats.org/officeDocument/2006/relationships/notesMaster" Target="/ppt/notesMasters/notesMaster1.xml" Id="R8dbb89db44df427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59a2af9fa0f4862" /><Relationship Type="http://schemas.openxmlformats.org/officeDocument/2006/relationships/notesMaster" Target="/ppt/notesMasters/notesMaster1.xml" Id="R709fa00426ea4aa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371ddff269344fe" /><Relationship Type="http://schemas.openxmlformats.org/officeDocument/2006/relationships/notesMaster" Target="/ppt/notesMasters/notesMaster1.xml" Id="Ra496e4036a8d444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a4a789f43794fe1" /><Relationship Type="http://schemas.openxmlformats.org/officeDocument/2006/relationships/notesMaster" Target="/ppt/notesMasters/notesMaster1.xml" Id="R5a5577a0bc74494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5f887a4a9b94026" /><Relationship Type="http://schemas.openxmlformats.org/officeDocument/2006/relationships/notesMaster" Target="/ppt/notesMasters/notesMaster1.xml" Id="Rcfab5226497a488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daee2e5c04b449d" /><Relationship Type="http://schemas.openxmlformats.org/officeDocument/2006/relationships/notesMaster" Target="/ppt/notesMasters/notesMaster1.xml" Id="R00a9d3e1c28f406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6177f9187464d44" /><Relationship Type="http://schemas.openxmlformats.org/officeDocument/2006/relationships/notesMaster" Target="/ppt/notesMasters/notesMaster1.xml" Id="R9d386f2179764c5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de02c1adea741a3" /><Relationship Type="http://schemas.openxmlformats.org/officeDocument/2006/relationships/notesMaster" Target="/ppt/notesMasters/notesMaster1.xml" Id="Rec4a4a51719c4c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14d6f0b684b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0aa9c367df45c5" /><Relationship Type="http://schemas.openxmlformats.org/officeDocument/2006/relationships/slideLayout" Target="/ppt/slideLayouts/slideLayout1.xml" Id="R278e63ca7f2942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8e63ca7f2942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801e7fed54886" /><Relationship Type="http://schemas.openxmlformats.org/officeDocument/2006/relationships/notesSlide" Target="/ppt/notesSlides/notesSlide1.xml" Id="R705d5d07a75e48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368022f314415" /><Relationship Type="http://schemas.openxmlformats.org/officeDocument/2006/relationships/notesSlide" Target="/ppt/notesSlides/notesSlide2.xml" Id="R06822a5b3e8c43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83118d2b84c9a" /><Relationship Type="http://schemas.openxmlformats.org/officeDocument/2006/relationships/notesSlide" Target="/ppt/notesSlides/notesSlide3.xml" Id="R849e61a9b1ae45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93d52ee454025" /><Relationship Type="http://schemas.openxmlformats.org/officeDocument/2006/relationships/notesSlide" Target="/ppt/notesSlides/notesSlide4.xml" Id="Rb89f00f530a547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196f0ec25462d" /><Relationship Type="http://schemas.openxmlformats.org/officeDocument/2006/relationships/notesSlide" Target="/ppt/notesSlides/notesSlide5.xml" Id="Rcafbfe00b2b141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997be03de499c" /><Relationship Type="http://schemas.openxmlformats.org/officeDocument/2006/relationships/notesSlide" Target="/ppt/notesSlides/notesSlide6.xml" Id="Rf6d26bfe15364a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8061abd834655" /><Relationship Type="http://schemas.openxmlformats.org/officeDocument/2006/relationships/notesSlide" Target="/ppt/notesSlides/notesSlide7.xml" Id="R30ac1b40f75e48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b5dfb6ae74cd3" /><Relationship Type="http://schemas.openxmlformats.org/officeDocument/2006/relationships/notesSlide" Target="/ppt/notesSlides/notesSlide8.xml" Id="R02213e37586840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bfa7d234a4192" /><Relationship Type="http://schemas.openxmlformats.org/officeDocument/2006/relationships/notesSlide" Target="/ppt/notesSlides/notesSlide9.xml" Id="R4a617beed29b44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7d878f59345af" /><Relationship Type="http://schemas.openxmlformats.org/officeDocument/2006/relationships/notesSlide" Target="/ppt/notesSlides/notesSlide10.xml" Id="R28574e6542044b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f65a60cdd742b0" /><Relationship Type="http://schemas.openxmlformats.org/officeDocument/2006/relationships/notesSlide" Target="/ppt/notesSlides/notesSlide11.xml" Id="R6281238bc3c14f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b1cd111ae4f51" /><Relationship Type="http://schemas.openxmlformats.org/officeDocument/2006/relationships/notesSlide" Target="/ppt/notesSlides/notesSlide12.xml" Id="R685cacc08fbf411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c31b840d44017" /><Relationship Type="http://schemas.openxmlformats.org/officeDocument/2006/relationships/notesSlide" Target="/ppt/notesSlides/notesSlide13.xml" Id="Rdcc93cc18c7542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9b97aba334458" /><Relationship Type="http://schemas.openxmlformats.org/officeDocument/2006/relationships/notesSlide" Target="/ppt/notesSlides/notesSlide14.xml" Id="Rc74bbbba32124b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beb8fb397454b" /><Relationship Type="http://schemas.openxmlformats.org/officeDocument/2006/relationships/notesSlide" Target="/ppt/notesSlides/notesSlide15.xml" Id="R66296da621cf45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50ad908a94756" /><Relationship Type="http://schemas.openxmlformats.org/officeDocument/2006/relationships/notesSlide" Target="/ppt/notesSlides/notesSlide16.xml" Id="Ra9f30b2b00724b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c6379f6314871" /><Relationship Type="http://schemas.openxmlformats.org/officeDocument/2006/relationships/notesSlide" Target="/ppt/notesSlides/notesSlide17.xml" Id="Raa76359ce9b9460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cdfb1310044ae" /><Relationship Type="http://schemas.openxmlformats.org/officeDocument/2006/relationships/notesSlide" Target="/ppt/notesSlides/notesSlide18.xml" Id="R942948a7af45464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91fb3e7f64edf" /><Relationship Type="http://schemas.openxmlformats.org/officeDocument/2006/relationships/notesSlide" Target="/ppt/notesSlides/notesSlide19.xml" Id="Rf229ae8fc53c4ad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77aa3515645b3" /><Relationship Type="http://schemas.openxmlformats.org/officeDocument/2006/relationships/notesSlide" Target="/ppt/notesSlides/notesSlide20.xml" Id="R9f2367b4491240f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907e626c24d5c" /><Relationship Type="http://schemas.openxmlformats.org/officeDocument/2006/relationships/notesSlide" Target="/ppt/notesSlides/notesSlide21.xml" Id="R87bbc38447564d4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7e958491a420a" /><Relationship Type="http://schemas.openxmlformats.org/officeDocument/2006/relationships/notesSlide" Target="/ppt/notesSlides/notesSlide22.xml" Id="R194eb928312a41e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9094260e04cb1" /><Relationship Type="http://schemas.openxmlformats.org/officeDocument/2006/relationships/notesSlide" Target="/ppt/notesSlides/notesSlide23.xml" Id="Rcaa3c2f621b349c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2a8b949eb4412" /><Relationship Type="http://schemas.openxmlformats.org/officeDocument/2006/relationships/notesSlide" Target="/ppt/notesSlides/notesSlide24.xml" Id="Re9f7271900dc454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780a17293458e" /><Relationship Type="http://schemas.openxmlformats.org/officeDocument/2006/relationships/notesSlide" Target="/ppt/notesSlides/notesSlide25.xml" Id="R16c7721d3ddd467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b8e0428644a1e" /><Relationship Type="http://schemas.openxmlformats.org/officeDocument/2006/relationships/notesSlide" Target="/ppt/notesSlides/notesSlide26.xml" Id="R615da409bcfa483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a702172a1457b" /><Relationship Type="http://schemas.openxmlformats.org/officeDocument/2006/relationships/notesSlide" Target="/ppt/notesSlides/notesSlide27.xml" Id="R9f65be88a610485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9eff3d1a8e4d9d" /><Relationship Type="http://schemas.openxmlformats.org/officeDocument/2006/relationships/notesSlide" Target="/ppt/notesSlides/notesSlide28.xml" Id="Rfb737d5b5cac486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4ecf29f734fe1" /><Relationship Type="http://schemas.openxmlformats.org/officeDocument/2006/relationships/notesSlide" Target="/ppt/notesSlides/notesSlide29.xml" Id="Rb0ffe49665d2402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3dd0d00bb4385" /><Relationship Type="http://schemas.openxmlformats.org/officeDocument/2006/relationships/notesSlide" Target="/ppt/notesSlides/notesSlide30.xml" Id="Rb558942bcc5842c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19c8a573b4c42" /><Relationship Type="http://schemas.openxmlformats.org/officeDocument/2006/relationships/notesSlide" Target="/ppt/notesSlides/notesSlide31.xml" Id="Rf16f82d578d242e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23d877fce4353" /><Relationship Type="http://schemas.openxmlformats.org/officeDocument/2006/relationships/notesSlide" Target="/ppt/notesSlides/notesSlide32.xml" Id="Rb01afec4bc53421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aea91c2f94b07" /><Relationship Type="http://schemas.openxmlformats.org/officeDocument/2006/relationships/notesSlide" Target="/ppt/notesSlides/notesSlide33.xml" Id="R41d9584bf54644d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f4adf7fc44057" /><Relationship Type="http://schemas.openxmlformats.org/officeDocument/2006/relationships/notesSlide" Target="/ppt/notesSlides/notesSlide34.xml" Id="Rbeac46ed5dc8402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27791b1f54e76" /><Relationship Type="http://schemas.openxmlformats.org/officeDocument/2006/relationships/notesSlide" Target="/ppt/notesSlides/notesSlide35.xml" Id="R4a2be002bbb1408f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ac62fd86b4273" /><Relationship Type="http://schemas.openxmlformats.org/officeDocument/2006/relationships/notesSlide" Target="/ppt/notesSlides/notesSlide36.xml" Id="Rf826226f05ee420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827c508604a30" /><Relationship Type="http://schemas.openxmlformats.org/officeDocument/2006/relationships/notesSlide" Target="/ppt/notesSlides/notesSlide37.xml" Id="R3ee1c0a4cb5f4b6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6c35c887540eb" /><Relationship Type="http://schemas.openxmlformats.org/officeDocument/2006/relationships/notesSlide" Target="/ppt/notesSlides/notesSlide38.xml" Id="R36f99762e1c8421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55e38cf45438e" /><Relationship Type="http://schemas.openxmlformats.org/officeDocument/2006/relationships/notesSlide" Target="/ppt/notesSlides/notesSlide39.xml" Id="R5d9af41aab304d9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8a2f2ddfc4f28" /><Relationship Type="http://schemas.openxmlformats.org/officeDocument/2006/relationships/notesSlide" Target="/ppt/notesSlides/notesSlide40.xml" Id="R83445966a27e47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32088-C122-452C-AFA4-3E894AB3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57778-B4AF-403D-BDE4-FA40B8BA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Operating Systems : The History of Operating Systems , Operating System Architecture , Coordinating the Machine's Activi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4AC6C-C985-4577-A55A-BA229235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ESSENTIALS OF INFORMATION TECHNOLOGY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1BESC104E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Chapter-3, Chapter-5 (5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381AC-6C3F-4679-AE26-4539EBF7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6CA78-0538-46FC-BACD-26FC3960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15BAB3-B813-44FA-85B9-DC2E9DCB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0A09-C814-48FA-BEA7-2BE90D3B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029EC-A7E0-4D10-AEDD-2D9ED1AC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CDCAF-48EB-4345-BD68-15E8853A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A6A8DE-8CCC-49C6-9312-1EBE1695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BE60AD-C70A-40F5-B07C-761C189A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65990-A372-4F45-8F99-452FE507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CF0FD-35F5-41F3-AC47-A52D8800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99451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7F607-F5D1-4010-8B17-88FB65FE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85CB0-2102-4F19-BCD1-677D17DF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70687-F76B-4E93-955E-3FA8F433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B24864-FC09-49C7-8E7A-9623CF22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5FFEF-D77B-4F9F-9960-5DA5C9C7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92D2C-2AFB-4454-A14A-7B2E1DE2D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4951D-4B98-447C-B6F4-FBE93450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A54A7-62AD-4C04-AC45-F2C1D1D0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599DCD-3591-4196-9F22-69643D37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447FD-8068-4BF3-808D-D828EB16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5A771-6DB6-43DF-A4A5-E0575F7F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60F509-04CE-481D-B4D1-01CDAC08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B802B-3D97-43EB-B320-18111FC4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EDE8F-B259-41B3-9657-C3C932E3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F6961-1634-4AE2-8031-3171B487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78123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E20AEF-48CE-4997-AC2A-63773C1D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1DDAB4-763F-48E6-8ED8-32A932D6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99229-3A27-40F3-B7E5-72DEF5F7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FAF88-08E0-4EC1-A270-B72737F5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23014-A7AF-44F7-9D91-3E1A8C44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9E719-0B0B-4CC8-A9AC-01AA2AA2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A9D87F-49AA-48B8-9064-4A2CCAE8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D7F0A-A9C1-4097-A670-4A7D0891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5A9C9-D502-49CC-AE95-1C89FE46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Operating Systems : The History of Operating Systems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F1BE4-78C1-45FA-A301-2607AF95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1A4B0A-47F5-42DA-85F4-33A4E58F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1A7B7-1FF4-4072-A443-D41A4ED8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Operating System Architecture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B4775-4FFA-4D90-9FFA-3B40CF6C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C3CD4-D573-427A-B587-B06592F9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736667-6AFD-41B1-8B22-DF299045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Coordinating the Machine's Activities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AC7DB5-BEC2-42C8-B8E4-F2ACF5FC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1972D9-728A-4DE4-932C-20A2C2C7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547AD-2C0F-4921-9891-284ABA8C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Handling Competition Among Processes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574D5-9DC9-4F97-9128-C003CEA5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8C6137-008A-464A-8E36-A381915C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36725-108E-45C2-A27C-D15E9CC1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Security. Algorithms: The Concept of an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8150B-7F26-43CB-B5DF-4A011B18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1B4E99-2E35-4C57-B367-7F98B15A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5B45CF-B579-47DF-B415-6DD1FB1F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Algorithm Representation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2AA2A0-D65B-4FD8-AADD-3DBCCCFD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1067B4-AD5D-4238-94B5-20EE7DB4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A9B3E-245E-452D-BF70-8829B1D0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Algorithm Discovery. 1-5.3)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F6053-0A1D-47D5-937F-EE5C4EAB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447690-2C74-461A-B227-6F967FCD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267019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87C8F5-FA60-418A-9602-F9145D7F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0B69F-F326-4CD2-BE9B-A3332E13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A274D-1494-48A7-81EE-DE55BC33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D1C62-4DCD-4D4E-B542-1DAF94C5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759AF-5712-45B1-A735-3AE94D1A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1BEFA-7D7E-4DD3-8B04-F62A015B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11B83-535A-4859-8625-E3EC334C3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92322-A762-4A3E-AD29-C2908CD93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Operating Systems : The History of Operating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E9E40-41FE-4B5C-B230-1F80894A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Chapter-3, Chapter-5 (5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DBA8C-65C7-4DE7-BD0D-E1827771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FD6B38-B024-4CCD-BDE7-D9FAF4F8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Operating System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27C29-8DF0-4D5A-BE7E-9BA67298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Chapter-3, Chapter-5 (5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864A58-9367-461E-A576-D58294AE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BC3526-47AD-4D46-A1F9-836158FB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Coordinating the Machine's Activities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9BD91-A3E8-4267-A983-C17723F4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Chapter-3, Chapter-5 (5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EB0DC2-2E02-42BC-9E2A-CA187D43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F06C0-66E3-4BE8-9283-ED85FAA9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Handling Competition Among Processes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EAE07-3D02-4EE6-83DD-399EEAE7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Chapter-3, Chapter-5 (5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A27A-1D81-4F43-97F6-08FDA346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25F480-8690-49B2-B86B-8BB3AA46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Security. Algorithms: The Concept of an Algorithm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9B3FEF-3994-44D6-A565-FFCE4DDB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Chapter-3, Chapter-5 (5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9D95B7-178E-4AA7-987B-AE5E1115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93E165-B261-48D1-8958-C7A35E5F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Algorithm Representation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618B18-022C-4603-B863-7F61AEC5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Chapter-3, Chapter-5 (5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5C86D-8BE4-4605-B0DE-A7364BB9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A2EBAA-F4A3-43BA-85C0-7CD54D89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Algorithm Discovery. 1-5.3)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DA548E-682D-4B41-817E-D2D3491A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Chapter-3, Chapter-5 (5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BF3825-0C3E-4AEB-9BE6-BF0C8DDD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1B1947-4BC7-4E32-A2EE-E9EE04E5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020824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63902-F85E-4C7A-8F90-6FDE4621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8AF13B-82A8-4606-9D88-0EB2C989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64049-2BD1-4425-8599-4E40A122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7F716-21FA-4D7B-9941-1482F7BE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ADA60-7494-489C-B3A0-7DA54CC6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Operating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8175B-329A-4392-96F0-3BF7A43C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Systems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669E8-92ED-47CC-9A1A-897F4FE6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C594D-B1B6-4C04-841A-46528076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CB054-9CCA-42BB-BF60-10DC4827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Coordinating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5E4BF-BA30-4DF6-9EE1-3E564DBC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Machine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C6012-329C-4964-B49D-EAB2B329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Activi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D2A17-E69A-4321-B70A-50506EBB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Activities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72A88-E1EB-4DB8-9809-F96747BA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Handling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7EFE2-74DD-4565-82A2-FCB7F6BB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Competition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663EB-E73B-4DC1-AC81-3098AE2F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AFDFD-3FA3-4276-9789-D03B720B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7439134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B1488C-057A-4257-BDC0-43CF3B62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AC7A4-09A7-4A23-BBFB-6F917FB3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9FA637-4596-434F-84BF-D34E1D99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11984-44DD-42C0-BEFD-CDA87C20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5B141-CE38-454B-AB04-127DCC1C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Operating Systems : The History of Operating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78292-D038-451E-9077-240E7D09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Operating Systems : The History of Operat...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81C01-A31D-474E-9663-6537F067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2126C-9852-4288-8B90-B7936D45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6475A4-CF33-4C8F-82F1-6CDAF38F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CF150-558C-463D-A71D-443B1D81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32A6E9-94A1-4C08-8004-A785295A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AB7F5-5627-41FC-A36A-B2AAE9F4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41039-5F4F-4023-AEBF-E5B3DE2B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D62F9D-56F2-4EA8-B30A-BC161DDB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D0C8EF-1061-4BF9-9EFC-D116C7D7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CB7BF-5B5E-4FF1-B47D-AF384AC5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6560666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B9821-E385-4D47-8A7E-E24E0B02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4DD04-AA1C-46FE-A608-F8E07503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8519A-6CF6-49B7-9822-A31C07B9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61FD30-9C07-4750-925F-88103A11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7AEC9-CFAC-4038-A3FC-DE64E758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E948E-4E08-4021-A17B-85DAEF3F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0FC6A-E1DF-4226-9508-A9D540EC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18F89-8801-44BD-9694-7D677ED8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3BAE8-140C-458B-AE38-727F3B06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Operating Systems 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F4570-12B9-405A-8300-AB714D2D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9D812-DFD0-48F3-9587-25530CE0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6BBF3-0A95-4F4D-9695-8FEF0F7C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Operating System...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BB294-B7E3-41AC-8544-5FB95F1D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B7B34-2916-4F33-BF2D-4D7E0C22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38E24-3262-4B83-9A9A-9E145C82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Operating Sy...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09763-F3AF-4248-9AD3-1E85B176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18A05-6620-4365-809B-3C9AE1B3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9EBD9-7EF0-4055-86E2-E67D5212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Operating Sys...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3AF31-E766-4586-9C83-17F9142D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D2C67-FABF-4BC5-BCE7-FCDD0BDA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152A87-38EC-4EE9-AF84-377FB157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Operating Systems 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D9940-D918-4F0E-9E2F-E8E854C1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F7D15-6437-4722-B6E7-009FEC21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5360137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BB28A-2869-42E0-A090-642D947A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9FB0A-6AAE-4368-AD80-8B10D931C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F5E8F-B742-4195-A0F4-D82A158C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FF885E-9D04-447D-B7DC-B174E698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70F7E0-1691-455D-83A3-44A5790E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B6CEE-989E-4DEF-8806-63A3C424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1B464-9460-4E85-A9F2-DDA2B24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74EEE5-BB7C-4471-80ED-767430AF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3003C-7E39-4078-9BA5-9081BAD4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01A0E3-6F1A-4511-80FF-4B619EF1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D9A7D-B406-4516-A4A1-0CC3275C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F08AC-A9DE-42EF-820D-6C4A9932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EF2A6-217E-4767-877C-8C3A3D93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97E03-CF05-44DB-839E-6749DFB6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04262-8877-42DC-867D-94D56DB9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188555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4AD3B-CAF0-4E25-865C-2859CBBB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669C3-5B31-4323-A959-CE286DE4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54F073-ABDD-47E4-94B9-FB189649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746B7B-0581-4731-A498-58657D6E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7EAC9-4AA5-4DB9-86CB-E0C3E2EF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DC5FC-E0C7-48E4-B3CC-6F74D0AE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Operating Systems : The History of Operating Systems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79AFD-B9E0-4886-B353-56B85DC8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0BC9D-1746-4B20-BEAD-743A2ADA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A1427-B102-4492-84CB-FC504012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5078A-8D1D-488A-8986-9738A997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F3950-F2F4-44E0-8CA8-73AD3CAA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7586506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CDA6C3-AAB9-4860-9A3C-0817A52D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0E2D7-F686-4E8D-A624-1370F924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ADE0A-85E5-4762-8F44-5573FE23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DB1CB-4A0D-40D7-850D-3A6F2AE7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64974-8F57-496C-87C9-90547296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Operating System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C27C5-9E75-4F62-9F09-AA1ABEDE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Operating System Architecture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47A549-19A8-4C79-88B1-3E3EB607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D5819-BDAA-4D5A-A733-9F9A4843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F2817-F195-4CA9-9169-DD848213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63FEF-9191-4BE9-8854-E0A7E2F6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14439-063F-4A78-B0D0-4E3E2A98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C37EB-64BD-4DFA-B94A-599E6EFC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60C8B-49D4-49C5-970D-48C2E2BD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CA86D-C91E-4A92-A404-51C7745C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6A8228-2FA7-47A5-9674-73770F94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0654C-7390-4CD8-99F5-C09263E3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939507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921A36-F28B-47B2-BC8A-8B8D0ED4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6083A-7525-45A6-96CF-DD0E9D4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2663F-2353-49EA-9F89-8B21CED8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8B027-86E4-4E62-A740-2922DB42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02D29-9C67-4F41-A61B-91001BB2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0941EC-6100-4A8C-889F-4A4905AD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AF09D-6580-4BBC-B921-4733DC3C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87230-8DCB-4EEF-9A6B-136DCBFD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4C15B-1E3E-4164-B954-80E77C0F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Operating System Arc...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001494-C003-40E4-B14F-45E3B677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67873-D471-43A3-BEE7-DCB0F182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14451B-3EE3-41FA-83DC-EA7F2E2D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Operating System...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3D500-6FCC-4E33-8FF2-C6BB3432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2D4EE-8E29-4ED1-A09B-9725190B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66F41-83DF-4DC0-AFD2-0B8FF4FC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Operating Sy...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D2485B-712A-4889-8C60-E3AD0A77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1A303D-ED15-4778-AAF0-5D3C19B6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2F659-4479-4FE4-A078-DA28B360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Operating Sys...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766D38-2A47-4BD2-81DE-F942E27C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E5C119-6CAC-4335-BBF5-A6589045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9F5E4-0456-4948-B87C-805481AF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Operating System 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62049-0983-40B8-BD8F-EC42DB56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F64801-3202-4C83-A46D-E9DCCD15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461918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E8D6A-73E6-49E9-A57D-B7817EF1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344DB-0ADB-4319-8724-246A3F97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41314F-A3B2-4CD0-8995-2F4311CE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C4BFB-AC36-43AD-85BB-D59DD591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1313A-4214-46F7-BEB5-8AF85831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82A8AF-1AA0-4BEB-AE64-8B694E0F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0C316-B614-479E-98F3-7FCB1393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ED956-9447-442D-8565-F116705A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FB9C7F-5E09-4A26-897B-EA96DD5B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CE5DA-5946-4E49-9FEA-F81EE3F1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6994BF-7731-46B7-8989-ACF07084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641FB3-27CD-4642-A9A7-CE7F7824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24A9C-E406-40E0-8DFD-ECB16608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4ACDB-9A6E-41D0-84B0-3A29DD7B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0A28C-6AA5-40F0-B6B2-AD1B43AA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501091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2E3AF-0AE7-4EB3-A295-8F37064AB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F0BB5-36D3-4C27-8BFC-1CFE19D2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8EDCE-AC8B-4D6F-A841-C7318C46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CAD0F-C80E-4C09-B474-E0063902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EE730-67F1-42E8-9775-77F7015D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7CC9D-6061-47BC-AA9C-88C1BA04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Operating System Architecture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6BBDC-A481-436F-B5E8-71CFDFAD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8116D-627A-41B4-A5CB-B4804CE3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8AD84-1131-45DE-9116-C5C871BE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008E2-0878-4D7F-8283-528CC7FB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B0A1E1-54E0-4648-8676-27844DAD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9338856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FFC411-F45A-4499-9AE7-DF178C37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86E5E-6C38-4993-8CE8-13C5E0DE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06CD9-E942-4D43-AE85-E8762932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A68BB-5B83-43CE-8A11-61F904BD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32236-8D23-4245-8364-CFF73931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Coordinating the Machine's Activities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1DCC6-6797-47DE-891D-A2F66BD9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Coordinating the Machine's Activities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24111-263A-4581-AC3B-0AAEBB55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98FC1-CDCB-41C1-9D94-3E51C893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4F476-254D-42B5-98FC-F59C5EEB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C5504-8DBE-4D30-A042-34FD268E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36EB8-76C2-4E0E-8185-18CF0469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D9886-ACB1-4CAF-AD9D-3E154F04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1E91C-9166-4A54-ADE5-D1D7245C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AF547-56DB-4707-9B0B-0B773A09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41580-F437-4C8E-8E7F-67A0BFD2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9D9D7-F8BD-4680-8CF4-FCD1F854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607732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68AF34-33ED-47CB-9750-9DCC241F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69A90-0D4B-444D-B540-459653C9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664CA-86B2-4FC4-9DA8-938D4F97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35B8D-258B-4E3F-9C6B-61DE14FD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0759B-65FF-4723-8D0A-BFB9E1E5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76FFF4-4BD0-4D56-B119-EBBDD2EE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6F0CD-5330-4241-9631-3F3C08DF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58E919-C6C7-438B-9830-11841F48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F4007-F2EB-409E-A90A-80BDA6D4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Coordinating the Mac...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C420B-842D-434A-BDA6-88790C64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EA67D-4F34-4B08-A70B-5F449221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4C03C-C9A8-410D-BF47-26E3ABE1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Coordinating the...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184261-3D54-4176-AB0F-E5F70B69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DD4C6-0AB1-4971-9D27-22A9F09B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FD4501-913C-4D89-9565-946C04CE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Coordinating...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6020F9-4439-4D91-8181-4A4933A5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642CE6-3023-49F8-9533-60A235E3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E0407-EEBF-4323-9B8F-48469DC8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Coordinating...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4D336-C0A4-4BF9-8720-3E3953C0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328E2-1225-4B9A-82EA-51887ACE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12CD6-7AB2-4F7A-8219-CF4CA007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Coordinating the Ma...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0C4E3-4433-4D39-81FD-928D2BD3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A328D-8017-4C54-81B0-26B34CCC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306850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096F4-82EB-4BB7-925C-F4C02D86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89ADA-C85E-490E-A5AE-1E6C35C7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F344F-4477-4586-808B-B3CA5664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37E56C-3003-4964-8A0B-BFCA2204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05D36-4CDD-493E-B9C6-AB47DD19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B6344E-C7B9-4F5F-BF5D-C7D17C96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391308-675A-443A-B4B6-5F86A63E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AEF1C-28D5-40D5-B289-00434143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539455-C64C-42D6-A2AB-CB99D76D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B24F71-68A5-478C-BDB1-B6D6A6F9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BCC73-2364-407B-A8DB-3C7636D9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466EC1-CFC1-4D93-8C01-FCB9C4F1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24C5F-5ADD-4609-8FF4-7C1C2268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16F77-E3C8-45DB-AFD7-DB1CCDCB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32F579-FFB1-47F6-B9CE-9D2D42CB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602964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AB717-7456-4176-83E4-5F2E59A5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E6BF5-62D5-49E8-8D96-3591AD2A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3EEB8-0250-4869-9718-D95B5308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6BF3C-41E7-42E5-9CF1-77B5D71E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23199-9F12-456C-89BB-BFD5C5DB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E1204-AED1-4D37-9048-C50EE6EA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Coordinating the Machine's Activities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67BDF-DAF5-457D-8364-36024899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45891-3E8F-4800-88FF-CB3E89B5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A9D52-F159-4306-9B7A-DBD9D75C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748139-9A1E-4BFC-AFB5-BB925236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08C5A2-EB24-4E9E-BE8A-DB44FA64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603798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58D76-71F8-47B9-8130-A90D0169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4C65E-691F-4C71-9215-090086B7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8C680F-00A7-4577-B1B5-CC1F3F1A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E05DB-B02C-4D39-BE7F-A3482944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0D036-8714-41D0-9488-D271E2F3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Handling Competition Among Processes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CC059-586E-421E-A42E-B1E6349D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Handling Competition Among Processes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185C9-AA65-453F-A0D6-13A73A43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AF3EA-37BF-42C3-9ADD-AEC9426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D2B6D-EF00-4876-B3D3-54D70461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396898-F800-49F3-A41E-A36FE359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3AE9B-77EA-42E0-99E9-0F18C924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0E2B9-059F-41D3-8792-B99628FE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AC475-D9F1-46B9-B36D-E488A422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04A4B-F5DC-4935-9833-C5F70FEC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68FDBF-36E7-41CC-8719-AC2827B9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93107-240F-4174-9995-EC5D4A8B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2286429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D4393-4F65-4EBF-BF48-7704C260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50570-05DC-4D6D-A05C-BF259EBD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9FF6A-783B-4CCD-BAB2-E7C9CBFA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F269C-7716-45C5-AE7E-D13564D4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CC1BF-AA03-443A-B205-15E5DB30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AF71F-46B4-4A7F-A2B6-F485B536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D4626-8E7D-46C8-9CDE-6ED9C370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89F64-5B42-4C4B-B60D-F49E1B16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82968-2547-4DD1-BFF6-82344B5E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Handling Competition...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69570-200B-499B-A118-CA0EB9D2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6D47A-062F-47E0-925D-2315DCD5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66EE9-4401-4433-A051-819843D2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Handling Competi...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C2496-C8F7-4271-81EB-8B1B7C45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1311A5-7E9A-4C20-BCF1-BE4A5429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7BECF2-EEAA-4EB0-8FC3-781DE65E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Handling Com...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9ED04-6FB9-4AC8-B7F5-4198E2CA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07008-A213-4AB1-8DE1-45AECC0A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F8AB5-C732-4F85-9D3A-C4ADD108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Handling Comp...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350ACB-123A-426E-B05F-D7410383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A237CD-AFCF-4905-A9B9-EAF2181F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54E663-B49A-46F9-B956-7842A2E5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Handling Competitio...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A338E-7017-4B4E-A1B4-A9C8B7A1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663676-5732-4DCA-ADB4-79F0AF9C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883680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7D822-6AAE-4BD6-8F0B-1AF58230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99801-E82F-4AEE-9658-16C2D47A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4C87D2-17C1-4B57-AEEF-9F3D7671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5731AA-C40F-4AA7-8D20-DB738C28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0D1B6-9FEA-4F4B-B688-9E3923B4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9DC22-B164-4A0C-A5D1-EE5FF01E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377E2-61C0-4796-BD8C-B0137602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C5EC0-65A8-4855-A295-1B66C948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DA80C-DE88-4477-AB72-0AA44A20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52CF0-2277-4A98-88F9-24DE5BC9B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7FEC6F-7C88-4109-ABA7-0BAC9BD3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B13E1-DD21-4B47-8950-F7622421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7416F-99B6-42BF-BEAE-2DD5D17A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1EFED1-DB41-46B4-9D75-60615797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278E9-6C7A-46CA-942E-35B7BB98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259493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D83FC-AC5C-4482-9480-AC37450B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FD1110-6C98-4FA4-96B2-F1732F93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4B16D-7B40-4DC8-9B49-6FB76277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443CD-7677-4E04-992F-DB77AC72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8D40F-9D3A-4EBA-ABD9-9117582A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4C580-8FD0-4726-AA9D-639F5C27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Handling Competition Among Processes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01ABA-94D3-4DE6-8A2F-60EA7E7D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6A408-D2B8-415B-A2A0-3292FB5A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06DE4-3DA3-49CA-8A2D-B18C129A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BD1B2-E0BE-4678-9624-2DD4D462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DE0B8-723C-47C4-8C82-2EC8E41E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2805981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8109D-9094-44AA-BD34-E81344EF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E622DB-69DB-45E8-917A-98603352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0C2E97-4A43-422C-8E6A-938CA15E7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2E2C0-7851-4E39-AB5D-DD576409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A32A4-28FA-4380-9123-41ECA7AA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Security. Algorithms: The Concept of an Algorithm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FEC47-E15B-4A47-8177-4FEB6352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Security. Algorithms: The Concept of an A...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714C9-8735-4421-BE34-0A32B27C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5B2A42-DF68-40D0-BA7A-EDD9C811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326B16-6FEE-44B9-9568-6B390098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F9A45-BEED-4F36-AF81-12FF73B8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487D5-7007-41E0-BD9E-FB9B2026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35946B-E634-4792-82D8-CB1658EF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A2F092-7347-411D-A9B0-C7232A28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D8AB2-7F1A-49A0-92F2-363E3A09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E63016-5988-4E2B-9F76-B5B01BE0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979589-E2BE-40D3-924A-3E3B6841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75140375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30E73-42C4-4920-A990-8041137D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9A438-7E73-4704-804C-464A8A39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61408-5651-46A4-8595-B894A1B0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9D730-C754-4CA2-A967-5AB24FBE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9B042-2819-4EA7-AD05-68479BD8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186B5D-CDC1-4E6C-ADAD-54C43640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7778C0-7886-45A0-BD16-48512E94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B449A-C4E9-4E80-8067-AD2155E9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9C293-0E39-46BE-BCBE-48F73050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Security. Algorithms...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AA7A4-C18C-42DE-B469-7BE45763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9A92F-6307-4B8A-9850-EF32519E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37442-1219-44BE-9D28-BEA492F0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Security. Algori...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77C6B-827C-4439-A6A3-92D75502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99875B-4C9A-4761-8A88-28224B45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66E36-3277-43F1-892F-AF8D411B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Security. Al...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482ADA-3B84-4D28-BDD1-E605D08F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B8351-81E8-4B34-904F-37952FF1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68609-997A-4A7A-A26E-E8E84E24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Security. Alg...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8A96C-7C96-44EC-A405-85CA84C4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32682B-540B-429C-9B8C-96A05EFC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47B0B-D56A-4341-82B7-9D4C74C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Security. Algorithm...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450509-1043-45D0-A8A8-A3A8408A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22535-9680-4D47-AAEB-BD806F41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219172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65B2D5-76DB-41E2-9CE6-B49C858F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9FF8D-6F4B-4FD7-BB40-E2C7B714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282BC-ADC5-42D9-A461-030837F0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7EB26-6719-447E-BA59-B0C38765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791FC-4231-48CC-AA68-68E1579D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A3E7E-62A9-4ABA-B437-3197B03F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930557-BF67-4B9B-845E-19C08871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C1A6FE-3301-4BCC-8510-A8F01DD6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1108E-1241-49BA-9E5A-883D6066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B468F2-FFB6-47C8-980C-0ABFE9E3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15062-782E-4D7E-8D1E-4E68CF1E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97E3D-1538-4DB5-A5EE-93E283B5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BBD5AB-4608-4245-AD81-4F0A6A92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217AE7-2F96-40ED-9566-B6CE148A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BF144-9925-44BA-938D-4F233C80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772792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EE6EF-2B23-4C08-AFC1-8B17158F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73DA1-FE00-451A-B132-83CC5FC7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53F2C-0F31-472C-AAC0-52680631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03602-2559-491F-B800-C19151B1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4865F-37E7-4DA9-9790-6AF53B692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85A8A-6551-48F7-978D-A8540180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Security. Algorithms: The Concept of an Algorithm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E90CF-4D4E-494E-B3DF-F344074C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CE798-FEC9-4F72-B306-C629CA1D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7919DC-1D47-4FDD-9D98-64CD586F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A3BF1-73C2-4AB2-AD6E-0C347708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1F62A-6318-4155-BA0F-E6BBE6AD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30077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74E41B-798E-421E-944C-5B91C009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2D430-93AD-497D-B2FA-55B028C5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C332C-81C9-460B-BB09-EC6349FF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EB50E-F5E4-4035-A994-87939E25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C4492-9ECB-49D2-8A4D-CBC544D3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Algorithm Representation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C9739-1E47-44E4-B9ED-B393E565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Algorithm Representation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A415F6-CF0B-405D-BC2F-B98D992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6D6F8-0B57-415D-B67F-746C02EF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48A7D7-23F5-43B1-B402-F9A4CC1A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9BAE4-D9B0-4625-86C3-E14389FA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E1CC7-58BA-4529-8C6E-69D869E4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74C0F-EC66-48A2-A074-9B94B5C0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8C62A-0C9D-4A7A-8F92-9874AB5A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63495-BA05-461B-8C7F-728AB49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EB5A0-5C0B-4E18-856A-FD903BCE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D87CD-C083-4450-AC6B-14A92C27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279688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C07B6-A73F-4850-9B19-16456C7D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B7EA0-86BB-4F82-8D2A-DC70D849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86B78-EE7A-4E5D-A105-F5D95FA3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9D606-1533-430F-95EC-5C3443C4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3B899-66B4-4DFE-963C-42F0365A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CFD2A9-FD48-464A-8C4B-F61EFB25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A6E7C9-C9B4-4A60-810D-C82DD629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C367A-A5B2-4CC2-8DE3-2DF8830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97093-DB29-46DD-A5BE-41690A3D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Algorithm Representa...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09A750-3C9D-4387-A3ED-F2F9B5FC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B510B-AF8B-4D9E-B29F-94322027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57004-79E4-4D13-A04A-F5B12A8C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Algorithm Repres...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207F24-EBA7-4D41-84B7-05B3AB56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CFE0A-F037-434A-9B80-A13EFB4A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AFCBF-1C24-4859-9CE2-BAB0611F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Algorithm Re...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324FA-7396-4181-B750-A2C2700F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3B82B-E556-4238-9A49-E02F89D6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06475B-0348-4633-BBF1-D1456C02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Algorithm Rep...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C3E21-F815-4B34-AEC0-ED62EAD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9B700-177C-4886-A3BB-12701D7F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A6683-1234-4E03-A119-43EE2A8B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Algorithm Represent...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6014CE-C241-4E0D-B6A8-A5F1786C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203188-CA5F-484E-B6F9-0499C6E9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83609702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75A52-1CB3-4894-8AB2-B89862CC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AF5A3D-3113-4B43-99EC-3B22D6BC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36C79-A9BA-4F07-A812-5EDA46CF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5867F-0500-40BB-8D25-81B94948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0F393-2A87-495D-B865-1ACB6154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5F540-F6F1-4EA2-A031-DDB31F19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D23A1-C9CF-4E44-98F5-7E83C3BD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EDEAB-264A-43AA-B64C-6ABC3EEE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0FC6A-B18C-4234-B586-2D17251D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1D425-4ED6-4348-9A53-D4B81931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046F34-F166-434E-A25C-0A3DDB73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D717D-F073-4DAE-B719-1F67AD2C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6A40B9-DE6A-415B-B41D-EFB8E64B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9AF41-4A9E-4DD4-B4D3-7BCCB1E8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C7773-0738-4435-B037-AE16450C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94343984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FD37A-D8E3-4A3C-BF71-127269D0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C2244-E52C-4D7E-8AA4-F107041D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02546-93CF-45AD-9F93-9F6C4DF7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E81E9-A8D0-4E3D-95CE-582C249A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6C63C7-5591-47AA-A616-464894EE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F2927-3E5B-4EAE-BA70-D5CFFAE9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Algorithm Representation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221F6A-1E3D-4EBE-BA30-F7A54D5F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6F588-77F1-48AB-89C0-9B0DF93C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F86FCB-F9C6-4F85-B41B-00146265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CB8BB-D5EC-4EAA-9BF3-FC68273E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7F6CBC-C126-4DA3-B4FD-1FF064CD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202116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371D2-6F88-4A97-BBC8-D6F4F986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605C1-FEC3-459D-918D-8126280C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C8ABD-7B34-499B-AC7C-0C3E42DA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268FD-D574-473F-AAF7-65DB9C78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82D76-13EC-4DA3-83C2-4B6EB8B9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Algorithm Discovery. 1-5.3)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857232-B0AF-4685-84EF-291F6F61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Algorithm Discovery. 1-5.3) becomes teachable when students see the problem, algorithm, code fragment, dry run, and output together.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6E4C1-C226-48B0-BC38-BCCD1688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E6AD5-771C-47AA-A08A-B4C40B2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B0E21-7538-4678-B1F3-C2AA1688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CBE52-FA2B-4279-B22D-327F598F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1A500D-0C9A-49C1-8776-642A6C01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32EE47-65D1-48BD-BED4-276CAAF2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B54FC-D546-4BEF-A63B-5C582F37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ACE7E-1D05-4FDB-981E-5472C902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0CC2E-5F1C-4898-AD78-85ABFD52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FA0C36-D583-46FB-8A2A-D0671B68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8998942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4C264-0CFE-416C-AF13-A54760B6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5FDE7-9B7B-4B3B-AAFD-73C166FF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05E88-48D5-449D-8212-F530C052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001FD-A9CC-4CF0-95C1-9070A106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5FA03-871D-4097-A1F4-E8D612A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30FB5-7051-43A8-88EF-544B3238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3FB03E-1D1F-40B9-B888-8A0DCFC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FAB2A-1F18-4911-B34A-F493146C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09A360-63FD-4975-BF16-B3EBB200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Input explains one necessary part of Algorithm Discovery....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99711-48A6-42E9-BC30-3C8D5487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11558-EB4A-4559-B0EA-45BA327D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2E37B-5185-4085-9F84-8765D784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Variables explains one necessary part of Algorithm Discov...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66221-F6FC-4CB0-9195-8B50866E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842C1-F42A-4708-9AF0-75431790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DFB5D-EFAF-41E4-A9F4-CA2C8264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Decision/loop explains one necessary part of Algorithm Di...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51721D-3729-4170-B953-062FC778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5AE4E-E02B-4024-9E92-443872F6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A3EEC-D3BB-4DF7-A140-DD07AA7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State update explains one necessary part of Algorithm Dis...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850F9-6E1E-47DD-BBAA-9BA9E4B3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F4D15-7501-4782-9392-3239F60D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45DAC-A39E-449D-8A82-EF4EF810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Output explains one necessary part of Algorithm Discovery...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38352-F1CC-4BAF-91F3-BE050897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2E687-F9C5-43A2-B670-AA5ACF2C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835619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FFB5F-9502-4770-A1BB-8BAAC463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0E21FF-722F-4796-92EE-0998B9A4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9B2FE-5A2F-4345-B28F-96270D84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CB99C-6513-4126-B272-978B2A37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A6F577-8A31-40BA-8870-CBFF36E8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0B7CF-A54C-454C-A22F-A4926FCB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49D84-0BD5-46F9-B9AA-16DE276A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173BA-D8A1-4D2D-913D-1AB03539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DC590-6B72-496C-8118-E7E3FAB3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89866D-CB3E-40DB-907F-470838CA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25A86A-0EDD-4A30-B466-227A9E86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A2C11-F0B1-4F7D-888F-3D36179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C2D57-1A06-437C-93E6-4AB247A3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90803B-0CC3-4B21-8AB7-F9B93C4D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Define input: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Write algorithm: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Trace variables: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Map trace to code: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Predict output: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Test edge case: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77EC16-3A25-4029-8404-105AA2E6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31104052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3F02B4-1814-44A3-98B4-9F18C92B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6B256-A5CE-4AAB-A9FE-BECC701B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B7799-A723-40A2-BD43-4219830B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6A05B-F9BA-4E79-B5EF-F44A16F6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B550F-0EDD-4247-8BF3-2B283DC9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6DCD3-273E-4724-BD87-0A89933E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Algorithm Discovery. 1-5.3)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77159-7124-407F-BFAC-84C40492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9C944-26E1-40FF-A2BC-FBF85BA8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Pasting code without explaining data flow, control flow, and the point where the output is produced.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A240D-248A-4A26-8CF5-597F32C8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39636-6CF3-4297-BB19-F47241F5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37831-A82C-473E-9FA4-B2D50A31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30103456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EADB8-29B6-41ED-A968-B57850DD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90D1E-44CE-48F8-BDEF-F2BB1930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ABA99-46CD-420D-90DB-08BA5247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EA330-AE3F-4B62-B687-D13CCBCB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0F6ED-6792-42A2-B887-680B0FC4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1F0EE-C4CD-4603-B9D4-06FEBAA42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16375506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A21423-0E83-413D-9494-399F81CE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6A9458-3E03-4EB2-8283-930DECC6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472AB-7ACB-488C-8DBF-F5CDD85B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F75BC7-8ECB-42E8-A5B8-476E8E99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5CBB1-B25C-4616-B145-BAEE6635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Operating: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Systems: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History: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Architecture: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Coordinating: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3026E-B87A-4E27-8101-3F608604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20305798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144852-998B-4D6E-9594-85554E51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98092-61CF-4229-9F9F-5F913D48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11878-C743-43BC-A45A-95DCC46A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36EF0-466D-49EF-A155-FD9DDE8F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CFA14-BC20-4001-885D-A09CBC36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Input: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Variables: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Decision/loop: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State update: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Output: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85E29-00B3-49E8-8E08-0493CB47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00932428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DD356-BB43-4C8B-9E2C-7F384C12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6EF9A-162D-413B-B8FF-684535E5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3A5FA-41E6-4CC7-B615-CA24880F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A3199-08F2-4D54-85A7-F3E148FA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0E695-CCE6-48FE-A62B-3BF54775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Pasting code without explaining data flow, control flow, and the point where the output is produced.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91E5E-D36C-4D00-90B2-324CC6A5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70650108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876615-FAC4-4E9D-A6C6-617985B2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3163F0-87A8-4498-9750-2CBDFC60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58415-0FA0-45F4-9A0D-63718205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536870-84A5-4170-8C66-D1435059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B234E-D264-44D3-8B85-5E4EEACA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Operating Systems : The History of Operating Systems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Operating System Architecture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Coordinating the Machine's Activities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Handling Competition Among Processes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Security. Algorithms: The Concept of an Algorithm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09623-C457-4894-A559-C0082631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31EB3-C322-458B-9363-51A38491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235F2-3AD8-4265-8CBE-A9296FBD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40456194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5895DA-F5D7-49F7-AE36-79813D34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00A62-3FDD-44F2-8E70-D0149763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Algorithm Representation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B51AC-3352-471A-B238-E786B5E5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62978-BDF9-4B96-9B6A-02B9DC62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0DC4D-1436-4CAF-B16E-6F708B96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C540E-82DD-4623-A340-795E11CB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5A8E1-8377-48D7-95FC-97346F90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3E7F8-0F55-48A9-A879-4192B1B5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C3B93-1BAF-4014-85BE-1C854030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C2658A-96E3-4F42-A4A0-C72D31F5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3D07E6-19E9-427C-8C16-F8C5BCAC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53432-9226-4928-A70A-ADF80A14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F09F7-13B2-4E49-BF9A-BC9C252E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2DF079-0ACB-4D84-9DAD-9EB6F4C3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231E4-E976-49A1-AA9F-1F98E1A9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1654C-502A-43F5-885E-79D1947F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662007-A40B-4A9A-AA3B-906E5FF2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0D114-2FC1-4B6F-BD3C-A7F4BDA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DC602-AE4E-4590-B648-A2AA846B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FED41-788A-4B35-BAF6-C6FB587B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4FAE9-724D-462D-9640-A77C0F6C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B0AA43-EA2C-48BA-B6EC-F74E238E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A196DD-A73D-4C94-AA5F-F8C0E5BA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28A687-E3FB-40EA-A954-D331D607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45DA54-0E13-4CB7-A568-3984ACF6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86E031-2CBE-43A8-8EDD-297549EB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19CF3-BEF1-40AB-841B-094F5619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1693E8-077E-41DB-A7D6-3456EA28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DFCEC0-9D51-4876-BB1C-12611FA6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547634-5EBE-4FD8-9E71-806044F5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024BF8-6680-492B-9D2D-D14E01AD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0CC14E-07D3-4003-99C5-786792DD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64560644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AB5BF8-9032-4B52-B10F-08E5B220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1BESC104E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A6EBC6-2505-4D8D-AA7B-F89E4EE50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Algorithm Discovery. 1-5.3)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C0CDF-9D4A-4007-A944-2BE6E55E9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778DB-3045-4B22-9707-366F6F68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96814D-1F86-412F-B154-389327E4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9B885-BF15-45A0-A36E-4E9A9CB4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DAA57-0781-4413-B8A4-DEF8BD81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3B48A-B493-4478-AD8C-4193EE5B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19590-3E68-431F-A229-69F40E6D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0D2EC-AB60-4CE0-A128-A349BB5A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02922-449B-45FA-BAB7-662D3CB7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39670-D61A-415E-8914-DBA4B133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93ECF-1836-44B8-B43F-7EBFB7D6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D6273-12D2-4708-9340-0F2DDADA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F04D9-BE46-4A97-BE5A-03DA9EC1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3516B-462A-4D68-A4F4-20F82E64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3D848-9DCA-4824-9D0A-D6FFBCD1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FBC443-B410-4750-AA8E-7763A40C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Define 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AD9B4-3887-4B0C-88F8-B7D0B9D6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9A8DF6-0DF9-46D3-A637-B1FD9F12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E2AD33-40D0-41F1-AAE2-46400BE8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algorithm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20465-895C-4844-B823-FC96B5FD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597A7-062B-43C9-B42E-ADE0992F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551CA4-3A24-40F6-8686-0456B0A2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Trace variables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7EBC06-91A8-4816-9C2F-23EE69C9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CBB80F-07AD-468B-A542-EBCC9440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47AF2F-2D83-48C6-819D-88A9527A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Map trace to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A3298B-D701-4EF0-A9CE-F09E5B72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28BA0D-1EE3-4497-A8D8-185E2169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5F9A5D-6B24-428C-91B4-384BD124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Predict output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31A6FA-3039-4012-B60D-88DA519A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B247D7-8174-473E-8582-BFDEC1DE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ESSENTIALS OF INFORMATION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584874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2026-08-24T16:02:50.8870000Z</dcterms:created>
  <dcterms:modified xsi:type="dcterms:W3CDTF">2026-08-24T16:02:50.8870000Z</dcterms:modified>
</coreProperties>
</file>