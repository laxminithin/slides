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ccaeb3b6bd438c" /><Relationship Type="http://schemas.openxmlformats.org/officeDocument/2006/relationships/extended-properties" Target="/docProps/app.xml" Id="R80b0ce50976d4be4" /><Relationship Type="http://schemas.openxmlformats.org/officeDocument/2006/relationships/officeDocument" Target="/ppt/presentation.xml" Id="Rec84be1bceab4d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5a0c8121a34f31"/>
  </p:sldMasterIdLst>
  <p:notesMasterIdLst>
    <p:notesMasterId xmlns:r="http://schemas.openxmlformats.org/officeDocument/2006/relationships" r:id="R901854d1d2314d1a"/>
  </p:notesMasterIdLst>
  <p:sldIdLst>
    <p:sldId xmlns:r="http://schemas.openxmlformats.org/officeDocument/2006/relationships" id="256" r:id="R6aec11acfac4409e"/>
    <p:sldId xmlns:r="http://schemas.openxmlformats.org/officeDocument/2006/relationships" id="257" r:id="R6f13fb67e4194ef7"/>
    <p:sldId xmlns:r="http://schemas.openxmlformats.org/officeDocument/2006/relationships" id="258" r:id="Re09ca23aa50445e2"/>
    <p:sldId xmlns:r="http://schemas.openxmlformats.org/officeDocument/2006/relationships" id="259" r:id="Ra09023997e9b451c"/>
    <p:sldId xmlns:r="http://schemas.openxmlformats.org/officeDocument/2006/relationships" id="260" r:id="Racb503892e324c3f"/>
    <p:sldId xmlns:r="http://schemas.openxmlformats.org/officeDocument/2006/relationships" id="261" r:id="R5960d99965a64c80"/>
    <p:sldId xmlns:r="http://schemas.openxmlformats.org/officeDocument/2006/relationships" id="262" r:id="R6c572925f8fb4df5"/>
    <p:sldId xmlns:r="http://schemas.openxmlformats.org/officeDocument/2006/relationships" id="263" r:id="R9e8f43912b144856"/>
    <p:sldId xmlns:r="http://schemas.openxmlformats.org/officeDocument/2006/relationships" id="264" r:id="Rfbe2fe9a1ce04c13"/>
    <p:sldId xmlns:r="http://schemas.openxmlformats.org/officeDocument/2006/relationships" id="265" r:id="Rb0fd739a638042a3"/>
    <p:sldId xmlns:r="http://schemas.openxmlformats.org/officeDocument/2006/relationships" id="266" r:id="R29c82afa90524309"/>
    <p:sldId xmlns:r="http://schemas.openxmlformats.org/officeDocument/2006/relationships" id="267" r:id="R04d7ffc996934811"/>
    <p:sldId xmlns:r="http://schemas.openxmlformats.org/officeDocument/2006/relationships" id="268" r:id="R01b72701c7f64f0e"/>
    <p:sldId xmlns:r="http://schemas.openxmlformats.org/officeDocument/2006/relationships" id="269" r:id="R3ef8e6f6459a4883"/>
    <p:sldId xmlns:r="http://schemas.openxmlformats.org/officeDocument/2006/relationships" id="270" r:id="Rd793a92cbe8641b7"/>
    <p:sldId xmlns:r="http://schemas.openxmlformats.org/officeDocument/2006/relationships" id="271" r:id="Rf26392225e0d46ea"/>
    <p:sldId xmlns:r="http://schemas.openxmlformats.org/officeDocument/2006/relationships" id="272" r:id="R35c285667bdd40b5"/>
    <p:sldId xmlns:r="http://schemas.openxmlformats.org/officeDocument/2006/relationships" id="273" r:id="R32c5dea030f94866"/>
    <p:sldId xmlns:r="http://schemas.openxmlformats.org/officeDocument/2006/relationships" id="274" r:id="R25995cd227cc4d58"/>
    <p:sldId xmlns:r="http://schemas.openxmlformats.org/officeDocument/2006/relationships" id="275" r:id="Rcf3d938ca2104c70"/>
    <p:sldId xmlns:r="http://schemas.openxmlformats.org/officeDocument/2006/relationships" id="276" r:id="Rf4de38d8e5e9498e"/>
    <p:sldId xmlns:r="http://schemas.openxmlformats.org/officeDocument/2006/relationships" id="277" r:id="Rc5125f6642e84fa7"/>
    <p:sldId xmlns:r="http://schemas.openxmlformats.org/officeDocument/2006/relationships" id="278" r:id="Ra79465b2a0984e3b"/>
    <p:sldId xmlns:r="http://schemas.openxmlformats.org/officeDocument/2006/relationships" id="279" r:id="Rf92b0eb91ab44231"/>
    <p:sldId xmlns:r="http://schemas.openxmlformats.org/officeDocument/2006/relationships" id="280" r:id="R4c1e1d4fc3374ce9"/>
    <p:sldId xmlns:r="http://schemas.openxmlformats.org/officeDocument/2006/relationships" id="281" r:id="R271a6df7e6814ac0"/>
    <p:sldId xmlns:r="http://schemas.openxmlformats.org/officeDocument/2006/relationships" id="282" r:id="R2ccf0a42b7e14c33"/>
    <p:sldId xmlns:r="http://schemas.openxmlformats.org/officeDocument/2006/relationships" id="283" r:id="R0c9cf3cb7ce04929"/>
    <p:sldId xmlns:r="http://schemas.openxmlformats.org/officeDocument/2006/relationships" id="284" r:id="Rbcdb7a7ff9754f8a"/>
    <p:sldId xmlns:r="http://schemas.openxmlformats.org/officeDocument/2006/relationships" id="285" r:id="Rd7b33554e86f4e9b"/>
    <p:sldId xmlns:r="http://schemas.openxmlformats.org/officeDocument/2006/relationships" id="286" r:id="R90deb630cf52414e"/>
    <p:sldId xmlns:r="http://schemas.openxmlformats.org/officeDocument/2006/relationships" id="287" r:id="Rb672a9231fc24673"/>
    <p:sldId xmlns:r="http://schemas.openxmlformats.org/officeDocument/2006/relationships" id="288" r:id="R7a5cfa9bb9164e70"/>
    <p:sldId xmlns:r="http://schemas.openxmlformats.org/officeDocument/2006/relationships" id="289" r:id="Rd81dc9d97f7a4ee9"/>
    <p:sldId xmlns:r="http://schemas.openxmlformats.org/officeDocument/2006/relationships" id="290" r:id="R9dea014f53b24227"/>
    <p:sldId xmlns:r="http://schemas.openxmlformats.org/officeDocument/2006/relationships" id="291" r:id="Rcab14c11baf64b8a"/>
    <p:sldId xmlns:r="http://schemas.openxmlformats.org/officeDocument/2006/relationships" id="292" r:id="R7e6e9099e84a477c"/>
    <p:sldId xmlns:r="http://schemas.openxmlformats.org/officeDocument/2006/relationships" id="293" r:id="R194e9453864e4e20"/>
    <p:sldId xmlns:r="http://schemas.openxmlformats.org/officeDocument/2006/relationships" id="294" r:id="Re830273a4b964dcc"/>
    <p:sldId xmlns:r="http://schemas.openxmlformats.org/officeDocument/2006/relationships" id="295" r:id="R9c0018b3cfa443ab"/>
    <p:sldId xmlns:r="http://schemas.openxmlformats.org/officeDocument/2006/relationships" id="296" r:id="Rc364986f2dc84d1a"/>
    <p:sldId xmlns:r="http://schemas.openxmlformats.org/officeDocument/2006/relationships" id="297" r:id="R7460e7fe640d48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b48afb377641db" /><Relationship Type="http://schemas.openxmlformats.org/officeDocument/2006/relationships/slideMaster" Target="/ppt/slideMasters/slideMaster1.xml" Id="R095a0c8121a34f31" /><Relationship Type="http://schemas.openxmlformats.org/officeDocument/2006/relationships/notesMaster" Target="/ppt/notesMasters/notesMaster1.xml" Id="R901854d1d2314d1a" /><Relationship Type="http://schemas.openxmlformats.org/officeDocument/2006/relationships/presProps" Target="/ppt/presProps.xml" Id="R551ce90cfd964ba0" /><Relationship Type="http://schemas.openxmlformats.org/officeDocument/2006/relationships/tableStyles" Target="/ppt/tableStyles.xml" Id="Reb1a1fd53bfc4f3d" /><Relationship Type="http://schemas.openxmlformats.org/officeDocument/2006/relationships/slide" Target="/ppt/slides/slide1.xml" Id="R6aec11acfac4409e" /><Relationship Type="http://schemas.openxmlformats.org/officeDocument/2006/relationships/slide" Target="/ppt/slides/slide2.xml" Id="R6f13fb67e4194ef7" /><Relationship Type="http://schemas.openxmlformats.org/officeDocument/2006/relationships/slide" Target="/ppt/slides/slide3.xml" Id="Re09ca23aa50445e2" /><Relationship Type="http://schemas.openxmlformats.org/officeDocument/2006/relationships/slide" Target="/ppt/slides/slide4.xml" Id="Ra09023997e9b451c" /><Relationship Type="http://schemas.openxmlformats.org/officeDocument/2006/relationships/slide" Target="/ppt/slides/slide5.xml" Id="Racb503892e324c3f" /><Relationship Type="http://schemas.openxmlformats.org/officeDocument/2006/relationships/slide" Target="/ppt/slides/slide6.xml" Id="R5960d99965a64c80" /><Relationship Type="http://schemas.openxmlformats.org/officeDocument/2006/relationships/slide" Target="/ppt/slides/slide7.xml" Id="R6c572925f8fb4df5" /><Relationship Type="http://schemas.openxmlformats.org/officeDocument/2006/relationships/slide" Target="/ppt/slides/slide8.xml" Id="R9e8f43912b144856" /><Relationship Type="http://schemas.openxmlformats.org/officeDocument/2006/relationships/slide" Target="/ppt/slides/slide9.xml" Id="Rfbe2fe9a1ce04c13" /><Relationship Type="http://schemas.openxmlformats.org/officeDocument/2006/relationships/slide" Target="/ppt/slides/slide10.xml" Id="Rb0fd739a638042a3" /><Relationship Type="http://schemas.openxmlformats.org/officeDocument/2006/relationships/slide" Target="/ppt/slides/slide11.xml" Id="R29c82afa90524309" /><Relationship Type="http://schemas.openxmlformats.org/officeDocument/2006/relationships/slide" Target="/ppt/slides/slide12.xml" Id="R04d7ffc996934811" /><Relationship Type="http://schemas.openxmlformats.org/officeDocument/2006/relationships/slide" Target="/ppt/slides/slide13.xml" Id="R01b72701c7f64f0e" /><Relationship Type="http://schemas.openxmlformats.org/officeDocument/2006/relationships/slide" Target="/ppt/slides/slide14.xml" Id="R3ef8e6f6459a4883" /><Relationship Type="http://schemas.openxmlformats.org/officeDocument/2006/relationships/slide" Target="/ppt/slides/slide15.xml" Id="Rd793a92cbe8641b7" /><Relationship Type="http://schemas.openxmlformats.org/officeDocument/2006/relationships/slide" Target="/ppt/slides/slide16.xml" Id="Rf26392225e0d46ea" /><Relationship Type="http://schemas.openxmlformats.org/officeDocument/2006/relationships/slide" Target="/ppt/slides/slide17.xml" Id="R35c285667bdd40b5" /><Relationship Type="http://schemas.openxmlformats.org/officeDocument/2006/relationships/slide" Target="/ppt/slides/slide18.xml" Id="R32c5dea030f94866" /><Relationship Type="http://schemas.openxmlformats.org/officeDocument/2006/relationships/slide" Target="/ppt/slides/slide19.xml" Id="R25995cd227cc4d58" /><Relationship Type="http://schemas.openxmlformats.org/officeDocument/2006/relationships/slide" Target="/ppt/slides/slide20.xml" Id="Rcf3d938ca2104c70" /><Relationship Type="http://schemas.openxmlformats.org/officeDocument/2006/relationships/slide" Target="/ppt/slides/slide21.xml" Id="Rf4de38d8e5e9498e" /><Relationship Type="http://schemas.openxmlformats.org/officeDocument/2006/relationships/slide" Target="/ppt/slides/slide22.xml" Id="Rc5125f6642e84fa7" /><Relationship Type="http://schemas.openxmlformats.org/officeDocument/2006/relationships/slide" Target="/ppt/slides/slide23.xml" Id="Ra79465b2a0984e3b" /><Relationship Type="http://schemas.openxmlformats.org/officeDocument/2006/relationships/slide" Target="/ppt/slides/slide24.xml" Id="Rf92b0eb91ab44231" /><Relationship Type="http://schemas.openxmlformats.org/officeDocument/2006/relationships/slide" Target="/ppt/slides/slide25.xml" Id="R4c1e1d4fc3374ce9" /><Relationship Type="http://schemas.openxmlformats.org/officeDocument/2006/relationships/slide" Target="/ppt/slides/slide26.xml" Id="R271a6df7e6814ac0" /><Relationship Type="http://schemas.openxmlformats.org/officeDocument/2006/relationships/slide" Target="/ppt/slides/slide27.xml" Id="R2ccf0a42b7e14c33" /><Relationship Type="http://schemas.openxmlformats.org/officeDocument/2006/relationships/slide" Target="/ppt/slides/slide28.xml" Id="R0c9cf3cb7ce04929" /><Relationship Type="http://schemas.openxmlformats.org/officeDocument/2006/relationships/slide" Target="/ppt/slides/slide29.xml" Id="Rbcdb7a7ff9754f8a" /><Relationship Type="http://schemas.openxmlformats.org/officeDocument/2006/relationships/slide" Target="/ppt/slides/slide30.xml" Id="Rd7b33554e86f4e9b" /><Relationship Type="http://schemas.openxmlformats.org/officeDocument/2006/relationships/slide" Target="/ppt/slides/slide31.xml" Id="R90deb630cf52414e" /><Relationship Type="http://schemas.openxmlformats.org/officeDocument/2006/relationships/slide" Target="/ppt/slides/slide32.xml" Id="Rb672a9231fc24673" /><Relationship Type="http://schemas.openxmlformats.org/officeDocument/2006/relationships/slide" Target="/ppt/slides/slide33.xml" Id="R7a5cfa9bb9164e70" /><Relationship Type="http://schemas.openxmlformats.org/officeDocument/2006/relationships/slide" Target="/ppt/slides/slide34.xml" Id="Rd81dc9d97f7a4ee9" /><Relationship Type="http://schemas.openxmlformats.org/officeDocument/2006/relationships/slide" Target="/ppt/slides/slide35.xml" Id="R9dea014f53b24227" /><Relationship Type="http://schemas.openxmlformats.org/officeDocument/2006/relationships/slide" Target="/ppt/slides/slide36.xml" Id="Rcab14c11baf64b8a" /><Relationship Type="http://schemas.openxmlformats.org/officeDocument/2006/relationships/slide" Target="/ppt/slides/slide37.xml" Id="R7e6e9099e84a477c" /><Relationship Type="http://schemas.openxmlformats.org/officeDocument/2006/relationships/slide" Target="/ppt/slides/slide38.xml" Id="R194e9453864e4e20" /><Relationship Type="http://schemas.openxmlformats.org/officeDocument/2006/relationships/slide" Target="/ppt/slides/slide39.xml" Id="Re830273a4b964dcc" /><Relationship Type="http://schemas.openxmlformats.org/officeDocument/2006/relationships/slide" Target="/ppt/slides/slide40.xml" Id="R9c0018b3cfa443ab" /><Relationship Type="http://schemas.openxmlformats.org/officeDocument/2006/relationships/slide" Target="/ppt/slides/slide41.xml" Id="Rc364986f2dc84d1a" /><Relationship Type="http://schemas.openxmlformats.org/officeDocument/2006/relationships/slide" Target="/ppt/slides/slide42.xml" Id="R7460e7fe640d48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ba85126f6b42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6a1fab87f34bf0" /><Relationship Type="http://schemas.openxmlformats.org/officeDocument/2006/relationships/notesMaster" Target="/ppt/notesMasters/notesMaster1.xml" Id="Rc261db1550aa4a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c5fb9db0024c83" /><Relationship Type="http://schemas.openxmlformats.org/officeDocument/2006/relationships/notesMaster" Target="/ppt/notesMasters/notesMaster1.xml" Id="Rb2662a31f69a4c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c8b93cff1a4dbc" /><Relationship Type="http://schemas.openxmlformats.org/officeDocument/2006/relationships/notesMaster" Target="/ppt/notesMasters/notesMaster1.xml" Id="R9be77b85367b44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dad95fd9e24789" /><Relationship Type="http://schemas.openxmlformats.org/officeDocument/2006/relationships/notesMaster" Target="/ppt/notesMasters/notesMaster1.xml" Id="R531544f190a040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46b70fd2124098" /><Relationship Type="http://schemas.openxmlformats.org/officeDocument/2006/relationships/notesMaster" Target="/ppt/notesMasters/notesMaster1.xml" Id="R32c042778fa141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3e38eb5962452e" /><Relationship Type="http://schemas.openxmlformats.org/officeDocument/2006/relationships/notesMaster" Target="/ppt/notesMasters/notesMaster1.xml" Id="Re39ad14810e341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70337c271a418a" /><Relationship Type="http://schemas.openxmlformats.org/officeDocument/2006/relationships/notesMaster" Target="/ppt/notesMasters/notesMaster1.xml" Id="R754032ff007c46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4d64b631af4270" /><Relationship Type="http://schemas.openxmlformats.org/officeDocument/2006/relationships/notesMaster" Target="/ppt/notesMasters/notesMaster1.xml" Id="Re2753f1e7b3e48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f2d26f9e3f4ae3" /><Relationship Type="http://schemas.openxmlformats.org/officeDocument/2006/relationships/notesMaster" Target="/ppt/notesMasters/notesMaster1.xml" Id="Rcb3ca94eaeed4b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48ca45cdf74b53" /><Relationship Type="http://schemas.openxmlformats.org/officeDocument/2006/relationships/notesMaster" Target="/ppt/notesMasters/notesMaster1.xml" Id="Rfc35c3c284df4a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f0144258ef451b" /><Relationship Type="http://schemas.openxmlformats.org/officeDocument/2006/relationships/notesMaster" Target="/ppt/notesMasters/notesMaster1.xml" Id="R9880fe6fe8ed45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4c8802b9984425" /><Relationship Type="http://schemas.openxmlformats.org/officeDocument/2006/relationships/notesMaster" Target="/ppt/notesMasters/notesMaster1.xml" Id="R59e0862bafdf47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cf793511e04dce" /><Relationship Type="http://schemas.openxmlformats.org/officeDocument/2006/relationships/notesMaster" Target="/ppt/notesMasters/notesMaster1.xml" Id="R4b4a3b24717f42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cc723fe68c4290" /><Relationship Type="http://schemas.openxmlformats.org/officeDocument/2006/relationships/notesMaster" Target="/ppt/notesMasters/notesMaster1.xml" Id="R90bede06100d4d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13cc4c469c4bc1" /><Relationship Type="http://schemas.openxmlformats.org/officeDocument/2006/relationships/notesMaster" Target="/ppt/notesMasters/notesMaster1.xml" Id="R1284a8246b9c43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6d8d9968bd42cd" /><Relationship Type="http://schemas.openxmlformats.org/officeDocument/2006/relationships/notesMaster" Target="/ppt/notesMasters/notesMaster1.xml" Id="Re0189ac481a944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106540c236d41df" /><Relationship Type="http://schemas.openxmlformats.org/officeDocument/2006/relationships/notesMaster" Target="/ppt/notesMasters/notesMaster1.xml" Id="R639d8850a4f044f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5a556468ed4136" /><Relationship Type="http://schemas.openxmlformats.org/officeDocument/2006/relationships/notesMaster" Target="/ppt/notesMasters/notesMaster1.xml" Id="Ra81e70d20216464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c6b8aacdae1460a" /><Relationship Type="http://schemas.openxmlformats.org/officeDocument/2006/relationships/notesMaster" Target="/ppt/notesMasters/notesMaster1.xml" Id="Re29556dc37c9440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de5a08740bd477e" /><Relationship Type="http://schemas.openxmlformats.org/officeDocument/2006/relationships/notesMaster" Target="/ppt/notesMasters/notesMaster1.xml" Id="Rcb2b344c3c654ad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3bfa734b3f4e2b" /><Relationship Type="http://schemas.openxmlformats.org/officeDocument/2006/relationships/notesMaster" Target="/ppt/notesMasters/notesMaster1.xml" Id="R5048a25ae13c45f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9dd91452c53494b" /><Relationship Type="http://schemas.openxmlformats.org/officeDocument/2006/relationships/notesMaster" Target="/ppt/notesMasters/notesMaster1.xml" Id="R8abd0a170f7c430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81c3c0a361e4701" /><Relationship Type="http://schemas.openxmlformats.org/officeDocument/2006/relationships/notesMaster" Target="/ppt/notesMasters/notesMaster1.xml" Id="R3076dd77834a494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2bb08607df24bd4" /><Relationship Type="http://schemas.openxmlformats.org/officeDocument/2006/relationships/notesMaster" Target="/ppt/notesMasters/notesMaster1.xml" Id="Rbe36ab9c508d403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74cd4c5252d480c" /><Relationship Type="http://schemas.openxmlformats.org/officeDocument/2006/relationships/notesMaster" Target="/ppt/notesMasters/notesMaster1.xml" Id="R0dad0f06b99b4bd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b252d7a4c8f4f5a" /><Relationship Type="http://schemas.openxmlformats.org/officeDocument/2006/relationships/notesMaster" Target="/ppt/notesMasters/notesMaster1.xml" Id="R5ad7130d5b7d459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e26697b165143d2" /><Relationship Type="http://schemas.openxmlformats.org/officeDocument/2006/relationships/notesMaster" Target="/ppt/notesMasters/notesMaster1.xml" Id="Rc8012c1432074d6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5574d3e620f45af" /><Relationship Type="http://schemas.openxmlformats.org/officeDocument/2006/relationships/notesMaster" Target="/ppt/notesMasters/notesMaster1.xml" Id="R689f1af59a26492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2ff5a7941c1403d" /><Relationship Type="http://schemas.openxmlformats.org/officeDocument/2006/relationships/notesMaster" Target="/ppt/notesMasters/notesMaster1.xml" Id="Rafda0bb9ad664c1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6cdf0a61b4143cd" /><Relationship Type="http://schemas.openxmlformats.org/officeDocument/2006/relationships/notesMaster" Target="/ppt/notesMasters/notesMaster1.xml" Id="R659547befcac433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202938a60004a28" /><Relationship Type="http://schemas.openxmlformats.org/officeDocument/2006/relationships/notesMaster" Target="/ppt/notesMasters/notesMaster1.xml" Id="Rea0a6261361f4cc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9fe19c9feb64008" /><Relationship Type="http://schemas.openxmlformats.org/officeDocument/2006/relationships/notesMaster" Target="/ppt/notesMasters/notesMaster1.xml" Id="R37f1f78172894bd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c79f3f9457f498e" /><Relationship Type="http://schemas.openxmlformats.org/officeDocument/2006/relationships/notesMaster" Target="/ppt/notesMasters/notesMaster1.xml" Id="Rd9d8aa65966d47c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c2c7c2748ba4ef2" /><Relationship Type="http://schemas.openxmlformats.org/officeDocument/2006/relationships/notesMaster" Target="/ppt/notesMasters/notesMaster1.xml" Id="R8e825f675f2e43d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e63b5f9014443e5" /><Relationship Type="http://schemas.openxmlformats.org/officeDocument/2006/relationships/notesMaster" Target="/ppt/notesMasters/notesMaster1.xml" Id="R318474c09935409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df95c8ce5bc42fc" /><Relationship Type="http://schemas.openxmlformats.org/officeDocument/2006/relationships/notesMaster" Target="/ppt/notesMasters/notesMaster1.xml" Id="Rc944ccee35974d4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69dec794706417e" /><Relationship Type="http://schemas.openxmlformats.org/officeDocument/2006/relationships/notesMaster" Target="/ppt/notesMasters/notesMaster1.xml" Id="Rf500d461894e484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e1562dc04aa4627" /><Relationship Type="http://schemas.openxmlformats.org/officeDocument/2006/relationships/notesMaster" Target="/ppt/notesMasters/notesMaster1.xml" Id="Re3098d74c59d435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604d820dff94943" /><Relationship Type="http://schemas.openxmlformats.org/officeDocument/2006/relationships/notesMaster" Target="/ppt/notesMasters/notesMaster1.xml" Id="R8b13a8b69f594b2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1cbd700f4be49c0" /><Relationship Type="http://schemas.openxmlformats.org/officeDocument/2006/relationships/notesMaster" Target="/ppt/notesMasters/notesMaster1.xml" Id="R01b1bb5ad72842a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fb87526c2064403" /><Relationship Type="http://schemas.openxmlformats.org/officeDocument/2006/relationships/notesMaster" Target="/ppt/notesMasters/notesMaster1.xml" Id="Re0180291cfc9411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9b6e20646e24ad0" /><Relationship Type="http://schemas.openxmlformats.org/officeDocument/2006/relationships/notesMaster" Target="/ppt/notesMasters/notesMaster1.xml" Id="R021130ca4fce4f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64e41d09c44c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55de8ef4164aab" /><Relationship Type="http://schemas.openxmlformats.org/officeDocument/2006/relationships/slideLayout" Target="/ppt/slideLayouts/slideLayout1.xml" Id="Rd4a4eac8a5ee43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a4eac8a5ee43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281cca2c047de" /><Relationship Type="http://schemas.openxmlformats.org/officeDocument/2006/relationships/notesSlide" Target="/ppt/notesSlides/notesSlide1.xml" Id="R57ff59dc83b44c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cc0a356964280" /><Relationship Type="http://schemas.openxmlformats.org/officeDocument/2006/relationships/notesSlide" Target="/ppt/notesSlides/notesSlide2.xml" Id="Rba559614f16c4f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b92a175cc437c" /><Relationship Type="http://schemas.openxmlformats.org/officeDocument/2006/relationships/notesSlide" Target="/ppt/notesSlides/notesSlide3.xml" Id="R771faaa37ed644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bc43b33874131" /><Relationship Type="http://schemas.openxmlformats.org/officeDocument/2006/relationships/notesSlide" Target="/ppt/notesSlides/notesSlide4.xml" Id="Rdf8cb1d261b640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cabbdea934ed1" /><Relationship Type="http://schemas.openxmlformats.org/officeDocument/2006/relationships/notesSlide" Target="/ppt/notesSlides/notesSlide5.xml" Id="R4b35694de30e4c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8d9d7ae554b14" /><Relationship Type="http://schemas.openxmlformats.org/officeDocument/2006/relationships/notesSlide" Target="/ppt/notesSlides/notesSlide6.xml" Id="Rbaf0200565be40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8a6ef18a14836" /><Relationship Type="http://schemas.openxmlformats.org/officeDocument/2006/relationships/notesSlide" Target="/ppt/notesSlides/notesSlide7.xml" Id="Re6c76894a85d44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6b6c694c94fe6" /><Relationship Type="http://schemas.openxmlformats.org/officeDocument/2006/relationships/notesSlide" Target="/ppt/notesSlides/notesSlide8.xml" Id="R4651efdb45d444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1a46c3e46495d" /><Relationship Type="http://schemas.openxmlformats.org/officeDocument/2006/relationships/notesSlide" Target="/ppt/notesSlides/notesSlide9.xml" Id="Rf9808503244b4a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44788529048bc" /><Relationship Type="http://schemas.openxmlformats.org/officeDocument/2006/relationships/notesSlide" Target="/ppt/notesSlides/notesSlide10.xml" Id="R7a19b983d60447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d3cff1f7c4076" /><Relationship Type="http://schemas.openxmlformats.org/officeDocument/2006/relationships/notesSlide" Target="/ppt/notesSlides/notesSlide11.xml" Id="Ra2337e5c14944e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da36ead9b4b72" /><Relationship Type="http://schemas.openxmlformats.org/officeDocument/2006/relationships/notesSlide" Target="/ppt/notesSlides/notesSlide12.xml" Id="Ra87a3e0d20c144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4ec325a87436e" /><Relationship Type="http://schemas.openxmlformats.org/officeDocument/2006/relationships/notesSlide" Target="/ppt/notesSlides/notesSlide13.xml" Id="R51f6a0bd0ae941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f9bf57b20417b" /><Relationship Type="http://schemas.openxmlformats.org/officeDocument/2006/relationships/notesSlide" Target="/ppt/notesSlides/notesSlide14.xml" Id="R58d69a0abfd348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40f43025c4843" /><Relationship Type="http://schemas.openxmlformats.org/officeDocument/2006/relationships/notesSlide" Target="/ppt/notesSlides/notesSlide15.xml" Id="R7ce39fbb427441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f045ba2b94853" /><Relationship Type="http://schemas.openxmlformats.org/officeDocument/2006/relationships/notesSlide" Target="/ppt/notesSlides/notesSlide16.xml" Id="Rad73b4d4db604a1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4afaa89a54196" /><Relationship Type="http://schemas.openxmlformats.org/officeDocument/2006/relationships/notesSlide" Target="/ppt/notesSlides/notesSlide17.xml" Id="Rfc72aaa1722d4b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a231209554452" /><Relationship Type="http://schemas.openxmlformats.org/officeDocument/2006/relationships/notesSlide" Target="/ppt/notesSlides/notesSlide18.xml" Id="R9809fdf1a00d43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1526f934a4230" /><Relationship Type="http://schemas.openxmlformats.org/officeDocument/2006/relationships/notesSlide" Target="/ppt/notesSlides/notesSlide19.xml" Id="R7300b52833cd45c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c770879dc462f" /><Relationship Type="http://schemas.openxmlformats.org/officeDocument/2006/relationships/notesSlide" Target="/ppt/notesSlides/notesSlide20.xml" Id="R8e713ae43f684cf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a1764999b4dc2" /><Relationship Type="http://schemas.openxmlformats.org/officeDocument/2006/relationships/notesSlide" Target="/ppt/notesSlides/notesSlide21.xml" Id="R877e4ab251084c9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9cc95df88459a" /><Relationship Type="http://schemas.openxmlformats.org/officeDocument/2006/relationships/notesSlide" Target="/ppt/notesSlides/notesSlide22.xml" Id="Re3df1c0547a24d2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c030391884a11" /><Relationship Type="http://schemas.openxmlformats.org/officeDocument/2006/relationships/notesSlide" Target="/ppt/notesSlides/notesSlide23.xml" Id="R8ff6adbff0564d9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5ab2982f247e3" /><Relationship Type="http://schemas.openxmlformats.org/officeDocument/2006/relationships/notesSlide" Target="/ppt/notesSlides/notesSlide24.xml" Id="R74877ef5591b40b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f67d452274c59" /><Relationship Type="http://schemas.openxmlformats.org/officeDocument/2006/relationships/notesSlide" Target="/ppt/notesSlides/notesSlide25.xml" Id="R4e068584f818438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2cb025f6a4b54" /><Relationship Type="http://schemas.openxmlformats.org/officeDocument/2006/relationships/notesSlide" Target="/ppt/notesSlides/notesSlide26.xml" Id="R928e390d9918444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40d3b98694eaf" /><Relationship Type="http://schemas.openxmlformats.org/officeDocument/2006/relationships/notesSlide" Target="/ppt/notesSlides/notesSlide27.xml" Id="Rc3c21b4fdf20420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6c5c3fda14c4c" /><Relationship Type="http://schemas.openxmlformats.org/officeDocument/2006/relationships/notesSlide" Target="/ppt/notesSlides/notesSlide28.xml" Id="R30a4c81fd4024f4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c9934d986422b" /><Relationship Type="http://schemas.openxmlformats.org/officeDocument/2006/relationships/notesSlide" Target="/ppt/notesSlides/notesSlide29.xml" Id="R680e1da92cb64be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d2584b16a48cd" /><Relationship Type="http://schemas.openxmlformats.org/officeDocument/2006/relationships/notesSlide" Target="/ppt/notesSlides/notesSlide30.xml" Id="Rfd5d79ce5ca741c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a0a9f4118494d" /><Relationship Type="http://schemas.openxmlformats.org/officeDocument/2006/relationships/notesSlide" Target="/ppt/notesSlides/notesSlide31.xml" Id="R773fdc5eaaca458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8b3f397884fa2" /><Relationship Type="http://schemas.openxmlformats.org/officeDocument/2006/relationships/notesSlide" Target="/ppt/notesSlides/notesSlide32.xml" Id="R422cb375760e4c5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e0b49360942f3" /><Relationship Type="http://schemas.openxmlformats.org/officeDocument/2006/relationships/notesSlide" Target="/ppt/notesSlides/notesSlide33.xml" Id="R547151fc19fd4e4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9564a15284b8c" /><Relationship Type="http://schemas.openxmlformats.org/officeDocument/2006/relationships/notesSlide" Target="/ppt/notesSlides/notesSlide34.xml" Id="R12cb692319b2426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819eb19f34506" /><Relationship Type="http://schemas.openxmlformats.org/officeDocument/2006/relationships/notesSlide" Target="/ppt/notesSlides/notesSlide35.xml" Id="R4826759db6a1439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1321a5e2441a6" /><Relationship Type="http://schemas.openxmlformats.org/officeDocument/2006/relationships/notesSlide" Target="/ppt/notesSlides/notesSlide36.xml" Id="Rfc02fdbdb7384e2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67d705d994c9a" /><Relationship Type="http://schemas.openxmlformats.org/officeDocument/2006/relationships/notesSlide" Target="/ppt/notesSlides/notesSlide37.xml" Id="R394db37d3e3946d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181cc4f0342e4" /><Relationship Type="http://schemas.openxmlformats.org/officeDocument/2006/relationships/notesSlide" Target="/ppt/notesSlides/notesSlide38.xml" Id="R09366b993fe941d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ae2778bfb41fa" /><Relationship Type="http://schemas.openxmlformats.org/officeDocument/2006/relationships/notesSlide" Target="/ppt/notesSlides/notesSlide39.xml" Id="Rf78768f2d1254a5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816742659435d" /><Relationship Type="http://schemas.openxmlformats.org/officeDocument/2006/relationships/notesSlide" Target="/ppt/notesSlides/notesSlide40.xml" Id="R75742d505ffe47e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0ed5262ab4a3c" /><Relationship Type="http://schemas.openxmlformats.org/officeDocument/2006/relationships/notesSlide" Target="/ppt/notesSlides/notesSlide41.xml" Id="R56e07247a7654d9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f39f209864bce" /><Relationship Type="http://schemas.openxmlformats.org/officeDocument/2006/relationships/notesSlide" Target="/ppt/notesSlides/notesSlide42.xml" Id="R6eb03c34f65e4b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9D1EE-8CE1-4E9A-9415-75A1BAF2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58896-615A-4CB6-AABF-6104DD1A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Networking and the Internet : Network Fundamentals , The Internet , The World Wide Web , Internet Protocols, Security.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647A4-E94D-4913-B825-F024ECC3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ESSENTIALS OF INFORMATION TECHNOLOGY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1BESC104E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Chapter-4 Textbook 2: Chapter-16, Chapter-17 Number of Hours: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DDA03-965D-475C-9941-AC3CDB43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6F7C0-ABE8-458F-B80B-6856C253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30141-5313-46F6-892D-C763C56C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2D6C8-6E40-47B0-851B-5AC56F0B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95A13-CA5E-47ED-BC78-35028987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8E266-0692-4862-A601-1F6CD768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09EDC-F3EB-4A22-B746-D464C686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0D973-3484-43BD-9161-A76F30B7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4D960-5C67-424F-8897-243AA1DF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7E82F-CBC9-4947-B33A-7D0A860C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011330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CDF6E-2B46-46D9-9014-BCED1837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CD5AD-0944-4793-A828-12D44A11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E378C-C175-4B16-AE80-9E2CAF8A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08B7C-1037-4993-8478-11FE9D3D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43873-74B5-41A3-B512-F08C808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1BCD1-F561-4950-87A3-3F3C0849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7C477-0428-4C13-B6F2-DB372D0A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A033A-6116-412D-8F25-45EA7C32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99005-1007-4348-9A61-E8BA8C74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F3030-C5E8-4BC3-8EC8-5D51215C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AE95B-A03B-41E8-A92A-5C140F11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99CDA-1ADD-4B05-93FF-233A5E18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7A218-D183-4423-B17B-6FF788D8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6E98D-FA98-463B-B3F0-4195C959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D1DC9-EBDC-4990-B328-FAE56E98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297687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9F7772-F1B5-42F8-B11F-AAAABCEF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E9861-85E2-4397-94BE-E3C2159F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68A15-6770-458E-B729-204BF53A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97D9E-C659-4B87-A38C-89C5F9D4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DAD18-6FA8-4A1A-A661-4ADD6F7A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8A120-C1A2-4227-A3DD-0B12F969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AC3B3-6516-481A-BB97-F68D446C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F994C-FDEB-4B0B-8E7E-6B8A4146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CB022-AEF9-48A0-BD66-2BE844D2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Networking and the Internet : Network Fundamentals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FDD7E-319D-4456-97D5-21CA8E66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B7267-1793-4E93-B62C-AFE255EA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45347-A601-4753-82DE-C8FFAC59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 Internet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ED3B6-E24F-4E78-9B14-4B90A6B2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0D24A-230C-4950-B87E-9B05EB68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1A09D-2EF5-43A6-ADC6-38434695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 World Wide Web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3FED7-8D33-4CE6-98BD-A8450E31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A34B8-623E-446C-926F-495F3529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519BC-B111-4C35-BEF8-B139F629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Internet Protocols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3D296-8884-42BD-AB87-B7DC647C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513E5-2F45-4714-BA3B-40CD0A29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41F522-73D1-4E5A-AECC-D6CF8F78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Security. Cybersecurity: Overview-What is Cybersecurity?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E50A43-4291-49F7-AF94-C4DC90AD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210327-DEE9-4074-A2A2-D3173A84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87BB9-8BF9-4DE2-8468-637ECDB0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Brief History of Cybersecurity Events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FDECB1-2DF2-4703-B4B7-631B90DD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FC6589-718B-45DB-BB6C-BAB83294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570449-8D4A-429F-BAE5-6736940F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 Basic Information Security Model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189B18-57B0-4FDC-81D9-5028C5A1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BF4158-DD1A-40BA-BD67-A0F04E29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E63740-E0B7-4A87-B289-3D357408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Cyber Hygiene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4A5B8B-3CB1-43B5-880D-FEBD3477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AA2F17-B51B-41A1-8B5E-0B281931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7453646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044BB2-2E8E-4153-89B6-12904BEF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203CE-1F10-4BD5-BF04-6BE54825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9DB93-D01F-43F5-A480-87E8A2B6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8715A-5E7E-4697-8D44-E55D7A9B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2E719-6A73-4DB6-B95D-C56F539A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D8CC0-B7F0-4CD5-923B-7D2F76DC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BAA11-4CBA-48C9-84B6-2741CA29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ED58E-0187-4FA9-BBC6-C1AA7CE8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Networking and the Internet : Network Fundamentals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E0003-8F6B-4F5B-9E3E-D493E73D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Chapter-4 Textbook 2: Chapter-16, Chapter-17...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EBBC9-F233-4EA6-8D1D-642DB454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47FAE-162D-447B-9F63-F26111FF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 Internet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C035F-48D4-45D6-8D9F-5E49A3D5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Chapter-4 Textbook 2: Chapter-16, Chapter-17...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0A314-1D68-41D1-A9AD-A1E2F664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111F2-7090-4BBC-82C9-506236E8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 World Wide Web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15085-30CC-4CCB-8B64-1AB15B89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Chapter-4 Textbook 2: Chapter-16, Chapter-17...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B8F318-789F-49BF-9460-74E9009C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1EEBA-5E3B-4C70-87E3-5D16C7E2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Internet Protocols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9AF23-A8A1-4A14-94FF-EA060E54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Chapter-4 Textbook 2: Chapter-16, Chapter-17...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FC5FE-CC65-4583-9EB1-8524528F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02135-A401-4DF1-BB99-7D00B5EC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Security. Cybersecurity: Overview-What is Cybersecurity?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C39D1-BB40-4F86-A4D8-75B8A3F5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Chapter-4 Textbook 2: Chapter-16, Chapter-17...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E355F-3ADC-41C1-A361-B1DE7179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4BE1F7-3404-4E6E-857D-2B25633D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Brief History of Cybersecurity Events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B7934-6606-4B0D-85A9-599E8645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Chapter-4 Textbook 2: Chapter-16, Chapter-17...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F70DD4-7C2E-48A1-A823-A246DAB9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21AF89-8EE0-4320-9F58-608C30D4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 Basic Information Security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790373-2481-4E73-86EA-77348644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Chapter-4 Textbook 2: Chapter-16, Chapter-17...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7388CD-B1DD-4F55-821D-545B5179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E2B8C7-B24E-4694-B869-A79D4259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9082272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DA4AF-ACAE-4B91-B208-A86C493E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F5451-0A73-42C0-82A0-3FB2735C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9D933-3D7E-4CAB-A1E2-DAB677FE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4E209-F890-4BAF-8052-E6D68E75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50964-0867-4F6F-85DF-2E715D6D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Networking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250F9-72C6-4BFF-BD97-45A74C2E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Internet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FBFC9-135E-4DEC-9206-ADAD61EA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47B35-7B55-48D1-A730-87731AAD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Fundamentals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2658C-708A-47D0-970F-ECB977F8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World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43F64-64AF-4883-BE84-6C899A7E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CBC73-8168-486B-A831-77EC489E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Protocols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287E4-87F8-4305-AE51-B88AA385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Security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85E20-2943-4E4F-9D20-FC212361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Cybersecurity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78AE7-3FD2-4A57-8BFD-BCF2103B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Overview-What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FE17D-7DB0-4C2B-9A40-B09AE47F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8B505-89A5-4321-AE3E-63CBBF48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949369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FC534-F3F6-4E07-96BA-5111687C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7B9DC-EDFF-41C1-8037-C5B59E8A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27FB1-5A2C-45E0-91A5-B152DA66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65D3A-B9B6-4218-A0F4-8CBAFE18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0311E-A853-4CA8-BC8A-FEECBAA9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Networking and the Internet : Network Fundamentals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967CB-0790-4698-83AE-F1FB2D95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Networking and the Internet : Network Fun...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1B071-A925-4FAA-B636-7808BBEB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A2AE8-C5EA-47EE-81B7-4D6E8300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15649-87D4-4EAD-A968-D8CAA662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DF698-AA32-41E7-8EC1-D8C1DED2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D62B1-C770-402F-BB80-9C848BE2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C2B4C-7751-40BE-A328-47E6AED6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EC17D-9930-468D-BA40-4688D285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B2257-C345-458B-B60C-FC58435D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D0655-864D-490A-A369-8713987A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4C97B-1641-4ACB-965D-B8769DB4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135044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AABE77-E2F6-4D23-84EE-561B2C2B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7AAD9-348E-4E88-8B3E-712E5545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761A4-E75A-4F3B-95E1-B01667D8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EA6A2-4A7E-43A5-B196-7985BF0C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C75C7-E5E8-4378-B242-B8CC4D4A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A91C7-3B3F-4610-AFCA-1ABFE51D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3DB5E-266C-4F62-BF70-B799CC9D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FAB11-B41A-44A6-8709-745A164A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41A10-209A-46E9-8BA7-B12419E3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Networking and the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4AB17-165C-47CC-8A10-8072E518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16641-D70F-4E6A-A27B-8917F10C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8FDA9-C7FB-4DDA-AB7F-6447DEB8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Networking and 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9962F-EC2D-4D7F-9CD9-C3DB64D6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D3FB0-31DE-4E67-BF38-8F0E1F00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4BCEA-D91E-4E53-B185-8994C133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Networking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EC570-E5F5-4792-9FF1-116FC623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3210E-E4AA-473E-9499-2A563D56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8EED5-5AB8-403A-90CB-E63C1FAC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Networking an...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A8579-FD60-4F13-B809-5576A490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112668-71D4-4CD6-90C9-4429250D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450CF-0FB0-4502-869D-49CDB671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Networking and the...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420A84-BFA3-4D9F-BB55-6EA236B3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C17A31-9EB7-4CF5-9B7A-419531CC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495523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F49AF-E0E5-42E2-AF53-DA230E05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BA9FF-C38E-435C-AEB0-D38FEC5D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086B8-37A2-4A13-95AD-D236C2B2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BC1C1-0D39-4023-A894-97F3CF86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F794F-E3B3-46EF-A353-B12D57C7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BBEEB-002B-4D94-B3E5-CB5AB240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96293-FA84-4408-A1E8-56B4156E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F3877-32F5-477D-83DE-E8A39434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F1F67-DAAC-464E-8164-85AB5958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B68F5-CBD3-4CDA-B019-CFD447C4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D1CE9-A4A2-43DB-B1C1-DC9BFB0D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15B28-C340-4784-9E6D-D942B563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B5CE5-68DB-488B-A694-22DD8434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365D5-71C1-4926-8DC6-D63F0862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77CEC-9C76-4543-8D47-27FA2772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69651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434F1-3E8A-49A8-9733-4C681F75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8E1D0-0943-48EC-AC98-D6846175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83E40-2882-43D0-B312-420DBBAB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A8427-F017-4F2B-A3CF-75768705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828E4-6F9E-4F5D-AE21-419D2518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6A2C4-6C43-4D6F-A334-5286CBDA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Networking and the Internet : Network Fundamentals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C29A7-5516-442F-BFE6-47CF6C2C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9E80F-AF9E-45E0-ADA4-90B7C82F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E3C22-8E09-4454-99DC-1194146B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32BC4-9C1C-439C-8CC1-06AC37BC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6FB65-65C0-477A-A652-BBC2FDE1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625905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4F331-E1C9-42E9-AEE4-2AECB1DC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96350-4102-4C01-866C-A5AEF86C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AF183-688C-4CB7-8E09-44528AD0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8349A-3CF2-438E-B729-DEBB3B90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4446F-34D4-4C50-BA4C-2AE9DFA2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 Internet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F4028-4553-47BD-B0F2-F28A42E9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Internet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743D3-866C-468B-9EF8-B438C25C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6B2C7-CEF0-442D-B33A-3990CECE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8197F-6F86-46FB-A639-A4F9A011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7EBD0-2A1A-4913-B5C6-37DF345B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68781-7010-40B1-96BF-4327122D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0B076-3821-4C8E-BF37-5A3CD7EC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D8878-9BA9-4FDB-A723-BCAF9DF9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82DCB-AA4E-4741-B8F3-DE392FB2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3539D-08A5-4D84-B9C0-518E753C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E0037-DE34-4D7A-91E9-DAC6170A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6124761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F565C8-6060-4CEA-8D4D-2A9F353B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00A26-7010-499B-82AD-A389276A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247EA-4119-4E6F-AA75-409282E6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3209A-3A4E-48F4-9D9C-105657A4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36AA3-B858-4D9A-B8C5-F0D44FF3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778DA-6157-49C3-9A54-E45EFEBC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E1376-7D90-4B78-BFA4-2F4672A3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7A7EC-0DCD-4C21-8317-B35003F8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4DD31-AC07-41E9-99E2-40A6E4CA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The Internet.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A7DEC-0791-4C5C-AD45-D8AD196F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DB6C8-53C3-4891-8C57-9C8B4BBC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09EA0-26FF-4A51-AD56-A560DD14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The Internet.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43691-8FDA-4B77-869D-2A4AC7CA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D6E06-5516-42AB-90BD-F44E11F0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BF087-D353-4BBA-AAA3-8234334A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The Internet.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5BBC9-3F00-46A7-AFF6-943D3D17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2C0CD-420C-4B50-BB31-BCB2DC28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F437D3-8DAE-4C14-9E4A-8E0DDA21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The Internet.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E21A2-F3C8-481F-8B35-CAA26296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AFB0F-244A-43EB-8751-44C5821F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6FFCA5-3F1A-4B50-A74A-7F6A547B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The Internet.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7E7376-E224-4DBF-8285-94D0781A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B69F3E-E599-4B65-B51D-19201359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8035101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EC96E-9D84-41EA-80B8-0AB701F4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79E40-C90D-4016-8095-A6D5A7CA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2C70A-9D7E-47AB-AC88-5EC36AF8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9D258-F979-4CEA-B238-DE47FA8C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01B3B-8DF7-4BA3-9BD2-F87E6DAE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D4674-3F2D-4012-8D9E-6B08E4F8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F1B68-FCEA-45CB-8871-FA7F069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37308-E16E-4909-A725-BA232F52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34D0F-8D2C-4D4A-80C5-74B438F4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3127A-F5CC-4888-85F6-433DA9E1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DDA68-810A-44F9-A2E0-22ADFCC4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DD7E5-EE31-42E8-83F7-BCEB0A99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A2390-E340-4503-A1EB-04293327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57C6B-4B36-4645-8A4D-983D9F99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D22C4-3D71-423C-BA0E-6684FA8C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5365874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1CB9B1-19C2-4300-AEDE-2CC58543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E84F5-862A-44B9-8E9E-3AA2A8AA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043E7-8304-4A53-BFE2-0DECB6D3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E1756-7913-4242-8B5C-918B5534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5FC1A-E427-4DE3-81F2-BD723509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ACB91-9A95-4763-B7A2-FE542349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 Internet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EAA08-2A30-44B1-BD37-16AD6718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C760F-3228-4B59-BABB-6274AF02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33FCC-2C01-4CEC-8D82-D460A663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DE374-FA11-4D4F-8DC4-D1A1527D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6729A-F017-4991-959E-8C2E9519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997410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71938-54C3-4A70-A90C-7CCC2E9B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FF709-A57E-47E7-870E-118930EE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EE74C-BD91-4EEE-B35E-6A3215FB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998CE-E043-4BD9-8826-1D04C0A3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D4B1C-640C-4532-AEBE-07800811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 World Wide Web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2711A-4450-4E10-B724-6554BDC8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World Wide Web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D61E7-AF00-4302-A051-F593A2A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5E325-7B24-413A-89E4-5C20B63E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0200C-1AC1-425A-951D-8593DA48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0542A-FCE1-48C4-8D9C-6A264C85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F039B-380B-47A6-A817-10CF0035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DB65B-516A-43E0-9560-17F5690C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85B9C-B831-4221-92E0-B771DCD4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31C36-4A3D-4FFD-AF5E-5BB6516A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575FE-67E0-40B8-8288-9C46B6D7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E7E2CC-565D-4753-8E0C-E66C33AB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3104396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A9AB69-71F9-4FA4-AA8B-B643AB67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5D565-F4B8-4888-AFF2-035C0628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017F0-BC60-4076-B010-4C91B814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9AD44-7695-4367-A4B2-85FA188C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19C73-32C1-458D-A48D-E083A612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72EBD-1211-4F7C-8523-70D8E4E5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30584-FEE4-421A-A98A-4BAEBE8F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0698F-9B8B-401C-9EB6-6A5A78DE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2923E-69BD-4FCF-A094-998BDC61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The World Wide Web.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3E81D-BD46-45A6-A809-298DF465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1FC7B-3E70-489F-B911-16A3BAD0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BF664-BA58-4822-A6DB-A7783612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The World Wide W...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CBAE3-5405-48CA-8396-ECF267F6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2ECE7-0E0D-43E1-AAE3-72CA400E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1F70B-40FF-48A7-8505-3D4E45AA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The World Wi...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3AEA0-CF9E-48AA-97B8-394D52AD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AAB9C-598D-48D1-B175-BD944A30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A262B-0B77-4CA1-AF5B-1B782383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The World Wid...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B2EB4A-51A1-4028-A7DC-184A36FA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5B981-3C2C-4780-8C42-9333E79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EB8650-30FE-4A9A-83C2-062C12A4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The World Wide Web.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DFA46E-3F57-4227-8F5F-65806981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35545-D41F-4977-B62C-B866D5C9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311348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28151-DD44-4882-8A7E-54ED4E18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D4FD5-9C56-4830-9808-46DE6A1B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B2165-E8FE-4698-A071-EA1DDF1A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8089C-A54D-4821-8484-DE2BB1DE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E6E1D-DBD3-4D12-93BD-66B13201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2E218-EC6A-49D6-BE9F-8FAAF40D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CC5F6-AAE2-4D31-9A38-AEE63C15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33727-03DA-418C-8A76-953966FA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3D7C1-2E14-4500-BABE-974B2621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41CDA-3C3F-4156-86E6-1ADAECEF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94B66-7A34-4C2E-ADE7-51F32802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C24D9-C19A-4916-A62F-45432081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5CAFE-3416-4B11-A03D-92B1DADB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B2945-674F-4DFA-9539-24E52AAC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20BCC-C9AB-407F-A923-2A5D688E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4674077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DB387-EB96-4449-B993-9F384500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8C1C2-7030-4021-8CF5-99E84C96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1F424-5350-4B15-8762-02D103B3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4D432-49C2-49D1-B40C-DA8D30A2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5A112-0A62-48A5-B5FA-3043EBC1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53990-DB81-4B05-AD9C-BBB0FBB9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 World Wide Web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12F35-C5BF-472C-93A8-1BEB455C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9E194-9CC5-4DB4-B713-E5EE47B1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2FEF1-30AA-4D28-AE85-D2A4D5F4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521A2-0E71-4494-B490-4D958849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BF4D8-9352-4758-A7F0-CB3DE79B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697996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DDF50-729B-4461-AA82-CC26A59A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62B13-0CD5-4EAC-92B0-8A98FCA9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00379-2043-4A82-B345-0808F6C5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D211D-26F9-487E-BC21-79546F92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727A2-B612-4B80-B86E-9A26D44F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Internet Protocols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48C9F-FE93-4DB7-8D4B-8ABC4647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Internet Protocols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45C47-6AE7-4DFE-8621-58D42BC6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2A473-48CA-4405-A8E4-7C61816C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95981-CCBC-43AF-856D-003D45E7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59BE0-F729-4824-95DF-4D121856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D8528-FA6B-4B47-A50B-FCF88FCF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077CE-8E41-4E73-9B78-991F670F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8A6E5-6845-43D4-9858-C90334C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679F0-B112-407F-A0FB-4C0E5567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C2777-0472-4710-992B-2E20F929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5E039-C34F-48C2-A2A4-85827105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8703479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1AB8B9-5899-436F-96BC-571A0317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E3305-B909-4FB0-8BE6-75E4B417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F4B18-A603-4E32-A510-DF767B51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3DB7E-6A24-4796-809E-C8C82B25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323D3-F8CB-4DA7-A9AB-98E19B73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20BB6-FD51-4591-844E-5C8DE41E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5544B-12E9-44DE-97CA-48E06029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94CC0-13CD-49FE-8199-AAB5DC51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1EBA8-560C-43AA-98F9-7799AD3C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Internet Protocols.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12FD0-E949-4D76-86CB-8A96B662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61927-5403-4F70-AA68-AF72DE18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3EB5F-75D5-4444-9FAD-A0877FBF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Internet Protoco...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44632-DE77-4536-86EF-633289FA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2595A-34AD-4F4E-9388-DF78F160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8D8C7-A1B4-4CD8-A606-F6880534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Internet Pro...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317B5E-9378-4436-8087-2285B3E9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02298-0CEB-4115-BD0E-1A7FD74D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2AB6E6-8686-455A-AE59-8B5FCB04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Internet Prot...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624AA3-977B-4512-9A78-165CB70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E651AA-7556-4D74-BE04-F7BAB7EB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FCC9B7-8417-4A72-ABAE-0FE373B3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Internet Protocols.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E8E4B-339C-4085-B6A5-B214E775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D7FFE5-73BC-4EF2-AE0B-E28B7710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7661103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AE040-C6E9-4900-9461-150A0692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517DC-A9AC-4614-A15A-7D2BA63B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4385B-B018-46D1-85A9-B06E825B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892AB-71CA-4A6D-9908-FBF8BA9F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24118-2329-442A-99BC-E5EA7209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5FFE0-9E91-4FFE-9B13-F6034C76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A0EE9-EB16-4213-9BB0-E3BA8D08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B4A40-C377-4867-ABC2-A746D058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516CE-CEB6-43CE-A9BA-4201DF34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AE144-A511-4A35-B850-E38B2B0E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A79EB-3BB4-4041-9EB3-C1A44084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B58A0-1BCD-4BC0-8898-BD59D6E8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9C420-5542-4751-9939-54E8104D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70AE4-72EA-4516-AE5D-4D46C89A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A3648-23B5-4661-AB9A-D5979082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9715650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07F8D-4038-43A1-8DF3-BF7447F5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4E551-0A5D-46DD-AEB3-2CA78624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5000A-7D30-4F03-8675-351A19AB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8FB3A-A49C-40FB-9E6F-9C771799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AD4EC-06E4-45FE-87BE-E159BE37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37CC2-ED64-4A53-A0C2-32A8CBA4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Internet Protocols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FB40E-F6D1-4EDF-9ED3-F1583EDD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79FEB-9CF2-495D-83BB-C868596C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05BD0-4003-4FB2-B0E8-D1BD541B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56E92-8A2E-48B8-978D-1426959D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E490C-1706-4E08-A7EB-7C9833C3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0915121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8144C-64E0-4445-8842-7A4002EC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E38DF-4B4C-4FBA-833D-0C6D65EC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FEB50-3DB1-4630-B1E1-1FDFD31E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BE19E-6BDE-4381-A074-62FBE55F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8FCC5-68EE-48B4-81CA-4C30D34E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Security. Cybersecurity: Overview-What is Cybersecurity?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A080E-9013-4AF0-B19D-B9B81259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Security. Cybersecurity: Overview-What is...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03E6E-5248-44E7-A808-14CF787F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86C4F-9986-4B8A-95D7-77EFD6E8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AC0FE-A8F0-4299-B5DA-42A492DA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BFB98-0601-4566-843C-69913C7C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024B9-C645-47E1-A7D5-D2EF054D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A28CB-75C0-4682-82C3-BD94FEC1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B2CF4-9BFE-4134-BC9C-2CFB8E76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2D7CC3-C2EC-4E25-AEC9-5C6F43F5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93649-368A-40B5-8C22-FD6D4E3C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5E040-F1A6-42BE-93AA-7AF4DB21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414075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FBB6C-3C69-4967-86AE-39314830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72167-7873-4E49-9F1F-B843ECA1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BCB42-CE58-4BAE-93A6-4C3C3B5F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4B29C-E2D5-49A0-9910-176616E7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3780C-5E2D-426B-BE11-565A0D05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88C44-D749-4647-9459-712A0077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6315C-2281-4FE9-BE7D-CBA9433A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9771B-7072-4E4D-B9D1-919771BD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AED67-8A3A-4ADF-B67B-D7EACB5B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Security. Cybersecur...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B91D3-9C48-4055-96E0-1E317081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96E52-8A9E-4B52-A92A-B16FC62E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D7EBF-0DE4-475D-A1DC-3C5E0ACA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Security. Cybers...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5A65C-B5F6-445C-B598-D12C379E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E9EF8-2C4D-4855-B290-C21ADBB0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758F2-D7AA-4D3F-989A-A5B3D7D9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Security. Cy...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F6ECC-76F9-4D7E-9D1E-41F91142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A8663-9719-4274-BCB3-34B3746F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A431E-D294-481C-B633-D2FB1556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Security. Cyb...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AC93A-3E67-4CCF-B8E6-3B0790E8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08E65-19C2-4A59-A0FA-EA3BBBCC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2E9C53-E797-4A25-A0AC-10975547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Security. Cybersecu...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D4E6DF-A623-4A2E-A69C-EDF8A017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AF937D-30CE-4406-9018-BDF049F0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5973397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022FD-A47B-43AA-9962-0E805A8F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0576B-2E97-488C-9F83-BEECF419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5E09E-1876-436A-9915-71046D43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5C6B3-3846-43B6-B83B-D21EB7DD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491B9-3910-434F-AC10-CD679129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26E00-DDFE-4C75-8A8A-4F0C3863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7E695-D762-4635-B62D-82D51197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53D4E-C9F3-457A-B64D-585E7915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6E81A-672B-46ED-BDEC-064946A8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8C568-BDAD-45F3-A74B-025D0917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858F3-1B07-4E2D-8558-92CF8569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7A978-715B-4D31-AA8F-ECE45DEA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59321-9BC2-4F1E-820F-35BD7B19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109E7-F05C-487B-8CD3-1B8C97B8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4E83C-F57C-4183-840C-39FAD514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3755778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66935-B052-419C-9EBA-BB29065A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A4D66-5982-40A9-988E-FAB5AD15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4FD41-06C7-4D1E-A8F6-8A23D12B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2848B-4604-4AA3-BC69-1494917C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4D2EC-2064-4FF4-A250-425B5B9E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2139B-34BA-4052-99B2-FC5447E3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Security. Cybersecurity: Overview-What is Cybersecurity?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66ADD-7DF9-46C5-8658-1C3B22C6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3EE48-9806-4C01-91C8-3ECCE9BD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B8806-1B7C-4935-BC73-0A3AC324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6C4CA-B6B1-4994-91AC-A4C5B7D0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5EB50-4ABF-412C-8DDA-802EE081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04327114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D93F3-033C-4F56-9C4E-102B2FA5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E176E-D7F6-4144-AB77-F093E877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EE8F7-8007-4882-A37A-450C314D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D4F3B-1F79-4687-BBD3-F957CF82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B97BB-0377-44AD-AF3A-A112B3F6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Brief History of Cybersecurity Events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FDA04-DBE6-4C02-B3F4-C6F5C31A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Brief History of Cybersecurity Events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4F23D-3541-4111-9B70-6E75EBC1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6DBB9-D0C8-4130-B5BE-49DB68C6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72B41-0FF7-4645-AA40-753C0FC9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7B249-8C2B-48B2-8371-C120FADA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3996E-5EA7-4680-BBC0-F59EF627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C1FEE-67A7-4235-A932-F05D39E8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9E405-418F-49FA-9DB0-337F3226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E8A8A-5A6D-4D13-8149-90D515CD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15DD7-F878-44DD-8896-D52FDF9C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15B95-A458-4AD5-920D-CE4F01C3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78602201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F114A2-0ADF-45D5-BF03-6CCC3C5D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DC9EA-B1F4-4A9C-B6A1-31890391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79CC8-9154-4874-AC50-2D62D033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8DC4F-175A-4F07-8C4C-ACAD4709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5CF9C-691F-4C62-89A3-EFB23AEE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6BE2F-000F-48FC-B33F-34F38CA7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4CAB3-5116-4A8A-BF31-0ACBDF34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1E1A9-EDD6-41D0-B3F1-DF867058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86A27-C928-4706-A749-304C3D50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Brief History of Cyb...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1A5E3-9C2E-46AF-B3DA-6015B376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8B284-D61A-4260-BF74-36825812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09521-9905-4EEB-9F15-7169FE2B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Brief History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2B51C-382D-4E44-9351-31146F6A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361D7-ED2C-4B16-8817-60DEFF79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0A1F1-D39F-43E8-95EC-39786512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Brief Histor...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C8807-FC22-4337-866B-B53DADFE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B4377F-6C80-47F5-8A57-EF666A76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267A25-671D-489E-81AC-2E4B06D3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Brief History...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6FB77-FF27-4B79-9C6B-E8A9F47A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D71A45-B3FC-47F2-B465-F6BB9961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F1C5D2-DB1C-4A01-8830-C6A90177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Brief History of Cy...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792CCC-61BE-4067-8A90-E95380A6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899C6A-D251-4814-A0F6-0E749370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1179391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51775-2D51-46B0-82C5-40AAF931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D702C-5783-4596-A018-C55CA54D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63984-5D5C-44F0-AB30-93E89CE2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29835-59CF-4925-B1B1-B7615F78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3BCEE-ADDB-43DA-9DA3-4F12C661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832EE-C8D2-4E50-819F-2EE58563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B1F5B-3474-47E7-816D-41848E2C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0C917-8815-464C-8BFF-0F352346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70E28-E185-49CC-ABEA-4240A940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3F811-2B65-486E-80DE-20C3C90A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AA067-5DCB-40C7-A26F-32614C23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10EF9-C34E-4B4E-9B28-7AA4B9A4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3AF94-2E3F-4F0A-9700-97394DF8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D95C2-5EE9-4ECF-A39D-3270A8A6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893BB-09CB-4988-8910-338E20FE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09967889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CB554-100C-43B6-942F-64BB4E8C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226C8-85C8-40AF-A500-B5CCDD91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C4C1A-5A07-4FC5-862E-8B95A4E9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0793A-C08F-43AE-9A4D-91D554CE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58E27-DB85-4680-975B-CC64991F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11C9D-FC2E-426C-989F-2D01E2D1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Brief History of Cybersecurity Events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61E85-8147-4B86-BF94-F83FE831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DEB3F-0285-40EE-84C2-419EED7F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F6835-516C-49F5-A0F5-A839B586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E4BF0-3626-49B2-86D2-2E63EA47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354C0-0D39-44E3-981B-52790DA8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0315019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E0AF6-6527-420C-9F45-9D974F39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E521D-2B24-48C4-B86A-2EBD92EB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13EFA-9E7A-4902-BE35-2CAB8D17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8C649-EDB3-4268-8C83-9833FF80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1D4D7-9D85-4198-8806-AF494403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 Basic Information Security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88EC3-E314-4554-A50C-BEE4F7E2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Basic Information Security Model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460CC-8EDB-44D0-BD7A-CC225146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663F5-F053-4F0D-95A0-69DB35CD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06277-B4D5-412B-9719-01C55E39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17337-652B-4F8F-82A0-6A8F044D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04EF6-B719-467C-B9BF-6764B322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EAE00-0CD7-48C4-AD4C-E164590A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1ECFE-35DC-4666-BDAC-8D798388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9F9D8-E3E9-4BA5-B080-271A3494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DF431-6E02-48BA-9225-27542BDE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6DD2B-4E2D-45BE-A90E-24B87D72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54283668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AD1AAC-9A6E-4834-AD6B-F0035821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A4459-9366-4EA0-9AF8-EF7788CE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304F4-D456-4ADE-85F9-ABEC8EB6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F8FE2-4F01-4FB4-8749-A51883C0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1E322-4FA7-480B-88DE-5803D926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510FB-329A-4B37-A1D2-F954D95D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CE728-8E38-405D-B5D9-FC77BA6B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C8138-8DC4-4CFC-9662-D4AD043B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86C56-31EE-45E8-82BF-D2C5F40F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The Basic Informatio...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C67E6-36F7-4CAD-8E7A-68A67DED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5AE4C-B075-47C0-B2B5-78FBDB90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5653E-FC38-4361-85F4-074646BE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The Basic Inform...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121F0-C527-4B27-9DA4-01143A48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C0135-9185-455F-8403-89BC64CF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09837-0989-4FA6-BCD7-CA1C1835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The Basic 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F15D0-955F-4924-9521-5F6553FD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3F229-0F56-4138-BBED-5F7E714E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0184F-C957-4F20-91C3-0828E144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The Basic Inf...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A83D8E-D764-4604-BF60-116FBD2B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013F1B-1B9F-439B-8B83-DCFAEA1B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DB84E-3C37-48B2-9667-27DDE2F4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The Basic Informati...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82458-B1C1-44E7-82FC-07286F4F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D8BC4-C099-495E-894E-52A2267A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85976846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18E8B-6505-4B14-B356-EB2BC09E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708B4-20B6-4E4C-B5FD-3EF0C22A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3C3D2-6310-4A48-A73D-13B4370D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21BC3-EE6C-48D7-B785-AD6D6B3A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EE765-16B1-4275-91B9-2BA976AE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D446B-334B-402A-9F80-A35F2C61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1E49D-5772-4B44-9C3F-E92F7087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D9EC1-D53B-4306-A723-0E427EBB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D872D-990D-4479-8D85-079434CE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CB2EC-C182-4DBA-9D7A-6E46122F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DFE09-FBC2-4D9C-833E-7084E7DB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916CE-DFB9-480A-B8CE-BDD5A83D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E60DA-C80A-4D60-86D5-0D984C98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74FC9-F455-4332-AEE1-92555163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38434-103F-4832-BEE4-1B9E8A74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62826491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FB306-2D89-4A35-90C8-32024CD5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0AEFF-D463-41EA-BE39-9DE60159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EF91B-AD2A-4CB3-B8C3-F8207FF6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C32BE-F032-4285-A2F0-F4B0363D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BD900-26DF-4911-BC26-1902FEDE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68231-5634-4D26-9017-3CB49122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 Basic Information Security Model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4953A-B7E6-4FC9-8E6E-E678C55B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4BFD4-420A-4FFD-BC51-FAA95D02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4B946-740E-4E5A-9F7E-FF57A200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575A5-3C87-4C73-B56E-336E5C7D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004BD-E64D-4434-9240-0604F48F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45410565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75CC6-F3F8-4706-A50A-C8E113F1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A68D1-9444-4CF6-A2C9-37424C35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E77C6-F8F1-4CF5-A2D7-E1F7EC24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794FA-047D-40F3-8668-E82F7AC7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BCBE2-263E-4941-9911-D42E0F2D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Cyber Hygiene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1E541-3392-4F18-A776-E7C8BD06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Cyber Hygiene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7B34F-FB90-4A23-802C-FDDD1BED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7CB58-135A-4947-8E3E-79A98FD6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0FDFC-C823-4899-9A68-BE5194DC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C5F30-F778-4B31-BFC1-7F64B1CD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370DE-468D-4F07-AAA8-CE8EC4DB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9F940-8CF7-40B5-B367-389C9FAA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8758F-6DE8-4778-BC72-3D9862CD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C2D67-9FF5-4B3C-BD1D-5457F6A8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FE1D0-2121-4BEA-A30A-E36A6EBE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BA96D-FCCE-48B3-A38F-35E02C8B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53137685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DB0813-B1C2-4DDB-9613-C1341089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6DAF1-8C3D-4B6B-8CBA-6E4B6DDB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64EE0-019C-417F-8B0C-A4A83602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9E463-33EB-4E9B-808A-D037B818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45B7E-B4A1-4D38-A2CA-EFAE1AFF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B2DB2-49CA-4D9D-A9E0-2D771225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A2BC1-8D5D-4879-A83E-F34FD87E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E464D-67DE-44C1-8BE6-8FCFA5C4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C0321-68D7-4136-9689-D1058654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Cyber Hygiene.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9AEA3-C265-4A60-9DA4-17D6044A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BCADE-0122-4124-82E1-AC3BB54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79179-BC03-4E5B-8390-E3897E05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Cyber Hygiene.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24812-5E38-4B10-8DDF-3368630B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E5C2F-5317-4E1B-8C34-A3A0828A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6320D-AD97-40E4-A712-4E790F45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Cyber Hygien...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AA84B-50CC-4652-BCC6-C4FE2E0E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C10E3F-6410-4BF0-8C40-9D183626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C8D4C-805E-4A2B-AC03-7EF4B7C5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Cyber Hygiene.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C0F75-546C-4F7F-8608-820C16CF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29EA8-D971-459D-B73C-99614366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0CBB11-E57E-401F-B101-FEB5DB18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Cyber Hygiene.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0BE4E8-1C51-4087-8E30-AC6A4AB2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38BA26-F80A-42E9-A499-1719016B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06419428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D2C98-7CDE-4658-8ED9-FBE5C651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1C679-60B0-4636-A096-8D588F9E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E1B61-9A53-4CBB-9AD6-65C6C925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C3DD8-8CAE-42D7-9F39-A0750BBF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9610F-5E3F-4CE1-9326-CA1AC926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5F98F-68CE-4C07-8D6A-EA481EC9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F6583-CF35-4192-9641-458BF937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7EC00-AEC6-467E-9A6D-C334C266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EBE9C-82A8-48C5-A1B3-075A3ADD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F5011-531D-4403-B700-F6D34E73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9E299-57C2-4BEA-B604-2C1433DC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88389-CA6F-439C-9411-272A0100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51D5E-93F9-4D2E-B416-A7D5ED4C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C5127-D435-428F-8E8B-24003A88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82674-E49E-4E34-813B-227EF093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0565413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9D687-1017-480A-A198-328D3543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38535-4862-424A-8AD6-3A484E4B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55131-43A5-4551-B4B0-E6D1D576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F1A1B-1E9D-4A46-A3C4-CDFA9AA4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7F74F-2951-44D9-8D81-88F67DBE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BD59B-03EC-408F-BCC2-7FCFEF7F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Cyber Hygiene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EC267-740A-470C-943F-68F53B6A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915BC-6535-4315-9571-E554701C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087D8-F1B8-43D0-9322-F7A8F63D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F1CE3-F740-460F-840D-FA922C92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2FC3E-8CB8-4C79-B17B-097B9CDC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40806981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D260E-6C29-4F66-B082-BB4B1323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4A5A2-2002-4E3A-85A1-15745B53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CFC73-D4FC-4201-86C7-8FC5DD6F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DF9CA-E3AC-4B58-B5AC-25CE039D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98CD8-C964-4A37-A432-45406ED1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3E9CF-93D0-4A46-A7F2-C9E9378B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44107876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454C1-068A-42DE-9814-4608094F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08F27-6AE0-462B-94A9-513BCC77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2854C-EB39-40C0-92AA-36B8289A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6B41D-C263-4114-BA85-AF413999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EC9B6-B045-48DD-AD66-DFE6B1E8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Networking: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Internet: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Network: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Fundamentals: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World: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52D55-EDA5-495B-9DD2-A4E91042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5442446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1032C-7E0A-47BD-B4A6-E6E7A137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4416F-9A57-4F06-967C-3B3F9B99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8E105-1559-46E1-BDC9-5D997C08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CA9FA-C7DD-4BA7-A271-0C2CA48F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29827-6534-4A50-93E1-BD33E8EC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E4DDD-3EF5-46D6-87A8-E6F89363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81286102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144DA-C37B-4031-95AE-75DCE4EE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924EB-8D6F-4781-B919-C82C02B1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24794-2E2B-4AED-906D-A38F4B77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98A32-2010-4904-BC7E-1982EDA8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FE786-031B-4194-A39A-792C1DF9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370B8-7424-42DB-B128-B337F051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1376917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B18B6-AF19-479F-8BA1-AA8DD852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0C4BC-1DF3-447B-B01C-769B0D9C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62EB9-B3FD-4447-AD3E-7C64DBF5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77949-041D-4900-962E-03F5D30A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6223F-AE3C-4AF3-9219-03FFBB2C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Networking and the Internet : Network Fundamentals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The Internet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The World Wide Web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Internet Protocols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Security. Cybersecurity: Overview-What is Cybersecurity?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F45BB-E672-4933-87A6-E9437F8B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A51F0-A681-412D-A3CB-4811E82D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46E12-00D4-4B97-9B70-C4435716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067903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2026-08-24T16:02:51.1120000Z</dcterms:created>
  <dcterms:modified xsi:type="dcterms:W3CDTF">2026-08-24T16:02:51.1120000Z</dcterms:modified>
</coreProperties>
</file>