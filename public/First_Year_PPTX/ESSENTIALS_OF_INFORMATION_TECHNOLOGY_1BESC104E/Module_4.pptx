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717f139734f11" /><Relationship Type="http://schemas.openxmlformats.org/officeDocument/2006/relationships/extended-properties" Target="/docProps/app.xml" Id="Rddb5f776c284444b" /><Relationship Type="http://schemas.openxmlformats.org/officeDocument/2006/relationships/officeDocument" Target="/ppt/presentation.xml" Id="Rc35d00b77cf5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37b9c9a7041d8"/>
  </p:sldMasterIdLst>
  <p:notesMasterIdLst>
    <p:notesMasterId xmlns:r="http://schemas.openxmlformats.org/officeDocument/2006/relationships" r:id="R47f2ca11adcb477d"/>
  </p:notesMasterIdLst>
  <p:sldIdLst>
    <p:sldId xmlns:r="http://schemas.openxmlformats.org/officeDocument/2006/relationships" id="256" r:id="R45a02f3017bc43e9"/>
    <p:sldId xmlns:r="http://schemas.openxmlformats.org/officeDocument/2006/relationships" id="257" r:id="R747a726bc0824e89"/>
    <p:sldId xmlns:r="http://schemas.openxmlformats.org/officeDocument/2006/relationships" id="258" r:id="R2368a5ae767d4a03"/>
    <p:sldId xmlns:r="http://schemas.openxmlformats.org/officeDocument/2006/relationships" id="259" r:id="R560a62a3d748423d"/>
    <p:sldId xmlns:r="http://schemas.openxmlformats.org/officeDocument/2006/relationships" id="260" r:id="R02d81b2af93d498c"/>
    <p:sldId xmlns:r="http://schemas.openxmlformats.org/officeDocument/2006/relationships" id="261" r:id="R2ade0ed2b66547f3"/>
    <p:sldId xmlns:r="http://schemas.openxmlformats.org/officeDocument/2006/relationships" id="262" r:id="Recdf9b884323446f"/>
    <p:sldId xmlns:r="http://schemas.openxmlformats.org/officeDocument/2006/relationships" id="263" r:id="R5ed747f2c8e3416f"/>
    <p:sldId xmlns:r="http://schemas.openxmlformats.org/officeDocument/2006/relationships" id="264" r:id="R5f97a90c16dc4e57"/>
    <p:sldId xmlns:r="http://schemas.openxmlformats.org/officeDocument/2006/relationships" id="265" r:id="R49ab7161ed6c442a"/>
    <p:sldId xmlns:r="http://schemas.openxmlformats.org/officeDocument/2006/relationships" id="266" r:id="Raebf47cf0e1a4f66"/>
    <p:sldId xmlns:r="http://schemas.openxmlformats.org/officeDocument/2006/relationships" id="267" r:id="R155ca1df5ab445fe"/>
    <p:sldId xmlns:r="http://schemas.openxmlformats.org/officeDocument/2006/relationships" id="268" r:id="Rb0ac11f1682b4c06"/>
    <p:sldId xmlns:r="http://schemas.openxmlformats.org/officeDocument/2006/relationships" id="269" r:id="R7f9c3774b2494930"/>
    <p:sldId xmlns:r="http://schemas.openxmlformats.org/officeDocument/2006/relationships" id="270" r:id="R7491477a64434f58"/>
    <p:sldId xmlns:r="http://schemas.openxmlformats.org/officeDocument/2006/relationships" id="271" r:id="Rd9b31e9fa46f4021"/>
    <p:sldId xmlns:r="http://schemas.openxmlformats.org/officeDocument/2006/relationships" id="272" r:id="Rb721008df81c4222"/>
    <p:sldId xmlns:r="http://schemas.openxmlformats.org/officeDocument/2006/relationships" id="273" r:id="R1f6fe28560664c6c"/>
    <p:sldId xmlns:r="http://schemas.openxmlformats.org/officeDocument/2006/relationships" id="274" r:id="R71f31c174621426f"/>
    <p:sldId xmlns:r="http://schemas.openxmlformats.org/officeDocument/2006/relationships" id="275" r:id="R46453ffc82ff4fe9"/>
    <p:sldId xmlns:r="http://schemas.openxmlformats.org/officeDocument/2006/relationships" id="276" r:id="Re32c94bff1784def"/>
    <p:sldId xmlns:r="http://schemas.openxmlformats.org/officeDocument/2006/relationships" id="277" r:id="R6b119b7e81c44a3e"/>
    <p:sldId xmlns:r="http://schemas.openxmlformats.org/officeDocument/2006/relationships" id="278" r:id="R314055927f7142b1"/>
    <p:sldId xmlns:r="http://schemas.openxmlformats.org/officeDocument/2006/relationships" id="279" r:id="Rdbbebcdfcf824e6d"/>
    <p:sldId xmlns:r="http://schemas.openxmlformats.org/officeDocument/2006/relationships" id="280" r:id="Rbfbb7afa6e3a4205"/>
    <p:sldId xmlns:r="http://schemas.openxmlformats.org/officeDocument/2006/relationships" id="281" r:id="R67aa40559e494844"/>
    <p:sldId xmlns:r="http://schemas.openxmlformats.org/officeDocument/2006/relationships" id="282" r:id="Rcb55ca184d4d4e56"/>
    <p:sldId xmlns:r="http://schemas.openxmlformats.org/officeDocument/2006/relationships" id="283" r:id="R20206bb30afb4905"/>
    <p:sldId xmlns:r="http://schemas.openxmlformats.org/officeDocument/2006/relationships" id="284" r:id="R881debf3060542c1"/>
    <p:sldId xmlns:r="http://schemas.openxmlformats.org/officeDocument/2006/relationships" id="285" r:id="R52edd5fb5bb445c7"/>
    <p:sldId xmlns:r="http://schemas.openxmlformats.org/officeDocument/2006/relationships" id="286" r:id="Rd77140ae45e84f01"/>
    <p:sldId xmlns:r="http://schemas.openxmlformats.org/officeDocument/2006/relationships" id="287" r:id="R355290e3f06f4ac4"/>
    <p:sldId xmlns:r="http://schemas.openxmlformats.org/officeDocument/2006/relationships" id="288" r:id="Rdab17c7dc1db45ab"/>
    <p:sldId xmlns:r="http://schemas.openxmlformats.org/officeDocument/2006/relationships" id="289" r:id="R73cd3cdd6f8b473b"/>
    <p:sldId xmlns:r="http://schemas.openxmlformats.org/officeDocument/2006/relationships" id="290" r:id="R02de15e9bb294f5a"/>
    <p:sldId xmlns:r="http://schemas.openxmlformats.org/officeDocument/2006/relationships" id="291" r:id="R7e2801f22839466e"/>
    <p:sldId xmlns:r="http://schemas.openxmlformats.org/officeDocument/2006/relationships" id="292" r:id="R416cc27868414c7d"/>
    <p:sldId xmlns:r="http://schemas.openxmlformats.org/officeDocument/2006/relationships" id="293" r:id="Rec836cd43e17493c"/>
    <p:sldId xmlns:r="http://schemas.openxmlformats.org/officeDocument/2006/relationships" id="294" r:id="R6906a56136ab4b09"/>
    <p:sldId xmlns:r="http://schemas.openxmlformats.org/officeDocument/2006/relationships" id="295" r:id="Raedc485a930f45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0cb1c454ae4a64" /><Relationship Type="http://schemas.openxmlformats.org/officeDocument/2006/relationships/slideMaster" Target="/ppt/slideMasters/slideMaster1.xml" Id="Rf5437b9c9a7041d8" /><Relationship Type="http://schemas.openxmlformats.org/officeDocument/2006/relationships/notesMaster" Target="/ppt/notesMasters/notesMaster1.xml" Id="R47f2ca11adcb477d" /><Relationship Type="http://schemas.openxmlformats.org/officeDocument/2006/relationships/presProps" Target="/ppt/presProps.xml" Id="R73d2c7e4465e4995" /><Relationship Type="http://schemas.openxmlformats.org/officeDocument/2006/relationships/tableStyles" Target="/ppt/tableStyles.xml" Id="R814a990777ae4a2e" /><Relationship Type="http://schemas.openxmlformats.org/officeDocument/2006/relationships/slide" Target="/ppt/slides/slide1.xml" Id="R45a02f3017bc43e9" /><Relationship Type="http://schemas.openxmlformats.org/officeDocument/2006/relationships/slide" Target="/ppt/slides/slide2.xml" Id="R747a726bc0824e89" /><Relationship Type="http://schemas.openxmlformats.org/officeDocument/2006/relationships/slide" Target="/ppt/slides/slide3.xml" Id="R2368a5ae767d4a03" /><Relationship Type="http://schemas.openxmlformats.org/officeDocument/2006/relationships/slide" Target="/ppt/slides/slide4.xml" Id="R560a62a3d748423d" /><Relationship Type="http://schemas.openxmlformats.org/officeDocument/2006/relationships/slide" Target="/ppt/slides/slide5.xml" Id="R02d81b2af93d498c" /><Relationship Type="http://schemas.openxmlformats.org/officeDocument/2006/relationships/slide" Target="/ppt/slides/slide6.xml" Id="R2ade0ed2b66547f3" /><Relationship Type="http://schemas.openxmlformats.org/officeDocument/2006/relationships/slide" Target="/ppt/slides/slide7.xml" Id="Recdf9b884323446f" /><Relationship Type="http://schemas.openxmlformats.org/officeDocument/2006/relationships/slide" Target="/ppt/slides/slide8.xml" Id="R5ed747f2c8e3416f" /><Relationship Type="http://schemas.openxmlformats.org/officeDocument/2006/relationships/slide" Target="/ppt/slides/slide9.xml" Id="R5f97a90c16dc4e57" /><Relationship Type="http://schemas.openxmlformats.org/officeDocument/2006/relationships/slide" Target="/ppt/slides/slide10.xml" Id="R49ab7161ed6c442a" /><Relationship Type="http://schemas.openxmlformats.org/officeDocument/2006/relationships/slide" Target="/ppt/slides/slide11.xml" Id="Raebf47cf0e1a4f66" /><Relationship Type="http://schemas.openxmlformats.org/officeDocument/2006/relationships/slide" Target="/ppt/slides/slide12.xml" Id="R155ca1df5ab445fe" /><Relationship Type="http://schemas.openxmlformats.org/officeDocument/2006/relationships/slide" Target="/ppt/slides/slide13.xml" Id="Rb0ac11f1682b4c06" /><Relationship Type="http://schemas.openxmlformats.org/officeDocument/2006/relationships/slide" Target="/ppt/slides/slide14.xml" Id="R7f9c3774b2494930" /><Relationship Type="http://schemas.openxmlformats.org/officeDocument/2006/relationships/slide" Target="/ppt/slides/slide15.xml" Id="R7491477a64434f58" /><Relationship Type="http://schemas.openxmlformats.org/officeDocument/2006/relationships/slide" Target="/ppt/slides/slide16.xml" Id="Rd9b31e9fa46f4021" /><Relationship Type="http://schemas.openxmlformats.org/officeDocument/2006/relationships/slide" Target="/ppt/slides/slide17.xml" Id="Rb721008df81c4222" /><Relationship Type="http://schemas.openxmlformats.org/officeDocument/2006/relationships/slide" Target="/ppt/slides/slide18.xml" Id="R1f6fe28560664c6c" /><Relationship Type="http://schemas.openxmlformats.org/officeDocument/2006/relationships/slide" Target="/ppt/slides/slide19.xml" Id="R71f31c174621426f" /><Relationship Type="http://schemas.openxmlformats.org/officeDocument/2006/relationships/slide" Target="/ppt/slides/slide20.xml" Id="R46453ffc82ff4fe9" /><Relationship Type="http://schemas.openxmlformats.org/officeDocument/2006/relationships/slide" Target="/ppt/slides/slide21.xml" Id="Re32c94bff1784def" /><Relationship Type="http://schemas.openxmlformats.org/officeDocument/2006/relationships/slide" Target="/ppt/slides/slide22.xml" Id="R6b119b7e81c44a3e" /><Relationship Type="http://schemas.openxmlformats.org/officeDocument/2006/relationships/slide" Target="/ppt/slides/slide23.xml" Id="R314055927f7142b1" /><Relationship Type="http://schemas.openxmlformats.org/officeDocument/2006/relationships/slide" Target="/ppt/slides/slide24.xml" Id="Rdbbebcdfcf824e6d" /><Relationship Type="http://schemas.openxmlformats.org/officeDocument/2006/relationships/slide" Target="/ppt/slides/slide25.xml" Id="Rbfbb7afa6e3a4205" /><Relationship Type="http://schemas.openxmlformats.org/officeDocument/2006/relationships/slide" Target="/ppt/slides/slide26.xml" Id="R67aa40559e494844" /><Relationship Type="http://schemas.openxmlformats.org/officeDocument/2006/relationships/slide" Target="/ppt/slides/slide27.xml" Id="Rcb55ca184d4d4e56" /><Relationship Type="http://schemas.openxmlformats.org/officeDocument/2006/relationships/slide" Target="/ppt/slides/slide28.xml" Id="R20206bb30afb4905" /><Relationship Type="http://schemas.openxmlformats.org/officeDocument/2006/relationships/slide" Target="/ppt/slides/slide29.xml" Id="R881debf3060542c1" /><Relationship Type="http://schemas.openxmlformats.org/officeDocument/2006/relationships/slide" Target="/ppt/slides/slide30.xml" Id="R52edd5fb5bb445c7" /><Relationship Type="http://schemas.openxmlformats.org/officeDocument/2006/relationships/slide" Target="/ppt/slides/slide31.xml" Id="Rd77140ae45e84f01" /><Relationship Type="http://schemas.openxmlformats.org/officeDocument/2006/relationships/slide" Target="/ppt/slides/slide32.xml" Id="R355290e3f06f4ac4" /><Relationship Type="http://schemas.openxmlformats.org/officeDocument/2006/relationships/slide" Target="/ppt/slides/slide33.xml" Id="Rdab17c7dc1db45ab" /><Relationship Type="http://schemas.openxmlformats.org/officeDocument/2006/relationships/slide" Target="/ppt/slides/slide34.xml" Id="R73cd3cdd6f8b473b" /><Relationship Type="http://schemas.openxmlformats.org/officeDocument/2006/relationships/slide" Target="/ppt/slides/slide35.xml" Id="R02de15e9bb294f5a" /><Relationship Type="http://schemas.openxmlformats.org/officeDocument/2006/relationships/slide" Target="/ppt/slides/slide36.xml" Id="R7e2801f22839466e" /><Relationship Type="http://schemas.openxmlformats.org/officeDocument/2006/relationships/slide" Target="/ppt/slides/slide37.xml" Id="R416cc27868414c7d" /><Relationship Type="http://schemas.openxmlformats.org/officeDocument/2006/relationships/slide" Target="/ppt/slides/slide38.xml" Id="Rec836cd43e17493c" /><Relationship Type="http://schemas.openxmlformats.org/officeDocument/2006/relationships/slide" Target="/ppt/slides/slide39.xml" Id="R6906a56136ab4b09" /><Relationship Type="http://schemas.openxmlformats.org/officeDocument/2006/relationships/slide" Target="/ppt/slides/slide40.xml" Id="Raedc485a930f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18ffc6b99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2f6e5a98c04ca7" /><Relationship Type="http://schemas.openxmlformats.org/officeDocument/2006/relationships/notesMaster" Target="/ppt/notesMasters/notesMaster1.xml" Id="Rfa1a1f63f26f4c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30000b6454aa2" /><Relationship Type="http://schemas.openxmlformats.org/officeDocument/2006/relationships/notesMaster" Target="/ppt/notesMasters/notesMaster1.xml" Id="R3a966a9cf46745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0a7116a664677" /><Relationship Type="http://schemas.openxmlformats.org/officeDocument/2006/relationships/notesMaster" Target="/ppt/notesMasters/notesMaster1.xml" Id="Rbfc66cbfcdb645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443227b5342cc" /><Relationship Type="http://schemas.openxmlformats.org/officeDocument/2006/relationships/notesMaster" Target="/ppt/notesMasters/notesMaster1.xml" Id="Rf313133d61b74b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a446338bee4dd3" /><Relationship Type="http://schemas.openxmlformats.org/officeDocument/2006/relationships/notesMaster" Target="/ppt/notesMasters/notesMaster1.xml" Id="Rd28c0f98b1e841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2055cba5434099" /><Relationship Type="http://schemas.openxmlformats.org/officeDocument/2006/relationships/notesMaster" Target="/ppt/notesMasters/notesMaster1.xml" Id="Red6779a54d26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be52d0a2764816" /><Relationship Type="http://schemas.openxmlformats.org/officeDocument/2006/relationships/notesMaster" Target="/ppt/notesMasters/notesMaster1.xml" Id="Rcf401a7fde8b4a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9904b199f3435c" /><Relationship Type="http://schemas.openxmlformats.org/officeDocument/2006/relationships/notesMaster" Target="/ppt/notesMasters/notesMaster1.xml" Id="R15770cd9f058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0cb177a34949a9" /><Relationship Type="http://schemas.openxmlformats.org/officeDocument/2006/relationships/notesMaster" Target="/ppt/notesMasters/notesMaster1.xml" Id="R9129db51f4994f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14a50825b74c46" /><Relationship Type="http://schemas.openxmlformats.org/officeDocument/2006/relationships/notesMaster" Target="/ppt/notesMasters/notesMaster1.xml" Id="Rfec63a4e40874b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f82f58c8db4399" /><Relationship Type="http://schemas.openxmlformats.org/officeDocument/2006/relationships/notesMaster" Target="/ppt/notesMasters/notesMaster1.xml" Id="R6d837f839c4f4a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99d3e3414a4599" /><Relationship Type="http://schemas.openxmlformats.org/officeDocument/2006/relationships/notesMaster" Target="/ppt/notesMasters/notesMaster1.xml" Id="R4374089cf81f4f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e2a86ac34e423f" /><Relationship Type="http://schemas.openxmlformats.org/officeDocument/2006/relationships/notesMaster" Target="/ppt/notesMasters/notesMaster1.xml" Id="Rfd52aef03c504b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1ef76926b4423e" /><Relationship Type="http://schemas.openxmlformats.org/officeDocument/2006/relationships/notesMaster" Target="/ppt/notesMasters/notesMaster1.xml" Id="Ra06e504d2cac46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3f4d216cba41a3" /><Relationship Type="http://schemas.openxmlformats.org/officeDocument/2006/relationships/notesMaster" Target="/ppt/notesMasters/notesMaster1.xml" Id="R269636558d8644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3f68b5281b4717" /><Relationship Type="http://schemas.openxmlformats.org/officeDocument/2006/relationships/notesMaster" Target="/ppt/notesMasters/notesMaster1.xml" Id="R7cd6a62cc4eb49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036dea55da4f94" /><Relationship Type="http://schemas.openxmlformats.org/officeDocument/2006/relationships/notesMaster" Target="/ppt/notesMasters/notesMaster1.xml" Id="R2530744d1b1442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2707bd7a3d4ded" /><Relationship Type="http://schemas.openxmlformats.org/officeDocument/2006/relationships/notesMaster" Target="/ppt/notesMasters/notesMaster1.xml" Id="Rc9bde07e97fb4c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88a1cbedf143cb" /><Relationship Type="http://schemas.openxmlformats.org/officeDocument/2006/relationships/notesMaster" Target="/ppt/notesMasters/notesMaster1.xml" Id="R8c6f47b2f70046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809e3d2b2f4198" /><Relationship Type="http://schemas.openxmlformats.org/officeDocument/2006/relationships/notesMaster" Target="/ppt/notesMasters/notesMaster1.xml" Id="R7a081721941642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7c7935c8e84e8b" /><Relationship Type="http://schemas.openxmlformats.org/officeDocument/2006/relationships/notesMaster" Target="/ppt/notesMasters/notesMaster1.xml" Id="R2a45f511eebc4c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b643fefb6d4f40" /><Relationship Type="http://schemas.openxmlformats.org/officeDocument/2006/relationships/notesMaster" Target="/ppt/notesMasters/notesMaster1.xml" Id="R3321e2d727304b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140aaebe304810" /><Relationship Type="http://schemas.openxmlformats.org/officeDocument/2006/relationships/notesMaster" Target="/ppt/notesMasters/notesMaster1.xml" Id="R944672655d3e46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efb694adc3480e" /><Relationship Type="http://schemas.openxmlformats.org/officeDocument/2006/relationships/notesMaster" Target="/ppt/notesMasters/notesMaster1.xml" Id="R55325d816c1441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df835cbd1d41b6" /><Relationship Type="http://schemas.openxmlformats.org/officeDocument/2006/relationships/notesMaster" Target="/ppt/notesMasters/notesMaster1.xml" Id="R475c8a08126d49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9b1bb35e524f61" /><Relationship Type="http://schemas.openxmlformats.org/officeDocument/2006/relationships/notesMaster" Target="/ppt/notesMasters/notesMaster1.xml" Id="R1d552c99264b47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f83e554fa445d0" /><Relationship Type="http://schemas.openxmlformats.org/officeDocument/2006/relationships/notesMaster" Target="/ppt/notesMasters/notesMaster1.xml" Id="Rf90be585874d43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bb3028f2854955" /><Relationship Type="http://schemas.openxmlformats.org/officeDocument/2006/relationships/notesMaster" Target="/ppt/notesMasters/notesMaster1.xml" Id="R578353ca88ec43a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ee9a6ce0514cf3" /><Relationship Type="http://schemas.openxmlformats.org/officeDocument/2006/relationships/notesMaster" Target="/ppt/notesMasters/notesMaster1.xml" Id="R49dde73d613a4c0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fad451b356494d" /><Relationship Type="http://schemas.openxmlformats.org/officeDocument/2006/relationships/notesMaster" Target="/ppt/notesMasters/notesMaster1.xml" Id="Rfa827d15f184478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5926bf674743df" /><Relationship Type="http://schemas.openxmlformats.org/officeDocument/2006/relationships/notesMaster" Target="/ppt/notesMasters/notesMaster1.xml" Id="Rd41c73ed240445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5e6f824eaf449b" /><Relationship Type="http://schemas.openxmlformats.org/officeDocument/2006/relationships/notesMaster" Target="/ppt/notesMasters/notesMaster1.xml" Id="R251395fbf3e941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49c238d83f4a26" /><Relationship Type="http://schemas.openxmlformats.org/officeDocument/2006/relationships/notesMaster" Target="/ppt/notesMasters/notesMaster1.xml" Id="Rcd62dc55024f4fc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6b488ed3f984b5d" /><Relationship Type="http://schemas.openxmlformats.org/officeDocument/2006/relationships/notesMaster" Target="/ppt/notesMasters/notesMaster1.xml" Id="Rf2bd6169510b4d9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873d20a704a4100" /><Relationship Type="http://schemas.openxmlformats.org/officeDocument/2006/relationships/notesMaster" Target="/ppt/notesMasters/notesMaster1.xml" Id="R07f3ee8e726b4e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3d7653b1c6a4981" /><Relationship Type="http://schemas.openxmlformats.org/officeDocument/2006/relationships/notesMaster" Target="/ppt/notesMasters/notesMaster1.xml" Id="R79084cc8f1e1499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48a1c1aa91d407d" /><Relationship Type="http://schemas.openxmlformats.org/officeDocument/2006/relationships/notesMaster" Target="/ppt/notesMasters/notesMaster1.xml" Id="R86e239e531cd4c6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650bfc5f6f44409" /><Relationship Type="http://schemas.openxmlformats.org/officeDocument/2006/relationships/notesMaster" Target="/ppt/notesMasters/notesMaster1.xml" Id="Re6dd79b37c984a7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b71d0c1132842ca" /><Relationship Type="http://schemas.openxmlformats.org/officeDocument/2006/relationships/notesMaster" Target="/ppt/notesMasters/notesMaster1.xml" Id="R9dabf2ca9f894ff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ee88fc2c79b426c" /><Relationship Type="http://schemas.openxmlformats.org/officeDocument/2006/relationships/notesMaster" Target="/ppt/notesMasters/notesMaster1.xml" Id="Rf98f7618107042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c0765a73f44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19f6d22d649bd" /><Relationship Type="http://schemas.openxmlformats.org/officeDocument/2006/relationships/slideLayout" Target="/ppt/slideLayouts/slideLayout1.xml" Id="Redd254ff38e0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254ff38e0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2570cd77347ff" /><Relationship Type="http://schemas.openxmlformats.org/officeDocument/2006/relationships/notesSlide" Target="/ppt/notesSlides/notesSlide1.xml" Id="R53ee452c67cf44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388f5fdb44dbf" /><Relationship Type="http://schemas.openxmlformats.org/officeDocument/2006/relationships/notesSlide" Target="/ppt/notesSlides/notesSlide2.xml" Id="R1d4c1cc167dc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1cf8bfafc49a7" /><Relationship Type="http://schemas.openxmlformats.org/officeDocument/2006/relationships/notesSlide" Target="/ppt/notesSlides/notesSlide3.xml" Id="R85580cde13d54a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68b86cf734a61" /><Relationship Type="http://schemas.openxmlformats.org/officeDocument/2006/relationships/notesSlide" Target="/ppt/notesSlides/notesSlide4.xml" Id="Rae291f590c0f47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6d5c9127a4536" /><Relationship Type="http://schemas.openxmlformats.org/officeDocument/2006/relationships/notesSlide" Target="/ppt/notesSlides/notesSlide5.xml" Id="R61cd12c412f846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838df3ac4e2f" /><Relationship Type="http://schemas.openxmlformats.org/officeDocument/2006/relationships/notesSlide" Target="/ppt/notesSlides/notesSlide6.xml" Id="R43b89cecc68943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eb5ea4bb54995" /><Relationship Type="http://schemas.openxmlformats.org/officeDocument/2006/relationships/notesSlide" Target="/ppt/notesSlides/notesSlide7.xml" Id="R4172b12625bc4b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2b5f72b2049d5" /><Relationship Type="http://schemas.openxmlformats.org/officeDocument/2006/relationships/notesSlide" Target="/ppt/notesSlides/notesSlide8.xml" Id="R7b9f20d128f74f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e4e0a428a4bbc" /><Relationship Type="http://schemas.openxmlformats.org/officeDocument/2006/relationships/notesSlide" Target="/ppt/notesSlides/notesSlide9.xml" Id="R071d68fec75b42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eb1a6d544c77" /><Relationship Type="http://schemas.openxmlformats.org/officeDocument/2006/relationships/notesSlide" Target="/ppt/notesSlides/notesSlide10.xml" Id="R14562188ef9845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484e44b1a4bca" /><Relationship Type="http://schemas.openxmlformats.org/officeDocument/2006/relationships/notesSlide" Target="/ppt/notesSlides/notesSlide11.xml" Id="R875636b7e26b44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1b84f55324689" /><Relationship Type="http://schemas.openxmlformats.org/officeDocument/2006/relationships/notesSlide" Target="/ppt/notesSlides/notesSlide12.xml" Id="Rd1653d9e792541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ad0a915b94194" /><Relationship Type="http://schemas.openxmlformats.org/officeDocument/2006/relationships/notesSlide" Target="/ppt/notesSlides/notesSlide13.xml" Id="R843a896bcfc242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53fa048284e4b" /><Relationship Type="http://schemas.openxmlformats.org/officeDocument/2006/relationships/notesSlide" Target="/ppt/notesSlides/notesSlide14.xml" Id="R641c2f105d4745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3f4d3f1ae44de" /><Relationship Type="http://schemas.openxmlformats.org/officeDocument/2006/relationships/notesSlide" Target="/ppt/notesSlides/notesSlide15.xml" Id="R1769d058f79241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1024f14b14887" /><Relationship Type="http://schemas.openxmlformats.org/officeDocument/2006/relationships/notesSlide" Target="/ppt/notesSlides/notesSlide16.xml" Id="R138a760a08cd48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0971587544171" /><Relationship Type="http://schemas.openxmlformats.org/officeDocument/2006/relationships/notesSlide" Target="/ppt/notesSlides/notesSlide17.xml" Id="R162537d98bca4d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13d09d484be4" /><Relationship Type="http://schemas.openxmlformats.org/officeDocument/2006/relationships/notesSlide" Target="/ppt/notesSlides/notesSlide18.xml" Id="Rb21a9a30547f4f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79bfaa65247bc" /><Relationship Type="http://schemas.openxmlformats.org/officeDocument/2006/relationships/notesSlide" Target="/ppt/notesSlides/notesSlide19.xml" Id="R9033e333735c47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95a339ade4bf4" /><Relationship Type="http://schemas.openxmlformats.org/officeDocument/2006/relationships/notesSlide" Target="/ppt/notesSlides/notesSlide20.xml" Id="R1637623d07a54d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210af819b4e1d" /><Relationship Type="http://schemas.openxmlformats.org/officeDocument/2006/relationships/notesSlide" Target="/ppt/notesSlides/notesSlide21.xml" Id="R6df3bae4cbc54e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61cbc552a46fb" /><Relationship Type="http://schemas.openxmlformats.org/officeDocument/2006/relationships/notesSlide" Target="/ppt/notesSlides/notesSlide22.xml" Id="R682a76d4da874b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b63fe80d148e4" /><Relationship Type="http://schemas.openxmlformats.org/officeDocument/2006/relationships/notesSlide" Target="/ppt/notesSlides/notesSlide23.xml" Id="Rfd068ed1e7a641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1b6d2e9d47ae" /><Relationship Type="http://schemas.openxmlformats.org/officeDocument/2006/relationships/notesSlide" Target="/ppt/notesSlides/notesSlide24.xml" Id="R4d687bdc2aa44a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0da2c62414451" /><Relationship Type="http://schemas.openxmlformats.org/officeDocument/2006/relationships/notesSlide" Target="/ppt/notesSlides/notesSlide25.xml" Id="R0eb19391fc3542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fed1164264fb2" /><Relationship Type="http://schemas.openxmlformats.org/officeDocument/2006/relationships/notesSlide" Target="/ppt/notesSlides/notesSlide26.xml" Id="R6eab5a3ca48b43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ad4767cb40a4" /><Relationship Type="http://schemas.openxmlformats.org/officeDocument/2006/relationships/notesSlide" Target="/ppt/notesSlides/notesSlide27.xml" Id="R36ddb28ee439459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3bb220dad46dc" /><Relationship Type="http://schemas.openxmlformats.org/officeDocument/2006/relationships/notesSlide" Target="/ppt/notesSlides/notesSlide28.xml" Id="R5a7c0d370c2147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2bce1a9954751" /><Relationship Type="http://schemas.openxmlformats.org/officeDocument/2006/relationships/notesSlide" Target="/ppt/notesSlides/notesSlide29.xml" Id="R14130fd206bb4a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a2d04e5544236" /><Relationship Type="http://schemas.openxmlformats.org/officeDocument/2006/relationships/notesSlide" Target="/ppt/notesSlides/notesSlide30.xml" Id="Rb81a1980e7ee42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debd243324bbc" /><Relationship Type="http://schemas.openxmlformats.org/officeDocument/2006/relationships/notesSlide" Target="/ppt/notesSlides/notesSlide31.xml" Id="R1cddcc6cd4034f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4f1e070c44095" /><Relationship Type="http://schemas.openxmlformats.org/officeDocument/2006/relationships/notesSlide" Target="/ppt/notesSlides/notesSlide32.xml" Id="R6e68a63f1fc044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23e6e261e450c" /><Relationship Type="http://schemas.openxmlformats.org/officeDocument/2006/relationships/notesSlide" Target="/ppt/notesSlides/notesSlide33.xml" Id="R7b52456cb9b944d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2d983c11b42b3" /><Relationship Type="http://schemas.openxmlformats.org/officeDocument/2006/relationships/notesSlide" Target="/ppt/notesSlides/notesSlide34.xml" Id="R4f3ff39d23a340c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d3199263a403a" /><Relationship Type="http://schemas.openxmlformats.org/officeDocument/2006/relationships/notesSlide" Target="/ppt/notesSlides/notesSlide35.xml" Id="R6cabca2394bf44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6962b3b6c499d" /><Relationship Type="http://schemas.openxmlformats.org/officeDocument/2006/relationships/notesSlide" Target="/ppt/notesSlides/notesSlide36.xml" Id="Ra2a3c5887678436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faf2289e94d0b" /><Relationship Type="http://schemas.openxmlformats.org/officeDocument/2006/relationships/notesSlide" Target="/ppt/notesSlides/notesSlide37.xml" Id="R0767f41a52064f0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51bfbbd8d4331" /><Relationship Type="http://schemas.openxmlformats.org/officeDocument/2006/relationships/notesSlide" Target="/ppt/notesSlides/notesSlide38.xml" Id="R1c4ddd4feb38441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89c6a9d314fb7" /><Relationship Type="http://schemas.openxmlformats.org/officeDocument/2006/relationships/notesSlide" Target="/ppt/notesSlides/notesSlide39.xml" Id="Rf6b9587ea4b6430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cf0983a5b496c" /><Relationship Type="http://schemas.openxmlformats.org/officeDocument/2006/relationships/notesSlide" Target="/ppt/notesSlides/notesSlide40.xml" Id="R42cf01f6d7e64e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B936B-2CA9-4EE6-B09C-06763122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FAF71-52B1-4790-8CBA-C218E518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Software Engineering: The Software Engineering Discipline , The Software Life Cycle , Software Engineering Methodologies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6DE64-127D-4241-8598-725A58FD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Chapter-7 (7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E4ED0-4010-41A5-93AD-F9B4325F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3F027-E40F-451A-BF19-2054BAF5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F16A0-EE1C-43C5-A270-E4933C7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01049-01E8-4E15-82C6-00468D1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117AF-633A-4712-9A37-529E2EB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E4FB9-BA49-40C0-98DE-844F1F4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EA089-B092-44D7-B64F-1037551A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3638-16B2-4DEB-8760-DF02468C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3A637-1BD5-4490-8F64-15A653EC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F2523-B192-49A5-AEC5-8A80B06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09093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8BD1D-BE84-421D-A218-73E9552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5E701-07EC-4D98-AAF7-28C08BBF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0B4C5-A5EA-4560-91FD-16155C10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353A-DB3A-4E1D-9232-3A173177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9B430-86CD-4D06-BAA7-46F87FDD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7F480-6810-47BF-9679-CC9B321B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9CD0A-DE27-4401-AFF6-6E8C37E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EAD6C-AC85-444F-A8F7-D01FA6C4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5A8C8-2D91-48AC-9A69-1BA8BC99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BE17C-0173-4A52-816F-5C0D109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AFB97-55FD-456C-84F0-4186D87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18740-9002-40B0-A59E-68757D92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FF4DF-94DB-499C-8692-E0F8F000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39C6C-E631-4BB7-8D0D-BBD16C4B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402B1-D44C-4BCD-8647-4CE29464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3090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1F231-D7A1-4339-AD14-9B13CD6A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58861-F5B9-42DD-A6AD-631407CE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D48B8-6013-44D0-A56A-B9DCFB0D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72EB-5E90-4388-AB47-54C437BE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51502-DD51-497C-8D52-C38D898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28724-F034-443C-B1CB-0500E38A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21051-84EB-4917-BB0C-90A7285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1C82D-C6C3-4AE5-8646-A30CB8BF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92B6B-6D9F-47A3-A1B3-101AB76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Software Engineering: The Software Engineering Discipline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A6AAC-F012-4749-8FB3-B86084B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97A5C-D43F-4E07-A6BE-3374E09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8C457-51E3-46F8-BD98-AAEDCD33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Software Life 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2C38C-59A4-42AE-A2F8-5BD8731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00883-0865-4414-8A3C-84C4C7B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264E2-4127-47C3-9172-CE67640D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Software Engineering Methodologies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292FF-1F67-4DF3-B803-7D8E78BF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F5511-52E8-46E7-8B75-E165F17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D2C26-5213-4A15-9978-DDB021E0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Modularity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581CA-9F69-4444-8712-241F03C3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4B5BE-7ED5-4FD3-B61F-B346B436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D3F75-5EAF-4478-BC6E-68AC830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Tools of the Trade. Database Systems: Database Fundamenta...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8B3EB-5571-449A-86AC-1F34EE9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648F5-0704-418D-A8D5-ABF2D4FC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44CCE-1D52-42A2-9E2A-52AC8379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Relational Model. 1-7.5)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A523A-E0FC-4CD5-A30E-7C9660E5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F264B-FF9D-4D24-BB2B-5C858FE3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8A5FA-F7D9-43BE-B846-DB46FDF1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Chapter-9 (9.1-9.2)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186D3-063D-4425-9A08-CEBF36E9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2E323-4FC3-4420-8056-AE8560FF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31027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003C34-2A65-4686-B2D9-08876810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C902A-C8B8-4893-8426-E64E8461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A7A0A-8618-4FAA-B55E-9947F3CE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78BB3-2BAD-4056-8A18-8F61D15A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11829-FCA6-4F88-8E91-DB312AB3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5C17E-CA1C-421C-A284-C0A752EC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DC554-9E1D-429F-B1EB-01813CDC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32CD4-B276-4991-A804-0800086C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Software Engineering: The Software Engineering Discipline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0B254-85BC-4DDE-ABF0-E33EB92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C161C-0EB1-42A8-AED5-E30FCF50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4F4B9-7894-4F3D-8F99-C075178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Software Life 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A1A64-65E5-4395-B9F3-6B7696A1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40700-93F1-4A2B-84B6-EB7770E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0CBC7-0E99-4F03-B6AD-E2F21FD2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Software Engineering Methodologies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59EC8-9EE6-4472-BA42-5EFA9B33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71446-1DE0-4F6D-A9F0-DE82BB3E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4F910-F9B9-4AEE-99BC-E26240E5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Modularity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644C0-43F4-47B5-A52C-B64F04D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EEA2B-10D5-4E13-AC4E-05E9240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FCE81-7649-4EC7-BD09-74507CAF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Tools of the Trade. Database Systems: Database Fundamenta...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61B62-6AC3-488B-8E33-EC9AD0E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49572-B9B4-49C3-8CB1-2436A96E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94FB0-BEBE-403C-BA90-5920BE3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Relational Model. 1-7.5)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B9B6E-8D72-41BD-9FC9-C5BCE19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8A7E8-50B4-4F1D-8A15-EAFDA4C4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A79B9-3CA3-4B34-97FB-32A6AFA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Chapter-9 (9.1-9.2)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B29E4-5096-47B4-A7BE-44E63F20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Chapter-7 (7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4386F-8108-4E16-92CB-FED9E993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8AF4E-3553-40FC-8BDB-B31BD6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4572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62324-D28B-47CA-B8F3-7D57941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07D51-69B1-4DFA-AB67-65F5B073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B4D5D-0D26-4E0B-8389-24A9EAF0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9EBA-8F25-4796-96C6-19961D2F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51EB6-2E7B-4AB8-808F-7E126AEA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840E2-9306-4279-B34E-7D59DC7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Discipline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4D3AC-8A8A-4E0D-AC77-39BB13E8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Life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31EA1-0EF5-42C7-A96F-BDA683A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50DD9-E10C-4184-A2BA-9840B26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Methodologies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BC482-6398-439E-A157-4468660B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Modularity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3964E-08A3-46DF-98C4-A3A3625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828FA-A363-4DBF-B0A0-FF67AA73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583EB-2596-4EB1-A792-0395072C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5CB98-798A-4CC9-9580-AE3FF222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D3E42-EC20-4AD4-AF9F-02EEEA21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5BD1A-32BD-4969-B5EE-737778D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02479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62F19-2752-4379-82AF-D0A8B6E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A3FF6-0849-4F93-82F1-16DC725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CB218-072A-48F9-970A-91C3F9D8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9E624-8634-4E84-AE4E-EFB285BF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E510B-1D02-4878-B8E0-976C89ED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Software Engineering: The Software Engineering Discipline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ED2B4-2AA9-49E0-835E-1C929C8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Software Engineering: The Software Engine...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0132A-F156-4090-83EC-4578718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3FCB4-6198-4929-9489-3C353B2C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909FE-7BF2-4FB2-9A1F-35570E2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AF00C-36C0-4A67-B5F0-7C57C09E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EFFA6-871E-4476-AFC8-C3A15BA2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231EC-3111-4AF1-80CC-83F09DEE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D3FA2-BDD4-4955-8691-669DD78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CF5C8-6ED5-4A1E-ABD7-C7D6068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593E4-5BFB-4122-AF04-011D7ACA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13CB9-751A-44CF-A59A-78A5E644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25779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56F3A-03E7-4540-A471-230D1C1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9923B-794F-495C-B8A8-F7A35F0F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1AB24-C5A5-412E-B1EC-05FF16D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870D1-4E42-495A-83F0-265A3166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C6BE2-4403-4386-BF4E-73744BD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C64CE-5270-472C-B7D5-24583366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F7D67-29F9-413E-A596-A28015F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F7661-650B-4EF7-AD1B-62E6E69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150C5-6DAC-4549-B27A-EB43E9E4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Software Engineering...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CED34-EF40-465C-B028-7AD0A617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A3F95-27EB-447A-980A-9CA24E14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EF43E-80E3-40E2-8AD0-A318B19D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Software Enginee...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4C754-6C78-4845-8BD4-9F24D8D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C4985-DF68-4366-84D7-3AFEF117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73617-7080-412F-9F43-A7B353A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Software Eng...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F194B-836C-498F-A851-7DD40CF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27B3C-EED7-4EE4-AE51-76B7D97E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630A6-7C54-4684-81B7-6066C758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Software Engi...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CF793-9C69-4307-8645-D2BA034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6059D-7C73-45C9-A72B-20FE1AD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9A59A-BBBC-4D28-BEE0-A8808359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Software Engineerin...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6FA74-526C-4BFF-94C6-8EDBB6DD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CABBF-1C54-4C4D-9838-06080F9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85996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75D21-72C6-46AE-8614-F8861BB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166DF-0820-46B5-84B6-06F67F66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6B657-F2BB-4E58-BFB7-08104620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F1C36-BF1C-4782-8958-9E753E6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5C51-8015-4C95-9B4E-B54B2AC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F7C44-2A1B-4F2A-A4D9-ABAEBA7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86F31-2B7D-4375-826F-8FD3E2E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4657D-81AB-44F6-AB97-498D4CD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D45E-0FA7-4EA1-A4C4-7C27948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FA647-450A-450E-8B4A-7C4848D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5D675-5125-43C1-8173-C9650991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3C3BD-B0D7-4438-8EAA-C5420B47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891E3-FDA5-4127-81FA-6B58D954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B7F6B-B4DA-4320-9AAA-1828C13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08B8B-5B4C-4E5B-BC3A-0B04C075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157352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5D2B3-7559-4B4C-AB78-57C558B8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00EB1-8A45-4041-B0E6-48C755AD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B96B-62E9-4484-8452-AD0F91B0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C5A0C-8E47-4C21-B1D4-FB968951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5329C-2D40-4198-9D89-70CC545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B3DC1-A770-4ADE-BDF3-1A070905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Software Engineering: The Software Engineering Discipline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04E5E-17D3-45F7-A9DF-E507681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D9677-2E41-410C-B8EB-F276C56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2A012-D214-4284-A476-9073EEA6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0B66D-E191-49B8-AB52-4740B7E1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12537-FE55-49F7-8486-66A36CE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59095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EED75-D524-4736-B8B6-9CCAEE8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B3DD0-06CC-45D2-9A7D-82A04532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BB22-B377-4712-A51B-FDC07F9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B4E3F-3FFB-4558-AE0C-B48FC68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B5B1A-14C2-4C58-99F2-F62C0D35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Software Life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B6127-4522-4035-A805-D22AFD39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Software Life Cycle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F355A-63E2-47BE-8CA3-94D18DBE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0D5BC-6780-4D05-AD06-9D14BF6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799C2-C898-4917-B967-CB1AA27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61ECB-742E-470C-9132-C748A415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C705E-896D-46F2-A29D-F0E1DF6B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7EE3D-CCA7-41C0-9A55-7F597340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539A5-4D83-4B97-A384-AC9F1DDF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3ECED-6964-4F3F-A4FD-DDBB5404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FB2C6-DBEC-44AB-8C23-5655FF0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3C746-12FD-47DB-9BEF-E50B7924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38399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FE952-9CD4-49D9-BD08-B42298D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5D3EA-DFE1-4F8B-AD80-7CE2A56A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A3492-F490-4689-B0AC-02AAA15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97429-22A0-4B03-88F0-4D2E179B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F4544-E554-4174-91AB-0CA99C2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A067C-8E91-49CC-8C4A-60594F6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3AE20-4901-4704-B4D2-9CCCE027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26317-6B6F-4F65-8C19-0207AF05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A3C27-F29E-4D7E-BFD8-CE1DDC7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Software Life Cy...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E4DB5-C8DD-42A4-81ED-A7E36C8D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B9E14-9ACD-4BC4-9FA8-C9ED412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C523F-B69C-4992-AD6C-F1ECFA41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Software Lif...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9FED3-072A-499A-B5C1-490D4AB0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37315-0CEC-4CF9-94B9-4679739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0A79F-8B1B-4CC3-8FF9-36C5CD0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Software...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109D2-1EC9-4553-9105-A7D3739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5F6E1-BA91-45E2-9201-7E00DF1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0880F-C110-41D7-A374-2763203B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Software...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7A3E-666D-4992-94C1-D2F40EEB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FCF1A-398C-4CD0-BF9F-6D0847F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940F2-E7F5-4596-86B7-53515B5B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Software Life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E1AD7-1599-46D3-B277-C0375507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3A57F-2CE0-430C-92FA-E8BDCDB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23743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0FD82-4EF1-4A30-8AA2-62BAEA13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8FCC7-E136-40F4-88D9-535B886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B0CFF-DA34-4BAD-8CCB-B3EFAFD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81788-30FB-4BE7-88D6-02B565B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A87FB-B6F0-4A2D-91C9-728DFFB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93608-13CA-4D55-9A6C-A5D0B784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BB43B-91A0-4998-91AC-DD34280C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7CD02-AFD6-41D6-A357-E761907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2BB72-7D99-4256-B61D-8964EEF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22FA-3E6A-483C-9492-BCA89FA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33374-C8EC-4572-BDBC-47339F6E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708BB-CC24-4F6B-AB2B-EAD6402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62A5E-CDE5-43E2-A57D-4587476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90B4E-43A2-4CC7-B829-0124E1E9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F2908-E8EB-4EE9-92E1-AE7D8FE0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44633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508C1-C307-4D72-B0B9-6E0787B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C8942-3A0E-4C04-A1FD-138B7C94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E6B7A-E2EC-4C1C-A627-D7EA0EBC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74D85-C12D-4F52-9548-0877AEDC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4E19B-9C9F-4051-B23E-F5492E1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B5A5E-5E59-4DBB-9583-69C7A5A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Software Life Cycle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55188-286A-41A9-BC61-B4C2FFD2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C42F0-8F89-4EB5-A576-FFAF0A88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E30C0-5FF6-416C-BA9C-C1069161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A47E6-EDC7-47C6-845A-716A54A1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ED6CF-2063-4121-A09F-2AFF60B1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251953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C87E1-D7B3-4F46-9BC6-9969390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1CFCA-9ECC-4233-84D9-EB0A1295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41564-CA00-4DC3-8A99-88BDAB6A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ECBC0-F0D3-4A45-85F4-10B3BDB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38A20-7739-4793-8A24-773DE89C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Software Engineering Methodologies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857F7-3F68-4011-B554-31BD34A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Software Engineering Methodologies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B67BF-339C-4591-B62C-54D86A8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A7F35-CB9B-4827-939C-CBE2EE18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25E68-8456-4D6A-919D-24F2524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91338-988A-4A8E-B2E2-4B8D13DF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F9809-BEDA-4E96-B45E-CDC3F01D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5CE90-5AF4-436D-8CF1-7495117A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AC7AB-951E-4F4A-ADEB-4B3FC34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94566-80FD-45B9-A3F5-277340A1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3E1D8-D341-420E-BDC5-BE6871C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1A213-3BDC-4E12-8C13-E3C6074D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422899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4CDEC-2E1A-45ED-93D7-656569B3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59170-32A0-4A0A-AA1C-F1E942C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2D1DC-6E3F-4009-936B-DA6A2566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1FA70-625A-43D5-8741-EA3A2086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9173E-0B5E-4CEB-9BAD-02756A92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8BA40-D9AB-407D-BAE8-63E64ED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57298-06EC-4053-A870-E6E86B0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7234A-0707-4949-98FC-D3F55787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E20F0-18DA-4840-92BB-CC9792A1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Software Engineering...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C6D00-18B7-4874-AFB8-42CA297B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B585D-5580-4ED7-ACBE-16FF9661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88875-7979-4B70-9B4C-8F71F53C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Software Enginee...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AD90B-297C-431C-A7A0-FA52FA0C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FE70F-4AB6-4540-A0CB-5DD58BB4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77A19-CC77-478A-807C-05E62803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Software Eng...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818FD-BE5B-40D6-BDAD-D9BF3B6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50B48-41F3-498C-AADF-62F3A5C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4AA20-ABD5-480F-8235-E60C8FE0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Software Engi...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EF7A7-77AC-4E3E-A97F-8EBC255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64EE7-CAEA-4360-A07C-D455566B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5DA9D-AE03-4666-A35E-EE12EC17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Software Engineerin...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0D5B9-688D-4125-AFA2-5142BA3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24D54-E381-4B9F-BAE4-EEBFA300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04322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69A0A-2F43-419E-81D5-F33074A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D6C60-76B7-4F9F-A7CE-DF23CC09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C1B3F-5BE3-4838-AE7A-9688BD3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90AD1-3DFE-4F3E-9C5B-9BD16147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FCAD9-67D9-492A-85E8-819F231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31A71-24EF-462D-91C2-67FA3EF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AC6FA-58DE-424C-8A8C-8ABB653D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B51D9-7EF0-4622-ACCA-9C0036ED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42C35-E4E4-497A-8CBA-4B91E83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1407E-FA13-408C-BB26-F6F86A33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BB692-7787-4188-AC45-D74664E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51574-0BA0-43A9-895F-3916D25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A1318-AE5C-4C02-8CE4-02C6E829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CDC4D-3C19-4DDA-9CF4-7E8E1FE1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CCC49-5AC3-47DE-B4D3-DCC2493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59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E3DD6-8D21-4F04-B8DE-8BD1969C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80A3C-FC9F-430D-B7AD-343D1E30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5FCDF-28A5-4961-A7D6-31B7FD2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BCA35-46D7-4380-B252-C695222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3B5E1-A9D9-4D31-9AA0-AF9B3D5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0A5BB-EB23-43EC-83C5-E2A7721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Software Engineering Methodologies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C4E00-9475-4B0E-BA79-05954499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F83D3-CCEE-4FC4-BAD0-75FBC035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1EEE8-8E94-4C14-99D1-08D3BC5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F0309-3732-4897-92F1-427399F4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0BAD9-50B5-41F0-80F3-5FD7A668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094961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4A2AF-2B31-45A2-8ED9-A3884711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B1BAF-A3DA-481F-BFC8-BEE564F9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98A9B-B3E0-4783-9D3C-EFE28F9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78D8F-D689-4257-A48E-6E0594DE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B77E8-8909-4EED-AD07-FC0913D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Modularity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36103-4804-4A75-B55F-430FBC4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Modularity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2C0C4-5E2C-4BF1-80FE-9EE317AC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57CEE-8A20-4A28-BC6A-B945B64A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EDD2E-4B09-4EAD-8BD4-3122E593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5A3C4-7E6D-4F68-882C-5849B98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F6586-EC7C-4129-AC50-43BBE5FD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4832C-A52E-4254-80BD-3DCDD4D3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10973-3F99-42B8-92CB-FC82E15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5B12D-7DFB-4D6E-BCB9-0779CC7B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C9D86-F8B1-45AF-80C6-4DC00424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D5A00-D15A-4EEB-B0E6-5ECBBDB0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38141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E0B0D-2C31-4ADA-8143-4A4783BE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97E08-0E95-41BB-B463-45C247A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5A2E5-5C85-455B-B441-5C82236B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E639A-4DAE-4923-B469-CE833DC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8AB1-93F7-4CD3-8BAE-622B9DD8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8B5F7-94F2-4A96-8C2C-B9009F6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5A3A0-A739-47EE-9EC4-C679CF1D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0CD12-E377-4069-B03E-DF2EF754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50BBE-9E71-4842-97BC-EB7D6982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Modularity.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FFC8-86FC-414C-BE93-2ADA991C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944E9-F3EB-4485-9C74-BE6BA27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D4EC6-4DD6-4330-A8CC-D215F80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Modularity.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2E29E-1A6E-448C-BC64-34FCCB8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C427E-AA9B-4319-9F31-3F7A08F6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BC07C-0F46-4FA5-917B-31590E9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Modularity.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0CE35-8F14-4475-BE1E-99A1BBC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C4DB9-B862-4EE4-9723-731CCFDB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503B1-84F9-4BB9-A5EE-6040B33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Modularity.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1D5C7-146C-473C-B2D4-9D9DB61F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859F6-9CFB-47F9-BC02-6BFEB494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3D769-FACE-4AFF-AFE3-65BBEE83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Modularity.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BE008-854D-4552-B427-BD16C704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4C780-22E7-4274-9C5D-792927D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72869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965C8-82A4-4F47-A217-C9612A5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F3541-806B-42D2-8FBD-A8060D04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E577D-7E31-4B1A-967E-35AAB8E5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B99C3-965B-4B4C-A17F-8427E2BC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79C70-3F64-4126-9F1D-860782FD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DBE5B-6161-4BBE-A1B5-74CA05B7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3B8B8-9FA1-4298-8F9D-6FC7BD8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7B9BF-F18F-4344-AD56-E830780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90731-482A-4C97-B311-F96183E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61CAF-C46E-4361-B0D8-7B15625C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72F75-7E79-47C4-AFC2-04E26A1A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DF216-A425-4384-8A54-61EF272D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8007A-F920-436F-8591-0C67CDE9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ED5A1-6005-4F76-B083-CAC21E79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5E94A-0484-412D-ACEE-65D371E7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657118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F4B53-03C1-4F17-9EBA-91900628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2FFB2-670F-4337-883E-0AC90560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A0CA1-9D88-4BCF-8C83-3DC2231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E8831-F3F6-4E34-866A-6AB4DEB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91871-A2C2-4513-B4E7-36CC9338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7362D-FB88-4AAF-B31C-5F182AC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Modularity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BE270-F30B-4757-8CCA-EC753C42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01DBF-1BB1-4218-AEC4-9B102D9C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F4CB5-5F1F-4A33-BAED-6E14142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340AC-1EE1-4402-BF38-30864F0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F719E-52BD-4B2B-BA1B-ECDA6CC9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182154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A8172-C14F-4F98-9104-43CD2B0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770A3-0C89-4340-BD2B-13DC112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F8376-C114-4C93-A967-028284A5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C7AC2-2E1D-4A29-9F87-92DDA755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A96C3-DB4A-493E-9EC0-B8863153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Tools of the Trade. Database Systems: Database Fundamentals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692A5-6C61-4DAB-8F31-B804C4F4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Tools of the Trade. Database Systems: Dat...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689E7-AF12-4806-9668-55B100A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F6640-3B85-49F7-A994-123005A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F451E-95D0-4621-9D47-DED69515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886D4-C306-4620-ADA4-B685E123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7C1DE-7F08-425C-9411-838EE175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3F46A-C5D6-41FD-BCF4-DC7FE50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15D1E-9884-46FD-A6B7-BC6A1E2F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05F13-A4CE-4CF4-94FB-3B60396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8EDE0-2C3E-4F44-A230-3B6DEA6C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7CA93-20FC-46C7-9644-4AD4C15A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836038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B7241-54D9-4F7B-A869-6DE7665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9737F-6AC8-4BCC-8654-1FF19F99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85D5D-D179-420B-9452-ADB2C984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21013-2D8F-4BD2-9362-B541096E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BC13-46FB-4EA7-A97E-768A386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4E060-B22E-459A-A83A-74E2DED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AF5DD-8A96-4664-BDF2-F6C6F0CE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1FEB2-D295-441F-B35C-9828361E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529FF-56CF-4423-B500-7E6AD49E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Tools of the Trade....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D5B71-D0C6-44DC-BBC9-54DDEB0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C0DE4-C393-4F46-94C8-8867AA7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C7128-7088-41AD-95F1-FB47612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Tools of the Tra...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5A733-8A23-417D-9251-B98D4D23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EEC0A-3C74-4BB4-8085-801D7B9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D063C-87A7-47BB-A11A-241D36D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Tools of the...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43B5D-3430-45CA-932B-BEF8901C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9D5A6-A643-4586-B1CD-E7F3E6F9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91BF0-CB6D-4748-AF20-2A40B573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Tools of the...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059DF-1AE9-4907-B78A-FCBFE699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E08B9-7793-4726-A14F-96E307C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561AB-0E47-41CE-A838-D7D6302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Tools of the Trade....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E6A96-6C24-48E6-B412-6465ECF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0501D-3567-4EF5-93D7-CD35B522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186423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8A771-0DDA-4FA9-AD05-DFEAFCEF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8004C-63E8-4A5E-811B-5230C87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63374-4F0F-4F99-8CEC-CC099D3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7136F-D4FB-476F-8F46-44BDADC7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8CDB-0133-40AC-AC44-703CAFB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F54F2-3E07-42E0-B791-F8EF074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AC46-C2A4-4698-9D03-0B3AFF9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0F495-5026-41EE-A06A-174EB0B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99F11-7575-4687-A191-5E431ADC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0A134-4EB1-4374-BE41-82D806BA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83D48-FCB4-460B-B7D0-F9FB6F5B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DAB1F-4A07-4444-A024-B43B4DD3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42916-1F8B-432B-AADB-419CE0DB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FFA65-686A-45E0-B0E8-B0C5A55B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635EA-EBF3-48E5-98AF-54E36AF2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797415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B09E7-3565-491D-B091-F10BDC8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4025-BDB6-4D31-B28D-C59CD5BC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5927A-D065-4C11-91D6-51C78B1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472AA-EB5F-4381-9718-7593E1CE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436EA-8E53-464C-828A-91FFC340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C1A59-8271-4BC7-A964-7A0B4B6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Tools of the Trade. Database Systems: Database Fundamenta...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CA3C3-D1BE-40E0-A512-FC5E9EAB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4C48-509A-41A2-998B-C3FA708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BB61B-1F71-4560-9406-D1155CF8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39323-DB90-4DC7-AC07-3AF0806C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B9C32-9EBB-47CB-BECA-1B6BF33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671554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B798-AC95-463C-B309-1ED4F493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17AC3-EC62-4810-ABFC-6AC2C88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1D4A9-56A5-4B34-984A-D5177E60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34C4-5D2F-4018-ABC8-91DB0B95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BACCB-E793-481E-88AC-6E79975B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Relational Model. 1-7.5)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C2547-90C5-4856-91D8-B0E64CC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Relational Model. 1-7.5)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F4078-E441-4BAC-8C1C-8BBFBDC2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CE0E1-4290-4B19-9B5E-023D1DF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FC29A-CF2C-498A-A47B-DB520559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BE56-7994-4B81-959E-EEDE96A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CE678-6008-48E2-A9CB-362186FF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EFAF-EA96-4C4A-AAAF-748AA584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996E1-F3E0-42DD-9863-2EA51822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C6BBC-CE32-442B-B2DB-4EA298E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DC980-E09A-448B-8401-C310630F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EF568-FCE6-4A5E-B2EC-B700B659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77272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FA822-470C-4449-B69A-A06E81C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34F04-7820-4B44-BBCF-C537B68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8D1CF-FB92-426E-B23B-1D3D3854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B07BF-A372-404C-97BD-3A40BEA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B885A-476B-44F2-9E42-6FAA928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2A7C3-36E2-4F4C-9217-F6186C8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613EF-BE45-4533-9B0E-0F96AD1B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CB5E2-7D5F-4C03-8951-E15E8D2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866CE-7B68-4C54-AF36-DE747E89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Relational Model...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2FBC0-FB47-44D7-B612-DEF832EB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E9309-AB25-45D1-94E5-2181116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B34BD-1049-4AE4-A687-EDEFB320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Relational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0AB93-07C8-419C-AE0D-38C4329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36FF9-2123-4AE4-8AA3-612483C7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5FE44-62B6-47D6-8E02-FCA9F14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Relation...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7F548-FE3B-4B9B-BAA9-CF0559B9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8E33D-609C-4205-8312-E6F5D81C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E281F-C49D-42E7-9A32-37708159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Relationa...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4B559-9E39-4A0A-8F59-0B0E0684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3F393-6905-4ED6-A577-CAE79C2B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86010-024E-4708-9BD4-B854414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Relational Mode...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F2310-E777-44E8-8D01-DC6526F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5CA85-1B6D-4B55-8EC9-EC5A2ADC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068704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E44A8-E1A6-4BAF-BA20-A70E5450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C6158-CD7A-4234-9539-29032122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B4907-48FB-4B5C-A1C2-531FDAC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3EEE4-9DDF-4CF3-A604-17ADE1B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9E29B-4D7F-4ED0-9559-492AA939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80909-633D-440E-9B9B-10F875B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66191-1E3C-4934-9E42-6E669BD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C2D36-3833-452A-85D5-D29E21F9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1E081-8ACB-40F1-9E0C-5633E35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7EBED-1EEE-4D35-A989-CE56E71B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631BA-B617-4CFA-BFD6-562AF746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23C6A-FFF6-4831-A484-3DADC495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60E84-8463-4ECD-9040-9A5F7B1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5A1EF-EBB9-4BC7-A796-DB5B772A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57394-9ABB-4C7D-ADE0-6C00118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141106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059C8-8684-4D4F-9917-2118675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B36DE-0394-49A8-BF65-EA919631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6AB2A-BBE5-40D4-B4F9-4BFA34FF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A9BE3-0413-4860-9D26-517BEB13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69C84-0641-4386-A284-2FAD2A5F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A3F97-8A56-4048-9BF7-4CE718C7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Relational Model. 1-7.5)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10AF4-21EC-4789-B36A-D172A46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358C0-5CA3-43A2-9AC8-83C0BA4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FBEB-C7C4-4B12-871F-1FAEFB1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F969D-DB73-40EA-998A-F1EBEC29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47CC7-E00B-40A6-A69A-DE22F73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369700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904CB-5264-4C73-84BE-5085A42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BF5A8-7958-49DA-B530-B67CBE1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54CE4-8909-4DAE-A8C6-F11D9A02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15F10-471F-42A4-8566-42E17EF1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59839-E67D-455E-9278-FCB525AA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Chapter-9 (9.1-9.2)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4DEFE-7395-4560-A762-60F7461D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Chapter-9 (9.1-9.2)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AC3F7-126D-4F44-BE44-ED10707B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7FEB1-71D1-45A1-809C-626A8A4C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84278-50C5-457A-B2A2-B1EB9E67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F94C9-C648-464C-9F4D-C736D8A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BA99F-CD1F-414C-9FE3-CE6ABC07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B96D8-EB05-4948-BEB5-68D0525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9A936-BB40-4642-926B-1A4CAF1E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488BE-5C7C-47F8-BD8C-7D6B6603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6C717-02C0-4E4B-BDF9-A1D0D50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8C9AC-FB00-4F35-85DE-360119D9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251095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742C0-A133-4D77-B9F8-F3DA8A0A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A2FE4-8478-413B-90A5-26FCC6BA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40F41-60DD-431C-9920-F124FA8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AB21-7C73-4DDB-89C1-F46A6B23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A10E-F4DB-44BC-9481-FD860F9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A95B2-A6B3-40B9-8953-5D09083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8A4CA-99FB-420A-9422-9DA6C4F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A8A5-DE65-4DAD-9229-1C0DFEC1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18934-18DB-4877-B2F1-48D36B1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Chapter-9 (9.1-9.2).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465F1-77CA-4C82-9481-F6FDAAB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538E0-8C91-4DC0-B260-44CE32E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3D534-F709-483C-B57D-554FF3F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Chapter-9 (9.1-9...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C8416-37F4-464C-B4F9-DDAFC99C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CB050-AF60-43D1-AD39-4C055D69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2DF46-E891-4647-BB25-BDAF6A22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Chapter-9 (9...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78DF0-091F-4FF4-9ADA-29128ED6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4C4C2-93CE-4589-BFE7-7DC9C8FC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B3A5B-C094-45D6-8687-EC4E0F81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Chapter-9 (9....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336E3-A57A-4F13-9EA9-799FDACB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5BD36-260A-4F9E-BFD2-A975E1FB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70314-E0F4-47E4-9970-34541FE5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Chapter-9 (9.1-9.2).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A11D0-68C3-458E-9B36-BA63894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85E40-217C-4F5D-AAF7-C16C4057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139223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8F995-63AE-4BB1-815E-336C4FB0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1013-E8B2-4131-9507-250A434C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01BE4-B1D2-485D-878C-E30A3C3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B03B8-9F03-48FF-A226-9C8A1443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A34C7-2412-4950-A80E-DB990069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5A8B7-3D81-4AEB-8150-4758889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D1A29-C68E-41FA-B1F5-8D0DE6F8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495B9-0F70-4FF1-BDDA-3001D9E5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7C019-C152-42CE-9D99-311E3398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EDEB5-90FA-4748-A20E-790A3C57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4556E-507F-4C1B-BFA6-18E8C0D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B115C-A0FB-49BE-A0D9-63237C02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92C7F-F936-4816-9030-D97E09C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62998-4277-4B21-8C17-A953DD83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9EB67-916C-4F60-8CC3-2FF6312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4514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085D7-3E80-4D62-AA5C-AE7FEE62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5E0FF-631D-43D0-8BD4-CEE06908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5573D-6666-4AC2-B36A-E1F3005B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CD864-FB8E-4674-BB0D-12A7CD2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29209-4F30-4E85-B8F0-16CB54C6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1FF57-9B3F-4378-A731-6E307A0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Chapter-9 (9.1-9.2)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2321A-017C-4D39-A197-6729465B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B5075-9275-4B3B-9625-9321804C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5B8A4-4082-442F-AEFB-D223F29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73EC4-1CBC-49D7-B211-9C369331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E04EB-FE79-4567-AE0E-820E2C89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820968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C6CBF-F931-45FC-A334-92994D59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AC602-5AE3-4126-A4FC-763FFB3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B0DEC-8DF8-441D-B8FF-CC861E2C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8DD3E-BDB2-4E6B-BF4B-D9C3574A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4E2DC-5540-4B8E-A240-62AC6A4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8262A-C5FA-49B0-BD86-3401110C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896908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21663-0F0E-4B21-9A42-0731951C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9A105-754E-47D1-B3A7-7CCC09F8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85924-450F-47A4-9C9D-F9A849B3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C8588-6163-428A-9C92-A58C8A8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46960-B055-4DC3-9718-DFD910AB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Software: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Discipline: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Life: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Cycle: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Methodologies: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24E6E-1A0F-45A2-8189-5C600F1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503850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8A5A0-1422-4888-80FF-C0C07E1B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6D5B3-F3C2-4C01-8299-733BD517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16FA3-B894-46B4-80FE-C4A7640F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D7664-BB58-49C4-93A4-12E88090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38B9F-F940-454A-AB87-803DE9E9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3AAD-D00C-4BF9-A2EB-1C03AC43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404093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F7B5E-7042-4243-99C3-79E76D21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0131F-74B0-460F-8F07-1022B5E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157FE-C67E-48A2-A3E4-998487E7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1E848-A680-4992-9D56-AFEF20CF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D99D8-67AE-4359-B92E-6FF1075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D1879-89A0-456E-9AAB-E547EBC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844432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209FA-6C3D-48F5-B199-FD9BE09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248E4-5C63-438C-A0A4-DBC3E27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43425-AE86-474B-B8D7-FAC294A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70008-F743-440A-920C-24311F3D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EB3F4-FC7E-45D1-8CB7-43EB559E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Software Engineering: The Software Engineering Discipline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The Software Life Cycle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Software Engineering Methodologies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Modularity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Tools of the Trade. Database Systems: Database Fundamentals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8D3DC-C5C9-45BB-A7AF-60A6E0D5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895D0-B085-4556-8FBA-B5A6B3D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5F40C-C328-411B-B7D5-B9A63BBC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2556211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7F8F97-1385-4FBC-8B00-A3D05CC6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83A9B-9C9D-4488-ABDA-1186BE2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Relational Model. 1-7.5)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21550-46BD-42DD-A334-7C0AAFC7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443DE-70B5-4FED-9EE8-06D592C7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46976-9037-4150-9552-CAB01A77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CF217-C1FC-4BCD-A078-3710F0D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DF40E-353E-45A6-BE32-6AEB16F9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9ED0B-17EA-416E-9380-E100C3DF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B48CE-5D6A-4958-ABE1-7500EFB0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674E5-41BF-4BD4-9FE7-20FE71D2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3C594-1B76-43C1-B4FA-F9F1A18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038D9-D823-4F0B-AB8B-EE994A3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D7E25-7BDD-40C1-8171-212498D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3603B-3256-453D-A601-75D5EA61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DD01C-7A48-45E4-89A9-2E15CCF0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0DA56-9F1D-4F3C-A9E6-AF0E7C50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EC506-9242-41EA-9843-DD46B4E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903D4-9EB9-4509-977F-B61E0859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8C512-AD5A-49D9-8129-2967121F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8CCCA-F44B-454F-8FF7-C6A3A0A7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C9D5D-393B-4FB8-AC1A-6FEE3F9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9C157-AF23-4E2F-A850-9A53E29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6C7B0-328C-4AEE-8AE9-5EBCEED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D8831-C23F-4FD5-AF01-E18F329A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7BAF1-5652-4841-913A-B944631E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95D50-50D7-4BE2-A198-5C2469A9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C0A37-04C0-4112-9369-E09AC32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AFC8F-CC39-494F-AFE6-DF06E4B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7C89B8-24F8-4FDC-8C6C-B9459A6C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6A8FE-CCB8-4521-B3E6-ADC31F02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A64BF8-5029-413D-91EC-D45BA66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268725-7092-4086-9885-5A80A2A1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153760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EBF8F5-605A-4F50-9321-48F05EE7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15985-9157-44AA-AF89-CFD915F0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Chapter-9 (9.1-9.2)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DB87-C7F7-4FF8-9243-2A6B9F7B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E7EFE-D03E-4291-ABAC-653E731E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E7A97-C7FC-4AA0-8F85-A296A9DA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E669B-8086-44EB-8F14-E01A7D96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78AE5-0172-4D0D-A873-D189F21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8251C-6AC3-41A1-BEB8-822C170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61888-9C75-42F9-8D99-4DC1D4B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09C88-C68A-49A3-81F5-D9192D58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61E1C-9899-4D6B-9EAB-D0A9EBEA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1BE5D-5A82-4FBF-B96E-8F5BCCB3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B3D5A-07F6-4176-8B45-6CD0868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2D9C4-0F5D-4B5E-AFC0-AEB32F96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B06B2-1FBC-49F4-AF75-16CE1A3A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BE905-F73E-412B-808A-156A7638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83A8E-2B9C-47AD-BF8A-1EFA6CA4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1F7AA-D680-4735-B814-FF04CEDC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2F7E3-FCC7-4107-89E6-00C9A788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21E2B-0AB5-4951-A710-4105E526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FC0F3-FD54-43A7-AFC1-9A63C796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CA118-C883-4288-B03D-53DAB07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E9F80-CC8C-41C0-937A-E6F0F39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18827-96BB-442A-82D7-8427AF1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3C5FE-11C5-4AD6-AFD7-2684F42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A61EA-4A03-4834-B22B-9B101B16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0AC77-4FCC-4FC5-8E73-B056962A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67C2F-EFC7-4637-9D31-456388B1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4A8B1-315D-4CF8-9F1A-E20E5D0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A93F8-EE02-4E43-9E56-7C2A6C48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F0994-C3DB-4011-9CDA-B4F5476E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F056B-63E8-4ED2-99E6-4C7E9C8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39732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2026-08-24T16:02:51.3400000Z</dcterms:created>
  <dcterms:modified xsi:type="dcterms:W3CDTF">2026-08-24T16:02:51.3400000Z</dcterms:modified>
</coreProperties>
</file>