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898db2c52941f7" /><Relationship Type="http://schemas.openxmlformats.org/officeDocument/2006/relationships/extended-properties" Target="/docProps/app.xml" Id="Rad36fedc05b44988" /><Relationship Type="http://schemas.openxmlformats.org/officeDocument/2006/relationships/officeDocument" Target="/ppt/presentation.xml" Id="R41b54f953251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6b5a9283fb4310"/>
  </p:sldMasterIdLst>
  <p:notesMasterIdLst>
    <p:notesMasterId xmlns:r="http://schemas.openxmlformats.org/officeDocument/2006/relationships" r:id="R4de46bf196c74218"/>
  </p:notesMasterIdLst>
  <p:sldIdLst>
    <p:sldId xmlns:r="http://schemas.openxmlformats.org/officeDocument/2006/relationships" id="256" r:id="R30ce4dce4b934ce9"/>
    <p:sldId xmlns:r="http://schemas.openxmlformats.org/officeDocument/2006/relationships" id="257" r:id="Ra58b83cc562b41d2"/>
    <p:sldId xmlns:r="http://schemas.openxmlformats.org/officeDocument/2006/relationships" id="258" r:id="R7a7726865949405f"/>
    <p:sldId xmlns:r="http://schemas.openxmlformats.org/officeDocument/2006/relationships" id="259" r:id="Rcc4919d21b7f4851"/>
    <p:sldId xmlns:r="http://schemas.openxmlformats.org/officeDocument/2006/relationships" id="260" r:id="Recb2b13c1fc14322"/>
    <p:sldId xmlns:r="http://schemas.openxmlformats.org/officeDocument/2006/relationships" id="261" r:id="R98dfd16c18fc404b"/>
    <p:sldId xmlns:r="http://schemas.openxmlformats.org/officeDocument/2006/relationships" id="262" r:id="Re7529d194e1d45bf"/>
    <p:sldId xmlns:r="http://schemas.openxmlformats.org/officeDocument/2006/relationships" id="263" r:id="Rf90d6c43a19441d2"/>
    <p:sldId xmlns:r="http://schemas.openxmlformats.org/officeDocument/2006/relationships" id="264" r:id="Rf1447dce929b4b81"/>
    <p:sldId xmlns:r="http://schemas.openxmlformats.org/officeDocument/2006/relationships" id="265" r:id="R89e75e1addbd40e5"/>
    <p:sldId xmlns:r="http://schemas.openxmlformats.org/officeDocument/2006/relationships" id="266" r:id="R7708f4843d5a43a7"/>
    <p:sldId xmlns:r="http://schemas.openxmlformats.org/officeDocument/2006/relationships" id="267" r:id="R305afae3a81c432f"/>
    <p:sldId xmlns:r="http://schemas.openxmlformats.org/officeDocument/2006/relationships" id="268" r:id="R1c9fc1e699034512"/>
    <p:sldId xmlns:r="http://schemas.openxmlformats.org/officeDocument/2006/relationships" id="269" r:id="R6d1ceff409d94323"/>
    <p:sldId xmlns:r="http://schemas.openxmlformats.org/officeDocument/2006/relationships" id="270" r:id="R6e825a03474f4cd6"/>
    <p:sldId xmlns:r="http://schemas.openxmlformats.org/officeDocument/2006/relationships" id="271" r:id="R124fda4fafde4ac6"/>
    <p:sldId xmlns:r="http://schemas.openxmlformats.org/officeDocument/2006/relationships" id="272" r:id="R7c95e0fb357d4cc9"/>
    <p:sldId xmlns:r="http://schemas.openxmlformats.org/officeDocument/2006/relationships" id="273" r:id="Rf3613555aba54bd6"/>
    <p:sldId xmlns:r="http://schemas.openxmlformats.org/officeDocument/2006/relationships" id="274" r:id="R8ed6770d89044f2e"/>
    <p:sldId xmlns:r="http://schemas.openxmlformats.org/officeDocument/2006/relationships" id="275" r:id="R898bc985ef7241d7"/>
    <p:sldId xmlns:r="http://schemas.openxmlformats.org/officeDocument/2006/relationships" id="276" r:id="R825334d3e4084658"/>
    <p:sldId xmlns:r="http://schemas.openxmlformats.org/officeDocument/2006/relationships" id="277" r:id="Rab3ebb306bab4ba0"/>
    <p:sldId xmlns:r="http://schemas.openxmlformats.org/officeDocument/2006/relationships" id="278" r:id="Rd8e914b3f8f84340"/>
    <p:sldId xmlns:r="http://schemas.openxmlformats.org/officeDocument/2006/relationships" id="279" r:id="Ra0780f3180364121"/>
    <p:sldId xmlns:r="http://schemas.openxmlformats.org/officeDocument/2006/relationships" id="280" r:id="Rdd3d6d9e2b3c4c02"/>
    <p:sldId xmlns:r="http://schemas.openxmlformats.org/officeDocument/2006/relationships" id="281" r:id="R95c1991f982e46f7"/>
    <p:sldId xmlns:r="http://schemas.openxmlformats.org/officeDocument/2006/relationships" id="282" r:id="R02f46792690a4798"/>
    <p:sldId xmlns:r="http://schemas.openxmlformats.org/officeDocument/2006/relationships" id="283" r:id="Rd8c0bdb054514d69"/>
    <p:sldId xmlns:r="http://schemas.openxmlformats.org/officeDocument/2006/relationships" id="284" r:id="Rbedafea674a84599"/>
    <p:sldId xmlns:r="http://schemas.openxmlformats.org/officeDocument/2006/relationships" id="285" r:id="R96d5dbe523e04552"/>
    <p:sldId xmlns:r="http://schemas.openxmlformats.org/officeDocument/2006/relationships" id="286" r:id="R2b88f0b8662042dd"/>
    <p:sldId xmlns:r="http://schemas.openxmlformats.org/officeDocument/2006/relationships" id="287" r:id="Re677aed9684d446e"/>
    <p:sldId xmlns:r="http://schemas.openxmlformats.org/officeDocument/2006/relationships" id="288" r:id="R13b19ad761754273"/>
    <p:sldId xmlns:r="http://schemas.openxmlformats.org/officeDocument/2006/relationships" id="289" r:id="R01c5c894d0e24b85"/>
    <p:sldId xmlns:r="http://schemas.openxmlformats.org/officeDocument/2006/relationships" id="290" r:id="R2a70d322bad046b4"/>
    <p:sldId xmlns:r="http://schemas.openxmlformats.org/officeDocument/2006/relationships" id="291" r:id="Re4917b631c3541f1"/>
    <p:sldId xmlns:r="http://schemas.openxmlformats.org/officeDocument/2006/relationships" id="292" r:id="R265a9261a72a4d94"/>
    <p:sldId xmlns:r="http://schemas.openxmlformats.org/officeDocument/2006/relationships" id="293" r:id="R4d6c590fb8184202"/>
    <p:sldId xmlns:r="http://schemas.openxmlformats.org/officeDocument/2006/relationships" id="294" r:id="Raf0600aa00a24917"/>
    <p:sldId xmlns:r="http://schemas.openxmlformats.org/officeDocument/2006/relationships" id="295" r:id="Raa951d85f14940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73c2747b94b70" /><Relationship Type="http://schemas.openxmlformats.org/officeDocument/2006/relationships/slideMaster" Target="/ppt/slideMasters/slideMaster1.xml" Id="R826b5a9283fb4310" /><Relationship Type="http://schemas.openxmlformats.org/officeDocument/2006/relationships/notesMaster" Target="/ppt/notesMasters/notesMaster1.xml" Id="R4de46bf196c74218" /><Relationship Type="http://schemas.openxmlformats.org/officeDocument/2006/relationships/presProps" Target="/ppt/presProps.xml" Id="Rc6f2df5fa86a47a4" /><Relationship Type="http://schemas.openxmlformats.org/officeDocument/2006/relationships/tableStyles" Target="/ppt/tableStyles.xml" Id="Rc977292d37494c72" /><Relationship Type="http://schemas.openxmlformats.org/officeDocument/2006/relationships/slide" Target="/ppt/slides/slide1.xml" Id="R30ce4dce4b934ce9" /><Relationship Type="http://schemas.openxmlformats.org/officeDocument/2006/relationships/slide" Target="/ppt/slides/slide2.xml" Id="Ra58b83cc562b41d2" /><Relationship Type="http://schemas.openxmlformats.org/officeDocument/2006/relationships/slide" Target="/ppt/slides/slide3.xml" Id="R7a7726865949405f" /><Relationship Type="http://schemas.openxmlformats.org/officeDocument/2006/relationships/slide" Target="/ppt/slides/slide4.xml" Id="Rcc4919d21b7f4851" /><Relationship Type="http://schemas.openxmlformats.org/officeDocument/2006/relationships/slide" Target="/ppt/slides/slide5.xml" Id="Recb2b13c1fc14322" /><Relationship Type="http://schemas.openxmlformats.org/officeDocument/2006/relationships/slide" Target="/ppt/slides/slide6.xml" Id="R98dfd16c18fc404b" /><Relationship Type="http://schemas.openxmlformats.org/officeDocument/2006/relationships/slide" Target="/ppt/slides/slide7.xml" Id="Re7529d194e1d45bf" /><Relationship Type="http://schemas.openxmlformats.org/officeDocument/2006/relationships/slide" Target="/ppt/slides/slide8.xml" Id="Rf90d6c43a19441d2" /><Relationship Type="http://schemas.openxmlformats.org/officeDocument/2006/relationships/slide" Target="/ppt/slides/slide9.xml" Id="Rf1447dce929b4b81" /><Relationship Type="http://schemas.openxmlformats.org/officeDocument/2006/relationships/slide" Target="/ppt/slides/slide10.xml" Id="R89e75e1addbd40e5" /><Relationship Type="http://schemas.openxmlformats.org/officeDocument/2006/relationships/slide" Target="/ppt/slides/slide11.xml" Id="R7708f4843d5a43a7" /><Relationship Type="http://schemas.openxmlformats.org/officeDocument/2006/relationships/slide" Target="/ppt/slides/slide12.xml" Id="R305afae3a81c432f" /><Relationship Type="http://schemas.openxmlformats.org/officeDocument/2006/relationships/slide" Target="/ppt/slides/slide13.xml" Id="R1c9fc1e699034512" /><Relationship Type="http://schemas.openxmlformats.org/officeDocument/2006/relationships/slide" Target="/ppt/slides/slide14.xml" Id="R6d1ceff409d94323" /><Relationship Type="http://schemas.openxmlformats.org/officeDocument/2006/relationships/slide" Target="/ppt/slides/slide15.xml" Id="R6e825a03474f4cd6" /><Relationship Type="http://schemas.openxmlformats.org/officeDocument/2006/relationships/slide" Target="/ppt/slides/slide16.xml" Id="R124fda4fafde4ac6" /><Relationship Type="http://schemas.openxmlformats.org/officeDocument/2006/relationships/slide" Target="/ppt/slides/slide17.xml" Id="R7c95e0fb357d4cc9" /><Relationship Type="http://schemas.openxmlformats.org/officeDocument/2006/relationships/slide" Target="/ppt/slides/slide18.xml" Id="Rf3613555aba54bd6" /><Relationship Type="http://schemas.openxmlformats.org/officeDocument/2006/relationships/slide" Target="/ppt/slides/slide19.xml" Id="R8ed6770d89044f2e" /><Relationship Type="http://schemas.openxmlformats.org/officeDocument/2006/relationships/slide" Target="/ppt/slides/slide20.xml" Id="R898bc985ef7241d7" /><Relationship Type="http://schemas.openxmlformats.org/officeDocument/2006/relationships/slide" Target="/ppt/slides/slide21.xml" Id="R825334d3e4084658" /><Relationship Type="http://schemas.openxmlformats.org/officeDocument/2006/relationships/slide" Target="/ppt/slides/slide22.xml" Id="Rab3ebb306bab4ba0" /><Relationship Type="http://schemas.openxmlformats.org/officeDocument/2006/relationships/slide" Target="/ppt/slides/slide23.xml" Id="Rd8e914b3f8f84340" /><Relationship Type="http://schemas.openxmlformats.org/officeDocument/2006/relationships/slide" Target="/ppt/slides/slide24.xml" Id="Ra0780f3180364121" /><Relationship Type="http://schemas.openxmlformats.org/officeDocument/2006/relationships/slide" Target="/ppt/slides/slide25.xml" Id="Rdd3d6d9e2b3c4c02" /><Relationship Type="http://schemas.openxmlformats.org/officeDocument/2006/relationships/slide" Target="/ppt/slides/slide26.xml" Id="R95c1991f982e46f7" /><Relationship Type="http://schemas.openxmlformats.org/officeDocument/2006/relationships/slide" Target="/ppt/slides/slide27.xml" Id="R02f46792690a4798" /><Relationship Type="http://schemas.openxmlformats.org/officeDocument/2006/relationships/slide" Target="/ppt/slides/slide28.xml" Id="Rd8c0bdb054514d69" /><Relationship Type="http://schemas.openxmlformats.org/officeDocument/2006/relationships/slide" Target="/ppt/slides/slide29.xml" Id="Rbedafea674a84599" /><Relationship Type="http://schemas.openxmlformats.org/officeDocument/2006/relationships/slide" Target="/ppt/slides/slide30.xml" Id="R96d5dbe523e04552" /><Relationship Type="http://schemas.openxmlformats.org/officeDocument/2006/relationships/slide" Target="/ppt/slides/slide31.xml" Id="R2b88f0b8662042dd" /><Relationship Type="http://schemas.openxmlformats.org/officeDocument/2006/relationships/slide" Target="/ppt/slides/slide32.xml" Id="Re677aed9684d446e" /><Relationship Type="http://schemas.openxmlformats.org/officeDocument/2006/relationships/slide" Target="/ppt/slides/slide33.xml" Id="R13b19ad761754273" /><Relationship Type="http://schemas.openxmlformats.org/officeDocument/2006/relationships/slide" Target="/ppt/slides/slide34.xml" Id="R01c5c894d0e24b85" /><Relationship Type="http://schemas.openxmlformats.org/officeDocument/2006/relationships/slide" Target="/ppt/slides/slide35.xml" Id="R2a70d322bad046b4" /><Relationship Type="http://schemas.openxmlformats.org/officeDocument/2006/relationships/slide" Target="/ppt/slides/slide36.xml" Id="Re4917b631c3541f1" /><Relationship Type="http://schemas.openxmlformats.org/officeDocument/2006/relationships/slide" Target="/ppt/slides/slide37.xml" Id="R265a9261a72a4d94" /><Relationship Type="http://schemas.openxmlformats.org/officeDocument/2006/relationships/slide" Target="/ppt/slides/slide38.xml" Id="R4d6c590fb8184202" /><Relationship Type="http://schemas.openxmlformats.org/officeDocument/2006/relationships/slide" Target="/ppt/slides/slide39.xml" Id="Raf0600aa00a24917" /><Relationship Type="http://schemas.openxmlformats.org/officeDocument/2006/relationships/slide" Target="/ppt/slides/slide40.xml" Id="Raa951d85f14940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2b44529b714c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c2e5ae2e9e4c7e" /><Relationship Type="http://schemas.openxmlformats.org/officeDocument/2006/relationships/notesMaster" Target="/ppt/notesMasters/notesMaster1.xml" Id="Rae15f2c47de6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58f1da5b34de1" /><Relationship Type="http://schemas.openxmlformats.org/officeDocument/2006/relationships/notesMaster" Target="/ppt/notesMasters/notesMaster1.xml" Id="Ra73c3ff7f7594e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a48e0a27c94d2c" /><Relationship Type="http://schemas.openxmlformats.org/officeDocument/2006/relationships/notesMaster" Target="/ppt/notesMasters/notesMaster1.xml" Id="Rabb56193f7c2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10d7e89fa4383" /><Relationship Type="http://schemas.openxmlformats.org/officeDocument/2006/relationships/notesMaster" Target="/ppt/notesMasters/notesMaster1.xml" Id="Re0b084712bda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947d5c9f94798" /><Relationship Type="http://schemas.openxmlformats.org/officeDocument/2006/relationships/notesMaster" Target="/ppt/notesMasters/notesMaster1.xml" Id="R9129312ed32a45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f8288d21d443b7" /><Relationship Type="http://schemas.openxmlformats.org/officeDocument/2006/relationships/notesMaster" Target="/ppt/notesMasters/notesMaster1.xml" Id="Rfe44e3e087564a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8ed1bd19424aad" /><Relationship Type="http://schemas.openxmlformats.org/officeDocument/2006/relationships/notesMaster" Target="/ppt/notesMasters/notesMaster1.xml" Id="R4be20d80cbb24a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9e55c9749e4450" /><Relationship Type="http://schemas.openxmlformats.org/officeDocument/2006/relationships/notesMaster" Target="/ppt/notesMasters/notesMaster1.xml" Id="R859d3ecbf4e542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16b16a79b8487a" /><Relationship Type="http://schemas.openxmlformats.org/officeDocument/2006/relationships/notesMaster" Target="/ppt/notesMasters/notesMaster1.xml" Id="R1f0f5c86ba7c47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f662eee33c40be" /><Relationship Type="http://schemas.openxmlformats.org/officeDocument/2006/relationships/notesMaster" Target="/ppt/notesMasters/notesMaster1.xml" Id="R3f17cadc47e049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d1cd20a6ba4e50" /><Relationship Type="http://schemas.openxmlformats.org/officeDocument/2006/relationships/notesMaster" Target="/ppt/notesMasters/notesMaster1.xml" Id="R2e16ea1b82d842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2255241d5a4b7e" /><Relationship Type="http://schemas.openxmlformats.org/officeDocument/2006/relationships/notesMaster" Target="/ppt/notesMasters/notesMaster1.xml" Id="Rc2fa42ca6ff542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ca27b35b9241be" /><Relationship Type="http://schemas.openxmlformats.org/officeDocument/2006/relationships/notesMaster" Target="/ppt/notesMasters/notesMaster1.xml" Id="R6d9e2a960da946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044896409a4b99" /><Relationship Type="http://schemas.openxmlformats.org/officeDocument/2006/relationships/notesMaster" Target="/ppt/notesMasters/notesMaster1.xml" Id="Reb5d911ed1ea4b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4c47d8e87b4a3a" /><Relationship Type="http://schemas.openxmlformats.org/officeDocument/2006/relationships/notesMaster" Target="/ppt/notesMasters/notesMaster1.xml" Id="Re1f3f6a1f4c1486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56935c644746cf" /><Relationship Type="http://schemas.openxmlformats.org/officeDocument/2006/relationships/notesMaster" Target="/ppt/notesMasters/notesMaster1.xml" Id="R60666598b13f46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06b7465292b45fc" /><Relationship Type="http://schemas.openxmlformats.org/officeDocument/2006/relationships/notesMaster" Target="/ppt/notesMasters/notesMaster1.xml" Id="R3bbb8c87c0fe47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451f4b415e4640" /><Relationship Type="http://schemas.openxmlformats.org/officeDocument/2006/relationships/notesMaster" Target="/ppt/notesMasters/notesMaster1.xml" Id="R852d40c951294e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d25c922f794d65" /><Relationship Type="http://schemas.openxmlformats.org/officeDocument/2006/relationships/notesMaster" Target="/ppt/notesMasters/notesMaster1.xml" Id="R8c3030b7dff84e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3a7520e2d94a9d" /><Relationship Type="http://schemas.openxmlformats.org/officeDocument/2006/relationships/notesMaster" Target="/ppt/notesMasters/notesMaster1.xml" Id="R43feda8a46164c4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5b0631dd6c54fbe" /><Relationship Type="http://schemas.openxmlformats.org/officeDocument/2006/relationships/notesMaster" Target="/ppt/notesMasters/notesMaster1.xml" Id="Ra429a6df6b7c4e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26c5c81a50f4061" /><Relationship Type="http://schemas.openxmlformats.org/officeDocument/2006/relationships/notesMaster" Target="/ppt/notesMasters/notesMaster1.xml" Id="R2f4f62a44dd24a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69b935dafc406d" /><Relationship Type="http://schemas.openxmlformats.org/officeDocument/2006/relationships/notesMaster" Target="/ppt/notesMasters/notesMaster1.xml" Id="Reea609d9a56044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ee87c24b2e430a" /><Relationship Type="http://schemas.openxmlformats.org/officeDocument/2006/relationships/notesMaster" Target="/ppt/notesMasters/notesMaster1.xml" Id="Re6a97ca5ac4d42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71efadd473d4ffc" /><Relationship Type="http://schemas.openxmlformats.org/officeDocument/2006/relationships/notesMaster" Target="/ppt/notesMasters/notesMaster1.xml" Id="Rf4e84b6b13cb4e0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20b68bc5d8a40d9" /><Relationship Type="http://schemas.openxmlformats.org/officeDocument/2006/relationships/notesMaster" Target="/ppt/notesMasters/notesMaster1.xml" Id="Rd0851eb879c144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ddf26a28a324d4a" /><Relationship Type="http://schemas.openxmlformats.org/officeDocument/2006/relationships/notesMaster" Target="/ppt/notesMasters/notesMaster1.xml" Id="R95b08e62a8b145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7121b5055c8496f" /><Relationship Type="http://schemas.openxmlformats.org/officeDocument/2006/relationships/notesMaster" Target="/ppt/notesMasters/notesMaster1.xml" Id="Re9f284d74ed64c4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72a7ba52ff14717" /><Relationship Type="http://schemas.openxmlformats.org/officeDocument/2006/relationships/notesMaster" Target="/ppt/notesMasters/notesMaster1.xml" Id="R3d3da5213d24487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a939f27c9224737" /><Relationship Type="http://schemas.openxmlformats.org/officeDocument/2006/relationships/notesMaster" Target="/ppt/notesMasters/notesMaster1.xml" Id="R1dbfe107bdd9438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187aa63a1b441a2" /><Relationship Type="http://schemas.openxmlformats.org/officeDocument/2006/relationships/notesMaster" Target="/ppt/notesMasters/notesMaster1.xml" Id="R30fecb6d5dba4b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1a06ca0ad34e6b" /><Relationship Type="http://schemas.openxmlformats.org/officeDocument/2006/relationships/notesMaster" Target="/ppt/notesMasters/notesMaster1.xml" Id="R8385e62b32a24c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d5d9488cc0742c0" /><Relationship Type="http://schemas.openxmlformats.org/officeDocument/2006/relationships/notesMaster" Target="/ppt/notesMasters/notesMaster1.xml" Id="R00917fdb870d45d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0bda1301be4b3b" /><Relationship Type="http://schemas.openxmlformats.org/officeDocument/2006/relationships/notesMaster" Target="/ppt/notesMasters/notesMaster1.xml" Id="R4a07e173a9ae42b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dad32a3f2664d11" /><Relationship Type="http://schemas.openxmlformats.org/officeDocument/2006/relationships/notesMaster" Target="/ppt/notesMasters/notesMaster1.xml" Id="R392bde03b3364d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23f6144ecb84eb1" /><Relationship Type="http://schemas.openxmlformats.org/officeDocument/2006/relationships/notesMaster" Target="/ppt/notesMasters/notesMaster1.xml" Id="Rb0a62487e8d743f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8088bd1b564b60" /><Relationship Type="http://schemas.openxmlformats.org/officeDocument/2006/relationships/notesMaster" Target="/ppt/notesMasters/notesMaster1.xml" Id="R356e2783fc7546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bbc2798d97d4d66" /><Relationship Type="http://schemas.openxmlformats.org/officeDocument/2006/relationships/notesMaster" Target="/ppt/notesMasters/notesMaster1.xml" Id="R36e0b7d96d7741f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1e640ce589d4030" /><Relationship Type="http://schemas.openxmlformats.org/officeDocument/2006/relationships/notesMaster" Target="/ppt/notesMasters/notesMaster1.xml" Id="Ref4f59e9163e48c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286ac9842e64685" /><Relationship Type="http://schemas.openxmlformats.org/officeDocument/2006/relationships/notesMaster" Target="/ppt/notesMasters/notesMaster1.xml" Id="R7f60864993a74a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9f3fb7cff41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0f954f4d3b4870" /><Relationship Type="http://schemas.openxmlformats.org/officeDocument/2006/relationships/slideLayout" Target="/ppt/slideLayouts/slideLayout1.xml" Id="Rd214adb5628e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14adb5628e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922469fd942ba" /><Relationship Type="http://schemas.openxmlformats.org/officeDocument/2006/relationships/notesSlide" Target="/ppt/notesSlides/notesSlide1.xml" Id="R8f9094d336174c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30e1437cb41a5" /><Relationship Type="http://schemas.openxmlformats.org/officeDocument/2006/relationships/notesSlide" Target="/ppt/notesSlides/notesSlide2.xml" Id="Rc07fe5757e2c4e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350e6fa0e4a52" /><Relationship Type="http://schemas.openxmlformats.org/officeDocument/2006/relationships/notesSlide" Target="/ppt/notesSlides/notesSlide3.xml" Id="Rb16061f916cb43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42caa8c7948ad" /><Relationship Type="http://schemas.openxmlformats.org/officeDocument/2006/relationships/notesSlide" Target="/ppt/notesSlides/notesSlide4.xml" Id="Rdf20871b3d2741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eb75bb01c44a3" /><Relationship Type="http://schemas.openxmlformats.org/officeDocument/2006/relationships/notesSlide" Target="/ppt/notesSlides/notesSlide5.xml" Id="R1df1d799c6b244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c8129284d4984" /><Relationship Type="http://schemas.openxmlformats.org/officeDocument/2006/relationships/notesSlide" Target="/ppt/notesSlides/notesSlide6.xml" Id="Ra7f00c18751f4a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9c600a33b4f45" /><Relationship Type="http://schemas.openxmlformats.org/officeDocument/2006/relationships/notesSlide" Target="/ppt/notesSlides/notesSlide7.xml" Id="R56e2489a7d6749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e8727f0124c25" /><Relationship Type="http://schemas.openxmlformats.org/officeDocument/2006/relationships/notesSlide" Target="/ppt/notesSlides/notesSlide8.xml" Id="Rae634b8482b342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c22f598ba424b" /><Relationship Type="http://schemas.openxmlformats.org/officeDocument/2006/relationships/notesSlide" Target="/ppt/notesSlides/notesSlide9.xml" Id="Ra07b055ae0434e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a010d399e4370" /><Relationship Type="http://schemas.openxmlformats.org/officeDocument/2006/relationships/notesSlide" Target="/ppt/notesSlides/notesSlide10.xml" Id="Rfdd8d9bcdc554f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9e1e8189b40c4" /><Relationship Type="http://schemas.openxmlformats.org/officeDocument/2006/relationships/notesSlide" Target="/ppt/notesSlides/notesSlide11.xml" Id="R049ac3f0cd914b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31e7cbd140c1" /><Relationship Type="http://schemas.openxmlformats.org/officeDocument/2006/relationships/notesSlide" Target="/ppt/notesSlides/notesSlide12.xml" Id="Rbd93e309acfb41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e2f229db34f7e" /><Relationship Type="http://schemas.openxmlformats.org/officeDocument/2006/relationships/notesSlide" Target="/ppt/notesSlides/notesSlide13.xml" Id="R89dc7a44483b4a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507915f134829" /><Relationship Type="http://schemas.openxmlformats.org/officeDocument/2006/relationships/notesSlide" Target="/ppt/notesSlides/notesSlide14.xml" Id="R209792182af547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c9f71857742b6" /><Relationship Type="http://schemas.openxmlformats.org/officeDocument/2006/relationships/notesSlide" Target="/ppt/notesSlides/notesSlide15.xml" Id="R615690e72bff45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576e52ed34889" /><Relationship Type="http://schemas.openxmlformats.org/officeDocument/2006/relationships/notesSlide" Target="/ppt/notesSlides/notesSlide16.xml" Id="R37cc3fecf04d49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8b91faea1427b" /><Relationship Type="http://schemas.openxmlformats.org/officeDocument/2006/relationships/notesSlide" Target="/ppt/notesSlides/notesSlide17.xml" Id="Rcf4b3965cf7b46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516e1e9294236" /><Relationship Type="http://schemas.openxmlformats.org/officeDocument/2006/relationships/notesSlide" Target="/ppt/notesSlides/notesSlide18.xml" Id="R089a8901257a41b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418e629004ee1" /><Relationship Type="http://schemas.openxmlformats.org/officeDocument/2006/relationships/notesSlide" Target="/ppt/notesSlides/notesSlide19.xml" Id="R20bf0156fd0540e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cf6fcca9a42af" /><Relationship Type="http://schemas.openxmlformats.org/officeDocument/2006/relationships/notesSlide" Target="/ppt/notesSlides/notesSlide20.xml" Id="R6472ee70e99349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993b327d04067" /><Relationship Type="http://schemas.openxmlformats.org/officeDocument/2006/relationships/notesSlide" Target="/ppt/notesSlides/notesSlide21.xml" Id="R178c0e7931cb49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8d1e543b8481c" /><Relationship Type="http://schemas.openxmlformats.org/officeDocument/2006/relationships/notesSlide" Target="/ppt/notesSlides/notesSlide22.xml" Id="R7ef6ac8eb11d4d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07d828e91494c" /><Relationship Type="http://schemas.openxmlformats.org/officeDocument/2006/relationships/notesSlide" Target="/ppt/notesSlides/notesSlide23.xml" Id="R11b6dca2c8694d1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d4a7848b74045" /><Relationship Type="http://schemas.openxmlformats.org/officeDocument/2006/relationships/notesSlide" Target="/ppt/notesSlides/notesSlide24.xml" Id="R0e490627a93e488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4570122c145e1" /><Relationship Type="http://schemas.openxmlformats.org/officeDocument/2006/relationships/notesSlide" Target="/ppt/notesSlides/notesSlide25.xml" Id="Rc26574f422024a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53ee653fc41dc" /><Relationship Type="http://schemas.openxmlformats.org/officeDocument/2006/relationships/notesSlide" Target="/ppt/notesSlides/notesSlide26.xml" Id="Rdf47e3bea81946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12087dba64248" /><Relationship Type="http://schemas.openxmlformats.org/officeDocument/2006/relationships/notesSlide" Target="/ppt/notesSlides/notesSlide27.xml" Id="Rd1b9ca3acd0c42d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9dc01ab594fcd" /><Relationship Type="http://schemas.openxmlformats.org/officeDocument/2006/relationships/notesSlide" Target="/ppt/notesSlides/notesSlide28.xml" Id="R26a8050b339843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43ec41753464b" /><Relationship Type="http://schemas.openxmlformats.org/officeDocument/2006/relationships/notesSlide" Target="/ppt/notesSlides/notesSlide29.xml" Id="R008f0cc3a107465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69e98b48f4659" /><Relationship Type="http://schemas.openxmlformats.org/officeDocument/2006/relationships/notesSlide" Target="/ppt/notesSlides/notesSlide30.xml" Id="Rdeddb60af2ec45e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a761be7b7472c" /><Relationship Type="http://schemas.openxmlformats.org/officeDocument/2006/relationships/notesSlide" Target="/ppt/notesSlides/notesSlide31.xml" Id="R245f1a79a80141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b03a5e0304918" /><Relationship Type="http://schemas.openxmlformats.org/officeDocument/2006/relationships/notesSlide" Target="/ppt/notesSlides/notesSlide32.xml" Id="R94eb3050ba854e1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83653ac7049bc" /><Relationship Type="http://schemas.openxmlformats.org/officeDocument/2006/relationships/notesSlide" Target="/ppt/notesSlides/notesSlide33.xml" Id="R906760a94f5d422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66d235d24831" /><Relationship Type="http://schemas.openxmlformats.org/officeDocument/2006/relationships/notesSlide" Target="/ppt/notesSlides/notesSlide34.xml" Id="R8564d9d78965468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1b28193f24012" /><Relationship Type="http://schemas.openxmlformats.org/officeDocument/2006/relationships/notesSlide" Target="/ppt/notesSlides/notesSlide35.xml" Id="Rb6f8a4fe2d8e4cb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79d144ece41dd" /><Relationship Type="http://schemas.openxmlformats.org/officeDocument/2006/relationships/notesSlide" Target="/ppt/notesSlides/notesSlide36.xml" Id="Re15eafabcc904e0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4050f46ca4ded" /><Relationship Type="http://schemas.openxmlformats.org/officeDocument/2006/relationships/notesSlide" Target="/ppt/notesSlides/notesSlide37.xml" Id="R5e32d03e2a7c4fe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1ae6bca61433c" /><Relationship Type="http://schemas.openxmlformats.org/officeDocument/2006/relationships/notesSlide" Target="/ppt/notesSlides/notesSlide38.xml" Id="R8d0246dfb576408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2ce49fc514f59" /><Relationship Type="http://schemas.openxmlformats.org/officeDocument/2006/relationships/notesSlide" Target="/ppt/notesSlides/notesSlide39.xml" Id="Re74d621b97ab406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40a25d8844465" /><Relationship Type="http://schemas.openxmlformats.org/officeDocument/2006/relationships/notesSlide" Target="/ppt/notesSlides/notesSlide40.xml" Id="Rc8586aa14527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40EB0-377E-4342-BD84-F89192C1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F0E44-7F32-4C06-8788-B7AD493D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Chemical Properties of Soil and Plant Nutrition: Ion exchange- Cation and anion exchange -factors influencing ion exchan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90B3E-6062-4232-916F-2880E774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Principles of Soil Science and Agronomy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1BSSA105/205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DB923-9946-4E58-B7A5-66637157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500F2-2368-401F-8906-1E069BF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7AE27-CF61-4356-B0F9-F8BB73CD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31624-D251-4999-988A-AB06848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EA451-97D0-4297-ADB1-CD24D9E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06116-8251-45D5-95A9-D02A10F9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F4756-832E-46BE-925A-463A2A7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65DF2-6C55-4085-98DD-69CEA26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BC911-5428-4A73-9C58-4B48ED67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AAD6F-ACFB-4F9D-A529-F014F99E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72831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B43B5-CC42-413A-86D6-ACA05A9B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FC4DE-D431-4985-AA94-6D7874B1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5B27B-BF92-4D8E-A45D-1D772BE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DE438-FFDE-4FC4-B8D3-CE88FB26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C25C4-B690-4D64-84BE-3C2E4BF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B44BE-17BB-48AE-8D35-3BF8AA97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475E0-1CFB-4154-9E61-027805EA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64411-A950-4267-9769-5306432D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FA0B8-ED91-4AEC-B1FC-B26AE3AD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DF31F-100B-47C0-8F09-CB96EE8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C5AE3-DC93-48F5-9B30-B7F997E4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C95F1-2CF5-4842-8693-EFA918E1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2D5FC-3E94-4E0B-9121-BFFB14E3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A9FC4-4185-4044-AA1F-537A1BEB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272C2-FDC8-4B8F-B104-AC9C1B3B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274205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8185B-A256-49B4-B955-86F244E1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EE663-B4E2-4061-9584-6EEA3897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6B34F-2552-4BCA-B456-993A6183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A5BDE-7F66-483F-9967-4EF0610A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CE5B8-7C12-4873-A9D9-1FAF4409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04EAE-2680-45AB-A4A9-43EF66CB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88374-5B7A-469F-ADD4-505FA5B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E257B-6956-4933-AA3F-9EEED9E4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A92B-CC46-4E21-BBB7-1A8E555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Nutrition: Ion exchange- Cation and anion exchange -facto...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85DDE-158B-4BCC-9893-58B7801C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993B13-5D93-45FD-B04B-925D4846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3801B6-F862-446C-A349-574FC055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organic matter: importance of organic matter, CN rat...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E211F-13F3-43F1-ACB6-D6B9B40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BFED-0F21-470B-A100-EFC0010F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4694D-C36F-42E4-BA7F-2CD2FC85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Soil fertility and soil productivity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EA112-169E-4FF4-9C93-A252FD6D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2F08C-9758-4698-BAAD-DD8E01B2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1545F-A960-43D9-A4A1-955AAFE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Essential plant nutrients- N, P, K functions and deficien...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80380-2B18-4EF2-BE1A-B51B24B7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B5771-70CC-456A-8DE4-1AF79087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076A8-0808-4557-A50F-759A5317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Classification of problematic soils - acid, saline, salin...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65F838-4CCB-4965-9CF3-E39E12C6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C33E2-55F0-4F73-87DD-A676A40F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42507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98E5E-56D6-469E-9EA3-F938258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F1905-26FB-4E5C-B615-BBA0DC3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185874-BDBC-47FE-ACC4-29698941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CE71D-5FA1-40DF-8FC1-8DF8F0C5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F3D40-2571-4D34-A0A0-ED93CD9B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285AA-F6DF-44C1-8413-162EDE78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E5FAA-FF16-48B7-959B-C40C3FA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987E2-27EC-46CD-9409-16674D12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Nutrition: Ion exchange- Cation and anion exchange -facto...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A36D-46FD-4E08-9965-C24A0E57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37EEC-1A71-451A-8795-F9766009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7F981-2516-4FAB-82B9-13773EB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organic matter: importance of organic matter, CN rat...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47823-4E98-4D19-B2B9-5E2151AC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BE8AB-51CD-41E5-926F-DC2C8C7B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FA4E5-5FC3-430E-B97F-EE2AAD8D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Soil fertility and soil productivity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A1148-0328-4E29-A4DD-E588DDD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B155B-3D72-4502-870D-FB7F93D9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AB761-E3E4-4A95-B5B1-FF018BE0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Essential plant nutrients- N, P, K functions and deficien...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50796D-0CD1-4C51-8AB9-F03540F9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87CCA-D988-4410-AEBB-93E2495A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A656D-5FBC-454F-B791-A1FAB55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Classification of problematic soils - acid, saline, salin...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1E2E3-0521-497C-B1A5-F6DB0AF1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43A47-FAB9-4F65-AC25-F265EA1F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AF07B-221D-467C-8F01-04523ED2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33687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CD59C-4CB2-4594-9A31-01D3F144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4CFA7-E4BC-4535-A7CE-9EBA6AEE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3C5E-FC70-4337-864A-03738AB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63CB7-6D8A-4408-9FF5-DB277B0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5748E-8670-44B7-962E-CB4B98AC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432D3-F66D-4A63-B74C-953E76AB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Properties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78930D-FE97-42AB-8A86-84EF8664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D0EBA-A63A-4B29-BD42-AE056167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E8EBC-72E8-47AC-90DF-17A23546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Nutrition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BE3C8-BED9-4260-BFA7-BE296338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exchange-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665EF-CD83-449C-80F1-0F9D52F1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61CA4-897E-4BA6-835B-8702FF94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A4B9C-09E1-4806-9734-08C6FDBB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70886-9E17-451E-BCB7-C02CAD0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factors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E3CA9F-29D3-4A20-8275-64440695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22832-4599-420D-ADCA-07ABED87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624022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1B6BF-7EB3-44BD-9CD6-DBCC674E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6BE82-84A1-4C70-86FC-E4F72AF1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48013-7340-4DAD-8CEB-DC5FB3F2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ECB17-4C37-4103-8273-8DC19C7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FCAEC-E1A3-4B0E-8AE3-A1D016AA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Nutrition: Ion exchange- Cation and anion exchange -factors influencing ion exchange capacity of soils importan...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18BE6-DE10-497B-9EAD-793761F2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Nutrition: Ion exchange- Cation and anion...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9A396-2429-41F0-BF66-F1C95BD6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2B09-3CA6-4091-B3A4-F3437166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BABF5-F5E6-4635-BF6F-8F55A821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10AB4-A86D-4FD3-BD20-D19E032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40849-50C5-4841-9635-26DA74BF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E7E3E-F6E0-42E8-A332-8FABC0DD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80DF8-C8A6-4867-8DE8-AC444EF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B8392-2E03-44EC-BCAA-595D120D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22F94-95B8-49EE-9609-FDC0BA8D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88070-34CE-4310-876A-B99C0ED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9962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BA1C7-2FC6-4DE2-9BEA-0CE663E3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1A760-5B6E-4068-B81D-D260286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E1B19-5FF0-4688-A703-48A6AFCF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50900-07FE-411E-B9B4-4E3F75DE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E7D1F-8C79-4D82-A26F-14BE2405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D4263-917D-4B33-BA0B-DE43AAE2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13786-8D0F-4DC1-B77D-162CC52F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1D77-DADC-404C-8587-8716BECF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8829B-5A8C-455A-A672-467D0D08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Nutrition: Ion exc...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74FD8-233F-4B71-B661-3933EC4D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55961-5113-4CB9-9851-1727151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0B90F-DC67-4029-BA27-3516501D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Nutrition:...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B3174-201B-4B76-8271-6762EF2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C47CE-98F2-4A37-A219-0FA774E6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653BC-3DC5-4D75-8D84-F67F297B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Nutritio...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BE085-6FEF-4863-820A-CE0EDF63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035EC-5E19-4059-B8C2-93AF7F11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5917F-C838-4CF1-85BE-4FC53D0E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Nutrition: Ion 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258B1-20D4-4779-89F1-0DBFBAEC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6113C-791D-4886-97BD-000EE606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F439B-5ED9-4C28-8530-3DCF3AE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Nutrition: 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77C4E-7760-42A1-9A8C-D7397763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4FF8C-5266-4B9A-9881-2079504B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25543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151DF-1F20-4BC9-85C0-A3D80AF6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A9A4C-547B-41A6-A6A2-C6009D98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5A897-54C4-4DCE-BB35-04F2970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0EC50-41A1-41F5-B5CB-1C78CBBE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A9312-D1C5-4807-BF93-2C664346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F6AEA-6732-455C-9BCA-76C493E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F209F-2237-44A1-8912-3D4DFE3D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35508-5628-455D-AC10-BB63FEE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486BE-0D5B-4BE8-BC57-D41B8BB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F4393-E22E-4F5A-AD22-25D6854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697B2-FF86-474D-8363-26BE4B8E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9A9C7-0A35-42CD-92AB-4F22D9B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F8F14-09EC-4277-9D3D-E58D651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AC5D0-53BD-4B45-A275-2B92B8D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E590A-5110-4862-A354-E1F9F645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59497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B9C57-0DA1-45C3-8655-7501687C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7C62D-BA98-43B2-A49C-F691B587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85830-7499-41F8-B572-64A3B481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4A212-AE9F-4860-B51F-DB066601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E362E-96B9-4AC0-9361-661FFC40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9FF50-DA92-4041-A08B-697FE8B2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Nutrition: Ion exchange- Cation and anion exchange -facto...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C395A6-6FA2-4734-BFF1-2E04CD3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D35FD-2AF0-4530-9E08-16E01318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92C0A-2564-4E33-8261-47643584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F3543-0F8D-413F-A37F-FF38D530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DAA49-433C-4D0E-9321-246F41FA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752407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DFA4C-D423-4166-BCEB-2300E0E2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1B664-3054-474F-AC46-E391E40E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AD712-0D97-400B-BE4A-2157E27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B5B2B-4100-4E04-8941-D9463E3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AD795-F0A3-4DE4-8F20-C17117B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organic matter: importance of organic matter, CN ratio of organic matter and its importance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BD0DA-BBFE-4E06-BEBC-8536991D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organic matter: importance of organi...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E686E-3936-48C4-8E8E-67CF4894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31D4B-C92D-4F8F-8672-44D39095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67FE0-A905-4FEE-BD04-5EBE86C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A4DF1-DB87-4ADA-826E-9A7AF31F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C46EA-28C7-409B-8EEE-DEA044C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E9618-67BB-4C0C-B96D-7D07739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1BD53-F697-4971-9BFD-923D4947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5E627-A2C1-4D88-ADE0-58C8FE1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58543-1379-41CE-A2CB-73DCFFB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DCDC24-5D2E-4505-A2CE-36C3F4C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7987662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77D80-14F1-4FBE-8014-BB80F3FC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AA389-4392-424A-84CA-FC4BFE70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05832-3503-42F8-AD7E-4C2F735A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DBF5C-BD79-4472-8EA1-01E4EEB5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E48EC-4242-4D44-9F36-43D91B9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FFF32-63B0-40C2-B51C-43498F43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BBE8F-B104-4C0D-8754-794BC488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C6702-0EFA-4C87-B2A1-7A25817D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BCE55-3E2E-4117-BEB3-B3140B57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organic matte...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84E62-1496-490E-AECB-E7CC1EE0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F0A6E-11E3-4319-A935-3FAD12C1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77B7A-5506-4879-9483-22142B04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organi...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9E8E9-873D-412B-A9DE-9B383E59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0FAC7-F85A-49EA-90C8-C918A93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4DCB1-24B0-4E03-B082-1959937B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org...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3EFA5-F83C-4C50-8D2F-A424A32A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58362-6E5B-4AF6-B809-EF30B80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03D64-9E27-4793-B1B3-753A2609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organic mat...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F444A-E6C7-4E07-A2A9-8610275A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6A863-F4A5-4AF4-A7CE-5B49A0F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744B8-2D60-4E4D-8810-96723AE7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organic 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CB6F5-2D49-4623-ACB2-9F88D578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424177-6760-4B9D-B863-495514B5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155314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FB60F-6050-4882-BF0C-0A85E90D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C5C14-6075-47C9-BE5F-5E2A36AD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034D0-6FBB-4F46-9DEF-5708D2C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AEE23-67CE-4465-8F85-4AA34F3B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B7863-E944-43CC-9221-7FAAAA24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5E656-7CF6-462C-8F98-6AA9C49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9C67A-CA56-43A0-9956-BA973D4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1A5CC-7860-4BCA-A9DC-A150917C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0FF9-0097-4810-B8BB-1318F55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93836-C22B-4B34-9AE1-CEAB13D5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724FF-C5CE-44FC-872D-B190DF64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ACED1-53CF-41C6-9C51-2B5B9499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97C07-F45B-461E-AE0E-AF86A26E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46EFC-BE58-4283-BDC8-2257704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B4B29-8C28-464B-BA62-6B6CA7EB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452690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6BE08-D878-4168-B8E3-0D0B058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CE282-E5A5-4472-B9D0-74348E2A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E03F2-B724-44BC-8565-E11721C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294DE-17F5-4EA4-AA54-B6457071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CE3DD-333F-4764-86A5-C209F6A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73BE9-482F-4DD3-AEEF-0E0E149B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organic matter: importance of organic matter, CN rat...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F73C7-3CA8-4C6B-A61E-BF22070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122F6-0086-4B89-B7DC-CD1B5611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EE43B-16EC-47A0-92DE-41F71DB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C4566-B0AF-46B5-B3F6-AF714BA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0FB7A-C697-4F2B-8741-F077B1D1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10330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5A43A-5869-43C5-9545-076DE0E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F9755-3626-49D0-A828-6BA0AB9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5CC99-1FA2-4614-AF08-DE707A71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44A06-33B7-4229-9AA2-669ED20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AE743-9779-4EB9-85F6-72CBC6DB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Soil fertility and soil productivity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FE954-DCB9-4486-A141-A595B11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 fertility and soil productivity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C1437-7E83-4B49-895B-AEBCD4CB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EF6EB-3D5F-4F07-87CC-7F48AD58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8C551-B991-4119-97CF-4CFBFE7F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FE08C-B072-4B28-8D9F-5D4ADC64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35634-FDAD-484F-9974-C7F797F4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709F6-2840-4408-952C-6D6914D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00983-7A85-4C8E-89F0-183CE5B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C95F0-A4FD-4B7E-9AB2-EAD15527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A4BEB-8E43-4022-B208-684F736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A6999-8967-4E1B-BE34-FFE551F8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609352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F59660-1071-467B-BE17-C116728C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09CEB-91DC-4A91-BF01-0EDE1F7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59EDB0-C037-4AEB-A154-2889EABB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4F7C9-7802-4E33-8146-8A94EE02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DCF92-BED1-46DA-A59B-B07C11C2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E1E6D-CCD4-42AC-98BA-B5F9CBB0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15777-4C22-4300-A6FD-A9B32A28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02423-06FF-4FD7-A73F-819C2BDE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BECEB-A37D-43C1-84C6-B7F623D6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Soil fertility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66F06-7366-48CB-B63F-677BCA82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0D99B-44FE-4D46-B45E-3CA0766C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CC2D5-98E9-4D7C-BAED-9B76764D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Soil fertil...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2816E-E90C-48F7-BA0E-84D872BA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CC491-F4D1-4A3E-8DCB-BDF928D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F1FE2-0766-44F7-A664-A9F79990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Soil fer...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45849A-24F9-44AF-9384-912A9245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12A6F-615F-4599-AC9C-EF4332C2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C9BAC-2145-4E3C-B5BF-210AE767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Soil fertility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F549B2-8CFA-432C-8601-624D0AFA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8DF1F-0E19-41DD-AB07-7C63569B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4A182-98BC-4348-ACAE-B7DC251D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Soil fertility...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87D2B-479E-4455-8A7E-6DD97404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A8475-98E2-4B2B-9166-9349644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726513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EB39F-5357-418F-AEEA-F0BF94FC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51EB9-A480-4135-A597-FF9F95A0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426BF-D5BB-4448-A705-3077951B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3700-FAF5-487B-9FAB-8FD29678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4F5B3-D1CA-45BF-A5C4-12A1A906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DF5A5-144A-4657-B6D1-A1C38D17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8BFD5-44D0-495A-91BE-0644A27D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1EC60-70AF-4F7E-9200-AD75EC91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43C3E-7371-4732-9A85-EAFA3E20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5A2FF-016A-4EA4-B4DC-DBAEBCE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1D291-E3D0-4E15-BA5F-6C5CF359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A006A-88BB-4F23-9718-C22BAECA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7A7CA-C0C5-439C-8288-7D7513D0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B62B7-BE4A-4431-80B5-03545F74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C918D-279C-4C14-9665-829F2CB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907037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B23B0-54BB-4E5D-84BC-696FCD4D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89622-65B4-483D-9773-42AF2B26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BEED8-95BF-4BD8-B4AE-C478D868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18FB4-F0F2-4255-83D3-8B87FB2C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0A37F-72B9-4603-8882-54932089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4EC64-8BC3-4F96-AFC5-6F545142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Soil fertility and soil productivity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08F80-97B4-4B2E-AAD0-2000E00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B6A83-A8AC-464C-A3F6-29CB8BC8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87945-6609-4426-9E12-2ECAED4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378E1-79F3-4758-A87E-226BB06F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A9114-A193-4639-8D5A-504066F2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679609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CFBFD-0ABA-46AC-BBEF-5F595405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DEE9A-3C0A-4046-BF15-9B5C8AAD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92FD-4E47-41C1-81FD-B6188114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BCD3C-3F91-40F9-A459-E70BEEB1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3A152-1553-4657-A48E-5B9A3519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Essential plant nutrients- N, P, K functions and deficiency symptoms in plants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7BC66-1406-48D8-A047-E369D94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Essential plant nutrients- N, P, K functi...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13CC3-74BD-450C-B091-EBACFC15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6E17F-0176-40E5-97A9-24E5A72C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90A26-4B14-44FA-86B3-D0D1936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CC7E0-67B2-49A6-8A82-C85AB50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C606C-2A9B-45D8-875B-345BB80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DB1C9-DB74-45F5-8850-5D64C5C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2280A-921C-4560-B73F-E6581DD5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19169-A6DA-4809-8965-5DCA1ED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E7135-AEF3-4A54-B3E8-24C12EF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60EF0-6E0B-4B6C-A6C7-A3E5A6B4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486768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D1D6C-8191-4FBB-8294-ACDD15F2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A751F-4FCA-431B-A649-B3612F57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651FC-F7FD-47AD-96A3-DADB030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99F84-44B9-4080-A070-E93D0E71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55E7F-9B99-48BE-80D1-6281F782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1957C-59BC-4A45-A98C-478E390E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4B2E6-1FD8-41BD-8863-31DB5D26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68BC2-437A-41B3-8227-A0E535D0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2CC7F-3FEF-4A29-887C-09081851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Essential plant nu...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1861C-090F-4940-A071-99E7056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447E6-4872-451F-8D23-1E4463D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02B59-C12D-4BC7-AFE2-E2D8FFB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Essential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AC75C-4E3A-4EF4-BD18-88BEFB2F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1D8C4-182D-43C0-8A94-58C97DA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DFB6E-A9D5-446B-AC5F-04C6A7BF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Essentia...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35C0ED-C74C-4E39-A733-E1988ACA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4A64C-B6BC-461B-B150-41D431F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607AB-A55E-49CB-A2FC-8D336385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Essential plant...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2CF13-AC17-4326-8041-C07C5F7D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389E3-7CBC-4F9E-A123-8BE58AC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8668D-C6B6-4DF2-8324-D92FA806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Essential plan...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D69F7-D765-4AF6-96DB-10E079F5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D0FD3-691B-4FEC-A145-B0D5B02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883467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7DD89B-CC72-4C69-843F-B0AABB50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05FFE-FB1E-47F7-9654-BC23A38F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BC4BD-02DB-416C-8EF2-0F8A90F1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72618-8F8B-4A2A-9BE5-A7DA8149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0CAA3-8BC8-4A6E-84B5-7C0DDA50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1B723-02A1-49CC-A77B-22774A64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B7B28-3A04-479C-9431-E61D237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6CD9E-1F14-47C0-A7DB-FAB3C927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164F0-A677-42BD-BA44-A62BCA2B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19FBA-67EF-46C8-AD33-71CA5D7C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46AD4-3A3F-400B-89DD-43598C0C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F9B3B-4B88-496C-BE82-86A805DA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638749-D361-405F-9BB1-EC8C952A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31567-9ED3-4334-8D6A-E081597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B4A22E-BD1B-423A-98C1-8AE3D9B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35920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BAA85-8584-4652-8C0A-3383D98B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72666-DDE3-4ECC-B6A2-7F3E2F3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A5AE6-13C6-4A53-B61A-68FFE3E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F5BCB-6284-4635-AB6F-6CBB481A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8847E-35A1-43A3-925A-16F332EB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94ACC-786B-43F2-85F5-0E1B7C8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Essential plant nutrients- N, P, K functions and deficien...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20BE3-4832-4458-84E8-D3FD793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93C7-F959-4F02-A234-BAFF3EE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A75F6-1BE8-4915-97E2-15F630FE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EECC2-18B0-4AD2-9DD4-38E11DA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900E4-C364-4B40-B62C-413C395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964028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C7DBA-81FA-42F5-BE98-7FE9A60F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B07D2-C796-4E91-94A6-25AFB6D2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134C7-B28D-49E1-88DA-2E0785F6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01C92-675F-41CB-A704-BC8B614B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03B76-D25E-4146-A1B8-BA6526C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Classification of problematic soils - acid, saline, saline -sodic characteristics and their reclamation.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FE143-6005-48F1-964F-C7752BEF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Classification of problematic soils - aci...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C88E6-FC95-47F7-AD6F-586B3DDC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6D701-58F6-48F6-B69D-9EE36D47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F8146-DFC3-4FCF-BD62-F6C9F0D5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C303-5F46-4857-A0FA-DBC7E214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33B3E-703B-4B03-9077-34974888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429A1-74A8-4A02-8F0F-079F8771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BFC55-1BC1-4FA3-968B-761F1D71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00519-74B6-4203-ACA5-0F0E52DC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94A11-FABA-4B67-AFE8-871F82B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66BA2-17A2-4AEA-B3E4-8A38AA72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766540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52159F-357C-4388-B355-E3F0C58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C78D5-F495-4CFA-8AC2-7C113EF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46A0-58C0-4D87-96F9-25F11AD2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7778E-3EE1-4D29-A837-EAA7112E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371F9-0ADB-459B-B698-067C42AA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43331-AD73-4FA4-8148-75472D90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221AF-86B2-4D2E-B3E5-A409E825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8BFDF-66C0-4532-ADAF-85A1EC0B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56DCC-5CB7-453C-BDDB-D6E9ED79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Classification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DA148-6A77-4F22-8E85-9871B797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5D0AC-9CFC-44C2-BE90-FFCA37B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E7021-2CB7-470D-8068-F5E871FA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Classificat...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D536D-4A95-4A4D-98AF-789E50B3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457A9-4F88-433C-ADC3-8393ED3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0E5C6-2830-4BEC-B1F1-552EC662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Classifi...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489126-8DF0-4C30-9299-53093295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73EEA-A05F-4D74-9689-92103522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FAADD-C6AB-47F5-A06F-E47DD4FC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Classification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AA23F-5ADA-4D3D-92FE-2D72F8A4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B0203-0877-4586-9D00-6D8809EA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67627-CA5D-4385-B4F2-34C9A66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Classification...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B1C283-DEB1-46C1-80D9-DECA3EC9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63A98-D9E9-4C26-A2CF-08691A74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957713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C922D-C258-442C-BAC4-7FD2C1FC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316D-9017-421E-B5B5-7AEC5AD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98096-2715-431F-BD35-A80D3EB3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F4B90-A396-4EB5-BF00-AEAD50F9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2E3C9-8B5F-4DF1-8B9D-A16AEC9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4E82B-5F39-449E-B1E1-398049C7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5D6BD-FFF6-415D-B410-80549380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775AD-3A20-4EF6-B372-4D8D9C65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A6203-F125-4ABC-8D31-62213946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1B3EC-9104-41B9-BE31-E843E36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2B8A5-D5AA-4FC3-9105-EA593B32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3C008-1FE5-457F-8A11-CD7392A7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7BD59-0C2A-4CF7-A069-30F2CE3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3723F-C46B-452D-80C9-5703E9C1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FB482-3BEB-4B44-BCE0-B163EE2C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89761684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4B2A1-4487-41D5-8034-62B3AE3F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3E948-7406-4C08-97A3-CE4BA096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085B5-11D2-460D-9327-48669B98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080FA-8083-4161-979A-2BDFB78F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07CA3-6904-40B9-80CE-EC11234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0B9F8-8CE1-4D03-81F8-97104503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Classification of problematic soils - acid, saline, salin...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FA780-A6C2-4B32-8B4B-117225BB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9B45A-0762-470A-9A93-65D152B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E5D9D-19BB-4A53-B1E9-463F90B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56F25-8934-40D4-8F95-14F1C461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E9F574-76A7-45C1-8DC3-F2792A0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0180777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A9DAF-770B-4378-9CED-0717657F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19673-D7FC-4EBA-A091-9E380F1A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14ADD-43A8-4727-B2C5-039D0C68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58C4D-F0F2-40D7-824B-1F3EC40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C285A-906E-4CD3-A715-A92483D2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75B92-6181-4D64-B432-045DAFEB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4288605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B72B6-4ED2-4B37-BF7A-7B5004BF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00996-C3F9-4085-9AA5-6726BC15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B9B63-F42C-4329-A87B-67DDB8A4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37809-3843-4BA4-A370-DE3B34C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8D354-8068-4AF4-B7CE-3994E83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Properties: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Soil: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Nutrition: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6B90D-0C73-4227-A7F3-95727B07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67667481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E8CBD-C8FD-440D-944C-8681F0A2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9A44A-B2FC-4143-BD21-298934E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C0E53-2D36-4955-81BF-40EF5A99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5BF6B-D4C0-4FCB-9FBD-3497F4B2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C5B47-45CF-4901-A19F-F2381FF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85DE5-4875-44C8-9370-34DBBB93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48504736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B5DF6-9020-44A0-ADAD-CC6A5A6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2C6DE-A212-4AC3-827C-2630C4C1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C2EE1-4CDE-4B0C-B891-CAF25EE3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114A4-6C00-459C-A5B7-46A67D9F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C3C2D-D341-4017-BDBE-B86ED42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17A8F-3886-45D4-BFD3-E3614F27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376296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6DB40-D76D-4634-9B63-B35A223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A6A3B-6754-40A8-923C-6FEEAC41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2A9EA-76C4-4F06-BB30-8F59FAC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2C0B3-2D86-4AAD-994E-E8FE3265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51DE4-580C-45DC-ABAF-D4C7A37B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Nutrition: Ion exchange- Cation and anion exchange -factors influencing...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Soil organic matter: importance of organic matter, CN ratio of organic...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Soil fertility and soil productivity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Essential plant nutrients- N, P, K functions and deficiency symptoms in...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Classification of problematic soils - acid, saline, saline -sodic chara...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D8214-01A4-415A-AFC2-F6C8914D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7E0AD-EC0C-4189-B09D-CCE85A9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7DE84-9302-427E-BF7D-0602393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848640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4F0AFF-20ED-4DC5-864D-E70224C7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2DB32-1929-4C88-8E8F-8D5E50FE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Nutrition: Ion exchange- Cation and anion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6E03E-C0C8-4FA9-BCE8-046A0976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09474-B424-4CC3-A7DC-13185D7C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8D8FB-EC4D-408D-8ACE-FF22175C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3A293-7A16-4A48-AA0C-00AE488E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39315-47EB-4230-9FB5-DE5987A8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8008C-3144-42C1-8636-85529DF5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4BE2-1C3A-4391-A488-5FA32B9F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2DEB4-510E-477C-B8DF-D1CD4A8D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4EC4E-1F21-4A08-BC8B-DEC9136B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3CE31-4A96-447C-A913-4B9D705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AF696-9095-45DD-AB4A-5259A96C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4C1D4-3E80-4FA0-A271-C75AA6B4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3C20F-8BE7-419E-93E4-8C43064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251B4-821B-4770-A5B7-9C2A0C6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E295E-DD41-4839-A31C-625C0BE8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376C1-6AD1-4950-94AA-63C0684B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35CD0-AB9E-43A3-A63C-1B8941EB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4C1F7-BC10-4E21-8FC8-A530AD7E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73D28-D8DD-400F-9965-5F18F6F3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7B31B-7451-40F1-AE5C-2066007E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1124B3-B4FD-42A2-99E7-159E235E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CA7AD-2C76-43E7-8E7F-F7C830F7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7939A-88DC-455D-A2CC-D84E477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A19C92-26BB-4BCA-B91A-4B01C144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C9ED0E-A558-45C1-B0E2-03C6A4BC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573B7-9A06-4FE1-A09C-03C0D4BB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57B1C-1CCD-4D19-933E-95709F94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72F32D-F0A5-4D44-8F3E-A06E3662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B4204-05D2-4E99-95FC-D8FB6191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D4A49-22EB-431B-A7E0-C63E8990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922429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9E30A8-BC23-402A-88F9-26C0BA3D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FE73B-84F6-452E-B5CD-C9B79CEF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organic matter: importance of organic...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5EC3A-CB53-4E7D-A494-F2721D3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EEB67-8B04-436B-8BED-1CA9956E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70CAC-72E6-485A-87CC-B3C4AEC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F5EC1-B697-4A98-87B4-1D0C700D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3BF06-1079-41DE-A2C2-F4EAF793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730BA-B52A-463E-A08A-965A26E4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A559D-9703-4A40-9480-1895FD5E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702F8-7DC2-49AC-9859-89934145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08F96-C573-4FC6-BC51-64D8AD84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DBD68-0F4E-43D4-863C-D5DD342D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8BF0E-67D6-4FEB-B8A2-3D445A3E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2782D-2BA0-4671-9619-3D62AE5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C38AC-0044-4F3E-B82D-D205C6FA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D11273-62E7-40F9-BB53-894082ED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E5582-DDA6-414D-9C70-BBC01A0A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7E75D-0E4B-4D27-BD06-78B5BED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84075-9DD5-40C3-8D48-3D3D808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A2135-93FF-4C89-8A0E-F0F9845F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C1DFD-17ED-4A6D-9A9F-41F27290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92024-58B7-4B6E-B0F9-1A6F9BD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9DDF8-563B-4985-9B30-4CCDCFDB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4D8AD-FE6C-4ED1-90EF-2C354AB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18FB2-5241-432B-BE1C-A91B6BF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F8CCA2-DCBB-4E1F-B74C-D3BB4FB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4750FE-C192-4069-BE6C-4BB464D9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ABEE18-E5F7-4A67-BAB3-B4A811E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9E2433-C23B-4849-A769-C452E27C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2100B4-5CD2-49B5-831D-C3F2EF24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FCC0E-B516-4255-8A42-E0721CC7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46A0D-8691-4878-A143-6130618E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1955209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E18437-510A-4E4C-9193-10298E21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18D24-6416-413B-8A61-C33BBF7E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fertility and soil productivity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6C75B-7B3D-4EB8-B313-312B9DA6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1CF58-915F-4472-A505-5ED575C1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39A31-22B8-4317-8DD2-182BDBF3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ADCF8-2E49-4824-9B65-3425E04D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B5BA0-C06A-472F-B06D-C93A4E10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CD8AA-5E9B-403D-A283-DBA98571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DCE64-9870-414F-91AA-233B3A95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AD3C9-5A76-44DA-98F1-6FDE29A9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C0F59-8B64-4738-9A1A-62227F61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0385C-4729-437C-B49B-BEAB62CB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0876-A856-44DF-A8DB-F6A264B6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FFE58-F573-487B-8E6C-07C031B4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A382B-AD82-4E72-BDF0-5F9CC91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7799C-2AFC-4AB6-855E-9F245434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83B18-7EA9-4F67-A79F-2CDB6945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E1B6B-28FC-4CE0-86A1-8BBCBEF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F5E80-D71E-4435-8C7C-97101F77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5F1F1-C641-45A6-BA9C-E3D84E59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AE7C2-484E-4B6A-A496-2A6BE43C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AD876-FCB6-414A-AA71-C02D961F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2ECD0-EE99-4DE1-8F3D-04F00EA1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74DCC-DADD-436F-9A2B-901F79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50BA1-F873-4E70-82E8-396CDC6E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BD1999-401D-4886-8556-E2EC62BA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A6B768-3530-41C2-AA12-91FDA67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8C797-CEE9-4B3A-9CB7-B3D043C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29644-7DE3-4D94-935E-6048AB60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E93395-00D8-41FB-ABC2-4A2F76DE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21264-ED59-4A18-AB62-A0DAE4DC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9E347-A63A-4BE7-941F-998FBDDB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2379862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14D183-E926-4AAB-845D-505EE818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FA0D3-B779-42D8-933E-65624CA8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Essential plant nutrients- N, P, K function...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139AF-52D1-43A0-996A-AA7E593D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DF6C4-0147-4F2D-AF66-E653209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E121C-242F-4E3D-B4C9-61F5BD6B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CF267-3088-4CED-988C-42F9661A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4D4F5-DB64-4F1F-AD27-93BEA735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F4FBC-B7F0-4E5A-B50D-9E12370D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8FD14-C4ED-4645-8DE0-C1B28877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B62D4-F9D9-48D9-8CCA-C2F0906E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95F9F-8106-46DC-ABD7-13CD4B5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6AE90-8489-4F60-AA69-9C5B99E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8974A-D69A-4937-860F-9E448BD7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ADEEE-639F-42BA-8E76-2CC8CAB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DE86C-B1D1-4220-A99F-27198F2E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91281-8F2F-4730-856F-AA5EEFCD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C9AA5-5892-404D-8C41-1128F85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0E9EF-993C-41B3-A5CC-AB210383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EE0EB-1BCF-4537-BA9F-834B39FD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F484F-0EB6-4166-9AEC-13750ED4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103BF-8659-456B-9449-202E59B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64F46-705D-4807-8793-D6E56D17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74514-5AFB-4249-BF99-E0B1017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58F13-2A8B-4985-B29A-2DCDD5C5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289A9-45B8-400E-9D96-2795F14B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91A57-2245-4B8D-A46E-EB13FB8F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1A063-E762-47C6-8E87-087AE247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9E3F4-6F17-4501-B90F-7F1C3EE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A5E960-EC22-4E70-9191-5C8F3C66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82055-3260-494C-91A2-5ED583F9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4BC06-E132-4793-A71A-B3D8072C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AE19C0-A3F9-4ECD-960E-59BA63F7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770918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D078D4-1E7A-4FF8-B91D-5CCBFFAF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1C556-EB50-4FB9-8144-4A184CF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Classification of problematic soils - acid,...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0622D-1F13-4CA7-9E09-E2933B7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47F5A-4495-482C-88AA-4EC74725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69111-A0DD-4281-810E-64C011A5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C592F-E63E-4E81-9CF4-A50DF37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E1A07-CE0E-47EA-A8D8-944FB3B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44F64-5A17-4658-AEBE-66BCE83B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CB804-E84A-4E15-B9B2-65ED885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B70CD-8144-419F-9F0C-B11CE81A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2C820-256E-4E4E-B562-4B5D161E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A0FFA-10D9-4221-B9F7-5648A3A5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E7A7D-D3FE-437F-BA9B-ED3F811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31D2-FD0C-4075-BC74-95566077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AF821-A2BC-45E6-A985-03ADA54B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7DBE9-7598-4C7E-9B55-3E1A505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F9850-93E9-4E5D-9D02-7DE6F695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C4E74-EB3A-4FFA-9BFA-989116BF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85D39-BEAF-482E-BAC2-022783B7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B242FC-DF60-4A6F-97FB-76F6166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B76D9-9FA9-4DD0-A135-64807117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F2929-9583-4BCA-9A28-CD4E5DB0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14E30A-7E10-4560-B710-D7A0BE07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293D0-E098-460C-873C-B013674F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B7651-5F4D-480B-B4E3-59E679E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8F6E0-876F-40C8-B711-AF0D4CD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6C843-A1D6-486A-A5AA-9ED02357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411B45-F673-4038-82F4-A715D537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4B330-60A5-4C9D-8561-2865AE9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21041-2B7E-4F4A-A48C-CFE45351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A94395-A91C-436A-9FBD-78ECD97C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D39D8-66F6-4716-8C4F-4589808D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5574448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71404F-E11E-45F1-BD87-FC2DE06A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75762-6506-45BE-ACAA-13214E2B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Nutrition: Ion exchange- Cation and anion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2BD13-C8C4-4C7E-A116-67E2744C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53109-FF92-4339-BCE4-46812D1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F1174-3993-465C-81F8-110C28CC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0F9B6-4B21-4950-B7F7-AA328435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7765-8095-40CC-8951-D6995B4A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D0651-5C07-4929-96F8-79D915C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D0306-9832-4486-9D0F-547DF7C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779E3-ABD2-4F0B-B6FF-B2CD6EEA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8ECDA-9B51-4013-BE13-56516AF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300F5-394E-4CDF-BDE4-1E989BD5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09387-62E7-467C-85F4-D205676E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569A3-7E40-47A4-9D48-A7D4102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5AE9E-736B-475C-BD23-0960D69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02BC51-02BD-4D73-AB65-7BA9ED74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A91B1-1761-43A3-A33E-158F276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8059D-48AF-46BC-A6F3-3F3EDE44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1EFEF-FE75-497D-97BC-FE6D7F8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0DC3B-7994-4953-9CE2-1DC6350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37BDA-843F-4740-9B4F-97023A2B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69F9C-3778-41C5-8E34-2B0531F6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DB0DC-3209-487E-9B19-C20B69E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736EF-6FAE-4778-9367-D50DE36F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5AD550-C74C-403F-8FEA-DA1E1403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329CF-1E87-4ABF-91C0-42EDF7A3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D96D6-0360-4E53-99AF-545F784D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8E818-AB44-4654-BA3F-9E5158C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AE30F1-CD33-4A47-B38C-14720AA0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A4A993-BAFD-483C-A4E0-A0052C33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17AC7-30B6-4382-8301-4F3EC12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1AE2E-0971-4A9A-9D80-308A0CB0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5638159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CF116E-43B2-41F0-B926-6F326D6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B72A0-DE13-4E27-8D22-6660630F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organic matter: importance of organic...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D5F94-6619-43BF-BB40-F0A7A4FA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4E8A2-916B-4E4C-89DA-39C9B4F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FF5DC-B49B-4BA0-B85C-70CDD32B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9D810-1474-4C61-BA21-00315F2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E3A16-C95E-466A-BBE8-A442B2D9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517CC-3C52-40F0-A003-EEAC6E32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16EF7-5C99-4DA2-814B-E072A27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6753C-A1D1-411B-B593-4F276B3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60311-0524-4E0E-AC4B-BA886E3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75C8B-0708-4098-A564-406DA988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B4B25-0ED1-40D4-8261-8CF537EC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6AB9A-57EC-4B55-916A-32EB7259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D91F4-B06A-4A8C-B850-054BA488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2D459-BC60-4F1E-80E0-4558027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92F0EF-8BC2-4F83-9A34-3C13998D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EF9B8-643D-43A7-AC8A-126A4C3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E276B-7E93-4D23-BAFD-3070BB6E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CF660-C3BB-4E85-A287-562B195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08152-DD07-46F4-9338-CE7415EF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BFCA3-F4BB-47BA-AA89-58B93EBE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00AE0-B6D5-4E4F-AABA-7A01AFBC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05C430-EE6E-4629-A917-9611667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D9EA0-5072-4E7F-A4BA-5E1455A1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A6003-E13F-43BF-B4BC-F6D76A9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475E2A-3EB8-418A-92A6-E559EBFB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33849F-0C05-495E-BBDF-C1E9A82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FB5895-D03D-46B3-AC2B-3081C831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19832-7A31-47CB-A919-193A00EB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8316E1-F79E-4E45-9983-0B37822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9C9F24-3058-4B98-95B3-B10E145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9366861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A51B9-23B6-440B-9FEA-348091D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C86AF-DE5F-4926-8B4E-7F21E944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Soil fertility and soil productivity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C5D10-FEB0-456F-965A-B84A8DF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DB775-EB35-4255-86D2-EEE80693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FB4DB-0739-4FA4-8416-9FF6F028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D1D74-4C78-48B6-8F23-E008337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A2E08-D730-4A65-8B2E-01A48DCC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8D4CA-93AC-4FF8-AA34-393FAAB0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7E8A7-C8B2-43A9-9EB3-7AB7D881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15FD4-0282-4AAB-A98D-A1863636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99DD0-806D-4081-8DA3-C0C4AB8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5D742-2674-455F-87E5-FEF2BE63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117A2-0C2F-4B6D-9C18-CC788D14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7E0F1-067A-425D-814C-D10A4C9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13189-5C30-4E39-AA8F-BAD0F3E6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1E7AF-1E16-4D7B-A111-AB2D1783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A4D53-B0DC-48C1-83D3-5FD86FD1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6F50A-5C51-43D3-A956-2BFDBC79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19D52-D629-4E83-B4BE-CE88A2BD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77011A-538C-4E0E-B1EB-1FBEA334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CDB7F-B7A7-462B-BABE-980F44C6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7F9BA-2FD9-43A0-9200-2C36225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C0A7D9-7F27-4286-A473-3BB071B0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B0BE5-13E0-401D-9706-8672CA6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5D4E8-A424-4285-84F2-2862D197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AA7AA-D3C9-431D-8526-3370363D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82E49-8A3C-4F8F-A147-CB89105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D7823C-CD2A-4C2E-9317-26A31CC8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16FE1-822F-4D56-975C-887A514D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A83FB-0A1A-43DA-B8B5-5D5B389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D84AE-EAA3-4934-B6DA-B3056C83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8A7FAF-140B-48EE-9C7F-D524C082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0310755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23EC15-020D-43DA-844E-F66019C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916D6-1B82-4D4B-86D2-EA39F610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Essential plant nutrients- N, P, K function...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933D31-D135-4272-B613-90883F6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89EA3-40EA-42A5-87D7-724CB381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B3499-2B9E-44E3-A889-3B313D35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56B6B-4F73-4450-8C8F-C24A6D5B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F359F-32AF-4F65-9280-5B672BF8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E2222-206B-4905-A723-2F2F9A0F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2F101-50A9-4546-8B5F-0612B859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9ECF0-5B8F-420E-8F1E-B43D418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65912-B0AA-4922-8C8A-18B52A1B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118E1-3E7B-47FD-A648-917F2DCA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6495A-48BA-4DE7-B748-DFDFBBEF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DE2A5-72A3-455D-9C26-91437FA4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B383-728B-4D84-8E1C-4263AE7C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200B4-2E75-4168-9846-2BF1AE1A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9BBB7-EAA1-4838-9F8C-F021CACC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99745F-5372-42D4-9EA8-B8FF5050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3A357-8BBD-474B-B7B5-83097541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9B89FF-CEAD-45E2-8EC5-B4F7ABB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F1196-D29A-4121-B2EE-5C332555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E7C5CD-E475-4209-B606-F3C2ADEC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B1736-EA23-4DEE-9724-846B976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2837FC-FD4C-4764-BD31-D44BABAE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16381-5CCF-4BF0-982F-4F41DF4F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476F2-1A5A-4C24-8702-867BBEBC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07452E-8061-4974-A758-95E0896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64705-B32E-4BF9-BC87-F504B79C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A1455-F954-453C-9291-F0B5E92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03FDC-DEF0-4B49-8F08-914D922D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1CAD08-F1B9-42C6-A08F-1ACD4A83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7F8C3-3AF9-41E1-9AE4-AF089A5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29462393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CABE3C-C170-4DF1-978C-337EBFE9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1BSSA105/205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A43E8-375C-4DC4-B72A-A2836FCD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Classification of problematic soils - acid,...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E352B-5911-4E19-8DBF-EDF911BB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8A45-228D-4B20-8A9E-78F6D6DC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13178-0072-4212-AC1A-CAE98AD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5DB3D-EACE-4477-BFFD-5F00622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8414F-6EE0-4519-9041-868F174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51E3B-6805-44AD-8F21-963C8ED7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6E101-5D73-4CD2-94F5-583D31A8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03621-3E6C-4BD8-A3C1-BB70EBC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77780-706C-461B-AD8A-ADFA1323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6EAD2-18FC-4948-BBB1-EAFD4FC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E1048-0D6C-4425-8C4A-69D35BD6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9936E-A613-4A3A-8EB2-173C7D9F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E39AA-AFFC-42DC-B443-CACC736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922BD-E6E7-4106-848D-F6BC55B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28624E-59B4-48FC-AAEB-7A86D683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C8EC8-C081-4C86-B0A7-B0C9D963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E1178-BA9E-406E-9B29-F11E192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2A0D0-B065-4C11-B9BC-056327CD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1BEC5-21D0-47D2-AA06-0BFD5EB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2CC8D-552E-41E0-B721-6F9F9CD2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D73FBA-78F2-44BC-8900-33B83BDF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6FEBA-24E3-4035-958D-9EB5A94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FAFF5-DA6F-4A7A-AACD-73BE4534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4065B-D124-4D16-90FC-D13E5B0B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3E93F-657F-42AD-8D14-6858C219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52938-FE6C-4A20-B88E-C46093D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848425-84A8-47F4-A10D-C1716AD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7993E-B30F-4F0C-9CD9-810A21E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83182-CD02-4C8C-B793-307FD11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DCFA88-550A-4562-8C83-5DB1B5E6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Principles of Soil Science and Agronomy</a:t>
            </a:r>
          </a:p>
        </p:txBody>
      </p:sp>
    </p:spTree>
    <p:extLst>
      <p:ext uri="{BB962C8B-B14F-4D97-AF65-F5344CB8AC3E}">
        <p14:creationId xmlns:p14="http://schemas.microsoft.com/office/powerpoint/2010/main" val="1345633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2026-08-24T16:03:19.4820000Z</dcterms:created>
  <dcterms:modified xsi:type="dcterms:W3CDTF">2026-08-24T16:03:19.4820000Z</dcterms:modified>
</coreProperties>
</file>