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18e25f4bb4439a" /><Relationship Type="http://schemas.openxmlformats.org/officeDocument/2006/relationships/extended-properties" Target="/docProps/app.xml" Id="Rdfbee616325d45db" /><Relationship Type="http://schemas.openxmlformats.org/officeDocument/2006/relationships/officeDocument" Target="/ppt/presentation.xml" Id="R370a8fe53d3f43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7572fc12b44f6e"/>
  </p:sldMasterIdLst>
  <p:notesMasterIdLst>
    <p:notesMasterId xmlns:r="http://schemas.openxmlformats.org/officeDocument/2006/relationships" r:id="R3612011d24284c63"/>
  </p:notesMasterIdLst>
  <p:sldIdLst>
    <p:sldId xmlns:r="http://schemas.openxmlformats.org/officeDocument/2006/relationships" id="256" r:id="R6e1b43753f2b4260"/>
    <p:sldId xmlns:r="http://schemas.openxmlformats.org/officeDocument/2006/relationships" id="257" r:id="Rec9474db7cc04963"/>
    <p:sldId xmlns:r="http://schemas.openxmlformats.org/officeDocument/2006/relationships" id="258" r:id="Ra7366b2b02b04753"/>
    <p:sldId xmlns:r="http://schemas.openxmlformats.org/officeDocument/2006/relationships" id="259" r:id="R2ad8a22b4aaf4434"/>
    <p:sldId xmlns:r="http://schemas.openxmlformats.org/officeDocument/2006/relationships" id="260" r:id="R22f82da2555645cf"/>
    <p:sldId xmlns:r="http://schemas.openxmlformats.org/officeDocument/2006/relationships" id="261" r:id="R2e0f661600a14214"/>
    <p:sldId xmlns:r="http://schemas.openxmlformats.org/officeDocument/2006/relationships" id="262" r:id="Rfaf9b0d4362b4478"/>
    <p:sldId xmlns:r="http://schemas.openxmlformats.org/officeDocument/2006/relationships" id="263" r:id="Rfc5647046c46434a"/>
    <p:sldId xmlns:r="http://schemas.openxmlformats.org/officeDocument/2006/relationships" id="264" r:id="R0550d7efbdbb4aed"/>
    <p:sldId xmlns:r="http://schemas.openxmlformats.org/officeDocument/2006/relationships" id="265" r:id="Rc412583ebd5e41d5"/>
    <p:sldId xmlns:r="http://schemas.openxmlformats.org/officeDocument/2006/relationships" id="266" r:id="Rd9547754591f4812"/>
    <p:sldId xmlns:r="http://schemas.openxmlformats.org/officeDocument/2006/relationships" id="267" r:id="R89dc806e9df244ab"/>
    <p:sldId xmlns:r="http://schemas.openxmlformats.org/officeDocument/2006/relationships" id="268" r:id="R39588d582cbf4b86"/>
    <p:sldId xmlns:r="http://schemas.openxmlformats.org/officeDocument/2006/relationships" id="269" r:id="R20c4e4323b0f4abd"/>
    <p:sldId xmlns:r="http://schemas.openxmlformats.org/officeDocument/2006/relationships" id="270" r:id="R8d56d27bf97b470d"/>
    <p:sldId xmlns:r="http://schemas.openxmlformats.org/officeDocument/2006/relationships" id="271" r:id="R0b6ec457cf1e40a7"/>
    <p:sldId xmlns:r="http://schemas.openxmlformats.org/officeDocument/2006/relationships" id="272" r:id="R35f58b1caeae4378"/>
    <p:sldId xmlns:r="http://schemas.openxmlformats.org/officeDocument/2006/relationships" id="273" r:id="R4a1486d9d769484e"/>
    <p:sldId xmlns:r="http://schemas.openxmlformats.org/officeDocument/2006/relationships" id="274" r:id="Re805583a6e364ce9"/>
    <p:sldId xmlns:r="http://schemas.openxmlformats.org/officeDocument/2006/relationships" id="275" r:id="R15799b51d412464c"/>
    <p:sldId xmlns:r="http://schemas.openxmlformats.org/officeDocument/2006/relationships" id="276" r:id="R75ab927010ed4307"/>
    <p:sldId xmlns:r="http://schemas.openxmlformats.org/officeDocument/2006/relationships" id="277" r:id="Rc0a4f7035496408d"/>
    <p:sldId xmlns:r="http://schemas.openxmlformats.org/officeDocument/2006/relationships" id="278" r:id="R3e772d00098445f3"/>
    <p:sldId xmlns:r="http://schemas.openxmlformats.org/officeDocument/2006/relationships" id="279" r:id="Raec9edc4657144cd"/>
    <p:sldId xmlns:r="http://schemas.openxmlformats.org/officeDocument/2006/relationships" id="280" r:id="R263c7252432842c9"/>
    <p:sldId xmlns:r="http://schemas.openxmlformats.org/officeDocument/2006/relationships" id="281" r:id="Ra98e3bd7f85740a1"/>
    <p:sldId xmlns:r="http://schemas.openxmlformats.org/officeDocument/2006/relationships" id="282" r:id="R0b1fbea5827743a7"/>
    <p:sldId xmlns:r="http://schemas.openxmlformats.org/officeDocument/2006/relationships" id="283" r:id="R43b38b58ec514a17"/>
    <p:sldId xmlns:r="http://schemas.openxmlformats.org/officeDocument/2006/relationships" id="284" r:id="Rec7a461def094261"/>
    <p:sldId xmlns:r="http://schemas.openxmlformats.org/officeDocument/2006/relationships" id="285" r:id="Rf07e2e10bf7546e7"/>
    <p:sldId xmlns:r="http://schemas.openxmlformats.org/officeDocument/2006/relationships" id="286" r:id="R1b81ea351482469f"/>
    <p:sldId xmlns:r="http://schemas.openxmlformats.org/officeDocument/2006/relationships" id="287" r:id="Re8cff3ed572e46ec"/>
    <p:sldId xmlns:r="http://schemas.openxmlformats.org/officeDocument/2006/relationships" id="288" r:id="R3dfd1d6d61fe4c6b"/>
    <p:sldId xmlns:r="http://schemas.openxmlformats.org/officeDocument/2006/relationships" id="289" r:id="R8b8601247b5f4e0f"/>
    <p:sldId xmlns:r="http://schemas.openxmlformats.org/officeDocument/2006/relationships" id="290" r:id="Rbc06d2d9d9754ac2"/>
    <p:sldId xmlns:r="http://schemas.openxmlformats.org/officeDocument/2006/relationships" id="291" r:id="R5e1b7f5bcb044fb3"/>
    <p:sldId xmlns:r="http://schemas.openxmlformats.org/officeDocument/2006/relationships" id="292" r:id="R39d2db3359794627"/>
    <p:sldId xmlns:r="http://schemas.openxmlformats.org/officeDocument/2006/relationships" id="293" r:id="Rf030cdf097d748ea"/>
    <p:sldId xmlns:r="http://schemas.openxmlformats.org/officeDocument/2006/relationships" id="294" r:id="R3d72b875037b4657"/>
    <p:sldId xmlns:r="http://schemas.openxmlformats.org/officeDocument/2006/relationships" id="295" r:id="Rb4ff27f4e45648ce"/>
    <p:sldId xmlns:r="http://schemas.openxmlformats.org/officeDocument/2006/relationships" id="296" r:id="Re502f89120d84ae9"/>
    <p:sldId xmlns:r="http://schemas.openxmlformats.org/officeDocument/2006/relationships" id="297" r:id="R3187727a022f4e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704ac314df4386" /><Relationship Type="http://schemas.openxmlformats.org/officeDocument/2006/relationships/slideMaster" Target="/ppt/slideMasters/slideMaster1.xml" Id="R847572fc12b44f6e" /><Relationship Type="http://schemas.openxmlformats.org/officeDocument/2006/relationships/notesMaster" Target="/ppt/notesMasters/notesMaster1.xml" Id="R3612011d24284c63" /><Relationship Type="http://schemas.openxmlformats.org/officeDocument/2006/relationships/presProps" Target="/ppt/presProps.xml" Id="Rb002220710e543e9" /><Relationship Type="http://schemas.openxmlformats.org/officeDocument/2006/relationships/tableStyles" Target="/ppt/tableStyles.xml" Id="Rb532058c3ab94528" /><Relationship Type="http://schemas.openxmlformats.org/officeDocument/2006/relationships/slide" Target="/ppt/slides/slide1.xml" Id="R6e1b43753f2b4260" /><Relationship Type="http://schemas.openxmlformats.org/officeDocument/2006/relationships/slide" Target="/ppt/slides/slide2.xml" Id="Rec9474db7cc04963" /><Relationship Type="http://schemas.openxmlformats.org/officeDocument/2006/relationships/slide" Target="/ppt/slides/slide3.xml" Id="Ra7366b2b02b04753" /><Relationship Type="http://schemas.openxmlformats.org/officeDocument/2006/relationships/slide" Target="/ppt/slides/slide4.xml" Id="R2ad8a22b4aaf4434" /><Relationship Type="http://schemas.openxmlformats.org/officeDocument/2006/relationships/slide" Target="/ppt/slides/slide5.xml" Id="R22f82da2555645cf" /><Relationship Type="http://schemas.openxmlformats.org/officeDocument/2006/relationships/slide" Target="/ppt/slides/slide6.xml" Id="R2e0f661600a14214" /><Relationship Type="http://schemas.openxmlformats.org/officeDocument/2006/relationships/slide" Target="/ppt/slides/slide7.xml" Id="Rfaf9b0d4362b4478" /><Relationship Type="http://schemas.openxmlformats.org/officeDocument/2006/relationships/slide" Target="/ppt/slides/slide8.xml" Id="Rfc5647046c46434a" /><Relationship Type="http://schemas.openxmlformats.org/officeDocument/2006/relationships/slide" Target="/ppt/slides/slide9.xml" Id="R0550d7efbdbb4aed" /><Relationship Type="http://schemas.openxmlformats.org/officeDocument/2006/relationships/slide" Target="/ppt/slides/slide10.xml" Id="Rc412583ebd5e41d5" /><Relationship Type="http://schemas.openxmlformats.org/officeDocument/2006/relationships/slide" Target="/ppt/slides/slide11.xml" Id="Rd9547754591f4812" /><Relationship Type="http://schemas.openxmlformats.org/officeDocument/2006/relationships/slide" Target="/ppt/slides/slide12.xml" Id="R89dc806e9df244ab" /><Relationship Type="http://schemas.openxmlformats.org/officeDocument/2006/relationships/slide" Target="/ppt/slides/slide13.xml" Id="R39588d582cbf4b86" /><Relationship Type="http://schemas.openxmlformats.org/officeDocument/2006/relationships/slide" Target="/ppt/slides/slide14.xml" Id="R20c4e4323b0f4abd" /><Relationship Type="http://schemas.openxmlformats.org/officeDocument/2006/relationships/slide" Target="/ppt/slides/slide15.xml" Id="R8d56d27bf97b470d" /><Relationship Type="http://schemas.openxmlformats.org/officeDocument/2006/relationships/slide" Target="/ppt/slides/slide16.xml" Id="R0b6ec457cf1e40a7" /><Relationship Type="http://schemas.openxmlformats.org/officeDocument/2006/relationships/slide" Target="/ppt/slides/slide17.xml" Id="R35f58b1caeae4378" /><Relationship Type="http://schemas.openxmlformats.org/officeDocument/2006/relationships/slide" Target="/ppt/slides/slide18.xml" Id="R4a1486d9d769484e" /><Relationship Type="http://schemas.openxmlformats.org/officeDocument/2006/relationships/slide" Target="/ppt/slides/slide19.xml" Id="Re805583a6e364ce9" /><Relationship Type="http://schemas.openxmlformats.org/officeDocument/2006/relationships/slide" Target="/ppt/slides/slide20.xml" Id="R15799b51d412464c" /><Relationship Type="http://schemas.openxmlformats.org/officeDocument/2006/relationships/slide" Target="/ppt/slides/slide21.xml" Id="R75ab927010ed4307" /><Relationship Type="http://schemas.openxmlformats.org/officeDocument/2006/relationships/slide" Target="/ppt/slides/slide22.xml" Id="Rc0a4f7035496408d" /><Relationship Type="http://schemas.openxmlformats.org/officeDocument/2006/relationships/slide" Target="/ppt/slides/slide23.xml" Id="R3e772d00098445f3" /><Relationship Type="http://schemas.openxmlformats.org/officeDocument/2006/relationships/slide" Target="/ppt/slides/slide24.xml" Id="Raec9edc4657144cd" /><Relationship Type="http://schemas.openxmlformats.org/officeDocument/2006/relationships/slide" Target="/ppt/slides/slide25.xml" Id="R263c7252432842c9" /><Relationship Type="http://schemas.openxmlformats.org/officeDocument/2006/relationships/slide" Target="/ppt/slides/slide26.xml" Id="Ra98e3bd7f85740a1" /><Relationship Type="http://schemas.openxmlformats.org/officeDocument/2006/relationships/slide" Target="/ppt/slides/slide27.xml" Id="R0b1fbea5827743a7" /><Relationship Type="http://schemas.openxmlformats.org/officeDocument/2006/relationships/slide" Target="/ppt/slides/slide28.xml" Id="R43b38b58ec514a17" /><Relationship Type="http://schemas.openxmlformats.org/officeDocument/2006/relationships/slide" Target="/ppt/slides/slide29.xml" Id="Rec7a461def094261" /><Relationship Type="http://schemas.openxmlformats.org/officeDocument/2006/relationships/slide" Target="/ppt/slides/slide30.xml" Id="Rf07e2e10bf7546e7" /><Relationship Type="http://schemas.openxmlformats.org/officeDocument/2006/relationships/slide" Target="/ppt/slides/slide31.xml" Id="R1b81ea351482469f" /><Relationship Type="http://schemas.openxmlformats.org/officeDocument/2006/relationships/slide" Target="/ppt/slides/slide32.xml" Id="Re8cff3ed572e46ec" /><Relationship Type="http://schemas.openxmlformats.org/officeDocument/2006/relationships/slide" Target="/ppt/slides/slide33.xml" Id="R3dfd1d6d61fe4c6b" /><Relationship Type="http://schemas.openxmlformats.org/officeDocument/2006/relationships/slide" Target="/ppt/slides/slide34.xml" Id="R8b8601247b5f4e0f" /><Relationship Type="http://schemas.openxmlformats.org/officeDocument/2006/relationships/slide" Target="/ppt/slides/slide35.xml" Id="Rbc06d2d9d9754ac2" /><Relationship Type="http://schemas.openxmlformats.org/officeDocument/2006/relationships/slide" Target="/ppt/slides/slide36.xml" Id="R5e1b7f5bcb044fb3" /><Relationship Type="http://schemas.openxmlformats.org/officeDocument/2006/relationships/slide" Target="/ppt/slides/slide37.xml" Id="R39d2db3359794627" /><Relationship Type="http://schemas.openxmlformats.org/officeDocument/2006/relationships/slide" Target="/ppt/slides/slide38.xml" Id="Rf030cdf097d748ea" /><Relationship Type="http://schemas.openxmlformats.org/officeDocument/2006/relationships/slide" Target="/ppt/slides/slide39.xml" Id="R3d72b875037b4657" /><Relationship Type="http://schemas.openxmlformats.org/officeDocument/2006/relationships/slide" Target="/ppt/slides/slide40.xml" Id="Rb4ff27f4e45648ce" /><Relationship Type="http://schemas.openxmlformats.org/officeDocument/2006/relationships/slide" Target="/ppt/slides/slide41.xml" Id="Re502f89120d84ae9" /><Relationship Type="http://schemas.openxmlformats.org/officeDocument/2006/relationships/slide" Target="/ppt/slides/slide42.xml" Id="R3187727a022f4e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2b5bd678a840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89205d9ff94b96" /><Relationship Type="http://schemas.openxmlformats.org/officeDocument/2006/relationships/notesMaster" Target="/ppt/notesMasters/notesMaster1.xml" Id="Rbfa2012a4a7c4a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22e66c143b4103" /><Relationship Type="http://schemas.openxmlformats.org/officeDocument/2006/relationships/notesMaster" Target="/ppt/notesMasters/notesMaster1.xml" Id="Rc9e5a0d06b7443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804fcfd6444ca8" /><Relationship Type="http://schemas.openxmlformats.org/officeDocument/2006/relationships/notesMaster" Target="/ppt/notesMasters/notesMaster1.xml" Id="R2f41600bbb5449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02142d88094a72" /><Relationship Type="http://schemas.openxmlformats.org/officeDocument/2006/relationships/notesMaster" Target="/ppt/notesMasters/notesMaster1.xml" Id="R0566db2e279542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71db8a6bcf499a" /><Relationship Type="http://schemas.openxmlformats.org/officeDocument/2006/relationships/notesMaster" Target="/ppt/notesMasters/notesMaster1.xml" Id="R2997144c67f140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56ddcbcfd14195" /><Relationship Type="http://schemas.openxmlformats.org/officeDocument/2006/relationships/notesMaster" Target="/ppt/notesMasters/notesMaster1.xml" Id="R23791c12645c4a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8087a009824e7e" /><Relationship Type="http://schemas.openxmlformats.org/officeDocument/2006/relationships/notesMaster" Target="/ppt/notesMasters/notesMaster1.xml" Id="Rdf44f2590d8e44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90d3ac03744246" /><Relationship Type="http://schemas.openxmlformats.org/officeDocument/2006/relationships/notesMaster" Target="/ppt/notesMasters/notesMaster1.xml" Id="R9bc2cdeab67644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4149595d614e6b" /><Relationship Type="http://schemas.openxmlformats.org/officeDocument/2006/relationships/notesMaster" Target="/ppt/notesMasters/notesMaster1.xml" Id="R2009013abf734e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396612915243eb" /><Relationship Type="http://schemas.openxmlformats.org/officeDocument/2006/relationships/notesMaster" Target="/ppt/notesMasters/notesMaster1.xml" Id="Rffd7099fcd694f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3f6f7d4aa94367" /><Relationship Type="http://schemas.openxmlformats.org/officeDocument/2006/relationships/notesMaster" Target="/ppt/notesMasters/notesMaster1.xml" Id="R2bb2e2e1f2cc4f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a4a45e99cb4968" /><Relationship Type="http://schemas.openxmlformats.org/officeDocument/2006/relationships/notesMaster" Target="/ppt/notesMasters/notesMaster1.xml" Id="R8e8db4026cc84c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cfe4e3153e4f29" /><Relationship Type="http://schemas.openxmlformats.org/officeDocument/2006/relationships/notesMaster" Target="/ppt/notesMasters/notesMaster1.xml" Id="Rd61bf43602f546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81a11a77e74c6e" /><Relationship Type="http://schemas.openxmlformats.org/officeDocument/2006/relationships/notesMaster" Target="/ppt/notesMasters/notesMaster1.xml" Id="R0c12fc03e6274d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466274fde34b0f" /><Relationship Type="http://schemas.openxmlformats.org/officeDocument/2006/relationships/notesMaster" Target="/ppt/notesMasters/notesMaster1.xml" Id="Re698435c21c141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b54f09935948bd" /><Relationship Type="http://schemas.openxmlformats.org/officeDocument/2006/relationships/notesMaster" Target="/ppt/notesMasters/notesMaster1.xml" Id="Rf16416c1211b44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b1df0b005c4132" /><Relationship Type="http://schemas.openxmlformats.org/officeDocument/2006/relationships/notesMaster" Target="/ppt/notesMasters/notesMaster1.xml" Id="R71651e2d6a8f4f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e93675c62946df" /><Relationship Type="http://schemas.openxmlformats.org/officeDocument/2006/relationships/notesMaster" Target="/ppt/notesMasters/notesMaster1.xml" Id="Ra6a1df2154f74a9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95a2c23610463e" /><Relationship Type="http://schemas.openxmlformats.org/officeDocument/2006/relationships/notesMaster" Target="/ppt/notesMasters/notesMaster1.xml" Id="Rf1cb370b1ea64c7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c8b31bd76dd4c00" /><Relationship Type="http://schemas.openxmlformats.org/officeDocument/2006/relationships/notesMaster" Target="/ppt/notesMasters/notesMaster1.xml" Id="R697c1ffc66834a4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25235d94434fbc" /><Relationship Type="http://schemas.openxmlformats.org/officeDocument/2006/relationships/notesMaster" Target="/ppt/notesMasters/notesMaster1.xml" Id="Rc3a1059fea0547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0772afa6223433d" /><Relationship Type="http://schemas.openxmlformats.org/officeDocument/2006/relationships/notesMaster" Target="/ppt/notesMasters/notesMaster1.xml" Id="R30ab494bdd8c42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d664d30bfe470d" /><Relationship Type="http://schemas.openxmlformats.org/officeDocument/2006/relationships/notesMaster" Target="/ppt/notesMasters/notesMaster1.xml" Id="Re1bb88462efe4e0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16e894cbfa348f8" /><Relationship Type="http://schemas.openxmlformats.org/officeDocument/2006/relationships/notesMaster" Target="/ppt/notesMasters/notesMaster1.xml" Id="R0090c112f5b842e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bab51d1dbbb4e73" /><Relationship Type="http://schemas.openxmlformats.org/officeDocument/2006/relationships/notesMaster" Target="/ppt/notesMasters/notesMaster1.xml" Id="Rdd61bae036184ce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e45577e37554d51" /><Relationship Type="http://schemas.openxmlformats.org/officeDocument/2006/relationships/notesMaster" Target="/ppt/notesMasters/notesMaster1.xml" Id="R135b7c698ce9474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67d7d13e9114c49" /><Relationship Type="http://schemas.openxmlformats.org/officeDocument/2006/relationships/notesMaster" Target="/ppt/notesMasters/notesMaster1.xml" Id="R289e1b4f024f46f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75661edab634a65" /><Relationship Type="http://schemas.openxmlformats.org/officeDocument/2006/relationships/notesMaster" Target="/ppt/notesMasters/notesMaster1.xml" Id="R2c4ec37a1869498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2c8e32838784577" /><Relationship Type="http://schemas.openxmlformats.org/officeDocument/2006/relationships/notesMaster" Target="/ppt/notesMasters/notesMaster1.xml" Id="R4feabb7a0496427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1e6ca2213f4408d" /><Relationship Type="http://schemas.openxmlformats.org/officeDocument/2006/relationships/notesMaster" Target="/ppt/notesMasters/notesMaster1.xml" Id="Rf5ae6a6dcc20474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59160839c4b471e" /><Relationship Type="http://schemas.openxmlformats.org/officeDocument/2006/relationships/notesMaster" Target="/ppt/notesMasters/notesMaster1.xml" Id="R82993409667b41b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cd816f77bab46b5" /><Relationship Type="http://schemas.openxmlformats.org/officeDocument/2006/relationships/notesMaster" Target="/ppt/notesMasters/notesMaster1.xml" Id="Rf4178dd32d10432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0057ffcc2e24652" /><Relationship Type="http://schemas.openxmlformats.org/officeDocument/2006/relationships/notesMaster" Target="/ppt/notesMasters/notesMaster1.xml" Id="R8d8176c474334a6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bcd1e2f86104015" /><Relationship Type="http://schemas.openxmlformats.org/officeDocument/2006/relationships/notesMaster" Target="/ppt/notesMasters/notesMaster1.xml" Id="R73987725c825435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124a439c81b4346" /><Relationship Type="http://schemas.openxmlformats.org/officeDocument/2006/relationships/notesMaster" Target="/ppt/notesMasters/notesMaster1.xml" Id="R2d151c70f7c44ec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2649e1bd2314547" /><Relationship Type="http://schemas.openxmlformats.org/officeDocument/2006/relationships/notesMaster" Target="/ppt/notesMasters/notesMaster1.xml" Id="R54605d86183046c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186f9cff8384289" /><Relationship Type="http://schemas.openxmlformats.org/officeDocument/2006/relationships/notesMaster" Target="/ppt/notesMasters/notesMaster1.xml" Id="R1cef039a83a444e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98bb4b45eeb4a1f" /><Relationship Type="http://schemas.openxmlformats.org/officeDocument/2006/relationships/notesMaster" Target="/ppt/notesMasters/notesMaster1.xml" Id="R50e9dfc31413401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cb383d00efc4f9f" /><Relationship Type="http://schemas.openxmlformats.org/officeDocument/2006/relationships/notesMaster" Target="/ppt/notesMasters/notesMaster1.xml" Id="R60468a6f60554b4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468790354814f95" /><Relationship Type="http://schemas.openxmlformats.org/officeDocument/2006/relationships/notesMaster" Target="/ppt/notesMasters/notesMaster1.xml" Id="Rcdf6e6961d90438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93fe2bd5aa44bdb" /><Relationship Type="http://schemas.openxmlformats.org/officeDocument/2006/relationships/notesMaster" Target="/ppt/notesMasters/notesMaster1.xml" Id="Rf367a7aa19fb467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a6088e5b66842a9" /><Relationship Type="http://schemas.openxmlformats.org/officeDocument/2006/relationships/notesMaster" Target="/ppt/notesMasters/notesMaster1.xml" Id="Ref8699a48c2c40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dc62155074e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bf6054294b4a23" /><Relationship Type="http://schemas.openxmlformats.org/officeDocument/2006/relationships/slideLayout" Target="/ppt/slideLayouts/slideLayout1.xml" Id="R2cc017f4942540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c017f4942540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e44c9b4ac42f6" /><Relationship Type="http://schemas.openxmlformats.org/officeDocument/2006/relationships/notesSlide" Target="/ppt/notesSlides/notesSlide1.xml" Id="Re8e34c3fbdcb47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df6f25f5647be" /><Relationship Type="http://schemas.openxmlformats.org/officeDocument/2006/relationships/notesSlide" Target="/ppt/notesSlides/notesSlide2.xml" Id="R5e54f9f593d649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f075461b74fdc" /><Relationship Type="http://schemas.openxmlformats.org/officeDocument/2006/relationships/notesSlide" Target="/ppt/notesSlides/notesSlide3.xml" Id="R518b7420307f4a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a806968a64750" /><Relationship Type="http://schemas.openxmlformats.org/officeDocument/2006/relationships/notesSlide" Target="/ppt/notesSlides/notesSlide4.xml" Id="Ra2186a02527e40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1c69233e54f3f" /><Relationship Type="http://schemas.openxmlformats.org/officeDocument/2006/relationships/notesSlide" Target="/ppt/notesSlides/notesSlide5.xml" Id="R6fde6464a7e04b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3162a73c04667" /><Relationship Type="http://schemas.openxmlformats.org/officeDocument/2006/relationships/notesSlide" Target="/ppt/notesSlides/notesSlide6.xml" Id="Rbc8c0fb5f20347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2df2ee67348ec" /><Relationship Type="http://schemas.openxmlformats.org/officeDocument/2006/relationships/notesSlide" Target="/ppt/notesSlides/notesSlide7.xml" Id="R10f8358599b94d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0df1bf19b4e20" /><Relationship Type="http://schemas.openxmlformats.org/officeDocument/2006/relationships/notesSlide" Target="/ppt/notesSlides/notesSlide8.xml" Id="R547a6167fd3342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554b61b814b44" /><Relationship Type="http://schemas.openxmlformats.org/officeDocument/2006/relationships/notesSlide" Target="/ppt/notesSlides/notesSlide9.xml" Id="R2b7f837aed404b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5d1080c5143a3" /><Relationship Type="http://schemas.openxmlformats.org/officeDocument/2006/relationships/notesSlide" Target="/ppt/notesSlides/notesSlide10.xml" Id="R2ea0abd279424b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938e375c94c9a" /><Relationship Type="http://schemas.openxmlformats.org/officeDocument/2006/relationships/notesSlide" Target="/ppt/notesSlides/notesSlide11.xml" Id="R608bbfdcc0eb46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366ae6f9d4c0a" /><Relationship Type="http://schemas.openxmlformats.org/officeDocument/2006/relationships/notesSlide" Target="/ppt/notesSlides/notesSlide12.xml" Id="R645032977bcc4a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3408de2ae4743" /><Relationship Type="http://schemas.openxmlformats.org/officeDocument/2006/relationships/notesSlide" Target="/ppt/notesSlides/notesSlide13.xml" Id="Rfefc14482b5146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13c292fe54d7c" /><Relationship Type="http://schemas.openxmlformats.org/officeDocument/2006/relationships/notesSlide" Target="/ppt/notesSlides/notesSlide14.xml" Id="R846c966635744f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736c610bd4572" /><Relationship Type="http://schemas.openxmlformats.org/officeDocument/2006/relationships/notesSlide" Target="/ppt/notesSlides/notesSlide15.xml" Id="R3b174555453648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47fb89c5040eb" /><Relationship Type="http://schemas.openxmlformats.org/officeDocument/2006/relationships/notesSlide" Target="/ppt/notesSlides/notesSlide16.xml" Id="Rf63b0bbd066f4e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11507a34d48df" /><Relationship Type="http://schemas.openxmlformats.org/officeDocument/2006/relationships/notesSlide" Target="/ppt/notesSlides/notesSlide17.xml" Id="R18862a8b88cf49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bf1edc6004902" /><Relationship Type="http://schemas.openxmlformats.org/officeDocument/2006/relationships/notesSlide" Target="/ppt/notesSlides/notesSlide18.xml" Id="R1fa9dce443464b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1296130114d0e" /><Relationship Type="http://schemas.openxmlformats.org/officeDocument/2006/relationships/notesSlide" Target="/ppt/notesSlides/notesSlide19.xml" Id="Re6ed1eeeeb284b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a6cdb90e84240" /><Relationship Type="http://schemas.openxmlformats.org/officeDocument/2006/relationships/notesSlide" Target="/ppt/notesSlides/notesSlide20.xml" Id="R51f5529b587e423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4344563cd4df3" /><Relationship Type="http://schemas.openxmlformats.org/officeDocument/2006/relationships/notesSlide" Target="/ppt/notesSlides/notesSlide21.xml" Id="R635312a4f3ea47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e1bbd25cd41d3" /><Relationship Type="http://schemas.openxmlformats.org/officeDocument/2006/relationships/notesSlide" Target="/ppt/notesSlides/notesSlide22.xml" Id="R0a64f86ba6c14da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233e9e31e4d82" /><Relationship Type="http://schemas.openxmlformats.org/officeDocument/2006/relationships/notesSlide" Target="/ppt/notesSlides/notesSlide23.xml" Id="R6f6ff5d7bfac4d1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862766e2f49df" /><Relationship Type="http://schemas.openxmlformats.org/officeDocument/2006/relationships/notesSlide" Target="/ppt/notesSlides/notesSlide24.xml" Id="R249b817bc4464ee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b54e352754604" /><Relationship Type="http://schemas.openxmlformats.org/officeDocument/2006/relationships/notesSlide" Target="/ppt/notesSlides/notesSlide25.xml" Id="R71e8c5944bb844d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4217799b6405c" /><Relationship Type="http://schemas.openxmlformats.org/officeDocument/2006/relationships/notesSlide" Target="/ppt/notesSlides/notesSlide26.xml" Id="R02b53c8a019147c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f0bfd626746ee" /><Relationship Type="http://schemas.openxmlformats.org/officeDocument/2006/relationships/notesSlide" Target="/ppt/notesSlides/notesSlide27.xml" Id="R0857bfe62b4c497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94088bad0453f" /><Relationship Type="http://schemas.openxmlformats.org/officeDocument/2006/relationships/notesSlide" Target="/ppt/notesSlides/notesSlide28.xml" Id="R134b774f4c64481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b7ac43628417a" /><Relationship Type="http://schemas.openxmlformats.org/officeDocument/2006/relationships/notesSlide" Target="/ppt/notesSlides/notesSlide29.xml" Id="R1f230748e0e54c7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b5eb5992648b9" /><Relationship Type="http://schemas.openxmlformats.org/officeDocument/2006/relationships/notesSlide" Target="/ppt/notesSlides/notesSlide30.xml" Id="Rb0946932077e4af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7ce65fbe34042" /><Relationship Type="http://schemas.openxmlformats.org/officeDocument/2006/relationships/notesSlide" Target="/ppt/notesSlides/notesSlide31.xml" Id="R2db5ea726369412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a619cc15444f5" /><Relationship Type="http://schemas.openxmlformats.org/officeDocument/2006/relationships/notesSlide" Target="/ppt/notesSlides/notesSlide32.xml" Id="R93950d719b58435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2c0990e7340fe" /><Relationship Type="http://schemas.openxmlformats.org/officeDocument/2006/relationships/notesSlide" Target="/ppt/notesSlides/notesSlide33.xml" Id="Rfce6f7f9d21844a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145af09574424" /><Relationship Type="http://schemas.openxmlformats.org/officeDocument/2006/relationships/notesSlide" Target="/ppt/notesSlides/notesSlide34.xml" Id="Rc57e2402af1f462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b81a64b6744f6" /><Relationship Type="http://schemas.openxmlformats.org/officeDocument/2006/relationships/notesSlide" Target="/ppt/notesSlides/notesSlide35.xml" Id="R4502ff74f502416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e545176184517" /><Relationship Type="http://schemas.openxmlformats.org/officeDocument/2006/relationships/notesSlide" Target="/ppt/notesSlides/notesSlide36.xml" Id="R7d0b1386629943d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da529ee684edc" /><Relationship Type="http://schemas.openxmlformats.org/officeDocument/2006/relationships/notesSlide" Target="/ppt/notesSlides/notesSlide37.xml" Id="R48c52fa907ca479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ff82ce91f49ad" /><Relationship Type="http://schemas.openxmlformats.org/officeDocument/2006/relationships/notesSlide" Target="/ppt/notesSlides/notesSlide38.xml" Id="Ra57c7551ae81473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331179c1e4973" /><Relationship Type="http://schemas.openxmlformats.org/officeDocument/2006/relationships/notesSlide" Target="/ppt/notesSlides/notesSlide39.xml" Id="R6206b92f4c044ee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b3d40d1c04a8e" /><Relationship Type="http://schemas.openxmlformats.org/officeDocument/2006/relationships/notesSlide" Target="/ppt/notesSlides/notesSlide40.xml" Id="R37048fa679024fc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5953282b44635" /><Relationship Type="http://schemas.openxmlformats.org/officeDocument/2006/relationships/notesSlide" Target="/ppt/notesSlides/notesSlide41.xml" Id="R4fd7d959dc4c42f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938af793541ae" /><Relationship Type="http://schemas.openxmlformats.org/officeDocument/2006/relationships/notesSlide" Target="/ppt/notesSlides/notesSlide42.xml" Id="R5f7105bb3b0940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8494F-B47A-4989-A86C-6FEF92A5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E2F1E-0098-408D-9D8A-277950C9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Fundamentals of Agronomy: Agriculture: definition, meaning and its branches, Introduction and scope of agronomy- Nationa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2A15E-6660-4926-AA26-EEE3B6D0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Principles of Soil Science and Agronomy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1BSSA105/205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F2750-206B-446A-8D62-CABAF5EA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060ED-37AD-4514-8353-1856758F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E4172-3A16-45B0-AB75-7E155258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97143-E6FA-4902-BDA7-959C3596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9444B-BDCC-429A-B2B1-42496B09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AE866-FC1C-4970-86D2-8C9CF844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67F14-F42B-4E77-8E05-FCFD5BB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87801-25C5-469E-A20C-081B6E4C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4DE9A-794E-4BA8-AA8C-DC136C7A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69311-1E9C-4150-BA89-2FCB7BCE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04361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5E52B-8ACC-4241-AAF0-9412A37A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BBA0A-0B2B-4494-83DB-52966FF3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F17A2-4CCE-4ABA-965B-1BFA638D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D0C84-9173-4195-BB05-F1D44F10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9FD11-EC26-4CBF-B6D4-8BF5A887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1D676-E49B-4565-B27F-3BDCA937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32B28-3117-4D15-A3D9-10D3C8C9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44B80-546C-41BE-81BA-D387F3B1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ECB5F-37DC-4449-8117-474AE38E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99ED5-6DDB-4FE5-B6E6-E5F06876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5CB49-1BEC-46F5-A758-DCD7521B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E94CC-218A-4BA9-8230-823E5205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A1AFE-D9D7-46CB-94FE-DCF6BAEC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4E690-DEE7-4ED6-A977-DDB5E10B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F3580-EA5F-4188-A61E-EC9FA612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19631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16CF90-270C-4AB2-8867-41553FAB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BFFC7-87B0-4CFD-9BA7-38CA5FC2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BD653-BBC3-48E7-A9DD-F9E45354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1B91F-0DCA-4963-81A0-F7E8A1A5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D9A86-0F7F-4042-BF02-FECBA854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6C8BD-4005-4857-8BDD-1D3DA802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1F4DD-ADE3-4D23-ADB2-5B64730E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B9DF9-4E89-4867-B873-7F155667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9B507-CCE5-4CC6-8F0B-F958E9DE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Fundamentals of Agronomy: Agriculture: 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5C39B-4E1F-4FF3-8649-9D744528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3A086-A20F-44C7-B072-CA9FD36E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F4978-4C4A-4FCA-AB37-564878A8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and its branches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FF1B4-D11C-4322-9275-90D23DF8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1619B-4A7C-4E1D-AFCA-FD47DE1D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98BCD-864E-44F7-9D0A-20684E26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and scope of agronomy- National and Internat...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1AED5-DBC0-4513-B8EF-5286DFFF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E5664-4C05-4A3B-9C28-0D4C6B5B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7C7B2-D418-4112-836A-BDCA934D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Classification of crops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6495A-0CA6-4317-B02D-AC640459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75AB8-DBE8-4757-B8FF-43346973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4C64E-8D88-4FA8-9BC2-85C4E194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According to Origin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9E2B9-3040-48EC-88AF-91107E3B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E34F7-589D-4F73-9869-2541DB9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FFD52-5BF4-4C39-97A6-1DD1F018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Botanical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97857B-6B21-4402-9327-C7A68126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F1A77A-AB98-47B4-9E53-E11C7207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45D9A-74CB-49FD-86AD-7DE47DCE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Commercial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13B0BF-D304-4C75-B8F7-35EE7B07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72ABB-978B-4095-9FE0-DEF6BEB9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E610C3-1C56-4368-A81F-EADDF21D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Economical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C3845A-4D67-49E5-B6CD-075EBFBC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C8A9D2-2006-4D96-A8D8-CA343F8C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982510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7FB70E-A556-4268-A508-CB0C6479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BFD1C-7B49-4B1D-B660-55D5BED5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F5F74-AAAF-4A63-A569-7F15B5D0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98C5E-6803-4220-8D4B-BE3B0A46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32636-5FE7-4C0A-BD83-0524EB6E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D4144-ED5C-492F-8C5E-FB586CDA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60692-4656-47A0-835A-3BB37652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54FAC-AF99-4874-BB72-A521FE7F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Fundamentals of Agronomy: Agriculture: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BC517-98B2-4CDD-BC0E-F0B25F4B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D2044-5BE5-43C7-8D41-597913BA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05164-0D9C-4B91-830E-E2BD0A6C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meaning and its branches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071E9-4381-4F8F-9782-3A139A50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3FF64-76C2-4CE3-9A2E-94F89A87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37CE5-1C7A-42E9-A0A8-B5C6A05B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and scope of agronomy- National and Internat...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B66B7-11BC-49FD-85DA-F4CE68C3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7FA13-41B5-4482-9BCB-EDA9ACA6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2D1C6-D6AC-4FD8-8BD6-65E52A3B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Classification of crops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E71BE-DA1A-40DC-BAA3-6BD61805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145BD-6B07-4FE8-8A8D-79ED14B6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F273B-6A43-4B8B-BF91-676055C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According to Origin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86437-3FEF-4B56-B2E7-883852B3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C5FD7-10FA-4562-83F7-7132C0ED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9BF6A-80EE-4662-BD3D-9BDC3410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Botanical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42E84F-7663-4EAA-ABA3-F48DDDA7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C33E9-6104-4883-B7A4-0E40437E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1CA358-DA2F-4703-AE63-2AC587B2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Commercial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52854-3DC3-4D5D-98AE-E431345C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568FAB-B459-4C96-9D11-BAC18753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AEED76-ED97-44AA-9108-22E5D01B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82082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0384F-DFC3-462D-A79C-FA430A13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5D50B-0432-4095-9688-A0117987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79437-AF62-4980-8F7F-AE8F35AC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31B3D-55B5-4BD6-A9DB-3DFF1C28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FD3C7-81E7-4F79-814D-296B0DF6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Fundamentals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CCC64-2E7D-431E-BCA8-8789F0F4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Agronomy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C04C2-FE91-4B8D-BDDD-43D829C9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Agriculture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95F58-8543-4BCA-A77D-B487044B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DE4F0-9C98-40EF-B5CD-36FD768D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77935-EA56-424F-AD19-6D9231CF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branches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1BDD1-E6C8-443D-B850-CFB43966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4FAFF-5349-4691-812D-1333C43D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agronomy-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4D72F-9DAC-405B-96AA-1E53AAB6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Nationa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8E750-0D1B-4CF1-9914-1EC7CAA6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National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CC7D2-960D-493B-AE67-51A08B6E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7FCE1-CA63-40FA-9242-8E3E3394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917565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22410-0D13-42C9-8EC1-88549FCA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4935C-C5CF-4BD2-84E0-09CAACFA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0C1E6-4D76-4246-8A2A-6FF1BD9E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E3FB0-D808-4292-8505-90154814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2F705-4EA5-4AAB-829A-91E8AE47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Fundamentals of Agronomy: Agriculture: definition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0AE40-F0E8-4A71-81B8-C6501653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Fundamentals of Agronomy: Agriculture: de...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2D3DF-B472-4843-B71F-E1AF774F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8D69B-D012-45DF-BF6B-39D1ECA1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AC872-BED3-46CB-B662-897D32F6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E4711-760A-49CE-956A-B51985A4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5E1A0-428F-4232-8956-11F591F8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34A52-AB8A-4118-BB62-19359FD7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B79D8-B5A0-419D-86DC-A05EC6DC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8E451-7315-425E-944F-8006AA05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CE856-18EC-4917-A739-80C9F359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89206-B850-4A12-8196-A90D4ECD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779280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955AD2-059E-428E-9484-B9F7894B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5BA9A-55D2-4C9B-A722-261D4C58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DF920-B62C-4C47-98B6-2F63307B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5277C-E808-4669-A6CC-3E9CF7C6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E2AFD-0699-4A3E-920C-18C6059A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61BBF-4D2D-4642-87A3-F43267BB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61C9D-0734-40A3-95A9-E1CCDDB3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191EC-480D-4BC5-B68F-7E3D9BAA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D63B7-8FA4-4F35-852D-A5344060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Fundamentals of Ag...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5C364-FCB7-4984-927B-F71A86AA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1EF65-4EF6-4457-9EB9-3F0433B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58200-E3AE-4B80-8252-7F19FC3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Fundamental...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3E086-D96F-40A7-83D7-68031E54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E0E32-27FC-4AB7-ACFA-3AF404AB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44826-5936-4809-B30E-D082F7DE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Fundamen...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0ABEE-EC79-47CC-B92A-25725A1D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1D3D6-78F1-471F-95FA-FC925ADC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2EE9F-7862-4F2D-846A-80051372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Fundamentals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461FF-E990-40E7-B98F-E638D7D0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BBB09-84F3-4FB2-B46B-12CB4411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19090-5E95-4730-8D94-1DA0CA48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Fundamentals 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092C1-DDCB-4C17-8BDC-302D45DB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C6E1C-7841-4063-84C2-69C0E258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836556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E75F3-0BF5-44F3-A37E-5629521C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FC62B-8C6F-4847-8ABD-D6ABB381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573E6-D9C5-4380-961F-EEA07561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1343-C759-4C72-A271-D2F34DC4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B4CC0-F70A-4A2E-8882-62D07FC7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AE69F-565A-4933-BBE4-28417EC1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C3DC5-B81E-4027-A9B5-E26DD1FD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0A06A-E883-48DA-A26B-8B99CA5F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A9ADA-4DAB-4978-AB9B-6895AE30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BA51B-E96E-430D-93B7-B3B10ABA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EDC9F-C301-4869-9FD3-8799CAC8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7201D-DCB8-44B0-A82D-17E7E18E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8F8E1-38EA-4F66-80F1-CD7D0B18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F3997-A9EA-41CC-BBE9-520DABCB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53B32-1D33-452C-8CA0-F82415EA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8510278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77852-8CC1-446B-989D-CB733A22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59B8D-F354-4807-9DC4-803B306F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44A6C-051F-41B4-A6BD-4E9C7E98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FF155-695A-489D-B5A1-1196DFBC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75483-6778-4CBF-AE9E-30515581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DE9CD-00DE-4BE6-A793-A693D09B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Fundamentals of Agronomy: Agriculture: definition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3FAF6-CCB1-40E7-8B21-D2623FE3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81D11-404E-4244-B887-E4BD0AEE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1C2FB-4D1D-494A-A07F-4702817B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BE65E-0F21-4987-B53A-BD597943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D4D57-9E65-49C4-AF31-594FE2EE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9860153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B2CE1-A0D0-4A79-87BC-72B38EE5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F91AF-E9FC-49FE-BE24-6B36E8A7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2118B-F1E5-496A-A600-85D78F8E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250F0-4B8E-4C6A-B2D2-609A233B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2D6DC-8502-485C-9F52-1A594D8E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meaning and its branches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B8993-A150-4177-9A7D-E3BABF14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meaning and its branches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2B698-C8E1-43D3-A6E3-BF8051FE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A03F4-ED9B-4840-AE03-6B3963CD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F5590-286C-4058-BB2E-DB6349E2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9D4F6-8FE3-419C-9458-34CC6F8E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91697-C6A7-4F09-8E76-4F674750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4C961-82A4-41F8-ACA5-4658D0D2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31A41-69B6-4C09-9374-6CEAD6D1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9128E-A0B2-48B9-8792-B76A40D8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3B8BD-A4DB-40FB-978F-8F61EA24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A2D28-1D4F-4681-A786-BE5C01A8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591072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DD226-82A9-4288-BBCE-D423B022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0B450-B85C-4873-BBB4-81444CD4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800F8-9204-4401-AD35-5EACDCCE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CAA30-FE90-4DF0-9E8F-AF327F1E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628F4-9AEF-4A91-BE72-CB0E7D38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83844-3B9B-4F3C-90FE-87EB96A4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FDA75-CE84-4D03-B54D-592354EC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8A46E-E48D-4EAB-A3FF-0DA28F4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F1A28-626C-48E8-BDC7-5DFA3D4C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meaning and its br...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F06BE-221A-4DA8-A2C7-DE14938B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FB08C-7D06-4B21-872C-0A197325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79453-26CD-4DD3-9DDD-EBBB8FE6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meaning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4799B-DA35-4385-AC90-46FF5856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CB128-4109-44F4-AFD0-4AF51D51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414C4-CD7A-45C3-905A-E17347DA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meaning...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AB85E-EB40-41EC-9836-5290C5ED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A874B-9EED-4742-B2E0-A7AE6D52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C2F0A-7532-4F91-A8AA-581DE256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meaning and its...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730F8-6154-4707-BC2A-B2D63451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83CAA-6C45-4329-BBCE-47A597D8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790A4-FFC9-440E-BBAD-E642A00C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meaning and it...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CA61A9-A787-459C-8175-2E1A7DB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2C43F-BC6A-462E-A2E1-D2F000BC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280211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3E79F-DF53-4C33-80CE-4E419904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9CE22-6D15-4A8F-AC05-F18B9596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0C4E8-5505-4F42-B35E-45DA0DDA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DBA16-6442-4427-985A-859E0A40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18DA3-E00A-44D2-BB11-9AAE772A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42826-3E02-437B-83B3-29EE36A4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8F9AE-0746-4A30-A1FA-A820CAEF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9A1F9-AA67-465B-9A08-709206A9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F6E43-EBE8-445D-BA37-6E3E6DFB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5DD2F-667D-4F6D-BB64-89AC4218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41B6C-85BF-4E58-B333-14C9BD1C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8C5C1-EC28-4A7C-A3C5-A01249DA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09F3D-7CF0-4C92-BC62-DB78D509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C30C5-C465-4FEB-B9BC-E9F4ED87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D230B-0782-4D01-B898-A63FAC4C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65630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C7495-0372-4BB1-8538-1A6CB28A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2C567-7549-45F9-B592-F25495CC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CB9F2-539C-4878-87B9-3EE479A5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23603-DE41-47AF-86CB-3625A4B4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C7299-2147-411B-B1C6-64C15BA1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6DD32-095C-4E9C-A9A4-AFD2BC2B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meaning and its branches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82179-959F-4DE6-BEB9-C0930BE0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9D2A2-80F0-4F63-A4BF-B8A27D4A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2974C-18B9-4AA4-B29B-1291CBC4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EB9D9-F68D-4C5E-B569-A2043350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DD06E-8012-4B1C-832F-B57B9D03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904870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8E25D-2991-42CC-8C65-23EC9401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012A3-7343-473E-96F6-FC4B81E2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97FF3-1B99-4ED1-AE66-5B4C4E47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DB2C4-D151-4853-AC37-E927395A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8E49A-6C53-43B7-B8E2-D7AE6EDD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and scope of agronomy- National and International Agricultural Research Institutes in India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C46B6-D495-44A3-83AD-050EE68E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and scope of agronomy- Natio...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5C3A8-4E1D-4315-8026-AEBE284C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B3735-8DD6-4724-BC71-73FCDDD9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24BCA-60EC-4C6A-BD07-B4F7F730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83D17-CD51-454A-9F9B-94D2A920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F2D4F-D04E-4295-8DD9-0730C363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C39EE-1BB5-408B-8A9C-EAB46DBC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8EDFE-C3D3-41AC-B998-02BB199C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DB072-9088-4384-B5AD-E0B3C0B8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0FDE9-6821-410F-853D-04EF6647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9987F-CF73-493C-BAE4-F1D65F9E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24257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D7E3B-740A-4BCF-B6FA-2BBAA2F3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4DF19-6E0D-480A-945D-657975F3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FB95A-C841-4842-B296-792507B3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8C91F-EAF9-4364-A8EA-33B1C538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FDA2F-8827-4575-B758-3CE57456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4512A-3E0A-4E32-BC9E-D9FE5E2C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16917-5B74-4873-839B-4676837B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E61C1-8372-4D98-A322-A1A8A32C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F85B5-F5F2-416C-9FD8-933788B9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 and 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DBB94-7DA4-4269-AEA1-0F4E6A94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1BEF7-31E8-42CD-9AD3-5519CA17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78A3E-C58C-4B77-AE4B-7F030197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1AE8A-935A-4001-9776-CA52D8B8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97774-3030-46BB-A14C-6F97DE98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AD25E-873C-4267-A3C6-A9376084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40076-DA1B-4881-920D-866D4104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1FB28-DA2A-48ED-8C34-EAB684ED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9385E-A71A-4093-82B3-8FE56057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0AD2C-9F25-44DA-A5F1-F1C8152C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328DB-66C1-40BE-8477-76DF65AD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1DFA3-D9FA-48CC-8822-2F474711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 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30F59-9A5B-4AF9-A4A5-7BE28614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E8738-B0B4-47E8-88BC-F3C654C9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548463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C0C10-6E0C-47D5-AA05-14F10BB3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651CB-ABA7-4CFE-A33D-50471F67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9CB92-D4B0-49A4-A2EC-4A905F7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6A56B-AB79-4D8F-A060-00003D2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898EF-767C-48D1-9A78-14E4B61F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71470-C0C6-4539-A819-18B0754A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F75D2-20E2-4E07-B6E0-B2F7C05A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14097-4F50-42EC-855B-EB7964B1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D56AD-62EB-40B2-9BA3-1DAFE073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DCD25-965B-4692-AFEF-F4C666DD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BE451-5833-48C6-8FEA-6DFF0461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5CD8B-4E64-49D2-A105-7040C2F8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DC129-F5D6-415D-8781-92AB0C49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E37C7-EC8B-48A9-9D7A-46231DA4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07A26-3FBD-43DB-B506-71615C3F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7584524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B53F1-376F-44B2-AD04-22EF8D4F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21E65-040A-4DF3-A6BD-E6EDFAB3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DA9BB-1A6F-4C6A-BE1F-E59BC858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A6FC0-3252-473F-8BFE-DCDACFE6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4B0D0-7FA2-4A66-9205-F66CD111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23995-902C-4C38-B56A-37462F67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and scope of agronomy- National and Internat...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914C4-6D2B-437E-92CC-A56AD4AD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F80E8-7AB0-49F0-8747-8097901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2BA88-4C7F-4EB3-B759-01FE0322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43906-DD68-4765-8815-0576B215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DA3AC-5D6F-4E1C-9EB8-BE95D884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53355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CF0FA-6E18-4F3C-800A-225F0E7D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B7F66-7825-470B-8AED-3F1A973F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244E9-2911-4B07-9885-E9A9D9E0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CF8B9-DD79-43A3-9830-77EA497A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21F74-B082-4EF7-B9A1-D8B552EE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Classification of crops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49989-416C-4FD4-BFBA-E82F5A07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Classification of crops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75079-3DDE-43C1-A6B1-8A32CB1E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247BE-36F8-4970-BB33-8C5E092F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F4FCB-5D35-452A-90F5-9A540E9F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D4389-5CAA-4E3E-8461-29E69152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43957-D799-4917-B957-0E3BAF4E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AEEB7-4252-474D-BBC1-1ECA559B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8E719-14EA-42E3-B7AF-D9286C31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DFAB0-2485-4999-8FAA-921F908B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74915-A45B-4525-9804-FB8D7A3A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D934D-F674-49FC-B219-A5F6A83F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87788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D520D4-3050-41F4-8AE8-B1A3A360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9F0EF-DBE1-4941-AF9C-5D34B43F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FCCBF-912B-4519-BB0C-B79FD5DB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A3137-A924-40B5-BE75-0C5AFF4C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81C0F-2A9D-4AF3-AC53-38EBDB0B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FE6B6-7105-4850-ACF1-BD9AA45C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DBD1E-7FFE-4ECE-9345-EEA308D7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6192C-D34F-4C23-ADE5-8767C64B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24087-F1F7-441A-B332-161E84F2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Classification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2F2AA-98BF-4C32-AED7-5D1420D8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F7624-8D4D-4796-BDB0-40C60ABB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D3CFD-8DA2-4146-9FD0-4C126B4E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Classificat...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19561-B4C3-4FA7-8094-1E3CEC92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E0067-8490-45D6-B3C0-CBD227D9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39371-77FC-46D9-AD42-230E67C7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Classifi...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2A21C-4323-41AF-8761-F5B21120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FF596-4E5D-41F1-BAF8-1C30EBA5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24C38-8091-47E2-9471-01182B91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Classification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32C6B-F05F-4782-A4BA-F6F10984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99608-5708-4F92-B37B-D38C68E1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0017F-E97F-4073-B792-4EAC8055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Classification...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FAD5CC-B224-42DE-8096-F426B26A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6F364-3FDE-43E6-A0A9-03874B30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541434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A24EF-0427-4567-AACC-9F3D89D6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D3BD5-49D9-44C4-9817-E2BFC288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97652-2F58-4B4E-9767-9923FD60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21D58-F842-4BD3-A1E7-AC88AE9D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D9E3F-7753-47EA-AFE3-7F74F687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BC3CA-AA86-4F23-8EBC-2B3DE96C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2494E-8141-481A-878B-E277515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931F4-0804-49B0-AD5F-F26249FF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BCC51-94BD-45DA-A301-592169B5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D84CF-EAC4-4F30-B6DB-A96C8A99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31518-DF7E-49CF-AC7D-345BFFCA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A5250-0D11-4377-AD5D-FA80EC9C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6F0D0-BC8F-4FAF-B888-B8D74708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06FD6-3E3A-4DA2-AAC4-C0420371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47F54-519C-4F59-8D73-B979C760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3084572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281F7-604A-4B8A-8FD6-4290E34A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58BFE-170C-422B-95BF-BE7C4C32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CFD58-C523-4009-8AC9-D0F484DB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6212C-471F-443A-AB0B-18003FAA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75A7C-EE71-4E17-89F1-FF36C22A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1643C-39DA-41FE-BE49-1B07BE28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Classification of crops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E8B52-A6E7-4A26-990A-F85D903A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DF7B4-08C1-45A8-ACBA-8C7D5FE2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9FADF-E40E-49BD-AD69-9F6720A4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4C947-B771-4464-BD1A-8ACCC421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9EDB5-0AFC-48A8-B069-A625A9CD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699945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FBC63-C5B2-4D83-BE8D-C98B21C4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8769F-4195-4789-9694-864E7531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6D113-5A1F-4F3B-B5FC-539CE9F5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BFAE3-3680-4B8B-B5A4-68AFBB93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F8C38-6689-428A-8C49-F62CA158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According to Origin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5E3B1-044F-4343-8C3A-D825A1BA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According to Origin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97356-B27F-4DB2-ACD3-1C1BC405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BD7A-A23A-422F-BAD1-EF2A3A4E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6CEDF-DA1F-43B5-AE39-2C260224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C444F-B373-460F-8E0F-BD018CE7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29E85-8287-4B2C-9AB6-A2E3B94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FB3A4-84FD-4C80-A59A-AEBECB41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67593-EBD4-4157-8FA8-55716361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BA196-5A72-4544-B883-4E5B33C3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CB870-0DC9-482C-89AA-B76E2E3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C0D47-02EF-4F93-9B08-07199E8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8519077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4172D-CFD0-462F-9829-CBFFE37C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BD4E8-E235-4DD9-BA3C-46AFA6D7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7EAC5-E52D-48F4-B1EB-EA7E581E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6F6E5-8B69-48A5-B9F0-E73698EE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40B07-92F5-4986-B331-F51DA94A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FBC48-1AD9-4D4A-848C-F01201BD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C7B0C-7A28-434E-9BC3-797F0B1E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6F34C-CD24-4D9C-9ACF-680095E8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C57E0-9575-4BF7-880C-4ACFE416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According to Origi...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182CA-0BA8-4537-916D-CCD458F9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AE577-7336-4368-B861-759B9B50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45215-A255-4ACE-A5D6-EBF991B6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According 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4A19F-2709-4670-9315-4E072A74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EDDF5-7996-4765-B434-25DF382A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01CA6-2079-48F9-8C7A-83069DE6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Accordin...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4A82D-15B7-4E80-BC24-3943A98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442D9-C319-4F2B-8D96-B45EC040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0CADE-8AFF-4430-89F0-4D03ECF1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According to Ori...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90987-2774-4216-84D2-06217530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1520B-1EE3-41F8-A064-E6E38C0F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77CE6-F069-4D0A-B216-9930759D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According to 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61297-8F75-42B4-B015-150D1D22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68805-B489-461B-9F3D-7E139510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6247085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69D84-C956-4436-A8A6-8FFFFC1E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DE318-BB9F-4ED7-98E2-A9337C69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77643-ADA1-4305-95E0-EAF0578E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B245F-AF43-474A-9679-A8BCE2FA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BF0A0-1B5E-4282-BB0D-56E966DD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7FAFA-F74B-4EBF-A209-2C87BF37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EA669-4808-4A66-816D-1E851866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7A4BB-3946-465C-BCB6-9181FF21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7EB1F-3924-4D44-A2AA-F12DB9C5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9ED88-4DF8-4644-9827-37F813EE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14CCE-481A-4471-BFD7-B44773EA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A17A9-1F42-4959-BEFC-A5788918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3380C-75C1-4824-AE90-75CBB63A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E5038-6446-4803-90BC-EBBE501C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AB409-ED23-40B6-A99C-2CCDD813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35874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2ACDC-326D-4AF4-B364-50C8718A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F97A3-BD5A-4D50-9C68-AAA470AC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96B14-A4AF-4216-8C7F-3E8E594E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E7B60-772C-410E-A919-5FA5713A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AD550-FEBF-4BC9-B868-B505BD48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F57BB-2390-4EDA-95E3-4304FCE4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According to Origin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17593-92B1-4BD4-8380-A9B8B086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1E75D-3EF2-4E7D-85D9-E9316542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266AF-7880-4660-A9D8-BAF0EF27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332BE-F450-494A-8F17-8D08FC24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AF8E1-82DA-4A25-A4A7-42019FC7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110319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3C05C-22B1-4B3B-A8FF-B488F488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95203-B0BC-43EA-AC04-FF904A64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71293-E9D8-4771-82B6-3A226725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EDB7A-02CE-4603-9082-5AE5B54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6F549-405E-4275-946A-AF1E4B78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Botanical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06B9F-A441-46D0-87ED-89A7F287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Botanical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12688-07DF-42C0-9EB0-1DB06F73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7DA70-8A7A-4D3B-B4D1-268E719C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28319-96DA-4463-8A22-A4F370A4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E3FA8-8E49-4206-A8D3-D2447937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83A6C-04CA-4445-A3E0-CA7C973E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7FE11-426A-42D6-A061-BFC81F70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FB801-0340-4785-9B33-A33EC102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DFFE8-E4D6-4858-89D5-30D7DBD5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C2BA9-2637-4B9D-92CD-0ED5B1E1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7314C-CAF7-45DA-A838-F0B127A4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7281296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FE10C-CA7B-4C0C-A474-BC5C5E64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06314-7E5E-4216-A149-272D25AA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AA383-A96C-4F23-8D8F-16C7EE24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C7353-C81C-4899-A126-723014EF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55D6C-A57F-4A01-8719-E495551A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13EB8-86F2-4E4C-ADCD-18E9F94A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93377-F05F-4FCC-9F29-88C56DDC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888DE-B15F-4741-8CCD-D867F565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9DEC2-1A21-4507-9A6A-89BDB5B2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Botanical.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A5E73-FE5A-418A-86BB-BABCFA8D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AECEB-DBF8-4B4F-A322-D2D5F75D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8C40C-F0E3-4694-80CD-17541538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Botanical.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8D2A3-8845-41E5-ABD5-BB8A7EA8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0FF00-1AB8-43E6-A932-82FFB50A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7E120-5DA5-4841-9A74-2CE2B399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Botanica...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6F221-FE2E-4E32-9D74-B4BBF423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1342D-561F-4371-8FC2-BE2DE3C5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2AAB9-29DE-42EE-BCC9-D7298CD4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Botanical.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08CFA-498E-4F1C-8895-1F049DC8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DBD86-7ACE-45AB-A187-1781560C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4D28C-6B9F-4CD1-9EF5-508BCA8F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Botanical.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DF927-B9A8-4AF1-B682-5B9B6C91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C3D62-459E-40DB-ACDD-062720C5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832307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3BDF4-8740-4C4B-929F-0254F654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95E11-CA5E-4628-8800-17EBD4AB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9D38D-E289-426B-A58D-DBA10823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54CFC-FEC7-4B1D-8618-4113E226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0BF48-6923-46E6-B453-4D10FB8C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C5FD5-0854-4AA0-91CF-E9D11CB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A06AD-2FFD-4049-A62C-5A60B4C2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12BF0-2383-4ECF-8EB0-77B2F610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C7030-111E-48CC-8E21-3684D9B9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FEF55-F746-406C-A763-84313562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25181-6101-4488-BAA4-DF301429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133F0-C92A-49B1-8166-034819A3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4A409-1F09-4A59-ABB8-98897FE6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A4C87-7078-485A-887D-D4A50692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6E57F-0E69-4568-99C1-3C9E237A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285428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D9C1C-30D6-411D-8FC4-548314B5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B9337-3330-46FC-A012-8B58431F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80F80-E332-4EE3-B4CA-92E3209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5CD30-759B-4BE7-AA79-588D0BF4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873E7-5455-4E8E-BD44-EA3BCD0B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9DF04-5B4A-4419-B495-839C5847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Botanical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B8957-0D7B-4985-A67C-5E667604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67738-6EFE-4939-8368-04BA3A3B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B183E-C45F-45A4-9219-28CB570F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E0A83-1222-42C1-B1F9-60C83BB8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E311C-0BEF-4DAF-B84D-18E6C267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601050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A3C5D-8B53-4315-9F0F-F41C3B31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1B646-90BE-42A6-BE76-E9ED6FFB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02C24-1F2F-4A34-9C0F-F2B35893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45D47-1B53-4AFB-98CF-332E82AF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7D7DF-603B-4DB3-A2EB-19919D99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Commercial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23FFF-0088-4106-B168-C32E61EE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Commercial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1D1B3-4141-4ABC-B112-5C92BB4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4C598-A565-4560-A2C5-FA74F3F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0309B-4404-40B4-91E7-C8A9326E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BEA3F-645C-4A0B-B1C3-73239985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00E3D-4D57-44BC-BB53-19FB4EA8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AE89C-7A28-4E68-93B3-1780983C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7DC53-4038-4BFC-863C-15CCDC99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99391-9B83-4759-92E0-63FE79D6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F0480-7761-4435-B727-10181C14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F00A7-BC4B-4352-A1F3-8A4698DC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722996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2EDBD-AFE5-41FF-ACC3-7477A557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5FBCA-E030-4641-B93D-B1E6EB6B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2FBA1-5F96-453C-927F-3F1677C4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00E53-B1B4-4597-B5AD-431C7025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D2857-E237-4F21-98C6-95C90426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E8912-296F-437D-AAC5-C2DA5C4C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E8F69-44CC-45BB-92B8-F41CAF40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B3E33-529B-443C-BF81-230D48BE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15764-9DD2-4A4D-9AC6-4345F99B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Commercial.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E7BE5-6D6C-4D6C-B0AA-AEFE3958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64DF9-2ABA-4E14-8681-26D67420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809DC-AC50-4992-81DF-D6B0BB06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Commercial.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54420-F853-4787-AE9A-E83BEB45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F7C31-1B28-4CC4-AB67-0CFF5B9A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37095-8C48-403D-9713-821889D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Commerci...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F48DE-FB61-4D9B-928A-FF5611F3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4F9B3-814E-41E6-ADF6-1F3ECE73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DFB03-00DB-403C-9FBC-1D2AF7ED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Commercial.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3F2F5-19C7-4EC3-92DD-B6F90125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4303A-7F96-487D-96E8-FFE5155C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B9D2B-8675-4450-832F-176649C8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Commercial.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EF649-2CD8-44E7-AC29-A333C12A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DAE6C-3084-4072-ADE8-631B38C5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109056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9D819-0561-41CE-B908-C740CF38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3893C-E51B-44E3-9755-48E7D598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8C38C-EDA1-482D-89CA-C4180DBB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C858A-4717-472A-8B65-23F239FC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A8197-6B2F-4BCF-8302-642CC454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D18B5-A259-4488-A753-D78C0A84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0C53B-A839-4587-A949-4309A6A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742EA-0F82-4D69-9B69-94B301F1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34F24-3DC3-479B-A61F-B0E8F12C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9BCBE-8B20-4B31-917E-A4F4E4D3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2DE14-D2A6-4CFD-9AEF-5653FE80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AE505-5B3C-44CB-9B98-45D35D96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3587E-C077-4C98-AE51-E5340AEF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01526-88AE-4227-9FFD-34D38716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F6736-11E8-4DBF-BA9F-2550CF7F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8476945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E8639-E436-4C37-817A-4D81EB7D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A0BF8-BAE5-4949-B713-BC0CFCC7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E33E7-D746-45B4-849B-9F72D4CA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0CAAF-F4FB-4AEF-A3B9-E419CC33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59820-92A7-4B8B-88A6-C16FEC1D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875B0-0C29-4F9E-8E54-8B10D4EA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Commercial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7FB67-0F6D-4455-8469-AD90CD99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CCC83-7194-4208-9BDE-5D0747AD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1F598-140F-474E-B0F5-9AA7215E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4CB20-8EFB-4547-8E7E-89A393B4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411FA-0825-4570-99E9-A0FB05F9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237889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5CCDC-BB72-4B67-BED7-923E3BB3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BE85B-1F6D-4DF7-9965-62BB5386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85642-D962-4EBC-A9A5-FFA39ED2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2BDA9-94A3-42EE-BE88-1DA9A41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EF3C9-0C31-4864-AB5A-2B6D0C3A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Economical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5E64E-6251-4B56-B77B-4DE18FAB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Economical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8A6A0-6A5B-4953-983C-A25599F9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5C33C-B3BF-4555-ADCD-8FF8FC97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45B72-E04A-4E50-86E3-E807C7D7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8B7B9-9A7A-4044-B231-442CDDD2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C20C4-9959-491F-9DC6-65230F0A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55EF9-7D84-4CD9-9E36-C29AC77C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9F363-87B5-477A-98E6-84D76B3B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AE400-9121-4821-9A66-35D0F140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BB5A2-4780-4F05-BA54-63A70A15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09B4F-372A-48F3-9A8F-6A97B055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5055570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94C66C-51FB-4E9A-AF01-29ADB076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8EF14-47CF-4C95-9657-6001905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07D4F-742C-41D5-AEE6-10864EF9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06F0B-1FD0-4F88-89F9-8696E092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75D19-8A78-444B-B005-6D159F5B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75376-0041-4A3E-918F-DDF44254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D6B79-E90D-4F99-B8D1-11F91782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6F901-083B-43F1-B94C-1BA7FA30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22504-EB7A-44D7-BDE1-B4E1544E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Economical.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EE15F-F36A-4E60-A464-1F190D0E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A7C3B-173A-40CD-9BD2-57F45B61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AAA51-7C69-4404-A284-3CE6B8F9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Economical.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8DCCF-A642-4FA3-B0F7-5D79F893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4A162-632D-4C3B-A22C-F4F5B298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0769F-713D-4A2A-BE9B-26F6307C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Economic...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05ACE-2123-4B21-B99E-816CF741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65C10-2D83-4356-BA2C-631E64F3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9EE8B-6280-463A-9A90-005AA90B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Economical.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28C0C-5B66-408B-AD2E-50D1973F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7FAD2-8D5C-4601-990A-5CDC7F53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FB261F-012D-4944-BFF0-47DABB16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Economical.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E5EE3-78F1-4FDA-8676-95DB8AEA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B88A8-3C3F-49F3-B38A-9BD0389E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5077462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CF585-661A-4DF9-B4E7-50A948F5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30591-F5F5-49AF-A113-4E4840B0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DF78A-443C-4ACF-BE9A-35C398BB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D608F-1ACE-4E13-B251-124596A5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6FDC2-C7F3-4176-8EA4-B116C83F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198BB-71D6-4B1D-A5F4-CCB5BA7C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083F6-C1A4-483F-96C7-393482E3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16FCF-0ED5-4A61-98A2-0673B4D8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22C1B-4FB8-4C00-B4E1-3721DCED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5B24E-D87A-4E82-884E-58770C7E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266F6-F852-4AF6-9C7A-2AEF2DC9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CDB6B-7C92-4E59-BF07-2A200755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F2D97-2A13-4E96-A778-8DF4E7E1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EF5D7-FD29-4347-B565-D5788707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E16C1-8346-4112-992C-58717533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4965565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31BD5-A1FD-4B9E-AADD-BDB9442F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65001-59B3-488E-AAFA-4AD95568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9A58F-4C14-4AB9-AD37-5B251ABA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1BB20-8262-4880-BBE4-DED6DEB1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C1738-225D-4347-9EA3-ABF58BA6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C0BC6-DBDD-4974-96C8-3C9F2C45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Economical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C7041-27E3-40B2-A9BD-C8F44731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B511E-0F64-4943-987C-497F6523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E29DD-DC9B-4DED-A3DC-C7FB4364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523E6-D676-4436-BB9F-91900008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7F9B5-A029-4920-89F2-8EEBB9B4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264544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F0C6C-AE06-470B-BF28-99167BC5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E3122-DDC2-4EAD-AFBD-B755D1CA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B48C4-3DED-4DF7-8E42-8AEF71CC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80C18-E97F-4C0A-B8AD-9E14F16E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96E12-3ADA-422E-87E8-20AE0057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5F87F-C529-4C45-8F4B-63E17AEE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57723372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45B7C-6298-42F4-9935-C3E24C01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13FC4-9EBD-4712-A859-09687B4A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3A3A5-752B-4F5A-924A-007052D7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497AF-A536-4584-87C0-9A28AA82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B0085-5094-4B60-941C-B98CBE4D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Fundamentals: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Agronomy: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Agriculture: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meaning: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FD326-F61D-4524-80BC-18DAA7A7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8015043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051AF-41FC-4F04-9F13-495C950D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131C0-AAEE-4167-83E3-580230AA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F33F0-D2D1-42CE-985E-69397CD3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1F88E-1CEE-4E3C-9E26-5FBD3588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BD900-9219-469B-9CFF-4CAF56E7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9DAC4-AA86-4BFF-ABC2-7E804C68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933072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A2987-AEFA-454C-83ED-DF93B006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0E0CA-ABBF-44D3-B13A-60A655C2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EF571-3218-4B45-AB2F-CD2CACEF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F9CD5-0053-4E4C-8320-0E8224D9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AAC12-B0E4-43B5-8624-256E1B2F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093E0-CA22-4AD9-B397-4609E562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5598833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AFACF-5FA9-4B8A-8BB8-D6B33C59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5CA14-EC85-4A02-954D-E6650164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31B7D-0013-48C2-A23A-BA6AB557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E7068-78FC-4948-8150-45A5ADB5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3F316-A3E9-440E-A1B2-0A0571AB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Fundamentals of Agronomy: Agriculture: definition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meaning and its branches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Introduction and scope of agronomy- National and International Agricult...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Classification of crops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According to Origin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A27BC-C276-40B2-93CC-9566D521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67964-8835-4C38-AA63-DDC7F1F4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43768-9259-4AE2-A055-DE958A1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332467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2026-08-24T16:03:18.4530000Z</dcterms:created>
  <dcterms:modified xsi:type="dcterms:W3CDTF">2026-08-24T16:03:18.4530000Z</dcterms:modified>
</coreProperties>
</file>