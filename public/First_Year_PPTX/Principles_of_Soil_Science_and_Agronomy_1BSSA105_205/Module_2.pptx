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e371ada8f74db9" /><Relationship Type="http://schemas.openxmlformats.org/officeDocument/2006/relationships/extended-properties" Target="/docProps/app.xml" Id="Rfe6a9fe9527f4009" /><Relationship Type="http://schemas.openxmlformats.org/officeDocument/2006/relationships/officeDocument" Target="/ppt/presentation.xml" Id="R84691df946ab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ac9353dd14ff9"/>
  </p:sldMasterIdLst>
  <p:notesMasterIdLst>
    <p:notesMasterId xmlns:r="http://schemas.openxmlformats.org/officeDocument/2006/relationships" r:id="R69181bfcad3d4946"/>
  </p:notesMasterIdLst>
  <p:sldIdLst>
    <p:sldId xmlns:r="http://schemas.openxmlformats.org/officeDocument/2006/relationships" id="256" r:id="Reff32e6bf78446a4"/>
    <p:sldId xmlns:r="http://schemas.openxmlformats.org/officeDocument/2006/relationships" id="257" r:id="R9ed4e183fdd7443f"/>
    <p:sldId xmlns:r="http://schemas.openxmlformats.org/officeDocument/2006/relationships" id="258" r:id="R3c82b6726e2740f6"/>
    <p:sldId xmlns:r="http://schemas.openxmlformats.org/officeDocument/2006/relationships" id="259" r:id="Re335bb15349348f0"/>
    <p:sldId xmlns:r="http://schemas.openxmlformats.org/officeDocument/2006/relationships" id="260" r:id="Re9fcc53d65794414"/>
    <p:sldId xmlns:r="http://schemas.openxmlformats.org/officeDocument/2006/relationships" id="261" r:id="R4be669310c954c0d"/>
    <p:sldId xmlns:r="http://schemas.openxmlformats.org/officeDocument/2006/relationships" id="262" r:id="Rb256172cd7f84862"/>
    <p:sldId xmlns:r="http://schemas.openxmlformats.org/officeDocument/2006/relationships" id="263" r:id="R4ddc22c1795f4181"/>
    <p:sldId xmlns:r="http://schemas.openxmlformats.org/officeDocument/2006/relationships" id="264" r:id="R235497d56ac14fab"/>
    <p:sldId xmlns:r="http://schemas.openxmlformats.org/officeDocument/2006/relationships" id="265" r:id="R3fc1d3c7d7b64a05"/>
    <p:sldId xmlns:r="http://schemas.openxmlformats.org/officeDocument/2006/relationships" id="266" r:id="R8a8206c8ec4c425a"/>
    <p:sldId xmlns:r="http://schemas.openxmlformats.org/officeDocument/2006/relationships" id="267" r:id="Rf7ba0f60a1854719"/>
    <p:sldId xmlns:r="http://schemas.openxmlformats.org/officeDocument/2006/relationships" id="268" r:id="Ra3812802aeb84061"/>
    <p:sldId xmlns:r="http://schemas.openxmlformats.org/officeDocument/2006/relationships" id="269" r:id="R864041698be74de5"/>
    <p:sldId xmlns:r="http://schemas.openxmlformats.org/officeDocument/2006/relationships" id="270" r:id="R1cbbbe7bc4404099"/>
    <p:sldId xmlns:r="http://schemas.openxmlformats.org/officeDocument/2006/relationships" id="271" r:id="R17e5457c5e374144"/>
    <p:sldId xmlns:r="http://schemas.openxmlformats.org/officeDocument/2006/relationships" id="272" r:id="R40b70e4191144392"/>
    <p:sldId xmlns:r="http://schemas.openxmlformats.org/officeDocument/2006/relationships" id="273" r:id="Rf5a1565c329e483c"/>
    <p:sldId xmlns:r="http://schemas.openxmlformats.org/officeDocument/2006/relationships" id="274" r:id="R336fb7db68594311"/>
    <p:sldId xmlns:r="http://schemas.openxmlformats.org/officeDocument/2006/relationships" id="275" r:id="Rdb28c65858ee41e9"/>
    <p:sldId xmlns:r="http://schemas.openxmlformats.org/officeDocument/2006/relationships" id="276" r:id="R7230f50965f84884"/>
    <p:sldId xmlns:r="http://schemas.openxmlformats.org/officeDocument/2006/relationships" id="277" r:id="R0ef820359bde49f0"/>
    <p:sldId xmlns:r="http://schemas.openxmlformats.org/officeDocument/2006/relationships" id="278" r:id="R3b7397eb47214a36"/>
    <p:sldId xmlns:r="http://schemas.openxmlformats.org/officeDocument/2006/relationships" id="279" r:id="Rff490fb86d5f4930"/>
    <p:sldId xmlns:r="http://schemas.openxmlformats.org/officeDocument/2006/relationships" id="280" r:id="R6d32b9bfb3474fac"/>
    <p:sldId xmlns:r="http://schemas.openxmlformats.org/officeDocument/2006/relationships" id="281" r:id="R622b88f709f34e48"/>
    <p:sldId xmlns:r="http://schemas.openxmlformats.org/officeDocument/2006/relationships" id="282" r:id="R0e5d84f2892e43e7"/>
    <p:sldId xmlns:r="http://schemas.openxmlformats.org/officeDocument/2006/relationships" id="283" r:id="Rbcb4dcd8e4d3478a"/>
    <p:sldId xmlns:r="http://schemas.openxmlformats.org/officeDocument/2006/relationships" id="284" r:id="Rae53a812c1dc4481"/>
    <p:sldId xmlns:r="http://schemas.openxmlformats.org/officeDocument/2006/relationships" id="285" r:id="Rb10d60cfa9be41a2"/>
    <p:sldId xmlns:r="http://schemas.openxmlformats.org/officeDocument/2006/relationships" id="286" r:id="R4b161dd447a448f6"/>
    <p:sldId xmlns:r="http://schemas.openxmlformats.org/officeDocument/2006/relationships" id="287" r:id="Rd9d0819f46ac4cf4"/>
    <p:sldId xmlns:r="http://schemas.openxmlformats.org/officeDocument/2006/relationships" id="288" r:id="R7cfb6984503046f8"/>
    <p:sldId xmlns:r="http://schemas.openxmlformats.org/officeDocument/2006/relationships" id="289" r:id="R323693e1e6704ea7"/>
    <p:sldId xmlns:r="http://schemas.openxmlformats.org/officeDocument/2006/relationships" id="290" r:id="R98fb127d07d4456d"/>
    <p:sldId xmlns:r="http://schemas.openxmlformats.org/officeDocument/2006/relationships" id="291" r:id="R86d48b5e7b5c4786"/>
    <p:sldId xmlns:r="http://schemas.openxmlformats.org/officeDocument/2006/relationships" id="292" r:id="R4254e1d9f5c349e5"/>
    <p:sldId xmlns:r="http://schemas.openxmlformats.org/officeDocument/2006/relationships" id="293" r:id="R18699febf5ed4a1b"/>
    <p:sldId xmlns:r="http://schemas.openxmlformats.org/officeDocument/2006/relationships" id="294" r:id="R447de0a1d0d14e87"/>
    <p:sldId xmlns:r="http://schemas.openxmlformats.org/officeDocument/2006/relationships" id="295" r:id="R512ef18a8b844b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d557c0a95c43b1" /><Relationship Type="http://schemas.openxmlformats.org/officeDocument/2006/relationships/slideMaster" Target="/ppt/slideMasters/slideMaster1.xml" Id="R234ac9353dd14ff9" /><Relationship Type="http://schemas.openxmlformats.org/officeDocument/2006/relationships/notesMaster" Target="/ppt/notesMasters/notesMaster1.xml" Id="R69181bfcad3d4946" /><Relationship Type="http://schemas.openxmlformats.org/officeDocument/2006/relationships/presProps" Target="/ppt/presProps.xml" Id="Rde61957bb50e4962" /><Relationship Type="http://schemas.openxmlformats.org/officeDocument/2006/relationships/tableStyles" Target="/ppt/tableStyles.xml" Id="R749ea5c1cd2b42e3" /><Relationship Type="http://schemas.openxmlformats.org/officeDocument/2006/relationships/slide" Target="/ppt/slides/slide1.xml" Id="Reff32e6bf78446a4" /><Relationship Type="http://schemas.openxmlformats.org/officeDocument/2006/relationships/slide" Target="/ppt/slides/slide2.xml" Id="R9ed4e183fdd7443f" /><Relationship Type="http://schemas.openxmlformats.org/officeDocument/2006/relationships/slide" Target="/ppt/slides/slide3.xml" Id="R3c82b6726e2740f6" /><Relationship Type="http://schemas.openxmlformats.org/officeDocument/2006/relationships/slide" Target="/ppt/slides/slide4.xml" Id="Re335bb15349348f0" /><Relationship Type="http://schemas.openxmlformats.org/officeDocument/2006/relationships/slide" Target="/ppt/slides/slide5.xml" Id="Re9fcc53d65794414" /><Relationship Type="http://schemas.openxmlformats.org/officeDocument/2006/relationships/slide" Target="/ppt/slides/slide6.xml" Id="R4be669310c954c0d" /><Relationship Type="http://schemas.openxmlformats.org/officeDocument/2006/relationships/slide" Target="/ppt/slides/slide7.xml" Id="Rb256172cd7f84862" /><Relationship Type="http://schemas.openxmlformats.org/officeDocument/2006/relationships/slide" Target="/ppt/slides/slide8.xml" Id="R4ddc22c1795f4181" /><Relationship Type="http://schemas.openxmlformats.org/officeDocument/2006/relationships/slide" Target="/ppt/slides/slide9.xml" Id="R235497d56ac14fab" /><Relationship Type="http://schemas.openxmlformats.org/officeDocument/2006/relationships/slide" Target="/ppt/slides/slide10.xml" Id="R3fc1d3c7d7b64a05" /><Relationship Type="http://schemas.openxmlformats.org/officeDocument/2006/relationships/slide" Target="/ppt/slides/slide11.xml" Id="R8a8206c8ec4c425a" /><Relationship Type="http://schemas.openxmlformats.org/officeDocument/2006/relationships/slide" Target="/ppt/slides/slide12.xml" Id="Rf7ba0f60a1854719" /><Relationship Type="http://schemas.openxmlformats.org/officeDocument/2006/relationships/slide" Target="/ppt/slides/slide13.xml" Id="Ra3812802aeb84061" /><Relationship Type="http://schemas.openxmlformats.org/officeDocument/2006/relationships/slide" Target="/ppt/slides/slide14.xml" Id="R864041698be74de5" /><Relationship Type="http://schemas.openxmlformats.org/officeDocument/2006/relationships/slide" Target="/ppt/slides/slide15.xml" Id="R1cbbbe7bc4404099" /><Relationship Type="http://schemas.openxmlformats.org/officeDocument/2006/relationships/slide" Target="/ppt/slides/slide16.xml" Id="R17e5457c5e374144" /><Relationship Type="http://schemas.openxmlformats.org/officeDocument/2006/relationships/slide" Target="/ppt/slides/slide17.xml" Id="R40b70e4191144392" /><Relationship Type="http://schemas.openxmlformats.org/officeDocument/2006/relationships/slide" Target="/ppt/slides/slide18.xml" Id="Rf5a1565c329e483c" /><Relationship Type="http://schemas.openxmlformats.org/officeDocument/2006/relationships/slide" Target="/ppt/slides/slide19.xml" Id="R336fb7db68594311" /><Relationship Type="http://schemas.openxmlformats.org/officeDocument/2006/relationships/slide" Target="/ppt/slides/slide20.xml" Id="Rdb28c65858ee41e9" /><Relationship Type="http://schemas.openxmlformats.org/officeDocument/2006/relationships/slide" Target="/ppt/slides/slide21.xml" Id="R7230f50965f84884" /><Relationship Type="http://schemas.openxmlformats.org/officeDocument/2006/relationships/slide" Target="/ppt/slides/slide22.xml" Id="R0ef820359bde49f0" /><Relationship Type="http://schemas.openxmlformats.org/officeDocument/2006/relationships/slide" Target="/ppt/slides/slide23.xml" Id="R3b7397eb47214a36" /><Relationship Type="http://schemas.openxmlformats.org/officeDocument/2006/relationships/slide" Target="/ppt/slides/slide24.xml" Id="Rff490fb86d5f4930" /><Relationship Type="http://schemas.openxmlformats.org/officeDocument/2006/relationships/slide" Target="/ppt/slides/slide25.xml" Id="R6d32b9bfb3474fac" /><Relationship Type="http://schemas.openxmlformats.org/officeDocument/2006/relationships/slide" Target="/ppt/slides/slide26.xml" Id="R622b88f709f34e48" /><Relationship Type="http://schemas.openxmlformats.org/officeDocument/2006/relationships/slide" Target="/ppt/slides/slide27.xml" Id="R0e5d84f2892e43e7" /><Relationship Type="http://schemas.openxmlformats.org/officeDocument/2006/relationships/slide" Target="/ppt/slides/slide28.xml" Id="Rbcb4dcd8e4d3478a" /><Relationship Type="http://schemas.openxmlformats.org/officeDocument/2006/relationships/slide" Target="/ppt/slides/slide29.xml" Id="Rae53a812c1dc4481" /><Relationship Type="http://schemas.openxmlformats.org/officeDocument/2006/relationships/slide" Target="/ppt/slides/slide30.xml" Id="Rb10d60cfa9be41a2" /><Relationship Type="http://schemas.openxmlformats.org/officeDocument/2006/relationships/slide" Target="/ppt/slides/slide31.xml" Id="R4b161dd447a448f6" /><Relationship Type="http://schemas.openxmlformats.org/officeDocument/2006/relationships/slide" Target="/ppt/slides/slide32.xml" Id="Rd9d0819f46ac4cf4" /><Relationship Type="http://schemas.openxmlformats.org/officeDocument/2006/relationships/slide" Target="/ppt/slides/slide33.xml" Id="R7cfb6984503046f8" /><Relationship Type="http://schemas.openxmlformats.org/officeDocument/2006/relationships/slide" Target="/ppt/slides/slide34.xml" Id="R323693e1e6704ea7" /><Relationship Type="http://schemas.openxmlformats.org/officeDocument/2006/relationships/slide" Target="/ppt/slides/slide35.xml" Id="R98fb127d07d4456d" /><Relationship Type="http://schemas.openxmlformats.org/officeDocument/2006/relationships/slide" Target="/ppt/slides/slide36.xml" Id="R86d48b5e7b5c4786" /><Relationship Type="http://schemas.openxmlformats.org/officeDocument/2006/relationships/slide" Target="/ppt/slides/slide37.xml" Id="R4254e1d9f5c349e5" /><Relationship Type="http://schemas.openxmlformats.org/officeDocument/2006/relationships/slide" Target="/ppt/slides/slide38.xml" Id="R18699febf5ed4a1b" /><Relationship Type="http://schemas.openxmlformats.org/officeDocument/2006/relationships/slide" Target="/ppt/slides/slide39.xml" Id="R447de0a1d0d14e87" /><Relationship Type="http://schemas.openxmlformats.org/officeDocument/2006/relationships/slide" Target="/ppt/slides/slide40.xml" Id="R512ef18a8b844b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d200f24938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51036c11f4597" /><Relationship Type="http://schemas.openxmlformats.org/officeDocument/2006/relationships/notesMaster" Target="/ppt/notesMasters/notesMaster1.xml" Id="Rff6909d3dfd441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bf3a0e50f34a35" /><Relationship Type="http://schemas.openxmlformats.org/officeDocument/2006/relationships/notesMaster" Target="/ppt/notesMasters/notesMaster1.xml" Id="R248c81891c9443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f4529fcf4342d6" /><Relationship Type="http://schemas.openxmlformats.org/officeDocument/2006/relationships/notesMaster" Target="/ppt/notesMasters/notesMaster1.xml" Id="Rd1e4abdc44fb4e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78bdf0d034224" /><Relationship Type="http://schemas.openxmlformats.org/officeDocument/2006/relationships/notesMaster" Target="/ppt/notesMasters/notesMaster1.xml" Id="Ra77d6c16c6b949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9e7561d3d04ac3" /><Relationship Type="http://schemas.openxmlformats.org/officeDocument/2006/relationships/notesMaster" Target="/ppt/notesMasters/notesMaster1.xml" Id="R81b04b736baa4c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b34ce405924263" /><Relationship Type="http://schemas.openxmlformats.org/officeDocument/2006/relationships/notesMaster" Target="/ppt/notesMasters/notesMaster1.xml" Id="R5dbb35d64f06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16ca8377a042c6" /><Relationship Type="http://schemas.openxmlformats.org/officeDocument/2006/relationships/notesMaster" Target="/ppt/notesMasters/notesMaster1.xml" Id="R8e8639a580cc4e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5d22fca949447d" /><Relationship Type="http://schemas.openxmlformats.org/officeDocument/2006/relationships/notesMaster" Target="/ppt/notesMasters/notesMaster1.xml" Id="Rc9db3c8c478946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9fc34b1b0241e2" /><Relationship Type="http://schemas.openxmlformats.org/officeDocument/2006/relationships/notesMaster" Target="/ppt/notesMasters/notesMaster1.xml" Id="Rf7cb18a77a954b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f17d76a547462f" /><Relationship Type="http://schemas.openxmlformats.org/officeDocument/2006/relationships/notesMaster" Target="/ppt/notesMasters/notesMaster1.xml" Id="Reb3132b02e0f4d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68e5501bbb4bd7" /><Relationship Type="http://schemas.openxmlformats.org/officeDocument/2006/relationships/notesMaster" Target="/ppt/notesMasters/notesMaster1.xml" Id="R941b4713d0ee4e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84c2a621b34f44" /><Relationship Type="http://schemas.openxmlformats.org/officeDocument/2006/relationships/notesMaster" Target="/ppt/notesMasters/notesMaster1.xml" Id="Rb4a26b09aad548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de285126ec442c" /><Relationship Type="http://schemas.openxmlformats.org/officeDocument/2006/relationships/notesMaster" Target="/ppt/notesMasters/notesMaster1.xml" Id="R4b8779e376f14e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deaf6d835f440f" /><Relationship Type="http://schemas.openxmlformats.org/officeDocument/2006/relationships/notesMaster" Target="/ppt/notesMasters/notesMaster1.xml" Id="Rc34d3bdafef14f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eedc8b2119450d" /><Relationship Type="http://schemas.openxmlformats.org/officeDocument/2006/relationships/notesMaster" Target="/ppt/notesMasters/notesMaster1.xml" Id="R31eff94e61e340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dbda8cad4f476d" /><Relationship Type="http://schemas.openxmlformats.org/officeDocument/2006/relationships/notesMaster" Target="/ppt/notesMasters/notesMaster1.xml" Id="R6f6a2eb62a3646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941a1217774dbc" /><Relationship Type="http://schemas.openxmlformats.org/officeDocument/2006/relationships/notesMaster" Target="/ppt/notesMasters/notesMaster1.xml" Id="R1dbeee82a8994c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c2c21055054dfb" /><Relationship Type="http://schemas.openxmlformats.org/officeDocument/2006/relationships/notesMaster" Target="/ppt/notesMasters/notesMaster1.xml" Id="Ree6c53217cef42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47db3a0d8f4165" /><Relationship Type="http://schemas.openxmlformats.org/officeDocument/2006/relationships/notesMaster" Target="/ppt/notesMasters/notesMaster1.xml" Id="Raf017410447f44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b11a5ffeff4feb" /><Relationship Type="http://schemas.openxmlformats.org/officeDocument/2006/relationships/notesMaster" Target="/ppt/notesMasters/notesMaster1.xml" Id="R0d2072879eb244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ca2c3e2a3b48e9" /><Relationship Type="http://schemas.openxmlformats.org/officeDocument/2006/relationships/notesMaster" Target="/ppt/notesMasters/notesMaster1.xml" Id="Rd83ca881d43540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5011a51fd64306" /><Relationship Type="http://schemas.openxmlformats.org/officeDocument/2006/relationships/notesMaster" Target="/ppt/notesMasters/notesMaster1.xml" Id="R48954ba8756d4e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947ca5490e4b2f" /><Relationship Type="http://schemas.openxmlformats.org/officeDocument/2006/relationships/notesMaster" Target="/ppt/notesMasters/notesMaster1.xml" Id="R5f58c5460cf44c6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e7b0c8dd954d6a" /><Relationship Type="http://schemas.openxmlformats.org/officeDocument/2006/relationships/notesMaster" Target="/ppt/notesMasters/notesMaster1.xml" Id="R22c58acfc6484d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35c56c1b1346be" /><Relationship Type="http://schemas.openxmlformats.org/officeDocument/2006/relationships/notesMaster" Target="/ppt/notesMasters/notesMaster1.xml" Id="R403a0a3db9de49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c0c257312b249b5" /><Relationship Type="http://schemas.openxmlformats.org/officeDocument/2006/relationships/notesMaster" Target="/ppt/notesMasters/notesMaster1.xml" Id="R021963b55f9a49a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50e54b13bb4853" /><Relationship Type="http://schemas.openxmlformats.org/officeDocument/2006/relationships/notesMaster" Target="/ppt/notesMasters/notesMaster1.xml" Id="Rbab239e15c1e4dd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ae1c2c18ea4af1" /><Relationship Type="http://schemas.openxmlformats.org/officeDocument/2006/relationships/notesMaster" Target="/ppt/notesMasters/notesMaster1.xml" Id="Rce7fb3bb6ac84d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89f223387b4f6c" /><Relationship Type="http://schemas.openxmlformats.org/officeDocument/2006/relationships/notesMaster" Target="/ppt/notesMasters/notesMaster1.xml" Id="Rfdbe918254f24d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5efa15f4b1e4ffa" /><Relationship Type="http://schemas.openxmlformats.org/officeDocument/2006/relationships/notesMaster" Target="/ppt/notesMasters/notesMaster1.xml" Id="R5674c3beeaf74f4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0929ac66b347c3" /><Relationship Type="http://schemas.openxmlformats.org/officeDocument/2006/relationships/notesMaster" Target="/ppt/notesMasters/notesMaster1.xml" Id="R01d1f36c7398499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e4f0ba8fa14887" /><Relationship Type="http://schemas.openxmlformats.org/officeDocument/2006/relationships/notesMaster" Target="/ppt/notesMasters/notesMaster1.xml" Id="Rcddd61f36d0046d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a2de6b8b4434850" /><Relationship Type="http://schemas.openxmlformats.org/officeDocument/2006/relationships/notesMaster" Target="/ppt/notesMasters/notesMaster1.xml" Id="R9ec5b5396e984bf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a3afcf1ef4a4c4d" /><Relationship Type="http://schemas.openxmlformats.org/officeDocument/2006/relationships/notesMaster" Target="/ppt/notesMasters/notesMaster1.xml" Id="R86efecbff2354e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dd452f667554e29" /><Relationship Type="http://schemas.openxmlformats.org/officeDocument/2006/relationships/notesMaster" Target="/ppt/notesMasters/notesMaster1.xml" Id="Rb7835ff48d9f49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d87e9532d8a40e3" /><Relationship Type="http://schemas.openxmlformats.org/officeDocument/2006/relationships/notesMaster" Target="/ppt/notesMasters/notesMaster1.xml" Id="R2a25484445ee4b5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a01ad438d24da6" /><Relationship Type="http://schemas.openxmlformats.org/officeDocument/2006/relationships/notesMaster" Target="/ppt/notesMasters/notesMaster1.xml" Id="R756ba4fb522048e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74345f7bf34d3d" /><Relationship Type="http://schemas.openxmlformats.org/officeDocument/2006/relationships/notesMaster" Target="/ppt/notesMasters/notesMaster1.xml" Id="Rfd28d56563354b9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20b1dc7e1304f04" /><Relationship Type="http://schemas.openxmlformats.org/officeDocument/2006/relationships/notesMaster" Target="/ppt/notesMasters/notesMaster1.xml" Id="R25596560fdb1402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652284727dd4c45" /><Relationship Type="http://schemas.openxmlformats.org/officeDocument/2006/relationships/notesMaster" Target="/ppt/notesMasters/notesMaster1.xml" Id="R023eb894d283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2d8c80ba847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23efbf9e04483" /><Relationship Type="http://schemas.openxmlformats.org/officeDocument/2006/relationships/slideLayout" Target="/ppt/slideLayouts/slideLayout1.xml" Id="R7f2138d4779f49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2138d4779f49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9e98fb1fb45fc" /><Relationship Type="http://schemas.openxmlformats.org/officeDocument/2006/relationships/notesSlide" Target="/ppt/notesSlides/notesSlide1.xml" Id="R0f513e86c719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58d0361e34a2e" /><Relationship Type="http://schemas.openxmlformats.org/officeDocument/2006/relationships/notesSlide" Target="/ppt/notesSlides/notesSlide2.xml" Id="Re64b19e9a599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f1ae9608344c1" /><Relationship Type="http://schemas.openxmlformats.org/officeDocument/2006/relationships/notesSlide" Target="/ppt/notesSlides/notesSlide3.xml" Id="Rc27a69f09eb747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1803118ca414f" /><Relationship Type="http://schemas.openxmlformats.org/officeDocument/2006/relationships/notesSlide" Target="/ppt/notesSlides/notesSlide4.xml" Id="Re6f12116dfbe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af4d2424d4fab" /><Relationship Type="http://schemas.openxmlformats.org/officeDocument/2006/relationships/notesSlide" Target="/ppt/notesSlides/notesSlide5.xml" Id="R8514e442f35c45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8a9c467ff4f71" /><Relationship Type="http://schemas.openxmlformats.org/officeDocument/2006/relationships/notesSlide" Target="/ppt/notesSlides/notesSlide6.xml" Id="Rb463e5c9c14f45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825fdad784d93" /><Relationship Type="http://schemas.openxmlformats.org/officeDocument/2006/relationships/notesSlide" Target="/ppt/notesSlides/notesSlide7.xml" Id="Re2d054609e3348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71ba52bfd4fe7" /><Relationship Type="http://schemas.openxmlformats.org/officeDocument/2006/relationships/notesSlide" Target="/ppt/notesSlides/notesSlide8.xml" Id="R7f70061ab7f2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c5ba7e8fa4d68" /><Relationship Type="http://schemas.openxmlformats.org/officeDocument/2006/relationships/notesSlide" Target="/ppt/notesSlides/notesSlide9.xml" Id="R74cc42acbeef48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52d3ba16e4c0c" /><Relationship Type="http://schemas.openxmlformats.org/officeDocument/2006/relationships/notesSlide" Target="/ppt/notesSlides/notesSlide10.xml" Id="R07c9dcfa26584e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78e0ac2454f84" /><Relationship Type="http://schemas.openxmlformats.org/officeDocument/2006/relationships/notesSlide" Target="/ppt/notesSlides/notesSlide11.xml" Id="R78b6b0d65d2f4f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0455d24b94bb9" /><Relationship Type="http://schemas.openxmlformats.org/officeDocument/2006/relationships/notesSlide" Target="/ppt/notesSlides/notesSlide12.xml" Id="R79a844c7d78d43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1529292674c3f" /><Relationship Type="http://schemas.openxmlformats.org/officeDocument/2006/relationships/notesSlide" Target="/ppt/notesSlides/notesSlide13.xml" Id="R599b28eb9f1b4d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5c14d67484f60" /><Relationship Type="http://schemas.openxmlformats.org/officeDocument/2006/relationships/notesSlide" Target="/ppt/notesSlides/notesSlide14.xml" Id="R8c87e95237e547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f149607314ca1" /><Relationship Type="http://schemas.openxmlformats.org/officeDocument/2006/relationships/notesSlide" Target="/ppt/notesSlides/notesSlide15.xml" Id="R589be52e41324e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07e41f4864cc2" /><Relationship Type="http://schemas.openxmlformats.org/officeDocument/2006/relationships/notesSlide" Target="/ppt/notesSlides/notesSlide16.xml" Id="R595d1a6ba22649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b821e045848a9" /><Relationship Type="http://schemas.openxmlformats.org/officeDocument/2006/relationships/notesSlide" Target="/ppt/notesSlides/notesSlide17.xml" Id="R5bc38236614641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f3dbcd0d44a7c" /><Relationship Type="http://schemas.openxmlformats.org/officeDocument/2006/relationships/notesSlide" Target="/ppt/notesSlides/notesSlide18.xml" Id="R96dd8945fdbd46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860c600824b54" /><Relationship Type="http://schemas.openxmlformats.org/officeDocument/2006/relationships/notesSlide" Target="/ppt/notesSlides/notesSlide19.xml" Id="Re5793c402b8e4f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d289f5d974fd0" /><Relationship Type="http://schemas.openxmlformats.org/officeDocument/2006/relationships/notesSlide" Target="/ppt/notesSlides/notesSlide20.xml" Id="Rcabb230c02cb48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a486bdde5483c" /><Relationship Type="http://schemas.openxmlformats.org/officeDocument/2006/relationships/notesSlide" Target="/ppt/notesSlides/notesSlide21.xml" Id="R3066ecf14cde4b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f161b9bc2402c" /><Relationship Type="http://schemas.openxmlformats.org/officeDocument/2006/relationships/notesSlide" Target="/ppt/notesSlides/notesSlide22.xml" Id="R845b43b777704ef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12a4ca3f54448" /><Relationship Type="http://schemas.openxmlformats.org/officeDocument/2006/relationships/notesSlide" Target="/ppt/notesSlides/notesSlide23.xml" Id="R93b3b83a317643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14a829f8e47f0" /><Relationship Type="http://schemas.openxmlformats.org/officeDocument/2006/relationships/notesSlide" Target="/ppt/notesSlides/notesSlide24.xml" Id="Ra388a7875ab646c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65a4172504af8" /><Relationship Type="http://schemas.openxmlformats.org/officeDocument/2006/relationships/notesSlide" Target="/ppt/notesSlides/notesSlide25.xml" Id="R79416408e5cf40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b6778e28b41d5" /><Relationship Type="http://schemas.openxmlformats.org/officeDocument/2006/relationships/notesSlide" Target="/ppt/notesSlides/notesSlide26.xml" Id="R62eff36a15f94b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4cb896cbb4464" /><Relationship Type="http://schemas.openxmlformats.org/officeDocument/2006/relationships/notesSlide" Target="/ppt/notesSlides/notesSlide27.xml" Id="R3feecc00da974d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6981ef55d4bec" /><Relationship Type="http://schemas.openxmlformats.org/officeDocument/2006/relationships/notesSlide" Target="/ppt/notesSlides/notesSlide28.xml" Id="Ra6da3ef396154a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4340cf6f0421b" /><Relationship Type="http://schemas.openxmlformats.org/officeDocument/2006/relationships/notesSlide" Target="/ppt/notesSlides/notesSlide29.xml" Id="R8012869fc41a4da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96bda606b4999" /><Relationship Type="http://schemas.openxmlformats.org/officeDocument/2006/relationships/notesSlide" Target="/ppt/notesSlides/notesSlide30.xml" Id="Rf06d9feb088f471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7e77118bf4013" /><Relationship Type="http://schemas.openxmlformats.org/officeDocument/2006/relationships/notesSlide" Target="/ppt/notesSlides/notesSlide31.xml" Id="Rd74d54380ac3404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444c508304280" /><Relationship Type="http://schemas.openxmlformats.org/officeDocument/2006/relationships/notesSlide" Target="/ppt/notesSlides/notesSlide32.xml" Id="Rfe7e05d7839c4e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d8895313b458d" /><Relationship Type="http://schemas.openxmlformats.org/officeDocument/2006/relationships/notesSlide" Target="/ppt/notesSlides/notesSlide33.xml" Id="Rdad3caa9078e4a0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9a2f0c27f4999" /><Relationship Type="http://schemas.openxmlformats.org/officeDocument/2006/relationships/notesSlide" Target="/ppt/notesSlides/notesSlide34.xml" Id="R760989f3babe410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1a584acb24d11" /><Relationship Type="http://schemas.openxmlformats.org/officeDocument/2006/relationships/notesSlide" Target="/ppt/notesSlides/notesSlide35.xml" Id="Rb135ff9aa19946d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cd86fe8ad4df4" /><Relationship Type="http://schemas.openxmlformats.org/officeDocument/2006/relationships/notesSlide" Target="/ppt/notesSlides/notesSlide36.xml" Id="Rfbeee6870bf54fa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c472c71f64bea" /><Relationship Type="http://schemas.openxmlformats.org/officeDocument/2006/relationships/notesSlide" Target="/ppt/notesSlides/notesSlide37.xml" Id="R57987b1b46db4f5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af853a9344f1a" /><Relationship Type="http://schemas.openxmlformats.org/officeDocument/2006/relationships/notesSlide" Target="/ppt/notesSlides/notesSlide38.xml" Id="R251e0367c854449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1eccc94be474d" /><Relationship Type="http://schemas.openxmlformats.org/officeDocument/2006/relationships/notesSlide" Target="/ppt/notesSlides/notesSlide39.xml" Id="Rb8bcb239e2a2481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65a6c5351424a" /><Relationship Type="http://schemas.openxmlformats.org/officeDocument/2006/relationships/notesSlide" Target="/ppt/notesSlides/notesSlide40.xml" Id="R153e4a4c323544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DB07A-E79B-436C-ACF4-7858DA2A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A84B1-7248-438C-BDAA-964F76AC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Agronomic Practices: Tillage-Objective of tillage, characteristics of good seed bed, Types of Tillage. Sowing- Methods 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8969A-671C-4CA6-AD95-B7D003AB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B4B7-3E5B-454F-8C88-02D47B9E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945A2-2D6F-42C5-9F2A-DDE75BF6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D9AC5-EEED-4C51-811B-3C411FAB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334FD-5DD5-45A5-AF68-3EE694F0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91595-2156-462C-8062-BDE8978A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4539D-ABFB-4BFA-A6BC-39A3C831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57C42-DB73-42F6-BCFB-9F86692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D2B2A-D459-4E9E-8DDD-E928BEF8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A72E8-1BE3-40FA-848C-B948D866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E12BE-973B-4EDE-998B-428EF84F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42186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F7141-B07E-4636-832A-6C914ADD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9044C-B584-47B5-B77D-CC09E97D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CB8DE-15B5-4EC7-8324-5B7E608D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07674-203F-4E20-B6EC-32483FEF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3FA19-CC33-4863-8880-23FC68C1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C6242-6048-489E-8DC1-DEB1ED79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AB763-9BA9-4966-BB87-1F17CAEF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4174B-95FC-4D2F-965A-CA0F2013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A76AE-BFF2-4012-8C43-E2BEFA64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C180D-AC9C-4929-B4E8-9915E562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36DC4-7112-4820-981B-265B89C0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CFAC6-DC86-4B7D-B933-9EA534E2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BC68F-E5FA-47E7-AB5A-AA49D9E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78693-5DB2-46F2-A619-2EF88121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F94E4-B4D3-47EF-9ABA-DB529BBD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83028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53396-9D7D-44F8-A1AF-F087C125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D5872-47F1-4181-9916-59857A90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D7506-57EB-4AAB-8BC9-FD365A04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B1F48-BF5B-47E7-9F42-63DA6500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D28DC-A6AF-4032-BFE9-B3ED02C0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45E00-723D-4285-9B98-2B94346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B8FF1-90D7-431F-A32A-28B27D4A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2ADA4-8F0A-41FE-8B70-E7732DD4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30DEF-1C1D-4CDD-BD17-730C4D36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Practices: Tillage-Objective of tillage, characteristics...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A005D-0F18-439C-BCE5-9CC2B9B4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FCA9C-9259-4506-A4E3-6D01FEA5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780F6-262A-41A6-AA1B-39E9D317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Sowing- Methods of sowing, time and depth of sowing of ma...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1A2DC-16EA-44D9-BD40-067E8DF0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9766D-BBC4-4C4C-840B-29458D0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7EC8E-8B7A-43E0-880D-2ABA8C65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Approaches: Critical growth stages and water requirements...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1190D-5C49-4FF2-848F-18CCA39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FF12B-B76F-4751-8BB3-A0ABA3EE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0A621-6A19-4D96-A2E4-3AE0CEC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Weeds - Importance, classification of weeds, principles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0CEFF-1260-4721-90E5-6E142CA0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F1D56-9684-4B56-8162-63B89544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FC787-9EEA-426C-9B75-95456C70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Dryland farming, organic farming and Integrated farming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61715-EF3E-4B89-9B96-830111B9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56DC1-289D-4F07-8765-3EDEC721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60835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27E2A-EBDE-4DBA-81B9-4C5AF42A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BE1B5-C893-4836-B333-E19B4F6E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17456-C3DD-44BA-942F-D48CBED9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2877F-C48F-465F-8E9F-74A8FEF7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D544C-4791-4F12-82AA-28921E5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AFF12-9DD4-4597-82FB-F675182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ACA65-FB49-4AF3-B42E-973C5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148E-A5D8-452C-9596-9D833C47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Practices: Tillage-Objective of tillage, characteristics....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42D05-FF6C-4948-AF98-4A8ACC9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31B27-9AE9-4C21-9B5A-64FB5DCB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CD88D-FF90-4905-A2C8-DFE7A3E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Sowing- Methods of sowing, time and depth of sowing of ma...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86BAA-BE9C-42B0-9625-4318FDB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99AD8-8DC4-47F0-BFED-F349FC47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92D76-EE8F-4C29-ABE9-CF17D913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Approaches: Critical growth stages and water requirements...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A33B2-59A3-409B-9E68-0D53D271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D99D2-B756-42A8-BA6A-A7C95DBD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64998-9D4B-4812-A648-D50D232B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Weeds - Importance, classification of weeds, principles a...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C0BE7-7021-4342-A326-98D0B33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CA50A-EB1F-46CD-A783-C72E023D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18F40-162A-4602-BF2C-D8FF94E3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Dryland farming, organic farming and Integrated farming 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C6EC7-70F8-4F00-B67B-5C01F509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3B0EE-FEBF-4D89-B819-FBEBE1B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DE618-5C02-41B1-8C16-D1790435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52215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3F3A2-063C-404A-9ADA-ACBF24E9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D1E6D-4A9B-4C9C-BCBB-719F0A4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5B5D6-062F-404C-A8AD-F2951236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5AB1C-C387-4CBE-8776-17037A62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FD03E-1FEB-4183-813C-9F350A1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Agronomic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55B56-B399-4D2A-A9C6-92C873F0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Practices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1BE5D-4FA9-4E83-899F-D8BA55E7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Tillage-Objective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21E21-83DE-42EC-9458-0362B8E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tillage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E520A-B099-4871-B51B-A6A4B97B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characteristics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E6589-3E2E-4DD1-80CB-D6E74BA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8C2E2-ABB6-4AB3-BE71-B993793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B5D22-E942-47FE-913F-361F3711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0B405-3476-4959-916C-E8FCDB41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Sowing-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E6238-32AB-4201-8F6D-C76ACAC7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2ED6B-0272-41BC-9C90-211C78EA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CB33D-2334-437D-A7F8-9D395BB1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23480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25E29-34E0-4E68-ACE7-6ADCF976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B03A9-3457-412F-B7BA-C0950125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6C114-84CB-4117-8AB6-5758B858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C5320-9E53-4DAD-959A-290E30BF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6DD22-7589-4453-ADE5-3FE963EF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Practices: Tillage-Objective of tillage, characteristics of good seed bed, Types of Tillage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16346-3AF8-48FF-BA51-5AAEAD77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Practices: Tillage-Objective of tillage,...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B3F54-EDF6-448E-BDE7-7DDDBCA3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09749-3F32-49C8-A0D8-1613D8B8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F7CCE-CB9C-4059-B0EE-3C39638F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A1342-8C45-4B8D-BB8C-C8F46650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FA6A7-0667-4446-B213-025CBA48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E43AC-2F0C-4B1A-B432-5CDB36C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B297E-7CCE-4AAD-A6B5-BB44FE9D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46CA7-08B4-4277-80C0-B74B3188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97011-5C40-471D-BACE-D934E87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DE34D-4545-41B4-B220-08E0371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77747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30021-9D90-4499-986A-29CE5D8C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2E043-ABF8-4E1B-B117-EEACA7A7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24DAF-B5AC-4A3F-903C-FAF5A5FF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AA03-444E-46F9-A451-5A757D0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C05D1-1EC3-4F77-AE25-4A03FF3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92040-5781-48A8-8C5B-FADC61B1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81D23-8E6C-4879-848D-7B4435CD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BD2B8-6AED-4BA2-AD95-F342CE11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B516C-A3CA-4527-86BC-2706D728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Practices: Tillage...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C4C26-6720-4481-9773-C15A0F54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64AB4-65B8-4121-9989-3F8DCD19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1C645-7140-45D6-9F8B-2E2CD2F2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Practices:...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95A51-AA71-4BC1-B7E8-C4F6F944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F7383-126F-470E-BA8A-5969D70D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9289A-987F-4359-897D-2FE77638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Practice...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A662F-647B-4622-BEA3-55CC9222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908B1-0350-4349-919E-B00F9E79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B12E6-8CDB-4872-9AB6-12210F4A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Practices: Tilla...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462A9-4484-4089-A134-8A4913D1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06C1C-0B65-41DA-9DE5-09A7EA45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22E22-4CDB-4FAF-BD4B-DBE4579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Practices: Til...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C0C56-9A75-4645-943D-5328B15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FB9EB-51B9-405A-81B2-215BE67D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02125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038EE-ABEF-4D2F-A15E-EB04A889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DA66C-AA04-443F-BB38-453172C3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F2B6A-003A-4520-B9AB-00CDC332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9254E-FC67-473F-A9F1-0D0F667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B2209-AB7E-449E-9592-1AF5C8AC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C0E95-3471-4624-8125-1DF99A28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92A3-055B-4E7D-89D4-D3D66362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511FB-7870-40F3-9DE2-7AF79966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12D88-6297-4F50-9C97-4B75F6F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39004-2492-4DC0-B4C3-96DE4CD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B4F17-19B3-4530-BF9B-6349BFA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E4567-A15A-49A9-BAC0-B8F7622F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29B38-0B34-4197-8422-EC4D91F7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073CA-9A31-4D32-87AE-BDB1C74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8C0AC-403E-44FA-9F13-9EF21EE2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86715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08875-C44F-457B-9C3E-F9807051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EECC4-0108-4B8D-A3C8-DB2F2A39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74415-FBB2-4E23-B04F-68048E96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DCB25-5739-4F98-B5F4-28BCF0A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F9453-5575-4F42-AC6A-B0F6A75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44C2D-54A0-4047-9A6A-AA64B67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Practices: Tillage-Objective of tillage, characteristics...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3BF6-2CD3-4069-8933-DCC40DA9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BAE35-A00E-45F0-BE28-BFACC47B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CF3F6-34D2-4DB3-BA3A-2049F002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76B94-6E96-4009-AA15-A606C8F7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464F1-0E0D-4336-AA91-162E0916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62786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B6660-F4CC-4BA3-8FF0-9A7EBA24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65EAB-4AAC-4BBD-AE24-F17B5F3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84134-5B64-44F1-86E7-DF654111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00D84-E648-4A46-9DAD-95CF992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922A6-A783-4883-9853-2FD4080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Sowing- Methods of sowing, time and depth of sowing of major crops, Methods and time of application of manure 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10BAD-187B-447F-A6E5-2FFB77F3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Sowing- Methods of sowing, time and depth...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293D2-7A7F-4202-9BB9-C4D7F78B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263C2-3DDE-48CE-AD45-43A4184D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455DF-BA9E-4AD5-B89D-93A25AA5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9CD8E-F7B6-4729-8C87-041AF38B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ECBEA-002A-4672-8907-2DB0ABB3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28EB7-EBAC-44B3-80DB-E69EA172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0B2B7-D6D3-4F0D-A864-11393AC9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EEC24-5C32-48D3-B023-C031BD05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B0F32-60F7-430B-A36D-8F71A0BC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3C929-2F67-48A9-B259-C46666E2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528335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98291-C139-4E60-B37D-BDF0F609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A4161-C698-44DC-A5F3-4EAC77D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51664-F4F3-4C1A-8DEC-74B8AFE2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7F4F9-E16C-475D-9907-DA9EC681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E6361-13A5-4B6C-8D72-F1BFCA3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D2DA7-6F78-414B-9DD4-33C5E34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97BAA-6EB0-4F55-9BE0-92521CF6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B3ADD-DC0E-4098-AB5D-5CE55571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0FBD9-20AA-42D1-BEC2-1C7D9C8D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Sowing- Methods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71C08-16EC-451E-886B-8B87CB89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27432-5759-408B-92E1-944E0A7C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95E1F-69E9-4C6D-870E-DF7E9F61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Sowing- Met...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AB71A-C374-455F-AF8E-BF893A47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4B355-CC72-4B1B-BAD5-0CE7EAAA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73027-DBB2-4B60-97E3-8DEB4829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Sowing-...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75780-E4EF-4AE7-B2DE-85AAC733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E87BB-E99C-468C-A2E9-FD900105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C82C1-848C-44B3-9160-3A471DAA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Sowing- Methods...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8AAA5-9AE9-4674-BCA2-DF7DAD9B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A2D3B-C699-4A24-B472-BBA51A87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6410C-54BC-4DCD-9552-4C4E0774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Sowing-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4AD4F-DA52-42A1-BA94-6CDADA0A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CE1D4-BEDF-4128-BC7D-8681C3D6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97674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5624D-1613-425B-AEB5-3EC9BD7B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4F73D-DAA2-4C22-B78B-95DF5396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8FC4A-8BE1-4EF0-9D6E-02C9F9FE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36233-D9A5-4786-B7F3-F3AC4DDF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7E093-80BE-4999-886D-850F9F0C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A6098-C0C0-4921-AF0D-7B9A556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5A82-FD83-4878-A454-ADB30191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474B9-728E-495B-89E3-51078B92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B6B6F-BE19-4E30-A483-2B95C9E4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E5392-A02E-495D-833E-FC45AD03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C3326-880B-40C6-B895-F5BEEAB5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79D58-E39E-4F92-AD99-FBAE5BE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EDF95-6B5F-416A-82EA-8FFAB128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74FE7-6CC6-474E-8560-1D6E220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84743-6063-46AB-9797-5D372C6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945527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3DEE4-784D-4831-9C6C-FDAED463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18F49-F9DF-4C76-A0B7-10BD85D4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FE8BC-B7C3-4A54-B623-F932FD62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D312C-160F-4809-A0FA-8FAD8AF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845C6-6CA7-4F35-9C64-75DFA90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60154-7DC3-4298-8A7F-EB574822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Sowing- Methods of sowing, time and depth of sowing of ma...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FBC2C-2981-46DA-87DE-104CC38B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B1225-28AF-4691-867F-1ACF181E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70569-316D-4A0A-A2D7-467677F2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F1A34-677E-4D18-ABC8-7A0CA03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571AF-EA21-4065-97F7-50C62627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086212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69714-CF00-4B1B-9CFD-E1765EE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FA748-9D70-40B4-AD11-AE86575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21D-953C-4CE7-93A7-171D0EE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60C08-8C1F-44AC-B3AD-869A8E4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2DA80-A21C-4AB9-B93C-7652213F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Approaches: Critical growth stages and water requirements of various field crops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566AF-683E-4378-906E-71C1E566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Approaches: Critical growth stages and wa...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85705-C615-4584-A6D1-14965582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68DC3-5252-4076-9FA1-9F568F57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6728E-65CD-4F14-8FF5-D80D865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6B427-B36E-4810-BA81-FD171322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EC3C9-936A-4BD6-9CB8-1DADCFA0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CADCF-02D2-4767-B3A6-6448B00D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E9F5A-D695-46CC-9948-1685589C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23656-31EA-4E7B-91C2-EF0758DA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67995-6466-4A03-8552-FA74D3EB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29EB6-AB15-4CC0-86AC-BBEF6533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430934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D75D4-DECD-43FE-BA28-5990B272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7E698-2FA2-4470-8802-4ED1544E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A5C72-B467-4C5F-B1BC-7A6B50A1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A923-CC64-4549-90B1-F42B8382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2BA02-19AF-46B1-83C5-BB1FB55F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8382E-C465-447F-8D32-421708A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0BF61-1F0D-441A-ACCB-7D3F26D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C9347-5AE2-419C-B8AE-32EB6863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90842-4C02-48FD-B8DB-D392BBF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Approaches: Critic...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89A22-2284-481C-91F1-FF9F35DD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55819-72EA-4F4A-8DAE-8DBC68BD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7BC6A-4674-4E5F-B1B6-93719D4A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Approaches:...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E1BB2-4E98-4E7C-BA64-EC91C1B3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53DB7-41FB-44AA-AB30-A29DAEC6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B4669-6009-4B86-8258-1752BF7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Approach...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62B4D-B7D0-4623-8B84-94998981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E01C5-DA50-4A6A-AC25-E7EED15E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90159-BD03-47D2-B2D5-7C417C5F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Approaches: Crit...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D1AEE-CA0D-4365-9BAE-5B3B5DE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1C909-51A2-4CCD-B6DB-34C6FE5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F12DD-1C45-40A8-8468-B2012ECC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Approaches: Cr...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1DB11-01A1-428F-B286-1662B407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D1E86-BF0D-40F4-83C1-21AA1DB8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454185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705CA-B2F3-4C25-B6C4-6E0EDF3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A4F91-4C50-4FB8-9EB5-A34B06B9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EDD53-5F7A-4FB3-BAEB-39185B9F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11AA9-F827-4FBF-B7AB-D427452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A9778-6791-46B9-B24B-244C8F31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C8606-F42D-459E-A86B-D5356833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B1582-2525-4A0F-A372-7B20E64F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0847B-A2FB-463C-9DFD-521C3CA4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82774-6B06-4C7C-A62F-9F96AA81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67750-D0A1-44AC-9029-56152ECD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3975D-CC67-412C-B5C0-AEDE32E3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B8E0A-FA6A-4D4C-83C5-17F92E64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0B534-6048-4015-8681-7E8B70D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93E9E-8EB8-4434-B665-747BB4F4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3696B-2153-42B8-9F67-7E183192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314901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D75E1-D875-4539-BE7A-A081E04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80E08-0916-4E45-B611-8AA61EA8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2B20E-0D5B-430F-9B6F-9BB5BB5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AA310-D278-4517-8098-E2AEA250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B3060-BBE7-4D0E-8F3F-F24E7478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DB4D6-18D8-45E9-BE42-1C7CDBEF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Approaches: Critical growth stages and water requirements...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1EAC9-8319-468D-B8AB-B4C1CB2C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FFA97-4AE2-468B-AE9C-4DF33F44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A0EE4-8974-4416-B111-5B9E711E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42CB0-5E5F-458F-8B62-43B4D408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93801-F72C-47CE-A64D-13F6585F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848790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493AE-83F6-41B8-91C2-CF9C49DD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662EC-AA59-46ED-B05B-74517B1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537C5-3D66-4005-B11A-B8336A2A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8FC47-3084-4AB9-B663-4E17CFF0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E3AC0-C659-45B3-BC08-DD698F6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Weeds - Importance, classification of weeds, principles and practices of weed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A8418-07E6-4074-B84A-F8687718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Weeds - Importance, classification of wee...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F856E-4003-46DE-B8D0-DA9D2835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405E0-27BE-4778-9696-0EE07FF3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877D8-C222-42BE-AD33-0ED4FFA8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ED240-023A-4ECC-B12B-7BCB8A11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4CC65-FBB2-4AF8-825C-B42BE741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419F8-82BA-41D0-9C8E-30A8084E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50FE4-54DF-41C1-B8EC-A901DCF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4FE74-F9D3-4BA2-9ED1-3ED10514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23DD6-B1D5-4F9F-9D86-149BCC38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05519-95D9-46DB-BC0E-B65F2F7D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67989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9ECD8-986A-4F0A-AB11-AF17525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1D735-D57C-4135-AE9B-AF63E37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21E06-8330-49F9-874D-0394860A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57252-213E-4D78-A333-A2969705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7FAD4-D52F-468A-BCF0-C6EA0E7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5162F-7E22-47A2-9D68-71C1089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24DB5-C998-4A1E-AA32-F9178E5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2345B-4E23-4FB8-AE8C-806D4CFA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3841E-4052-4456-B41A-D50219D9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Weeds - Importance...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E3459-F0F9-48A8-ADBE-54DFFF9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9EF8D-EAA1-4A36-A58E-C5E6B357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D4648-E0D2-480D-BB76-3D36931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Weeds - Imp...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404A-2CBB-449E-85ED-3588E6F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D86BD-00B9-4F1B-B26E-15F062D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73C11-05E9-4C63-B163-45641366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Weeds 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9CB1F-DA58-4250-8667-1D2D06C2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22717-74EE-4D79-AC73-EE2984C3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D4704-9827-4A4E-8CA5-B9383B36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Weeds - Importan...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CBBCF-D9E1-4BBB-8077-AFBBD704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BD4A2-E5E2-461B-9DA6-EB1ACFF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9AB6C-5895-4ADF-A3D7-1DD9633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Weeds - Import...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DDF5A-92ED-4E0A-A6B6-882F6C22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620980-7291-4366-9434-C2CE827C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946582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D5C04-68DD-4DFF-807C-85F20CC4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46BA4-4514-4E22-9ED5-90716890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2E7C0-14E3-4AA8-BE58-87930DA6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AD96C-6825-477D-8CFC-33B6CF71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DFB2B-B056-4F52-98AE-22615972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42763-EF5D-4290-8563-8A69926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6F856-5067-459E-8A3D-92F5FE9B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06F31-A4CF-48A7-BEED-5B446A0E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F2408-8CDA-4EA8-B38B-6FFE87B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FCA99-BE22-4459-9908-13855787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7558B-F55C-41D7-B891-11A13DAD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1B402-FB81-4191-A222-1DCCC38E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F5B48-57E9-468A-AF98-1A429B5E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1FD75-CFD8-40BB-97F1-1B5EE3BB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D0946-1269-4F5D-803E-49F1EC04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066128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9496B-5AAE-4827-85B1-BABE88CF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950F7-835E-4B16-9EA1-DF8B059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CD054-1F09-403B-83BA-EBD5F39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50B32-F1EE-48B0-ACAE-BD22CC7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9A19F-7D31-438C-8757-9733E143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77EEF-27B0-43FD-BDC2-4EA1487B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Weeds - Importance, classification of weeds, principles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1F4C5-B6E4-43C8-A789-93CDA19B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03E44-9D99-44AB-BD68-626735B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74F34-D1FC-432C-AE8B-55B15EE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A265B-5AF5-4A93-AD8F-623EEB03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A91A3-7442-4CF1-A14A-0A73BDB2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476743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6DD9B-7D1B-4275-AFB9-F6617B38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2997B-FB63-42C7-9067-2F52A9A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4E766-EBA9-49EF-8333-DF0889DD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D7EDC-6CFE-4968-AD9C-0F24E496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E1FC4-712B-47B7-AD5D-EDBAE4F5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Dryland farming, organic farming and Integrated farming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1117B-7D51-4A3C-9D5D-93327C64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Dryland farming, organic farming and Inte...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17F3E-DCD3-43C8-8435-78314FF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2B8B5-F69F-4C0E-901E-8BA719ED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30413-8B3B-4437-8D86-66370096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03E7E-F9D1-4089-9DF0-15F383A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C37DA-EC2F-406A-91D5-179C03EA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2B3F7-4CF8-4D48-8297-538BD86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58690-E3AE-454C-88A6-2012985C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75543-8A30-47F3-A6C6-C88F4FA3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B4A73-2D8B-4375-B19B-81C8D5FC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2F330-1DAA-4BA4-B10A-1AA8BFB5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134738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D82B0-5395-4B89-8066-9BD24FD3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C0C84-E42C-4B17-BABE-2C509F8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4958C-5210-4ED1-ADBE-BCC715C2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4E726-D762-46E7-A8E2-5013D44B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366BA-D873-4625-A390-C5E6B97F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1A4A9-6904-4A9D-A3FE-ADC8C8C4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5E7BC-1212-4F7F-AED7-DE06479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138C2-1743-40D7-8FB8-F5CA1538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E7B07-EE43-40E9-9542-0658D89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Dryland farming,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AC67B-1A8D-46A7-96C1-964E7EE0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6D915-4DB8-4BD3-A99C-BF0E7745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E63E5-9A6D-459C-9565-D1ED8575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Dryland far...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D012D-40B1-4A9C-B98B-C768453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CB3B5-9BD4-45D6-A639-6771576A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3E22C-6BF1-4CF2-BE42-D3800F02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Dryland...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A717D-303E-4E55-BC61-D7049EFD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79397-FE55-4988-8C3D-BCF3DF60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1912C-8A43-4B43-BB91-6BA1B79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Dryland farming,...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76817-1EB3-4A17-87B9-E3680F6E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FEA8C-6FA9-448A-B90D-AF72BA66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66F10-2600-423C-8CD2-74257FEE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Dryland farmin...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65C15-B4AE-4BC5-9F89-A3B9068F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7B193-DF7A-4CBB-AD85-C2C78F67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949286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62F74-D76B-457C-BBFE-C10BB2EA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608F9-8CA1-4DE5-9571-ED1CDF60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3242F-1663-4289-A0D5-E4F89102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1A706-B4AA-45A9-B249-53A15B79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C9803-7761-4933-8972-1228FB98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C0E1E-2EC5-434B-B1D3-011EE471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17345-4A9E-4545-97D2-90D68B76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95969-E423-428A-9B65-2E79E2F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7B216-C035-4BFF-8D7C-F5E5DD3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C68E6-BC54-4A09-B27D-C77A74CF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6ED66-E3ED-44C8-94B8-CCF4F703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7DF59-6857-49B2-AEAA-1B4A52B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1095F-5B2F-4880-AC10-A5477B05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4E870-DFD7-4D6B-A701-FF3B79A8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3B73D-0BDE-4F89-AC9A-616E1540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136246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F0FA6-C12D-4451-8FF6-2ABAD4CE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1F339-4082-4052-ADA3-F723513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993F3-6D9B-4CFE-88AB-B69BF28D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91A94-679F-4F2C-BAE9-7CF0674F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95304-5288-433B-A527-6529AFC4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0BBC-5615-44B6-AB4F-4F4BB31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Dryland farming, organic farming and Integrated farming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5F227-13B3-42D9-9DB6-D7EC6D12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1CA21-8ED9-4CEC-ADD9-819D0EA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06E02-E7DA-4D10-A419-F3C35151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58177-A021-406B-A4D0-100136A4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6D359-82AF-49C7-9104-6E6EE10A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036036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1751A-66EA-482D-9EEA-28E3652B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B688E-367D-43BC-8668-67FA296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3CCAD-2C80-4A86-91F4-4CF74C27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0D02A-5B73-40A9-921A-7AEC15C5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937FF-94A7-4E9E-B190-7F9EB9EF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A4CF6-2793-4493-AC38-C81158B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0883576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6CEEA-380F-44BA-9BAD-20EF7BEC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50E33-7254-493A-9D07-075483FE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77EF6-40D8-4007-8D11-F3C460A9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2755F-20B9-4448-9442-AEFF080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67904-AD1A-4A07-A7E3-DF6A4F9D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Agronomic: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Practices: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Tillage-Objective: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tillage: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characteristics: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933F1-4D6D-4998-8C33-2247E4A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0888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60766-AF0E-45F1-A3D7-49B65CA3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38868-94CC-41CB-87A6-B8E599F0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6EC1F-9F56-4AF2-820C-C6968700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806C7-48B9-47C4-907A-FA7F8F27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9C59E-22AF-406B-A659-2227ECC1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3F8BE-5960-4CFD-9E3A-3C1C972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994896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5C767-C4E4-4493-BF1F-F2D31961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75E7E-4C2B-41DD-B3FB-151E7773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E1722-FCCF-4CC9-AE10-1E5B7B87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F6754-7BDA-4F21-84F8-CCC7D88F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1ABB8-B739-4832-BAD0-FFF7FE01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D3C73-5272-4F73-83C3-52F506AB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2186794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49A1D-B98C-41AE-9701-4FECACB4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01EDF-1261-48FE-A154-9D8B661E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94C60-4CDA-451D-9A46-F5FF420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3DC90-D01A-4DEB-AC81-81084C1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3D538-72EC-462E-8D99-85FB3ED3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Practices: Tillage-Objective of tillage, characteristics of good seed b...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Sowing- Methods of sowing, time and depth of sowing of major crops, Met...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Approaches: Critical growth stages and water requirements of various fi...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Weeds - Importance, classification of weeds, principles and practices 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Dryland farming, organic farming and Integrated farming system.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3AFB8-C071-4DCA-BE3D-934811D2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FCD3A-3F6D-4861-86B5-764F4F8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04C88-361E-427B-A6B1-85ABF1C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935841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D7D354-4EBA-41BF-8344-4D1F2468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F7910-25E3-4EA1-AB7D-4DAE8FCF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Practices: Tillage-Objective of tillage, ch...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3BD3E-5946-4679-8209-B58C9A45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E218B-05EE-4C5C-BCFC-3366A0CB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F6357-9BFE-417C-8D85-0A19B146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2C4C1-88EE-4169-A8D5-3119E991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8B4CF-CE22-4A37-B229-79196A96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3E374-93F0-4C80-B619-89133430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7EF6D-C5BC-410A-B7BD-FB0CE2D3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66614-95D9-45F9-B8B2-123B79C1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E8D4C-E005-45B5-82B8-75F04D73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477A-CBD2-4DD6-892B-B3BA1DA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12CE8-7667-42E6-A0A5-187EF89E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BF54A-6E7B-4F74-B524-CF4CDA4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F869B-D382-4D9F-8093-9CB1C061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1D0B1-E38F-4271-BD14-062476B6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8FBB4-4F6E-40F3-A247-A80918F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06EA2-CEE8-419F-9959-6DAEAC4F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B8619-AFA4-4C25-84F7-392390C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2060C-9B86-42BA-B76A-54BC6222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8927D-1512-4822-8A16-CDD6DE24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63FDB-2024-44A1-A084-95575E1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5BA29-1BE8-4A59-BD97-411E12D1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E04F0-2D89-4B7B-8D15-7AC3E315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30419-153F-469A-B560-D17DACF6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CBC75-A8B8-4128-B985-53C0456B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D226C-2ED5-4D1B-BE11-909F8982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FCF7B-102B-4467-B393-850F4F64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1269C-EE84-45A1-80CC-198934D3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9AFAF5-5B90-47EE-804A-E4467842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BBC94-232C-4D00-BE4F-4F4F0A5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876118-61BE-417E-BA5F-0ED4EA40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512401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54636-9CEE-415D-B434-B917A0A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3C5A7-FC12-47F3-B1DD-221634F8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Sowing- Methods of sowing, time and depth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BC63B-978B-4D7B-9528-CA9CDC13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633E1-5CB3-46D4-904E-69FD5F50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9CA3C-AF80-4B9B-A91A-A18C50EC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5BBEA-BD31-45FC-8092-BE7E78BB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A26FF-1157-45C2-ABAF-8AA68A2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5571E-7A13-4888-99C8-88DA5D52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ED11B-4A63-47B2-9667-D565B5B5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F885B-F93C-4003-AB45-1876304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E7390-02AF-4E22-9EE9-2A4ADDC4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850F5-8C4A-48A3-B7F5-9EC92894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50349-972E-4BC1-9DB0-69C046B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180A8-B874-40BD-AE15-08A09460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601CA-E995-41B5-A3DA-529DE3A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32EA4-69B0-42A0-B128-876F4FE0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887E7-EDDB-41AC-B4A1-125D9E92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3FB50-7A50-476F-83AA-258AF6E7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1D77C-58BC-4C4D-8D78-4D5FB95E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F5DB4-C792-44C5-9AEB-45B2760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94E6B-9462-4521-BBB2-C934CA24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153D8-1460-4295-BF44-44F82DC7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94AD9-4CD6-43F3-8A21-96B3078E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5E666-109A-42C8-AB34-990648EC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6FE84-4A87-4CF7-B04D-DFD6EBC9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3554B-498B-41C3-8AF1-0BD8EB25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62A3F-0DD2-4E58-B8DC-0F4741F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CAFD5-4DF0-4E94-B7E9-652E0A3D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286A1E-5E09-4FB8-A20F-D3864A5C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D7ED3-DF2A-4756-9A89-2B7DE6F2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0A8A5D-FD8E-42E6-AE90-BFF039D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72B377-B6CA-43AD-9D6C-FE468A43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130916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E0F1E-05C7-499B-94E3-1A6AFD46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736C9-581F-415E-A18F-13AE70A2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Approaches: Critical growth stages and wate...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1FD06-51CD-4C67-9251-31C33DF0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F289-0F2B-4C42-8ABE-CDFD58E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3E7D5-573C-4241-9E75-6F89D65C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4E5A9-CFC3-4FB3-A41B-A001A24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EB6C2-3810-49C0-AC91-A211F79D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E86FB-BD23-4431-85AE-427C272E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F904C-0F5E-4F5E-B256-7A6002F7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A4FAD-835A-46BB-B2A6-B42553FF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FC503-939F-4042-B38B-192594C9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2C3CE-181C-4D63-AAC6-6D7B8492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00AA8-E4F4-4845-A9B5-A477D9ED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05C8B-1637-4F2B-8C74-516B2FF4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8FAAB-88BF-4326-ACBA-1B0A5D7F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A3DE2-CA48-47AE-87A7-951AC0F4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1DACE-40D8-4A8B-9BAC-C189EF31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A1045-166B-46F5-AB1D-4ED402B7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1045A-AF0C-415A-B586-F254C98F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B94C0-260E-4F5D-953A-AB15B722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82758-259B-46C0-8564-535AC279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0DB4D-A97E-4E4F-811B-5A3A71D8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8F7C2-7AD7-4F5C-9093-713829E4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5D319-06CA-49BC-A3CF-7DCACB0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7C154-6874-45F0-B941-6EA0ECD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05257-5677-4560-82D6-A66B9B29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27078-6B82-4D29-8EA7-685BA9AE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C08F4-0B38-46B5-AB50-ED1036B3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4B0A6-EABA-4CD8-A5ED-BD18BFF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5054E-D395-4133-9006-D5E6D375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7C711-F45C-459B-B0BF-7ABF9265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54222F-B114-454F-AE6E-E8133138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367137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4DEAF8-51D3-4BDE-AF0E-5FEDA33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55F99-9F1B-477B-9A99-72DFF6A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Weeds - Importance, classification of weeds...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39616-93EF-4CFF-8A46-15F001A9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7FE6B-23FB-4FB8-9EAF-EE2AF53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A81B8-2F69-4C90-B799-82DAE280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BDE3D-3A61-43D1-BAEB-F1A31EBD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F23BF-9D37-4904-A723-82EF3F3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76EC8-006B-4B0C-9C7D-C737B759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A453E-6E96-4107-9AC8-42232A35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41B4-FA5F-4FB3-81A2-1244393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73EB7-5C8C-4213-8116-A07AA8B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24D40-5CD2-4C9A-80D5-261FBE57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B8C32-63BC-4E30-BD83-47BE5F86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2D0A9-5AC5-48B2-8997-AC7D464A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93054-052A-4D27-AA6A-E0CC9F03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57421-BF84-4FD2-9839-8BA2C1CE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FAEB2-417C-4EB0-9182-9B29E5C2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E26F9-39EA-479F-90E6-70F8EF26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D524C-AF32-4953-973C-0418CF35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DAC5D-B76F-494A-989C-48E218C9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B5092-B2EA-402B-870E-DD8B650F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250DF1-95E8-4966-B16C-1E93710B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8AB65-FA05-43AA-A144-CB872F1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CC0DB-2219-4B4A-B4B1-B1CEE3C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C51DB-FB6C-4318-9D7F-36D758D1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C0D18-5FC6-4748-8C75-5E70624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DA7E0-7ADF-4D28-9AC6-0A2FDCBE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281BA-358D-4109-B236-C32F03A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9FCE1-BB73-47B5-9B71-E94FE8B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CA6C1-690B-4705-847F-79B7E014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DF43D-FE75-4FE1-B05B-872F38E3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BB5B95-A68D-4286-A239-E365C115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1113906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5D9270-8A34-4BDC-B742-ADC05C13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BC794-B179-409C-8275-38FCFC5F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Dryland farming, organic farming and Integr...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EE60C-7DC6-4D0F-ADFF-82CDCF0E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D3EE2-89D3-465F-9CBB-F771B41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073D6-3B40-4D81-92AF-2716196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F875A-022C-470C-A490-A3601D4E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0F425-494E-40E8-9D05-C3F4CA69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B0D75-EB86-45CB-B00E-416AA792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768A3-15FD-46E9-AEB8-722B9C21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05807-278F-4D63-987E-414AF88A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A7CE8-985A-4609-9F9C-379DB173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B62F3-27E4-444E-A04F-A9407A55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671BF-23AA-477D-AB16-A2C62D57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35846-94F3-4A51-A33A-085FDF2C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93923-8A95-4285-8D56-D48E62FF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7C387-859D-43FE-B112-A3495EB6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A8976-7EE4-4D9D-8173-F44DE86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33EC9-1F08-43EF-9280-9F4C5F37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87CC8-4EB0-4AAA-B64F-D19BA1C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71435-17A1-4F77-8154-A54D285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F5A8B-3BEC-4C71-93C2-C52A84E3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3A0D5-9C6C-4710-BE5A-4BA49EC3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C6E58-DBFD-4480-9180-6294CEF4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2619F-6793-4D2B-A101-45AACF91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15DAC-B899-4562-A1F7-5709A14B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2DC6F-4195-434F-BA20-E1754D2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23958-1FF0-428A-ABCF-EDC2CC4A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AB916-58BB-4BCA-A630-8C79AFF2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EE2C8-5008-4341-A10F-F86AE66F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2AC02-EF5A-43C8-B1AE-AFB9B5C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015BEC-2399-41DC-9D62-9DB8A29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94909-882A-4AB8-90E0-9E9679D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236828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4D201C-25B4-4830-B549-C33FD824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79303-9BE6-46E3-9CD4-4F6C1B03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Practices: Tillage-Objective of tillage, ch...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4C415-BE6F-4F43-B985-A6D16467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E71FD-62F3-4D42-9700-3111BCA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35780-A01F-4D06-B35D-13191C66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B6CBD-D976-4D3D-8F6C-EC8676FF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057B6-C059-4656-A9D7-D6E1EB7E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15D19-D8CB-4359-BA4E-E44AB18E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7E356-4318-4095-AA5E-17928FE9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C5817-8C9D-4D5C-BBAD-F0EF2709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E4A97-8D65-42E1-8EAF-5E391C37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81916-AE03-4C63-AF7D-15C068D2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1C4FB-DA43-4CEC-94B3-5D36BBD2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F61F2-010A-4979-B273-74955FA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B3B41-AE79-490E-9D86-937DD1F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C763F-2CCE-407D-A17A-4802CC0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CEB3F-BA1A-4C0D-A5E9-BE994981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B1768-FA1F-4FF7-9C72-DF4BD46A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2EE4F-76D0-435C-A393-5A701D7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340DF-FF56-4C45-AC1C-5BC7FBA2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B1E6B-620F-4669-9F11-8A87D502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83C35-A2F1-4A91-9540-882BDE37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39E18-FA02-41A2-90F4-B33ADDC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77171-2F15-41F9-B773-5A11BAD6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F170F-ED8C-4DBF-A447-C9687C77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62637-421A-42E0-B0E5-326C9EC9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06895-B424-49E7-A80D-A85A6D49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793B4-8905-4765-A496-B18B142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5760B-CD65-48A4-8327-9FAA9B9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436A7-F6DA-4122-B669-C9FC21D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FA9E29-32A7-4A82-9826-08907EA0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46891-B96B-489C-8C60-FFC3A1DE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829949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5E6F4-9EF7-4F25-B83C-FA886EB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95BAD-8F29-4E26-BFD7-5AE89EF8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Sowing- Methods of sowing, time and depth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3004C-2E7F-4E7E-8C43-AC04C7E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BCB74-1088-4F87-8B00-418CB9DD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08984-8939-468B-A4F2-1745F591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F3ED1-F2CD-416C-9D01-41980928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1C8B4-FBC1-4448-B2EC-52E5F544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D8BBE-D6A4-4D03-A8B1-3A78BB03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B84CB-F413-4938-B5B7-8C64219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B66C0-4EEF-4C9E-83A6-ED29766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5FAED-3E0B-4CF1-A614-6089A4F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ADD65-14EF-44CA-AC2C-BA15B72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CFD14-E4FC-4AD5-AAA5-B5E8A6A6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90738-63B2-4648-ACB2-C579329B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70D21-B253-405B-B535-E58FE389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AFBA1-B137-48F9-80E9-FDFE1D1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B38CA-70C0-461B-BDA5-E6EF5394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A44EA-F3FF-4F39-87A5-1911E273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0A3C8-E688-49C1-AAF8-E177CE6B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D8D63-3DFD-4128-A288-C4220DAF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75FBD-1EE7-439B-B7FB-D716B265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2D92E-B9D6-4BB7-9869-585A10C2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BCA3B-BAB7-4226-ADAA-B8F5A1B4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6936B-AADA-4F59-AF90-B0518495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8EDFB-12C6-490C-A538-F23D26A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69A828-59CE-43DA-83B2-4C36317D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92AB8-3C80-46A1-A8CB-B5A8560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236E1-C6F6-49F5-A29B-32C6582F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C7F94-3FBA-47B9-B829-2C4C0F5A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BBF01-2CFB-4346-87AA-C90D5C5A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75184-5570-4A60-9292-3F50A021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887C5-893B-47FF-A6AB-29DC53DF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77292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12495F-A25E-456A-9C7F-594FCAE6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674F2-D761-4AB2-B82C-B9B7C46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Approaches: Critical growth stages and wate...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415A7-5508-432E-A9B5-E43EF709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BB8D7-6101-484E-9711-D8B01B7B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87CA6-88AE-40DA-82F5-B595BB69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5FF9A-689D-4A69-8A77-D47EBCBD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ADCAC-5820-489B-9314-3231628A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B8C87-C923-47AA-AB7E-3AF94B19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BA0DF-F345-4B08-AD52-B3A96C43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A5001-C2BC-409E-860D-770BD95D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1ECC6-7D9C-4325-8ACD-5A3B4DB2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5F628-973D-484F-B653-4083E4D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35401-5EE5-44AB-93AE-4714B608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979B5-7FAD-4887-9D6C-4E7DB515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2B507-591A-4581-9315-04600C9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C7C45-4201-4126-B7A4-73AFDB5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FB578-5647-4D41-B844-F2141E29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5A2D5-EBBF-47F9-93A3-594637A7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63439-67F8-424C-8105-1442EF1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530BF-A794-4324-B632-3FBFD951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93312-A3C3-4C6B-9EBD-495E0126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5A8DC-1F8A-4A19-893A-6C6CE7A9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E454C-1DF4-44EE-B104-CD8608A7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4D2C6-E15D-4462-BEB2-8A1D1F05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340BF-E909-4329-BAD3-E71E628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673D2-D888-4C9C-8F0F-6F259F9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536DE-35DD-45D0-817B-259BDAE5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DDD9F-851D-41BA-9B90-E4F8309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DF3233-FADE-41D3-98E4-108BA21A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27588B-5BE4-48CE-86EA-571A1203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A8F310-E160-4015-8956-18D396E8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03B52-D382-4488-9F73-FBF878A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4256368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B27EF8-553E-48A5-8319-6C551BB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BFBA2-2137-4EDD-A289-F6CF16A8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Weeds - Importance, classification of weeds...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53B3C-9C08-4151-BAB1-38E28988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8AF73-DB44-4F88-A2C5-6462623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0555C-6EA0-4AA3-B924-BC8661AD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54823-68D0-4CF9-B433-48596D9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91A25-024A-4DC1-9E92-E73810A7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9CE9E-DF23-40A1-A7E6-2624018F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FC03B-EF8E-4204-9F77-DC9848EA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523F0-2B8D-4597-A421-7D5C5CD5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F704C-D8BD-4839-8842-58E95575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429FB-F265-469D-8E5B-C9477A61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9A890-6C86-44A4-B9D1-413D4540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52A1E-2B36-4690-B1CA-277DA8C6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37F43-174E-46F8-BB99-585BE0FB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CC2D7-97C8-4E67-A2E2-963124D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7E03A-A8F4-4C2E-9399-A590A44E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BB19-7403-4A7A-9189-A594DAAD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8DDC3-A203-4E0C-B414-2AC73E16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B59FC-5612-4281-9F78-84DDCA7E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9ED77-0E45-436A-9FC4-3031C336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E5C77-8DC6-489F-8BB3-B550DC72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0C352-FF6F-4509-BDA9-46D8054E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692EE-0668-474C-A87F-A9C68F44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B6B59-6391-4F2F-A67F-FF41786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4E857-D5E0-49DC-B798-6A34E254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4BE58B-7448-4EE7-B936-BC501526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125F7D-7D67-4FD3-9837-46033967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9FAB8-321D-445A-8267-DA38DB7C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A3C79-D85B-4BF5-9115-C7591F63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052BBB-A204-4960-A09A-3D6AED8F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EF98D-2FF1-484A-A453-9F7C1005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641687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BE758C-82DD-47EE-B465-8E9263D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539BC-0413-419E-B8B4-443D1B64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Dryland farming, organic farming and Integr...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E2205-E6B6-449D-ABA8-2AD131DC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EC33F-1988-430F-9E29-92342B7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5A521-C326-42B9-80F4-D4092A89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17051-E87E-4EAA-AC28-41B3CFAE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AA964-7746-4A08-BCBB-E7D4557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3C5F8-2960-4B37-9493-BFB65344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6629C-B586-4DCF-94A5-4C521BD7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E74BC-5395-48CF-B8E0-07DB009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A3501-3C00-4E71-BB22-8A17103F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5C1DB-A9E7-43AA-ACB1-B186B405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AAE83-3E1F-4399-92AF-F137C738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6EE04-E285-407F-ABBD-CC7A914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51F2E-7DA1-4EFD-8DB4-9481F70A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0383B-0B20-4603-81F6-28EF2E14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923A6-C7B8-473C-B51A-39B0EEF9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D122C-F14C-432D-A304-D8BFFDB8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32F90-C670-4561-9CD4-56ED6F8D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B8217-D8EC-4C36-A41E-6EFCA4E3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2DF59-82DB-4CFC-8417-DF5EF334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8BB7E-4C87-4B69-9485-D36377E6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E1898-BF21-4362-8819-FA96BBAC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FBCFB-4E93-4404-AC7F-7602F1E5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FD086-B5E0-47AD-A79D-6273B916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69399-7644-4055-9FBB-F1F48E85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DED9B-4B92-4F6E-B983-3E157D6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38BBC-4407-40F4-BC40-6412A071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5CDFE-0CE0-4EC1-AECE-B8C2D4D5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47FAF9-CCBC-468C-A774-80F398A5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D3D646-2D50-490D-A816-15D6704C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7E9E1-36DF-4D4D-9BC8-1DCCF47F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994253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2026-08-24T16:03:18.6880000Z</dcterms:created>
  <dcterms:modified xsi:type="dcterms:W3CDTF">2026-08-24T16:03:18.6880000Z</dcterms:modified>
</coreProperties>
</file>