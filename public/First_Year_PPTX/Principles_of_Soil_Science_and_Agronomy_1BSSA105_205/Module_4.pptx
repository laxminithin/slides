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386c91f95d44a4" /><Relationship Type="http://schemas.openxmlformats.org/officeDocument/2006/relationships/extended-properties" Target="/docProps/app.xml" Id="Rcaba469897564568" /><Relationship Type="http://schemas.openxmlformats.org/officeDocument/2006/relationships/officeDocument" Target="/ppt/presentation.xml" Id="R45af720383514ec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38a72bd564e49f4"/>
  </p:sldMasterIdLst>
  <p:notesMasterIdLst>
    <p:notesMasterId xmlns:r="http://schemas.openxmlformats.org/officeDocument/2006/relationships" r:id="R85b94d446e564ffa"/>
  </p:notesMasterIdLst>
  <p:sldIdLst>
    <p:sldId xmlns:r="http://schemas.openxmlformats.org/officeDocument/2006/relationships" id="256" r:id="R4a270b32d71d4044"/>
    <p:sldId xmlns:r="http://schemas.openxmlformats.org/officeDocument/2006/relationships" id="257" r:id="R8d53a87920984e9d"/>
    <p:sldId xmlns:r="http://schemas.openxmlformats.org/officeDocument/2006/relationships" id="258" r:id="R54fff78baf284c73"/>
    <p:sldId xmlns:r="http://schemas.openxmlformats.org/officeDocument/2006/relationships" id="259" r:id="R0fc13059e27f4084"/>
    <p:sldId xmlns:r="http://schemas.openxmlformats.org/officeDocument/2006/relationships" id="260" r:id="R254a1fdb3c994a6f"/>
    <p:sldId xmlns:r="http://schemas.openxmlformats.org/officeDocument/2006/relationships" id="261" r:id="R934964e26af44a5f"/>
    <p:sldId xmlns:r="http://schemas.openxmlformats.org/officeDocument/2006/relationships" id="262" r:id="R71166505c02e40b3"/>
    <p:sldId xmlns:r="http://schemas.openxmlformats.org/officeDocument/2006/relationships" id="263" r:id="Rf4fd89e8e78e4798"/>
    <p:sldId xmlns:r="http://schemas.openxmlformats.org/officeDocument/2006/relationships" id="264" r:id="Rad05fdda7b8544f9"/>
    <p:sldId xmlns:r="http://schemas.openxmlformats.org/officeDocument/2006/relationships" id="265" r:id="R417fa78c42464bd6"/>
    <p:sldId xmlns:r="http://schemas.openxmlformats.org/officeDocument/2006/relationships" id="266" r:id="R6813c07f366442b0"/>
    <p:sldId xmlns:r="http://schemas.openxmlformats.org/officeDocument/2006/relationships" id="267" r:id="R4629c87a5b39419b"/>
    <p:sldId xmlns:r="http://schemas.openxmlformats.org/officeDocument/2006/relationships" id="268" r:id="R72d43d3644394858"/>
    <p:sldId xmlns:r="http://schemas.openxmlformats.org/officeDocument/2006/relationships" id="269" r:id="R0a80788ca2a24723"/>
    <p:sldId xmlns:r="http://schemas.openxmlformats.org/officeDocument/2006/relationships" id="270" r:id="R77caea95591b41e3"/>
    <p:sldId xmlns:r="http://schemas.openxmlformats.org/officeDocument/2006/relationships" id="271" r:id="Re9c199df21594957"/>
    <p:sldId xmlns:r="http://schemas.openxmlformats.org/officeDocument/2006/relationships" id="272" r:id="R985e48f1bf624ea9"/>
    <p:sldId xmlns:r="http://schemas.openxmlformats.org/officeDocument/2006/relationships" id="273" r:id="R8fa88a6df87e4d05"/>
    <p:sldId xmlns:r="http://schemas.openxmlformats.org/officeDocument/2006/relationships" id="274" r:id="Rf7d8adc2702f4e10"/>
    <p:sldId xmlns:r="http://schemas.openxmlformats.org/officeDocument/2006/relationships" id="275" r:id="R5941a8f17b03444d"/>
    <p:sldId xmlns:r="http://schemas.openxmlformats.org/officeDocument/2006/relationships" id="276" r:id="Ra00dc1bca9ac4ed3"/>
    <p:sldId xmlns:r="http://schemas.openxmlformats.org/officeDocument/2006/relationships" id="277" r:id="Ra4e5e0d182d3435d"/>
    <p:sldId xmlns:r="http://schemas.openxmlformats.org/officeDocument/2006/relationships" id="278" r:id="R4d823273ca9b427a"/>
    <p:sldId xmlns:r="http://schemas.openxmlformats.org/officeDocument/2006/relationships" id="279" r:id="Reb320037fccb4ac0"/>
    <p:sldId xmlns:r="http://schemas.openxmlformats.org/officeDocument/2006/relationships" id="280" r:id="R1acc1e7ee4254679"/>
    <p:sldId xmlns:r="http://schemas.openxmlformats.org/officeDocument/2006/relationships" id="281" r:id="R4bd26a4604b44728"/>
    <p:sldId xmlns:r="http://schemas.openxmlformats.org/officeDocument/2006/relationships" id="282" r:id="R08979c1293b94754"/>
    <p:sldId xmlns:r="http://schemas.openxmlformats.org/officeDocument/2006/relationships" id="283" r:id="Re5921bc485c0495c"/>
    <p:sldId xmlns:r="http://schemas.openxmlformats.org/officeDocument/2006/relationships" id="284" r:id="R1684fa77681f41e8"/>
    <p:sldId xmlns:r="http://schemas.openxmlformats.org/officeDocument/2006/relationships" id="285" r:id="R97f846eac14c4f61"/>
    <p:sldId xmlns:r="http://schemas.openxmlformats.org/officeDocument/2006/relationships" id="286" r:id="R73c1e15f48c84cbb"/>
    <p:sldId xmlns:r="http://schemas.openxmlformats.org/officeDocument/2006/relationships" id="287" r:id="R85837739c61e4e40"/>
    <p:sldId xmlns:r="http://schemas.openxmlformats.org/officeDocument/2006/relationships" id="288" r:id="R52af87ac123f40c7"/>
    <p:sldId xmlns:r="http://schemas.openxmlformats.org/officeDocument/2006/relationships" id="289" r:id="Re71eb3d2e573466a"/>
    <p:sldId xmlns:r="http://schemas.openxmlformats.org/officeDocument/2006/relationships" id="290" r:id="Rf252c2a3ce0a446d"/>
    <p:sldId xmlns:r="http://schemas.openxmlformats.org/officeDocument/2006/relationships" id="291" r:id="R726a078e3d2149d1"/>
    <p:sldId xmlns:r="http://schemas.openxmlformats.org/officeDocument/2006/relationships" id="292" r:id="R16215330371d44f1"/>
    <p:sldId xmlns:r="http://schemas.openxmlformats.org/officeDocument/2006/relationships" id="293" r:id="Rd1af4c7f2e4040f9"/>
    <p:sldId xmlns:r="http://schemas.openxmlformats.org/officeDocument/2006/relationships" id="294" r:id="R8054a6037ebe4ff0"/>
    <p:sldId xmlns:r="http://schemas.openxmlformats.org/officeDocument/2006/relationships" id="295" r:id="R02f6179f17cc4e6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0e4280e2e774913" /><Relationship Type="http://schemas.openxmlformats.org/officeDocument/2006/relationships/slideMaster" Target="/ppt/slideMasters/slideMaster1.xml" Id="R438a72bd564e49f4" /><Relationship Type="http://schemas.openxmlformats.org/officeDocument/2006/relationships/notesMaster" Target="/ppt/notesMasters/notesMaster1.xml" Id="R85b94d446e564ffa" /><Relationship Type="http://schemas.openxmlformats.org/officeDocument/2006/relationships/presProps" Target="/ppt/presProps.xml" Id="R77f785546dd646b6" /><Relationship Type="http://schemas.openxmlformats.org/officeDocument/2006/relationships/tableStyles" Target="/ppt/tableStyles.xml" Id="R105f752a72b14c72" /><Relationship Type="http://schemas.openxmlformats.org/officeDocument/2006/relationships/slide" Target="/ppt/slides/slide1.xml" Id="R4a270b32d71d4044" /><Relationship Type="http://schemas.openxmlformats.org/officeDocument/2006/relationships/slide" Target="/ppt/slides/slide2.xml" Id="R8d53a87920984e9d" /><Relationship Type="http://schemas.openxmlformats.org/officeDocument/2006/relationships/slide" Target="/ppt/slides/slide3.xml" Id="R54fff78baf284c73" /><Relationship Type="http://schemas.openxmlformats.org/officeDocument/2006/relationships/slide" Target="/ppt/slides/slide4.xml" Id="R0fc13059e27f4084" /><Relationship Type="http://schemas.openxmlformats.org/officeDocument/2006/relationships/slide" Target="/ppt/slides/slide5.xml" Id="R254a1fdb3c994a6f" /><Relationship Type="http://schemas.openxmlformats.org/officeDocument/2006/relationships/slide" Target="/ppt/slides/slide6.xml" Id="R934964e26af44a5f" /><Relationship Type="http://schemas.openxmlformats.org/officeDocument/2006/relationships/slide" Target="/ppt/slides/slide7.xml" Id="R71166505c02e40b3" /><Relationship Type="http://schemas.openxmlformats.org/officeDocument/2006/relationships/slide" Target="/ppt/slides/slide8.xml" Id="Rf4fd89e8e78e4798" /><Relationship Type="http://schemas.openxmlformats.org/officeDocument/2006/relationships/slide" Target="/ppt/slides/slide9.xml" Id="Rad05fdda7b8544f9" /><Relationship Type="http://schemas.openxmlformats.org/officeDocument/2006/relationships/slide" Target="/ppt/slides/slide10.xml" Id="R417fa78c42464bd6" /><Relationship Type="http://schemas.openxmlformats.org/officeDocument/2006/relationships/slide" Target="/ppt/slides/slide11.xml" Id="R6813c07f366442b0" /><Relationship Type="http://schemas.openxmlformats.org/officeDocument/2006/relationships/slide" Target="/ppt/slides/slide12.xml" Id="R4629c87a5b39419b" /><Relationship Type="http://schemas.openxmlformats.org/officeDocument/2006/relationships/slide" Target="/ppt/slides/slide13.xml" Id="R72d43d3644394858" /><Relationship Type="http://schemas.openxmlformats.org/officeDocument/2006/relationships/slide" Target="/ppt/slides/slide14.xml" Id="R0a80788ca2a24723" /><Relationship Type="http://schemas.openxmlformats.org/officeDocument/2006/relationships/slide" Target="/ppt/slides/slide15.xml" Id="R77caea95591b41e3" /><Relationship Type="http://schemas.openxmlformats.org/officeDocument/2006/relationships/slide" Target="/ppt/slides/slide16.xml" Id="Re9c199df21594957" /><Relationship Type="http://schemas.openxmlformats.org/officeDocument/2006/relationships/slide" Target="/ppt/slides/slide17.xml" Id="R985e48f1bf624ea9" /><Relationship Type="http://schemas.openxmlformats.org/officeDocument/2006/relationships/slide" Target="/ppt/slides/slide18.xml" Id="R8fa88a6df87e4d05" /><Relationship Type="http://schemas.openxmlformats.org/officeDocument/2006/relationships/slide" Target="/ppt/slides/slide19.xml" Id="Rf7d8adc2702f4e10" /><Relationship Type="http://schemas.openxmlformats.org/officeDocument/2006/relationships/slide" Target="/ppt/slides/slide20.xml" Id="R5941a8f17b03444d" /><Relationship Type="http://schemas.openxmlformats.org/officeDocument/2006/relationships/slide" Target="/ppt/slides/slide21.xml" Id="Ra00dc1bca9ac4ed3" /><Relationship Type="http://schemas.openxmlformats.org/officeDocument/2006/relationships/slide" Target="/ppt/slides/slide22.xml" Id="Ra4e5e0d182d3435d" /><Relationship Type="http://schemas.openxmlformats.org/officeDocument/2006/relationships/slide" Target="/ppt/slides/slide23.xml" Id="R4d823273ca9b427a" /><Relationship Type="http://schemas.openxmlformats.org/officeDocument/2006/relationships/slide" Target="/ppt/slides/slide24.xml" Id="Reb320037fccb4ac0" /><Relationship Type="http://schemas.openxmlformats.org/officeDocument/2006/relationships/slide" Target="/ppt/slides/slide25.xml" Id="R1acc1e7ee4254679" /><Relationship Type="http://schemas.openxmlformats.org/officeDocument/2006/relationships/slide" Target="/ppt/slides/slide26.xml" Id="R4bd26a4604b44728" /><Relationship Type="http://schemas.openxmlformats.org/officeDocument/2006/relationships/slide" Target="/ppt/slides/slide27.xml" Id="R08979c1293b94754" /><Relationship Type="http://schemas.openxmlformats.org/officeDocument/2006/relationships/slide" Target="/ppt/slides/slide28.xml" Id="Re5921bc485c0495c" /><Relationship Type="http://schemas.openxmlformats.org/officeDocument/2006/relationships/slide" Target="/ppt/slides/slide29.xml" Id="R1684fa77681f41e8" /><Relationship Type="http://schemas.openxmlformats.org/officeDocument/2006/relationships/slide" Target="/ppt/slides/slide30.xml" Id="R97f846eac14c4f61" /><Relationship Type="http://schemas.openxmlformats.org/officeDocument/2006/relationships/slide" Target="/ppt/slides/slide31.xml" Id="R73c1e15f48c84cbb" /><Relationship Type="http://schemas.openxmlformats.org/officeDocument/2006/relationships/slide" Target="/ppt/slides/slide32.xml" Id="R85837739c61e4e40" /><Relationship Type="http://schemas.openxmlformats.org/officeDocument/2006/relationships/slide" Target="/ppt/slides/slide33.xml" Id="R52af87ac123f40c7" /><Relationship Type="http://schemas.openxmlformats.org/officeDocument/2006/relationships/slide" Target="/ppt/slides/slide34.xml" Id="Re71eb3d2e573466a" /><Relationship Type="http://schemas.openxmlformats.org/officeDocument/2006/relationships/slide" Target="/ppt/slides/slide35.xml" Id="Rf252c2a3ce0a446d" /><Relationship Type="http://schemas.openxmlformats.org/officeDocument/2006/relationships/slide" Target="/ppt/slides/slide36.xml" Id="R726a078e3d2149d1" /><Relationship Type="http://schemas.openxmlformats.org/officeDocument/2006/relationships/slide" Target="/ppt/slides/slide37.xml" Id="R16215330371d44f1" /><Relationship Type="http://schemas.openxmlformats.org/officeDocument/2006/relationships/slide" Target="/ppt/slides/slide38.xml" Id="Rd1af4c7f2e4040f9" /><Relationship Type="http://schemas.openxmlformats.org/officeDocument/2006/relationships/slide" Target="/ppt/slides/slide39.xml" Id="R8054a6037ebe4ff0" /><Relationship Type="http://schemas.openxmlformats.org/officeDocument/2006/relationships/slide" Target="/ppt/slides/slide40.xml" Id="R02f6179f17cc4e6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3b63448961342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3ef7ea939e04991" /><Relationship Type="http://schemas.openxmlformats.org/officeDocument/2006/relationships/notesMaster" Target="/ppt/notesMasters/notesMaster1.xml" Id="R4e3c9ecc42a142b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d780281cc0a4ebe" /><Relationship Type="http://schemas.openxmlformats.org/officeDocument/2006/relationships/notesMaster" Target="/ppt/notesMasters/notesMaster1.xml" Id="Rf01da68355864fe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d804a5d68ca4aad" /><Relationship Type="http://schemas.openxmlformats.org/officeDocument/2006/relationships/notesMaster" Target="/ppt/notesMasters/notesMaster1.xml" Id="R417afedccbad407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5c1b4b488c64e0a" /><Relationship Type="http://schemas.openxmlformats.org/officeDocument/2006/relationships/notesMaster" Target="/ppt/notesMasters/notesMaster1.xml" Id="R8964a3040cb4442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0de3bbfe9bf4c17" /><Relationship Type="http://schemas.openxmlformats.org/officeDocument/2006/relationships/notesMaster" Target="/ppt/notesMasters/notesMaster1.xml" Id="R4ded0f4e6b5b4af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d0c7340cc61402d" /><Relationship Type="http://schemas.openxmlformats.org/officeDocument/2006/relationships/notesMaster" Target="/ppt/notesMasters/notesMaster1.xml" Id="Rab4cb83ab9d7438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e10a986a6af4d2b" /><Relationship Type="http://schemas.openxmlformats.org/officeDocument/2006/relationships/notesMaster" Target="/ppt/notesMasters/notesMaster1.xml" Id="Raae13f259620481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643f2a55e4e4089" /><Relationship Type="http://schemas.openxmlformats.org/officeDocument/2006/relationships/notesMaster" Target="/ppt/notesMasters/notesMaster1.xml" Id="Rc24d0bc1ee8348c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658bc5fea8448ed" /><Relationship Type="http://schemas.openxmlformats.org/officeDocument/2006/relationships/notesMaster" Target="/ppt/notesMasters/notesMaster1.xml" Id="R1119cf858b7e4e4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42f1e586119473c" /><Relationship Type="http://schemas.openxmlformats.org/officeDocument/2006/relationships/notesMaster" Target="/ppt/notesMasters/notesMaster1.xml" Id="R82ef1e1824a147d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c2c47a0d20a4f6d" /><Relationship Type="http://schemas.openxmlformats.org/officeDocument/2006/relationships/notesMaster" Target="/ppt/notesMasters/notesMaster1.xml" Id="R366379fb2be64fb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106ca68940d494d" /><Relationship Type="http://schemas.openxmlformats.org/officeDocument/2006/relationships/notesMaster" Target="/ppt/notesMasters/notesMaster1.xml" Id="R09f58bfdb68b4f8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5158c8aa18e4b97" /><Relationship Type="http://schemas.openxmlformats.org/officeDocument/2006/relationships/notesMaster" Target="/ppt/notesMasters/notesMaster1.xml" Id="Rc0831c023aee472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f95145779b247df" /><Relationship Type="http://schemas.openxmlformats.org/officeDocument/2006/relationships/notesMaster" Target="/ppt/notesMasters/notesMaster1.xml" Id="Re29cae4661e4436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a58ec9773d4450b" /><Relationship Type="http://schemas.openxmlformats.org/officeDocument/2006/relationships/notesMaster" Target="/ppt/notesMasters/notesMaster1.xml" Id="R883a29c9c2f749d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def305ee2e74a5d" /><Relationship Type="http://schemas.openxmlformats.org/officeDocument/2006/relationships/notesMaster" Target="/ppt/notesMasters/notesMaster1.xml" Id="Ra546ab0261184d4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c044ae02088438e" /><Relationship Type="http://schemas.openxmlformats.org/officeDocument/2006/relationships/notesMaster" Target="/ppt/notesMasters/notesMaster1.xml" Id="R85a8bc07d5164b4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cdf90669f2d49f4" /><Relationship Type="http://schemas.openxmlformats.org/officeDocument/2006/relationships/notesMaster" Target="/ppt/notesMasters/notesMaster1.xml" Id="R1ebe0a45579748b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14b499fe0424cf5" /><Relationship Type="http://schemas.openxmlformats.org/officeDocument/2006/relationships/notesMaster" Target="/ppt/notesMasters/notesMaster1.xml" Id="Rbeb8f67b4a7d43d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de6d652a24e4fc2" /><Relationship Type="http://schemas.openxmlformats.org/officeDocument/2006/relationships/notesMaster" Target="/ppt/notesMasters/notesMaster1.xml" Id="Rec3caba6848f45f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d3d538ccaef4d9d" /><Relationship Type="http://schemas.openxmlformats.org/officeDocument/2006/relationships/notesMaster" Target="/ppt/notesMasters/notesMaster1.xml" Id="Rc6ce1571c45c47f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d13cc775ec34ca0" /><Relationship Type="http://schemas.openxmlformats.org/officeDocument/2006/relationships/notesMaster" Target="/ppt/notesMasters/notesMaster1.xml" Id="Rd163304b1db4429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2f8c4eb45e94e2d" /><Relationship Type="http://schemas.openxmlformats.org/officeDocument/2006/relationships/notesMaster" Target="/ppt/notesMasters/notesMaster1.xml" Id="Rb5d11ce817084f7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30b70f579b74349" /><Relationship Type="http://schemas.openxmlformats.org/officeDocument/2006/relationships/notesMaster" Target="/ppt/notesMasters/notesMaster1.xml" Id="Rb7007a7329d24fc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b20bb2c3fc74ec6" /><Relationship Type="http://schemas.openxmlformats.org/officeDocument/2006/relationships/notesMaster" Target="/ppt/notesMasters/notesMaster1.xml" Id="R88c66cb407d84b8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bf586b8f6784088" /><Relationship Type="http://schemas.openxmlformats.org/officeDocument/2006/relationships/notesMaster" Target="/ppt/notesMasters/notesMaster1.xml" Id="Rf484ffbc917c4ea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d539f75daec4b4c" /><Relationship Type="http://schemas.openxmlformats.org/officeDocument/2006/relationships/notesMaster" Target="/ppt/notesMasters/notesMaster1.xml" Id="R57da75a289f5452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3e090ba8720404b" /><Relationship Type="http://schemas.openxmlformats.org/officeDocument/2006/relationships/notesMaster" Target="/ppt/notesMasters/notesMaster1.xml" Id="R79c2456fa29943a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d105475d7c14529" /><Relationship Type="http://schemas.openxmlformats.org/officeDocument/2006/relationships/notesMaster" Target="/ppt/notesMasters/notesMaster1.xml" Id="R485243f5ad11428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76b2dd4cb714fd2" /><Relationship Type="http://schemas.openxmlformats.org/officeDocument/2006/relationships/notesMaster" Target="/ppt/notesMasters/notesMaster1.xml" Id="R69e582fffea24d4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eba3ad362aea4068" /><Relationship Type="http://schemas.openxmlformats.org/officeDocument/2006/relationships/notesMaster" Target="/ppt/notesMasters/notesMaster1.xml" Id="Rbfd9ce23b0a44d4a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ea1a87c285484143" /><Relationship Type="http://schemas.openxmlformats.org/officeDocument/2006/relationships/notesMaster" Target="/ppt/notesMasters/notesMaster1.xml" Id="R26ca82c449994b9c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02ac900eacf442e8" /><Relationship Type="http://schemas.openxmlformats.org/officeDocument/2006/relationships/notesMaster" Target="/ppt/notesMasters/notesMaster1.xml" Id="R4519dd19c55346f8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6bc86112368d44af" /><Relationship Type="http://schemas.openxmlformats.org/officeDocument/2006/relationships/notesMaster" Target="/ppt/notesMasters/notesMaster1.xml" Id="Rcc35caf5847b471d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5feed429901c495f" /><Relationship Type="http://schemas.openxmlformats.org/officeDocument/2006/relationships/notesMaster" Target="/ppt/notesMasters/notesMaster1.xml" Id="R37b3c7be8bc7471f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fb32aa3fcd9a4c93" /><Relationship Type="http://schemas.openxmlformats.org/officeDocument/2006/relationships/notesMaster" Target="/ppt/notesMasters/notesMaster1.xml" Id="R2d637c1ca8574707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27c3cb2f510e41cb" /><Relationship Type="http://schemas.openxmlformats.org/officeDocument/2006/relationships/notesMaster" Target="/ppt/notesMasters/notesMaster1.xml" Id="R6f0e25eb107e4a43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da91371a92904071" /><Relationship Type="http://schemas.openxmlformats.org/officeDocument/2006/relationships/notesMaster" Target="/ppt/notesMasters/notesMaster1.xml" Id="R607ddfca566d40e6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889da8262455435e" /><Relationship Type="http://schemas.openxmlformats.org/officeDocument/2006/relationships/notesMaster" Target="/ppt/notesMasters/notesMaster1.xml" Id="Rb9ccf544116b48ea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8f6d8e95dacb497e" /><Relationship Type="http://schemas.openxmlformats.org/officeDocument/2006/relationships/notesMaster" Target="/ppt/notesMasters/notesMaster1.xml" Id="R12afa72cd69447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a6ade3ff374ed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488c8e67c84944" /><Relationship Type="http://schemas.openxmlformats.org/officeDocument/2006/relationships/slideLayout" Target="/ppt/slideLayouts/slideLayout1.xml" Id="Ra3f2b16ff1dc488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3f2b16ff1dc488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9c824467da4e0d" /><Relationship Type="http://schemas.openxmlformats.org/officeDocument/2006/relationships/notesSlide" Target="/ppt/notesSlides/notesSlide1.xml" Id="R0ac1ddbf92d742a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400ff6205042a0" /><Relationship Type="http://schemas.openxmlformats.org/officeDocument/2006/relationships/notesSlide" Target="/ppt/notesSlides/notesSlide2.xml" Id="R3248d3a9492846d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70388e130b42ba" /><Relationship Type="http://schemas.openxmlformats.org/officeDocument/2006/relationships/notesSlide" Target="/ppt/notesSlides/notesSlide3.xml" Id="Rff28cd8016da493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087e70cbf542e0" /><Relationship Type="http://schemas.openxmlformats.org/officeDocument/2006/relationships/notesSlide" Target="/ppt/notesSlides/notesSlide4.xml" Id="R6795b8c4a0d24b4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e690efbb7e411d" /><Relationship Type="http://schemas.openxmlformats.org/officeDocument/2006/relationships/notesSlide" Target="/ppt/notesSlides/notesSlide5.xml" Id="Rb18b81e0e16449d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54a84c84ed451d" /><Relationship Type="http://schemas.openxmlformats.org/officeDocument/2006/relationships/notesSlide" Target="/ppt/notesSlides/notesSlide6.xml" Id="R9cc2e98be275449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ecd42e5f6c416c" /><Relationship Type="http://schemas.openxmlformats.org/officeDocument/2006/relationships/notesSlide" Target="/ppt/notesSlides/notesSlide7.xml" Id="R1a21ef8b081241f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c9305db8d542ef" /><Relationship Type="http://schemas.openxmlformats.org/officeDocument/2006/relationships/notesSlide" Target="/ppt/notesSlides/notesSlide8.xml" Id="R94e4292cf72d4b5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7befd6f8664599" /><Relationship Type="http://schemas.openxmlformats.org/officeDocument/2006/relationships/notesSlide" Target="/ppt/notesSlides/notesSlide9.xml" Id="R0e9db0e31b9f41a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46185b8c1f4504" /><Relationship Type="http://schemas.openxmlformats.org/officeDocument/2006/relationships/notesSlide" Target="/ppt/notesSlides/notesSlide10.xml" Id="R9a8acab9252a415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4bd403ebb546f6" /><Relationship Type="http://schemas.openxmlformats.org/officeDocument/2006/relationships/notesSlide" Target="/ppt/notesSlides/notesSlide11.xml" Id="Re5daac6cbff94e6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14cd3698ea49b4" /><Relationship Type="http://schemas.openxmlformats.org/officeDocument/2006/relationships/notesSlide" Target="/ppt/notesSlides/notesSlide12.xml" Id="R47a5036ef6ae4fd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3ca98cfb504a82" /><Relationship Type="http://schemas.openxmlformats.org/officeDocument/2006/relationships/notesSlide" Target="/ppt/notesSlides/notesSlide13.xml" Id="Radc31ae64f6d4cc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276e4b01c44ed7" /><Relationship Type="http://schemas.openxmlformats.org/officeDocument/2006/relationships/notesSlide" Target="/ppt/notesSlides/notesSlide14.xml" Id="R89acba88f25d41c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23ec5ea4aa4370" /><Relationship Type="http://schemas.openxmlformats.org/officeDocument/2006/relationships/notesSlide" Target="/ppt/notesSlides/notesSlide15.xml" Id="R0f4c9fee8b31445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26abc6d3754cfc" /><Relationship Type="http://schemas.openxmlformats.org/officeDocument/2006/relationships/notesSlide" Target="/ppt/notesSlides/notesSlide16.xml" Id="Re2770c1cb30146a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af7e3156534b6c" /><Relationship Type="http://schemas.openxmlformats.org/officeDocument/2006/relationships/notesSlide" Target="/ppt/notesSlides/notesSlide17.xml" Id="R8b7db44322e64af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fdf376fa254775" /><Relationship Type="http://schemas.openxmlformats.org/officeDocument/2006/relationships/notesSlide" Target="/ppt/notesSlides/notesSlide18.xml" Id="R0345e08f284e430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a2050aeb6749fb" /><Relationship Type="http://schemas.openxmlformats.org/officeDocument/2006/relationships/notesSlide" Target="/ppt/notesSlides/notesSlide19.xml" Id="R919964dbdfb8403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8835ea73a847e2" /><Relationship Type="http://schemas.openxmlformats.org/officeDocument/2006/relationships/notesSlide" Target="/ppt/notesSlides/notesSlide20.xml" Id="R1dddce00c516498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01a66cefec457e" /><Relationship Type="http://schemas.openxmlformats.org/officeDocument/2006/relationships/notesSlide" Target="/ppt/notesSlides/notesSlide21.xml" Id="R3c9e2e8864714ef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79b4ea4a5546ab" /><Relationship Type="http://schemas.openxmlformats.org/officeDocument/2006/relationships/notesSlide" Target="/ppt/notesSlides/notesSlide22.xml" Id="R9199aa15403e4cf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1456861ff043bd" /><Relationship Type="http://schemas.openxmlformats.org/officeDocument/2006/relationships/notesSlide" Target="/ppt/notesSlides/notesSlide23.xml" Id="Rbeaf5a7e2954461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fe9d8e1f0642d9" /><Relationship Type="http://schemas.openxmlformats.org/officeDocument/2006/relationships/notesSlide" Target="/ppt/notesSlides/notesSlide24.xml" Id="Rea813c8fdb824c4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c236ec2a8c4303" /><Relationship Type="http://schemas.openxmlformats.org/officeDocument/2006/relationships/notesSlide" Target="/ppt/notesSlides/notesSlide25.xml" Id="R0d5a65cf4f40486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9db1b93cfc4f19" /><Relationship Type="http://schemas.openxmlformats.org/officeDocument/2006/relationships/notesSlide" Target="/ppt/notesSlides/notesSlide26.xml" Id="Rdc56eef03b46419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737c0e73a541a7" /><Relationship Type="http://schemas.openxmlformats.org/officeDocument/2006/relationships/notesSlide" Target="/ppt/notesSlides/notesSlide27.xml" Id="R4ba93819498e456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3bc81e57824fb3" /><Relationship Type="http://schemas.openxmlformats.org/officeDocument/2006/relationships/notesSlide" Target="/ppt/notesSlides/notesSlide28.xml" Id="R06817c9d762f4af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8516e71f2e4921" /><Relationship Type="http://schemas.openxmlformats.org/officeDocument/2006/relationships/notesSlide" Target="/ppt/notesSlides/notesSlide29.xml" Id="R6f437c08775b4bdd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6f377baa164034" /><Relationship Type="http://schemas.openxmlformats.org/officeDocument/2006/relationships/notesSlide" Target="/ppt/notesSlides/notesSlide30.xml" Id="Rbecf979abcd448e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cad8865325458d" /><Relationship Type="http://schemas.openxmlformats.org/officeDocument/2006/relationships/notesSlide" Target="/ppt/notesSlides/notesSlide31.xml" Id="Rb5c6b3e5cf514f89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60643309b0438c" /><Relationship Type="http://schemas.openxmlformats.org/officeDocument/2006/relationships/notesSlide" Target="/ppt/notesSlides/notesSlide32.xml" Id="Rd48d4ec8f4434494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06a61d95a64da3" /><Relationship Type="http://schemas.openxmlformats.org/officeDocument/2006/relationships/notesSlide" Target="/ppt/notesSlides/notesSlide33.xml" Id="R1bc9d3d25ece4127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8fb7a555784adb" /><Relationship Type="http://schemas.openxmlformats.org/officeDocument/2006/relationships/notesSlide" Target="/ppt/notesSlides/notesSlide34.xml" Id="R10718f62e9fb4e7f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3e11ffb46340d8" /><Relationship Type="http://schemas.openxmlformats.org/officeDocument/2006/relationships/notesSlide" Target="/ppt/notesSlides/notesSlide35.xml" Id="R41867dd0f4c44c32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e74fcccf63458f" /><Relationship Type="http://schemas.openxmlformats.org/officeDocument/2006/relationships/notesSlide" Target="/ppt/notesSlides/notesSlide36.xml" Id="R714c7549fe554fe0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a0287a66f54a52" /><Relationship Type="http://schemas.openxmlformats.org/officeDocument/2006/relationships/notesSlide" Target="/ppt/notesSlides/notesSlide37.xml" Id="R1eee6e74075c4bfe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1846d930d4422b" /><Relationship Type="http://schemas.openxmlformats.org/officeDocument/2006/relationships/notesSlide" Target="/ppt/notesSlides/notesSlide38.xml" Id="R88ee398226634202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53ad9178414857" /><Relationship Type="http://schemas.openxmlformats.org/officeDocument/2006/relationships/notesSlide" Target="/ppt/notesSlides/notesSlide39.xml" Id="R513c772c4e364a5d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7e7fda183442df" /><Relationship Type="http://schemas.openxmlformats.org/officeDocument/2006/relationships/notesSlide" Target="/ppt/notesSlides/notesSlide40.xml" Id="R94cba1c1de8147b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30F8E5-8719-4C21-8A14-BEEC6CA0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2E25F0-5BCE-4B18-A2D2-6CC7E38CD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Physical Properties of Soil and Their Management: Soil Profile, Soil structure-Definition- types and Importance of soil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251132-31F2-4B00-B393-C012170AF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Principles of Soil Science and Agronomy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1BSSA105/205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E90889-A8BF-499A-BED8-97F89875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297D18-6841-457E-AA1C-68E3A37C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996F0B-1976-4238-8427-63C03659A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584A65-2503-4BD7-A830-9083806BC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69CC34-CDED-4A5A-9E43-6982CDE78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CD392A-C7E6-457E-B470-A9B66DECC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A99764-C962-4186-BDA4-A785FF16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995811-E594-48EE-9F65-EA9BDA155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55575F-4F81-4D77-8756-ADEB4E6E3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5B07F4-08A7-4254-97C7-35E705A5C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1839949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FF206F-341B-43EB-BA70-4237E1426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891F10-B4E5-49B7-B9BD-D39E9DB76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12CE3F-0EF7-4E7D-871E-8D09FFD63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9C04C0-E547-40BC-A06C-0535E5847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7C0981-7736-4B2B-8ADD-2A6F8B608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92681E-05F4-4E9C-A447-553F7C78E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AB4794-3358-49C7-905D-D38F2B288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AA493F-9DEA-4F5B-AE5D-6495DA373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7C1008-F8C6-4136-B06D-66944158F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D55575-E27D-469C-A128-DAC48679F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6FDD71-4E0E-4966-B80B-472D9ADD3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E362C7-12CD-48CB-A925-384621B50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7F38E7-D94A-4691-92D4-FB08769A3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A09139-3F83-4C28-B4CE-E56BE1A73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6C270B-BB98-40E4-9419-350DBF938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4973825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BCF7C5-CB1F-428C-8862-920C95758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2AD581-F4D4-4D8D-AF12-DF558E0CC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9D1CA1-F450-4920-9D4A-7BFC9B87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E1B8FD-CFCB-4D57-968F-DE8657BDD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705EEF-19BE-4198-8F3E-3427BB1AC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D9E393-11E4-41A0-927F-12238961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3D5609-2F5D-426B-AF3E-F3AC4258F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DC0CB9-FAF1-49E6-88BF-F95566C73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481F56-BBA0-47AE-AF61-241A336BE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Management: Soil Profile, Soil structure-Definition- type...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2DE814-0D92-445E-BD06-F9898A2B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97C9D8-B3B0-415A-861F-5B9E77255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689E74-6CC7-48A0-A0A2-DA8248823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Soil texture, Soil air- Composition of soil air, manageme...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38F2B4-014B-4D8A-97C6-17A187E46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F55BCE-0222-4C15-BE98-76F7B9D8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7AAC3C-8D5A-479E-8B85-5DF6E4C73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Soil temperature- influence of soil temperature on plant...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99AACB-F831-42E5-A78A-1BCD496FC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557CCF-5CE4-4ED4-87BF-092137960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F99DCE-ECD1-461E-9EDF-F6862CBB5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Soil colour determination and importance.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06957B-CEE1-4752-8CAB-10E5CADCE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9E3E27-AF51-42E8-A795-0491F842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3178699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C2E26D-28E4-402C-A56A-13F2F7565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63417E-89BA-4CAA-8F72-90B31404F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1058DF-CE49-483F-88BE-766D4B787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E26FEC-3731-4E83-ADFD-57459142F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B8F2CC-4C1F-4A78-A32B-EA73EA961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95B84B-93DA-4097-8E65-8BBCB0F41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9E171D-239C-4C7C-91B8-87F4F41CC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D51469-37AF-4B1E-8FBB-F488D338E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Management: Soil Profile, Soil structure-Definition- type...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40BCA3-913C-4553-8622-252D1263D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7F478A-9F55-4111-A4C9-58D3E671B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2007D2-3242-42B0-B7C9-0F18AFA63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Soil texture, Soil air- Composition of soil air, manageme...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6D7374-C700-4A5B-B9F7-8F7A1985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86D193-D7A3-4BC8-ABDA-B0A16B56C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EA34A0-B20E-4CC4-AFBE-5CEC46A38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Soil temperature- influence of soil temperature on plant....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E3B58B-B527-4E61-A22B-2070096DF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84A1F8-D39C-4AE9-B1BF-1B892D92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484459-B4DF-454F-80B7-A9D840FCE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Soil colour determination and importance.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794233-CFFE-4760-AED4-55CBA52FE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9F5C4C-EB88-4501-8A7F-65FE6F882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B2CD34-1D28-418C-AB91-55B5EBB3E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7338395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501F7A-82FC-48FC-B82F-2D9E1ED5B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D13624-7ED9-498E-B38B-E34D63D52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B2EEF8-26D5-4AA3-A510-4E7445342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F2554D-7236-41C9-934A-B6EC2A5B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0148F1-0B32-440F-B512-02CE07BED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Physical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5AD490-65D7-477B-AE64-800D2311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Properties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4E4F15-2649-4FAA-A53C-2990D6E95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Soil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27847E-CAE2-4950-8A48-5B48BE4A8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Their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F5D714-32A8-40A0-BA67-F4C7E9197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Management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4F9065-C3AF-4F59-81FD-25E6216C1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Profile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6CB7E3-3FA7-400E-BE84-D4D0D2CC7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structure-Definition-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12A5EE-32AB-4F3A-B485-4F24EC7EF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types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82543C-76FE-467A-A321-6DDE7EC47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Importance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B6F847-06E5-4B77-B5E3-960E3C541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structure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FEECB3-6D1A-486F-865B-3BF26F394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6F6F42-88DE-4F18-A8EF-F95571D3A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6818943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C36BE8-2805-44AB-B587-F9B7FA097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494744-9046-4888-9E4A-0AC421328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858743-280A-48C3-915F-4B33F6356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4790E2-2F10-4DB8-BFE6-D829CC883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C93A02-0379-46F1-90DB-947C45AAF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Management: Soil Profile, Soil structure-Definition- types and Importance of soil structure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ABB055-3E85-4BA8-9B02-8223252C9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Management: Soil Profile, Soil structure-...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CD04A7-58D0-458D-8678-00800E819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F02B2E-6773-4031-A7C5-D37D5B179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7FB865-137C-42BB-B9A7-0278CCECD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36080A-89A3-4DB2-A71F-AFA93C28B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EBA26C-15A3-4A2D-9552-2DBB4EBCE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09054A-2372-40AD-A65C-C003EAAA4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EEC0DF-C45D-4FFC-945A-184F7265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756AFF-BBB0-49F2-BEDA-04A68BB32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8F17FD-DBFD-49BC-A7D8-0866E1AC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B69A5A-F570-45A4-A61E-79AC47AD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8021906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4EA058-45E0-4DE0-A62D-104A5784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545293-865B-40F7-A954-8B5732A13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F936E4-06D4-46DA-A620-D0714BA78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37E8A7-56CF-4CDB-9985-C8FCBEA14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A0FA14-B93B-4544-A6FD-57F00253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E32AF3-B8AC-4BED-B6D2-F4E7C452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7FB8A1-9CEE-43A3-A4BE-A864156A4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EA9BDE-8057-4C87-8FAF-84F457BC6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25C9C6-AF9A-40EE-BD14-6E87EA46B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Management: Soil P...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350433-5F7A-488E-B3FF-577B88259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AC4ED4-6796-4314-90B7-A3C70D0C2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BADAFB-BCBB-42DF-B754-68013F3A3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Management:...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9ADB93-8A16-47E3-A78F-C3A4E8785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F4B91E-A862-4435-AD9C-BF9AC9AFF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A37F06-88C7-45AF-829C-68948FC94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Manageme...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629FEC-4BFD-4078-AEC5-7253CB27D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92345E-F05C-44C2-A4F8-4CC16CD3F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D47C5D-8F70-4465-8939-00EADCA04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Management: Soil...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DCA20F-E93D-44DD-B4FF-712D550DC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31DBA9-5663-4645-B1D7-C624B8BA8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3B6A05-47EA-4A3C-923A-0806218F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Management: So...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F869C5-DC49-4ADA-BF4D-5070F4AF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ADB6DD-7562-470D-B6E0-4F3C01E7A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611508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F191EC-37AD-4346-A639-29845B390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E6A769-5624-44A9-AEB6-1F09D9CF9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FCFA08-3590-4FC4-80BB-77BCD5420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F31CA1-D99C-4917-B64D-F5746C377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89280B-C606-4924-9D99-1DA6446B3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01D50A-CD77-4ED5-A59E-2E67C9855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72306F-BB6A-4F8F-AD17-933FD46FB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63EB50-34E8-4C30-9216-12412C86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F64E2F-F604-49DC-97A7-D37C02AAC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7723D3-BF07-4C6C-8DFE-937C2E1FF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B42272-B965-4E27-9FF3-B310E2EDF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E45D1B-2A48-40E2-90CB-0EBB914B4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5F2C49-BACD-4F2F-B2C3-66C60FDCD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079F2E-E3FA-4446-B261-27D55AAE7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59C730-DCF9-4928-BFC4-29C8CC41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9506361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6E13F7-DE9F-4302-BC89-6DD973A4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033699-802B-4C46-B92E-A0A6AE114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B81846-06BD-4718-AD5C-585BD24C3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4D5D0B-22E3-4A1E-AD68-7798F982A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368710-FC87-4BCE-9CC8-CF40A1A9C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A773F9-8F78-4092-9E6E-D507751D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Management: Soil Profile, Soil structure-Definition- type...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AB1B49-4650-42CB-88D6-26F30F7E2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8A1983-2842-41B2-BAC9-3CDCE8950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FD0AE9-EAA2-41D1-8FC0-7AC5824B5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8B20DE-F79F-4FE2-AF81-AE4FAC849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7A1A2C-778D-42B6-80C0-4662360CC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26623049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ACA509-15F1-4A8D-B699-E9E4F2A78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131D4C-D39D-433A-B7D5-2C28EEAA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8367FC-0D26-4318-99F5-A29BC67FA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26709E-ACE2-4AFC-B277-08B3BB184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E237A8-5843-44D1-8646-E3EEC6521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Soil texture, Soil air- Composition of soil air, management of soil air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7DB678-E6A0-44F0-BB89-753AF0C34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Soil texture, Soil air- Composition of so...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1A7F15-46B6-4266-B381-15E6D5E29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75055A-61C2-4994-98A5-611B90239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10C9CA-FDAC-4294-8850-CE546A1B9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20D2E9-EC55-4D68-9630-678604574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48452C-5D87-40ED-82E8-5CAA5DAF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5243DC-2EF9-4868-9621-69D6FE4E7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EB0F95-8CE6-427D-8982-480219E86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08E37D-966D-4F21-91F1-B86592652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F50305-8A70-44A2-96EB-5DF422963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5C15E9-4D9E-46A3-B571-238E725FF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3667588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3D3F0E-C0F4-4B3E-AB5A-E9F456521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E05F34-193B-4B0C-B716-AD197D702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7794B2-8A4E-451D-86F7-E7B4EDC4A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704079-6468-411F-A287-03B7C17C1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797DDC-9BA5-48E5-B898-C86FBCAB6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A78835-8981-4FDD-B91A-36E9DEE6F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232C1A-F840-46C5-B18C-B3A4BE415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D39CC9-BA25-4D73-A78A-D6590ADC5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95B8B0-0527-4D26-9752-48BC46CEA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Soil texture, Soil...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36C8DE-98B2-47BF-9068-CE2B6698D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549E1C-8D3B-4A4F-8CE8-EAD6A4AB9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AC0157-B6B1-45B4-AEC7-F8135FED7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Soil textur...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449BA6-C020-4180-AE11-BA698F97C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F3292E-0B02-4698-B8F2-8E0F2CF13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C746DF-EA64-40AF-83DE-F820DD217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Soil tex...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9FC00A-35E7-4D22-9EC7-8E441519E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796BD4-C05B-469B-977F-863CAC0E5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90B8E8-270E-49F9-93EB-35232BE4A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Soil texture, So...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B75C81-9578-433D-BFE9-1F14C2DA6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E095AE-7A47-42CF-8C7C-EF4D90FFA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DDD045-5D55-4C52-B92A-99A4E9641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Soil texture,...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C62FCE-F268-464A-B6DF-E8BDA23A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0FF0BC-FAB1-40F9-8A90-46D9838D9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60949682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9A67F4-0641-4F42-A482-0A3F88804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175BE7-E26C-4F8F-9989-93351C4E5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9CAA72-59AD-46D2-96E7-ECB4E0551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F16629-6B47-470E-BF71-77A5136D4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563755-B1ED-4530-AFC9-091781415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47E09B-8D88-432A-B248-3577CB6B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D8AA2C-C349-43F9-8865-7E9A24AEF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F776EF-19A7-4815-8EE0-039373F6D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08AB1B-A397-48EA-933D-4BB630FE0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8CCA0B-E72F-45EA-85EB-049894067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C28CCA-03CE-4E68-8F08-74024EBB8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923C19-EC45-4A07-A6CE-506351005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AE6BC0-CAD3-4800-97E2-CE97C5A8A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F3F3DD-E929-473E-85A3-B8B5F00F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D8E38B-373F-42EE-8F49-FCE994EA6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11746762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9A759D-925E-4FA5-B0A2-65CCD9313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93BC90-E233-4629-8F56-B8EA360BE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223E6B-5BC0-47CA-B4B4-77C9F04CC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897E76-746C-49EB-9F4A-0D8E5AFBE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8B3CB7-7D16-4FCD-A213-2B31C6415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5D1C9D-17B9-453E-ADEA-856774702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Soil texture, Soil air- Composition of soil air, manageme...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257D1E-3735-48DF-9306-009B349E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CCFB62-532E-444C-AA29-495602ECE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5A9479-868F-401B-A5DF-D3CCFD5AD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33DE5C-5D61-41DB-848B-04D9372A3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7A2013-A86D-44E5-8C4E-E1C930BA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98100472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073725-73AD-4562-8265-B8AB29B75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F78DEF-3454-4ABC-893A-B93DF7AE7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06F98B-404D-479D-9F07-C02E8F92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AF4565-05A5-4FBB-9D1A-344327A86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7A67D4-3C8E-417E-BF2D-C701C223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Soil temperature- influence of soil temperature on plant growth -factors influencing soil temperature - managem...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3B5199-F641-4A8B-925F-E0034CA9B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Soil temperature- influence of soil tempe...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8F3524-D50D-4598-8598-A1F97D4FB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0CAE52-86D6-41F9-931D-3BE82A985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3A384F-33E5-40E6-B751-1A5980E61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53F09E-04E1-4159-9775-FFE8AA88A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CBF329-8F0F-4D4F-A65C-C17F850F0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82F68F-1A10-42D7-8A5D-3DAB8155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D820D4-EDB4-4975-83F4-8437926A4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572F4C-B2C5-4865-A4D2-A4A0B005E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AD1577-F4D9-4E8F-AC3A-E331796EA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8BA2B7-CD81-4D7B-A3D9-AE17917B2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29930133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0F82BB-F01D-4D46-8A27-8C92C8D2E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8FFC76-6EFD-4C09-81DA-5F43FFFFD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E1C47F-1171-48C3-A126-392D11F3E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174E9C-B4BB-424A-8828-382F1F985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087393-A56A-4784-AB07-DFDC3B75A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78E17D-4152-488A-878B-3A02CD97D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2B9A0D-0922-4194-8211-53256D73D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FEDB59-A106-4E2F-B1BA-1FA8239C9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23D8CE-5FE9-4B24-9831-51FBE124D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Soil temperature-...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6EF89E-1042-41DE-9648-BB03E4996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3A25E6-E95E-40AD-90BD-352EBD82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68965E-541C-431B-8180-F06F550F9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Soil temper...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FAEAB9-5C63-4267-B61F-C2CC8C96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269965-1304-4DA0-B83D-B08A57FA7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3CBD97-2744-439E-98F1-C44CA728D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Soil tem...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7F6727-32BF-4B90-B85E-DA3AAD5D5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8BEC2E-973A-44AF-9FA0-537A28C62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0ADE3B-6944-417F-AEB9-A8D29DAD4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Soil temperature...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BE196B-9AEA-4159-BAC1-AB4B53036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E36BF5-3810-4709-A7E0-D9175F980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F58038-9B55-43D6-9CAE-BE82646A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Soil temperatu...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F7DC1D-AB4E-44D5-BCF2-9CA5DB5B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92B3B5-7C37-4704-8A41-1DBDA631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92109483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1C6C7E-A124-427F-867F-93E4C2859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0EA821-A602-433A-97C6-6BB14B178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3374D7-B9C1-43DF-AE83-1048AE967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8798B5-12B2-4D4B-9140-C028EA469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2F2DE3-D2F3-4F82-A10C-A75F5B0D6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2730FD-3F6B-4F6C-8079-87D743471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1A5035-D38D-4A18-90B6-BB1429347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5FF207-309B-4C95-AD72-5D7CA63D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299B04-1191-4DD2-AE76-F144EC938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36E7C9-0D1E-455D-B801-E9F913341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380E8D-2B7D-4930-B25D-7D61CC271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680CFD-5EA2-4ECE-875E-650604872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2D466F-7616-4BF5-87A1-E4C616610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A36B7F-1B56-45BA-968C-32BC474CD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8C3DAF-2580-4026-8CC0-23B5D2B3B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48876223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844CE1-21E6-4267-8A08-79D452107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479B07-9F07-4291-A12E-15917C4E6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5B8886-17AD-46E0-B449-2550D56C9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153BBE-A799-4B2E-ABF6-9B32DB9B2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E0BB6F-3C3F-47BD-84C1-CD21B2846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CDB0A3-D17E-4A9D-9211-3EB83A892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Soil temperature- influence of soil temperature on plant...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995FA0-31E2-484E-A420-2ABCE7C2D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55B32A-6F46-45AE-A349-2F6BF4DFB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2C6E82-ADD6-458A-8F88-AFB3FFEC4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4C98DB-19B8-4074-A7FF-F95993EA4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234154-889A-4654-BFA4-25290A3FE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76221837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9B56E6-616F-4575-86B1-D2BA31FD8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AB84F5-2BAE-4B92-97F6-4458E51D7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524C20-52A3-4132-880B-8DF5C636A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36F994-A3D9-4A09-9CE1-DC31A3D6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62715F-6EB2-44F5-9F1F-ABA569BB6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Soil colour determination and importance.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29FDF1-B5E4-4F44-BA0E-86BB69BB1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Soil colour determination and importance.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6712ED-7DD9-4A3B-AB39-CA78FF11A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AED32E-2DB1-4901-9B41-94ED9B62F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6181A3-2CB7-4978-879B-D739CE21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284378-3872-4C94-AAE0-B648E097E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14513F-8DD6-45D8-9399-C4F5E9D9B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EC7E1A-A9DA-487D-8BE5-9F88D6F6D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AFDE2E-65C2-4B91-8DA1-133887204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3406D8-30F1-4943-9ADB-2A9151C06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E324A0-4EE2-4127-BB51-239268569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B3E36A-D233-4727-8AF5-6CF63D7D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69271056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130C26-FADF-449C-9C52-62897B45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464208-FCF3-4A21-AE53-2D81047F6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9CB062-276D-451A-8C10-E4109BA7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EE504A-05C1-4E77-B3B9-9CBE15E78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B7D206-D615-4D2F-87C3-5BBA81C95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6C59DE-BBC9-40F0-B7FC-99581BE95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CAFC54-CF82-466A-A1CE-A593B7CA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623E8B-9DE7-43A0-9DA2-8640ADABF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719DF0-C980-49FC-8254-D154401E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Soil colour determ...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202411-483B-413E-90BF-3FF2042C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C62D49-3F45-47B9-938D-805ED42D2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A5E3FE-A19B-48E0-AF13-0BF0D8D31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Soil colour...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CA9875-D8A8-4FFE-90DD-CF42FCCBD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2F8995-B50A-4983-B60E-23D83CC37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DD0956-9527-4964-9D0C-D140E83F6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Soil col...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1FF7A2-20FF-4D86-A183-DDB69AC7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0FE619-F270-4EE6-A83F-920DC4E77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8D1FA8-8E27-4E18-8772-0CF0007F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Soil colour dete...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034145-89BF-419E-B3C3-78071DC63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F7AF94-1925-4D09-8D20-207FCD34E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85CE0A-499E-44FB-92C2-F50DF2FE8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Soil colour de...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20C2F2-E4D2-4DDF-A7E3-DAA7A62C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DC091E-98B3-4E1A-9DFC-BA5C7DE90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24839168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D3F975-4F0F-4E2F-8A39-375E78A1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DC5132-E45A-438E-BAD9-4B3B6DC77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903646-9C2D-4BC8-8DE2-FD7FE8E4A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363312-3BF0-4D09-A293-8CD5A5B57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C24AD2-6790-4739-8B61-928D5CF2C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D0DFC0-93CA-4EC6-9888-87C90BA2A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D0FEC0-9BA8-4E39-9DF4-C6677D576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E1A0FC-CC38-4E36-A8D8-72DB61973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753299-7883-47AB-9FEF-86AF2FD08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E19D76-8B94-40FE-946D-7B1095BA2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2F41C7-5B01-4DEC-94B9-3BD55D9BE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E58D52-AF24-48A4-B7CA-6806A971D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333CFE-CD4D-49A0-8C2B-BADED4807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004D54-DD23-4101-9251-2CC24C9D9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CD6DD7-187E-4F35-B464-1EB8FCF75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48213846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0F5554-8AA6-4F62-8531-C1989A856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6A743C-E884-401B-8EAA-1C4085DEA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37904E-19F9-4768-98C4-586E30D3F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8DF0F6-2569-4BAD-B035-976255788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5DFED2-C17C-436B-824F-DEF3BF9AD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800CE6-1D4C-40CE-8F3C-C0AA543CF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Soil colour determination and importance.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D205BD-DBDC-4A6D-B38F-B0EA801A8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669B93-F762-474B-A0CC-D03BF364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9009CE-B88C-4E7C-AE73-CD73F7F8E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2B1794-DF76-4B01-8CC4-E75B8103D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D0C630-AF2E-40D2-8904-B494258C4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211775368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F82482-51B9-4012-A6FF-CEACC33A3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97FB23-D5DA-4C23-9304-A105DBE5F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10819B-9D2B-44A7-81E9-E48A5C9B5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F72EAB-C542-4293-A7C3-092090D8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040C6B-BC4D-41F9-831E-6B3EB9FBC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C68DD0-2EF0-4E71-82A2-343D02AAE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57957860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8D8E8C-6E68-415B-8A04-63ABEF18C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89D022-88C0-4A8B-868C-DD3131288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8D12F4-9C6A-4063-959B-B31B41823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F1705A-0F9E-4007-A6F9-A5628D7B2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B2E790-32F0-402D-B67D-EB50B189A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Physical: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Properties: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Soil: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Their: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Management: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679A58-FEE7-4875-BA35-E683453BF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203530129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DAF909-404E-4689-AC7F-88A3780AD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082563-32F3-4E9D-8256-7C7914946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1DB722-4BB0-4E93-A111-13518196A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630CA4-B77B-41CD-94B4-0D56B6FC4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969883-06EB-494F-902F-D5A065B8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Model/geometry: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Working principle: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Procedure: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F1571A-8472-46AF-93A9-FA5EE8EEF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91336285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122FB4-C890-4878-B1E4-886B509FD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E15960-A5CD-4EF0-A614-EF6BDC9C6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5ADC1C-72A8-4326-B39B-BE18911E4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DB69B1-EA36-498B-BA72-EBDEB056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0C31B8-BD10-44FE-A0CE-98538E03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Leaving the diagram, assumptions, units, or construction sequence unlabeled.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CAB75F-CA09-43BE-B584-8B63EA16D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08340827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34E4AF-616A-4DCB-83B8-AA2A7C946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FE82E7-B0CC-446C-9749-D1BDB1D48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0B3ED3-C520-49DE-99D9-0F6F9DA93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CCA397-17B2-4004-8819-37D442A02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505F54-EC1F-43C6-AF34-66FAD51C6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Management: Soil Profile, Soil structure-Definition- types and Importan...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Soil texture, Soil air- Composition of soil air, management of soil air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Soil temperature- influence of soil temperature on plant growth -factor...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Soil colour determination and importance.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F7534C-4889-4856-9EF8-36CBB7BFA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D8F9C2-6519-4F33-B151-3B293855E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12FF89-CBF7-4A0B-AF63-E453DEFAF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69063773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4352804-D922-4D2D-AD37-1250ACC01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ED8EC7-17F5-4FC7-9243-6B74F314A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Soil texture, Soil air- Composition of soil...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EAC752-6964-4885-812C-06845E845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34440B-D510-457E-ADFB-517F3F284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2925AE-7261-4793-9525-01E0C7F62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B4FE64-DA5E-42E2-B6CC-4A7129F61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6E51C4-7FCE-4436-9938-FEC4E7033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0040C3-7293-4E05-98BA-F27BB7124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794132-D084-4FEB-866E-75C361A20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B8359D-8982-40BC-AE5A-A3DC7BB2A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0B1E4E-3B19-425A-BF34-63DD2B971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9AB5C2-8C64-4734-8D77-E8EBF10AB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C9B09D-1FA2-485E-8934-2F3F913C5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F83AB3-B8C2-46EB-A137-CFBEDF2C9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6F568D-4D8A-4AA2-8264-0DB21D060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9499F7-C9CF-47F3-AA05-DA2935A84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649073-875D-4ECA-9F50-EA289EA3D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0CD624-303D-490A-879F-09C3B1537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88AEFB-7A95-4249-8A9C-D90B1541C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F191F2-50B6-4CCC-BFFA-F4A9B9B10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73F6AA-0F4C-4F3A-AC87-FFB06BA0C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4CB702-27F0-4BE4-B735-F64A1EC5F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9F81F0-1936-4A38-9EF6-1924C796E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67F90D-82FE-4126-8D28-CF192D1F3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CD5C6E-205F-4E31-955F-0AA76DC12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0FC3F7-30A8-4EDA-9650-E830A71B2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5FFC9E-CE82-4C97-8488-82A100A4C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E49A0C-EF45-4D63-89C1-64747E314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6A3498-9991-420C-8824-F6F68C755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5D00F7-0557-432B-9F99-B9D1CBC8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8F57FAC-5BEA-4EAC-9D23-13A3BB80E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08D816C-60E7-4E8A-86E8-912187A9A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66257152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85F9EB-1510-4660-9E3F-EF1DD5FE5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B16A84-7DD0-4479-8896-AD325872A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Soil temperature- influence of soil tempera...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5D5D25-63C8-4160-BDEA-05FB4400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BA9DAA-B9D9-4CAB-B2A8-01C41B7D4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228574-6BDE-4039-9DE6-335347234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8806B2-EBA8-46DA-A703-020CC6D38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AD4829-1567-4488-8458-08B39F30E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48C46C-C2DD-40BC-B8A4-975909AA8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0C53CB-ACC4-478D-AE9D-68EA3D794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628320-C3FF-4DB4-88F4-BB31AE65B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20DAED-B2FF-44D0-925E-DDA33F773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942E04-725F-4CFD-8EF6-3B7861F3F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9453A2-F9A1-4416-B723-8A26158E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21A865-6B03-4349-9703-18E2B41E0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1020EF-9442-4A6C-BE54-4834F75D0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D77711-E2DA-410E-B95F-100C2D06A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A2D96C-CAFC-494F-BF33-0C83EEFF0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4EF2F2-AAC3-47AF-A0AC-077114F21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BEDFE1-3955-430C-A9E2-1FDCE48E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7DD102-59A6-485C-82D7-099D69729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731869-A2F9-4F09-9CE5-7159F1BB2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B94EE3-738F-474A-9D1D-A08CA1204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87D882-6EB7-4D37-86AD-7E4BF7521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DDD790-0F08-4BC1-A87D-D5EA146C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D6ED9A-6E94-44E4-923C-BD2E3F63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973412-F077-4852-9498-28A35399D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9C0582-1563-4EB2-8A53-45238325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D8390C-A005-4718-92A9-04950F85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1EF6A9-598E-438F-A8FA-187009DA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DA8471-0B59-491F-BD05-CE514F63C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A23616-3FE2-490A-99F6-D02570C29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2FB3CA-DCF4-464D-A416-FB0106405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75353659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B679C01-785B-44FE-AD4F-A46A3B9B8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E1BFD1-6CA5-4E4A-A5F4-B3E3D5ADA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Soil colour determination and importance.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5FA991-85C1-4D42-852F-C1450A79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CF0ADE-8DC2-400D-AC1A-558738C7F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8409E8-B3CE-4815-AF8C-DCFF6D1E6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CB42DF-EA01-4424-B802-DD3353F6E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317A30-204A-45D0-9A0E-6B216C65E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AFA79C-961A-4864-A946-529C13B7A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1698B9-2F5F-458A-B31E-BBD03B299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38BC75-AC5E-4A8B-B8A2-8402B48A7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86EF95-FFAE-47B0-8AB9-A9D1EF60A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87DAE6-09CD-4A29-9BC4-8066BD49A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973D6A-490A-4AA2-B6C7-17C87FFC4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A861F8-9717-4646-A554-5D13728FD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201068-E768-48C2-B708-1EE95F9CC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F59DAD-D929-4B42-BF70-F32A5E27D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BF4BB3-8D98-45F8-BCC0-DEAABECCC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6D821C-3CDC-48C7-B306-DC7B9572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7A2D3A-E029-4ED7-8AF2-2541C43E2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E214F1-6156-495A-9F65-3C717008D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51A4A9-62B2-475C-9AA2-1D2AEF4F6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E896B9-42AF-4E40-B6C6-2E5F2CC42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2A00E5-8FD1-40F2-A811-FC8EC3639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9A4DBC-CD95-4F13-A68C-9968E0499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6CCC1D-E060-4B6C-BA2C-A8389D39B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26ACDB-7C97-45B9-A3C3-B2C83E42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8CE909-90EA-4311-8CB5-1EBD933F0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3E1D8D-6606-45B2-B4A7-058384DC3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B221DD-D167-429B-A475-9061FF33D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8CDEAF-02CA-4D05-A506-A0208345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365DF3-6B01-43F9-8503-2F2762256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AD5B42-D2F5-4D36-A644-2730DFE00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81915424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50880B8-6B45-4665-BADA-E4DD3743A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5E9F94-10B0-4DBF-A21E-263039DDD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Management: Soil Profile, Soil structure-De...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479A5E-FFDF-4079-9221-015FBB519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FC09CB-C624-42D4-870D-1D8FAB96B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AD557D-BDE3-472C-A653-7983FD3A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4E5283-5B1B-4426-AD3D-94118D77D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3C70C7-3C1D-4EDA-9C4E-29C9CC0D8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DDFC17-C4F3-4ADC-BE08-B849A17E8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2918EC-5EF2-4A0F-B6BA-66FDA6633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21BA5A-5FA7-411B-975E-5AF102005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207492-2D6B-4B88-A756-FDB245DE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D1CFB7-34FD-474B-B0DB-C15510FB0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609CCB-1C39-4A50-B15E-2C4C43132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4FE593-294A-48E3-916F-66F4182EF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0F6AB0-92E3-4C92-8C15-708902952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22E945-F8B4-4DD1-BA26-1DCFC73E8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6E8E8C-FE20-4AE6-B740-E0BDC8B7B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036089-1024-4815-ADCE-542B00BB9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B69C39-82EC-46B3-8100-8C250FE0A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9D3E43-9291-494C-AC63-80F74BFDB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B8B0BD-AE5C-43F3-BCD6-EEE098D1D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4D3FAB-EDA3-4A98-9203-8940EBF93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034264-F47C-403F-B908-EE61D6726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4E879D-0091-47E8-BDA7-D759674BC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5D19B4-AB7A-4E52-8E16-168C62FD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942430-A766-41D6-837F-5826E7104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EA8814-EDA5-41B7-A05A-7857F275F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6F9A51-00D2-425B-92B3-B9940F0C4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EEFD3F-B526-487B-BE29-3A054ECA2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C53284-AEF2-406B-BB71-7D53A531F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27F491F-76EE-4FB5-9606-2A5676FDD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0D9BDE-0AD9-4C3C-8574-B93CAA89C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17749056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3FB515-F8F1-4B57-AA63-136822E3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B5CD95-D32D-4ED9-97C1-CED5BB266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Soil texture, Soil air- Composition of soil...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ED920C-94BD-4D7C-AA04-5541965F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5C62CA-DD87-4FCA-8AE4-EB830424E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3D7C31-ECCF-431E-9AC9-0B05E1FF7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075509-D076-4E60-AB0E-984A66E5A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769AB9-DA80-41A0-B280-22DF8B7A1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648AB3-A5C3-4D87-9657-4B90A303A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EF2711-97F7-4F5A-B64C-45DEF4196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AE5C90-EF40-4481-A13D-3CC7762B5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4905CA-7E40-48B5-A298-84A397FB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436C75-5429-440E-83F6-A3A37F8EF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60294F-BABC-4090-8E33-E7B764062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FBB2D0-CF7F-4391-9ED7-C6893B68A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888CEC-E52F-437B-85BF-9E2BB6311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5682A8-F51C-4863-AF2B-01C76D01E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3F52FC-3B0A-4221-8540-9CB831FD3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497F0D-FF87-4E73-9CE6-F03758B25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C078E0-127B-4806-BEF2-AF213C593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8E1F2E-0B55-4D71-9125-B388E778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4A4E9F-7A1B-4448-9AF0-0A9F991D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321781-18CE-48B5-8B27-651AE702E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B3DB72-E71A-4879-861E-A9918908D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A3E152-7476-49C8-A732-F53CE1EF3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6E8EFC-05C1-415E-BAC7-F91391805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E15B88-EFB5-49F2-8464-E9E8ADF47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26C02D-761C-4389-A238-AD6491A92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346557-4CCF-4073-8701-183469CCC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F00A78-E0D6-491C-B59B-494D7A64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338B2F-32F7-4654-AB33-9C7339227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A4CF2A-03A1-43D4-B641-B99F42475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096F71-C124-4302-8B0E-B8893AE7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79406937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CCD047-D025-45E0-9693-B07843081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B5F9A0-73A9-41E5-AAA8-A306110E2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Soil temperature- influence of soil tempera...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99FA0B-AE8E-4236-875F-51B6E9C2C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71BBAC-BEF5-4172-8091-75D29D22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F3AF01-4120-4419-9166-1F3D7055A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32658F-E4A8-4311-BAD5-678683ABD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0BCF77-E664-4FD4-A788-4966607F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715868-A4E4-4958-8C07-1255B1CBE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216E8E-52C9-43FE-A7CA-349D38024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7539BD-0844-4D4C-9400-E2F2E8B81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80CA19-9EAD-4F35-847A-18D38FBF4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A2FC4C-454D-4454-81ED-8068194C5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AED067-99DD-4946-811D-827F690BD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87297F-EF78-4B22-87D5-584C69B0C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C7BB28-1627-4239-8E78-7E9835B1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C80406-9F7B-4B99-89BC-E865326E3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DB3625-847F-4BD4-9709-95590391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0A2DA0-C8A2-4489-AB5B-BA6D87050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D31E18-104F-4D11-826C-72C557A1B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DC2804-7A09-4502-86BB-0D293E1A9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FB538A-FDFF-4A73-9F93-21C2A7ED0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7D681C-6834-4D4B-A913-4F9A43721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EA04AC-567E-45A0-AB4C-5F929E464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7411E3-5A92-4D9F-833F-8D9A6F279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6D9E45-6B75-44E6-870E-367C7BD87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ED0EA2-C9B9-4569-BE67-157ED9142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A8F8FC-C31C-441F-8876-81E3194FB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6FD42D-C138-4CA0-96E6-FACF88C3E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512898-810D-4EAB-A3CA-7351D4601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FE6BBA-B2BB-49E3-9424-CAF607993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A00428-68FD-4FA3-9EB0-DBC9D5F07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E65AE8B-A981-4216-8590-3FA50CD79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65972431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49A013-01C5-487B-90DA-0A3E71B2B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481522-7ADB-4280-86F4-301A2AEE5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Soil colour determination and importance.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0F6EBB-46E2-46D2-9A00-A4998E941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B0E3AC-DF0B-4E02-8402-2EABE3CEF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BE1DE3-A3C5-4964-92D8-7B9F4BE40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B82FFA-FCD6-4DFD-9530-1394FC4B0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42A234-5843-40D8-8DD2-38D71A555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4D0CB2-3883-4757-A1EE-985FDFBDA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4D2471-4E31-46A0-85E1-F69AF9DB5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4D006E-05F1-46F2-BD32-CDB1F507E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15A838-6759-45C0-A0D9-97B80B47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424268-2735-4C83-807E-74EDD2072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DAB03A-B90C-4526-8ED7-13C66D159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0F0467-A41B-4548-BF11-6775CC381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C2C4FE-F3E2-470C-90D1-E411E561B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93BA83-6085-4A1D-9E91-EA34D9171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1A39E3-3DA0-4811-91AA-1849C63C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DAA409-E067-48C3-8383-8D82E65DC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4667A6-E479-4814-A8A3-D1C9B2714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71C389-D591-4D9C-ACBE-64D1CC5DD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B50F52-9F4C-48EA-8398-1D0282811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68B07A-BD89-4321-A7C1-B1C6A2BCD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371E49-2390-4509-818A-0F65718E9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FF22BE-1719-4CDD-B848-F06FD169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04D0E7-1A16-4BCC-A8E8-DA11722B7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3F442D-41C3-43B2-8E4C-0BCB3F0F9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79DD7E-4E45-4DC3-8879-14522D74F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EDB994-DE00-4BC3-AA46-AFB837841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437D93-4DA0-40EF-A714-94AE6AE09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34BC07-79FD-4DED-843B-9816FA40F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B3BA13-985C-497B-A3E9-338DC2DC3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08B257-D743-461A-83A5-A82D5985B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25502311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1155C4-CA03-4DE6-86AD-386D779CD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6D19E1-488D-4D06-9EAE-072A4DF3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Management: Soil Profile, Soil structure-De...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329B2B-7FEE-49FA-88C5-2C41CF2AA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1FBE70-80CB-43C6-BC70-BEE41C80A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2C31FF-C6C4-440D-AD87-CECC4FFC2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D67C4A-A42F-4117-9BFF-29780DD05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F4E40B-B08C-4E49-8992-F15875827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9C178D-F30F-4440-82FC-436B3754A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3C56F4-21DC-436F-9261-2A23E1F94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51F7F8-36DA-4D45-B05B-B4AB16627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52F8C7-1E9C-42FA-A161-15D3E4594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834D2F-C000-46C9-B46D-72B1FCC86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D07AE4-67D5-407C-814C-7E34904DE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2C3DED-1FD0-4C9E-8560-940AFCDC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AD1765-20C4-4CC4-8A77-FDF90CE76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6992E8-6318-4126-AA25-54C913F81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12468E-0F86-4C73-9A46-5F1A26B72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18B996-74BF-4B78-8E51-67179E60A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197F33-5D8A-45B1-8C5D-5B3F34004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17F9EF-DFFE-4071-833D-955CB9EAE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BF0DC8-348E-4100-9B98-EF5BECCF6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9F7C07-FDEB-4F1C-8751-D173A86A3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F51CFA-0F35-49AC-AA5C-97223D68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72F407-A66D-4B8E-B05E-814E2FF6C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6B8264-BA33-4C4E-A6E4-A45A2EDF2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FF6B85-54B0-42F4-A259-92ACD8C60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20B7D5-506D-408F-B0E5-1BC492132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AFA3BE-7347-4329-8EAD-D5E8E9ECF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A0A4B0-106A-4DA6-BA2A-2CE4A1013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2C0ADE-3F20-4034-827D-B908E94E9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3385042-E6E3-4B09-8C0C-5028C04F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A42915D-62FD-4F92-960B-930AE1FA2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444301295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6BB1871-BCBD-49AA-AE69-AD4DA47B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3A4076-6791-41C7-840A-09C6A56A1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Soil texture, Soil air- Composition of soil...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2E4A98-14AE-4E4B-8D0C-D27E1170B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76FABA-94BA-4D8B-BA66-99DC34497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48F7C9-EED3-4415-A9F6-13B384AFE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B0F3FB-EAAF-4CC0-8F72-E5C7A953A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3AED7A-9617-4AF1-A1FF-84F7947ED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879CDA-FB64-4B05-BF4E-FD7FC8596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B67D5D-7A16-4998-937F-FAA0B10AB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F7E200-A597-485B-80E0-E24002FD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8787EE-2113-47F0-890D-A8FE310FF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C11AC7-07B1-4B8D-ADEE-D135052C5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93478C-912F-48D4-9F7D-6596D1A58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1D44D8-5FAF-4AD0-8B9C-5F598B32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0F72C9-D4BC-493A-A226-FE5BC66BA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0478A1-A108-4100-B719-99D82A6D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CA1A32-12A7-4A2E-8D0A-B1FE0530B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7CE7FF-91CF-48BA-A5A6-BDDFFCEE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7B2074-43CE-4AAC-8A53-7A8E75865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86098C-BF95-4522-BA5C-F6E66CC60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78141B-2773-43F5-8CE7-BD3484B6A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12C68A-2D41-4DF0-AF94-9B836130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7912C2-BA7C-488F-A089-F961610E6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EE8A65-FF2C-414A-9B47-F5C555F19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5921BA-CD43-47E5-8B58-2293077C7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7393A3-2EA0-42E9-A557-439959CFE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6260AA-67E9-48BA-BB16-CEA79DB5A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6B5B79-07B5-4105-A569-88CD02BD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64DBAD-13FC-429A-8A16-2E048F416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204D95-764E-4F46-9BD2-FAF22BA9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D452C4-133E-45E4-ACB8-9DD732E05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510257-BC12-444E-A2D8-FD404C25E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675807077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48308A2-B254-46FD-8CE0-1B0FA7C16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7AAB66-C6BC-468B-91D5-DC18678C9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Soil temperature- influence of soil tempera...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DB2D2A-C14C-472F-B714-E30AD7FC1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B27860-88FB-4369-8E04-C14390358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D366A5-4AB0-410E-BFC2-62A05721A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E4F324-B190-45FA-AD3D-DF154BA96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2C584C-6460-46B2-8935-F22F78B95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5BA346-3BB0-4BAD-978A-053A5170B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EBC461-0823-4248-A841-A06CB36E1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0E221C-BCB4-4274-963A-D157F36FB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1546FF-9B13-4A3F-A944-F76F98A8B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57BFBC-BD0B-4B1E-9839-98B04BDF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1F3278-18B0-4B41-B573-C7C0DEA3D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6FD7D2-6238-48A0-9479-5CE6E2835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CF57F7-C240-4757-88A1-EEF2D6B38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6D289F-CFE3-4255-ABEE-D7015A50B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3B5CD6-E733-4FE0-8C3F-2B9B51D9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822588-45BD-44A2-8F7E-B40DE6805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90AF1E-A661-482E-8424-938A8F356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4EBC12-ED91-43D0-9168-68287CDE3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3CFECA-0626-4E53-8D82-E5CF77B93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7B5D2D-D2A3-4B6A-9656-77BE8D479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9DAF01-A247-4195-A5AB-D39888395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4469F7-96B4-4A34-BFC1-C4859933B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C92D44-6089-496D-B9A0-ED95BCD5F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F31A42-B84B-4DAE-94E2-B7B40541B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DCF6A6-8E1B-48C3-A17E-7BB6DCBDD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53DE56-6BEC-42B8-9E4C-3507A6723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4AB859-84C0-42B9-A789-A4D0A488C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EFC9DD-28BB-4225-8A01-A4EA73032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161907-3367-4E8B-822D-69898614E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CE33EC4-8535-4944-BF59-A6AC4DC68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307235799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131F3F2-E82B-4FAD-979F-99C01FE1E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C5B32B-2421-4B2A-A4F8-C4B504819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Soil colour determination and importance.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8A0BC5-C401-4734-A2D2-D5769ECE4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AEB6F9-21FB-4088-BEBE-BBBA73E55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42E65F-1649-49AE-B85F-4CDC6B526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BA0803-D905-4A65-A2C1-FA866022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702359-386D-4907-94EF-049F5E53F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B44508-CC4B-4FA7-A10C-CE8B4B6F1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B2E911-6574-48CA-BF2C-A1A8D78F3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DBA504-3D53-4DB3-BE63-2826F90C5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0814B3-EF61-47DD-9F31-45C52BF45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461942-3A50-4F9A-84FA-91AAED6AC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AC7C7F-BCF9-49AB-9E77-B0F0B843A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84E569-002B-446E-A1BE-BA4F4185D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44EE6D-0D95-453F-A23D-BFA92FAC0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93FCE0-EA52-4C57-9B8A-DA06EC205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C5518E-B724-47FE-AAE4-1DBBA9271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1B3219-4F85-47A6-BCD2-01D74DCD0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6C6C66-693F-4379-9318-6A1CFF904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CA700A-E442-4B1C-8997-998E10FD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45FA9C-D806-4021-84B1-788EF12A6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DF909C-35F8-4A50-A7A4-DC829C5E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2A74C5-1816-4E74-B591-EBBB16513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98F677-582F-4C01-AB78-D1DD0A172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18FDD1-5818-40C5-9A03-B7AF9F75C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F4DB8A-AFE4-4540-A90C-C8A5D618C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75B73F-C14B-459E-9040-042BEACC2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D59D87-4CDA-4692-A649-7778CC7BF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EC10B3-C347-41F0-84BD-FD6514B01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8EF359-F961-41A0-9218-B4B437106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77A5E7-60DA-4AE1-8302-13CD372B4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0D8284C-1C90-4BD1-B48A-457003535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220427121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12C9D8-CE64-4772-BCA7-5D58D174F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F8A761-756C-4AEB-BAD2-18AC49FF7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Management: Soil Profile, Soil structure-De...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C18BFB-D9EE-4176-AC09-DBD8C3B9A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8E207E-9278-4D4A-A943-ED7C84F18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05F6DC-7610-49FD-BB65-5FFBF1103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938E27-92DC-433C-B32B-1BACC1225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FDC5B6-4C96-46A0-823D-3B2102725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A06EFF-7EE5-4C40-B0AE-B6C5720A6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0CBFE3-9A8C-47AC-8764-66863E3F1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5C17FB-CFE9-485D-8891-D259F8C2A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241A66-F5ED-4D52-B8EC-81B1B9944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4C0A9F-C13E-4F97-8DD5-64B11E462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677EB4-8137-4D93-9B47-5C2E9B269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F2E55C-F8F3-4702-BD61-5ED6A2B3E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031170-CA26-4C1F-B619-341CAA169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BE549F-B897-4879-AE73-2137EFB5B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13FF63-8952-419C-9CB5-899D76FCF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A158BF-2C30-4D53-AEDE-D70FC1529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28D5D3-EBED-4E6E-8D5F-724198F98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B0CDA3-9BB7-4A3D-8943-455659AE7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90127E-4034-41BF-BC28-671CE0CAC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BDC7B8-878D-4575-869F-E26810891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605CA2-F475-499F-B2C3-8DD71CCC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A5DC55-E382-4894-ADF4-3B53A5B21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58138D-6648-483A-8D7C-EE9BDD1D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A0B9B8-048A-4476-AD68-F25776684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D71F49-0DA4-45E5-B399-7083BE24B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9838AF-4E28-43E4-AE72-734EF4E19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E72A28-80BB-44A7-AA97-30277D776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CCEA0F-61C3-406C-8654-AF5926F20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91B634-20EF-4B2C-A7BA-F44C97485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1C18351-D6E8-411A-B37D-72F0405CA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449310175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1F983D-0CCB-46A8-9012-BD18BEDB3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EBB546-B773-449C-B03D-D81729D38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Soil texture, Soil air- Composition of soil...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022861-5E27-4380-B045-6FCE11BFC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546D3F-1EDD-4F06-8041-B1986BEEF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388F95-19AD-4C69-A0D0-08D15FAAB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1E58AC-DBD3-4F92-88A4-BF4BB9EC9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467C94-D17E-449C-8803-5D6F8C150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7431ED-45C3-4582-A0EE-9B1F79D7E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89628B-879C-45FD-A3A2-877E814F2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4952A8-630E-4315-81C0-3FDBAEAA5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3C16B0-C498-4AD9-A9C8-03231603C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E56FE7-DDA8-4F52-BBC1-99DE9B7FE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ABC942-AE6C-4209-B7BD-A4B6B2BD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178E39-375E-4463-8B30-656F629C4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0B997F-873B-41BB-BA33-909D3A00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134AEC-B85F-4527-BD8D-7CD358216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9D06AE-A889-45D9-BDBC-B06F1F435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29966A-AE2D-496E-A859-B3566B4B5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BC7E79-AB64-425B-9ADF-0E3042C06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2BFCE9-C61E-4368-BB74-F61849CDE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8D69E4-69F2-4226-A52F-72CBAC64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267CF5-0D3B-4BA2-8DD9-59500295A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7D130E-DA41-42D5-B798-CE8CDC9F0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DD15AC-53E7-4DE5-9848-7E911A490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8D41AD-2E3C-4930-8F0F-AE40A606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79B926-67DF-4E54-A992-713DB454F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7F9DD0-83E5-4767-A46D-6E21EB819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17310C-0164-4857-B559-20B452FD6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6CC992-B09A-4388-AC22-AF66E69E6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FD1C80-1821-4ED1-94DF-C4C815C47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B36569-55D5-447F-A815-D7D3BF1C1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E170DF-2975-4C11-8BE2-8E833ACD7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456762146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CEA143-B2F2-40AD-9019-1D875B914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BD1ED4-671B-4340-9DB3-27B7AC416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Soil temperature- influence of soil tempera...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63BEBF-154B-4F13-B362-A6CB7D6C8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38445C-5CCE-4B7F-935F-32FDD8168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40E038-4FC7-402D-979B-391EBE873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9338CD-22EA-47B2-B057-072469149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7A1131-4FCD-4369-B6E9-8F837F160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CF5B36-EA4C-44B1-A55C-3F1817AD5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69856E-12ED-4EAC-8BFC-71BAAE50B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020FE6-3995-478C-8DB2-6FF7E370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11BDC5-73B8-4FC0-A84B-D60DCEC49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ECF081-C342-4C73-8EB2-01BF5EB7B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506C7A-93EF-4518-9856-DF6127E8F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2251C4-C8C8-4B7C-AEEB-CFB4318C4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DAD689-5D80-4610-9630-A503C99B6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BF2B60-32F9-4FC5-9B07-D34EAF47A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E2EB39-D088-4BAE-BD8F-F4940F5C9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3AC1F5-1650-437B-8A73-4FFC88CAC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EE8278-24CF-4805-8AE8-5F725B047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412845-8718-470F-925D-656DF1B0C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79C39F-B627-45C6-A153-26FEB59E7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BB9697-DC11-4236-B98C-0C3C30F6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2D2641-0DD3-4B53-A18E-5C23EC933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595A14-12F9-42AF-8A7C-8FC0F8791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8BB3A6-B91D-4FD6-8A80-DEED03068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B56BC0-6275-4ED6-8549-250700437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9BDD78-52DC-4144-9494-5ED9D60F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FB81B3-275E-43E4-A1D7-7648E1AE4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B2ED5E-85FF-4199-B9DC-720B8DAC5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C2FE06-D784-4CF7-B4C1-26389A29B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5A9E0E-D087-4953-975B-06D5ABABD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66F12B-3191-4B75-84D0-F6D3C2539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4686628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2026-08-24T16:03:19.2150000Z</dcterms:created>
  <dcterms:modified xsi:type="dcterms:W3CDTF">2026-08-24T16:03:19.2150000Z</dcterms:modified>
</coreProperties>
</file>