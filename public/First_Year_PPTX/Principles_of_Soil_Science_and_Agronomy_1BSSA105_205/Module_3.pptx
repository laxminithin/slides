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6bb0ccfe604383" /><Relationship Type="http://schemas.openxmlformats.org/officeDocument/2006/relationships/extended-properties" Target="/docProps/app.xml" Id="R47b2687fe0a94c7d" /><Relationship Type="http://schemas.openxmlformats.org/officeDocument/2006/relationships/officeDocument" Target="/ppt/presentation.xml" Id="R85643d4fbad343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1272a787b74a5c"/>
  </p:sldMasterIdLst>
  <p:notesMasterIdLst>
    <p:notesMasterId xmlns:r="http://schemas.openxmlformats.org/officeDocument/2006/relationships" r:id="Rfccf76f835f047b8"/>
  </p:notesMasterIdLst>
  <p:sldIdLst>
    <p:sldId xmlns:r="http://schemas.openxmlformats.org/officeDocument/2006/relationships" id="256" r:id="R68e5f2cc6eba4171"/>
    <p:sldId xmlns:r="http://schemas.openxmlformats.org/officeDocument/2006/relationships" id="257" r:id="R1664bcef8dbd425f"/>
    <p:sldId xmlns:r="http://schemas.openxmlformats.org/officeDocument/2006/relationships" id="258" r:id="R55ff5ca0105e4159"/>
    <p:sldId xmlns:r="http://schemas.openxmlformats.org/officeDocument/2006/relationships" id="259" r:id="R23561f19f4664e6e"/>
    <p:sldId xmlns:r="http://schemas.openxmlformats.org/officeDocument/2006/relationships" id="260" r:id="R3a519afc99494905"/>
    <p:sldId xmlns:r="http://schemas.openxmlformats.org/officeDocument/2006/relationships" id="261" r:id="R9532aab0275244cf"/>
    <p:sldId xmlns:r="http://schemas.openxmlformats.org/officeDocument/2006/relationships" id="262" r:id="R41aade5103914be2"/>
    <p:sldId xmlns:r="http://schemas.openxmlformats.org/officeDocument/2006/relationships" id="263" r:id="R05ce29cf071b48d7"/>
    <p:sldId xmlns:r="http://schemas.openxmlformats.org/officeDocument/2006/relationships" id="264" r:id="R0260b485024947ad"/>
    <p:sldId xmlns:r="http://schemas.openxmlformats.org/officeDocument/2006/relationships" id="265" r:id="Rec482e43f42a4de0"/>
    <p:sldId xmlns:r="http://schemas.openxmlformats.org/officeDocument/2006/relationships" id="266" r:id="R80a408722974443b"/>
    <p:sldId xmlns:r="http://schemas.openxmlformats.org/officeDocument/2006/relationships" id="267" r:id="Rf6e30661056c4ead"/>
    <p:sldId xmlns:r="http://schemas.openxmlformats.org/officeDocument/2006/relationships" id="268" r:id="R0b4bb15b62994974"/>
    <p:sldId xmlns:r="http://schemas.openxmlformats.org/officeDocument/2006/relationships" id="269" r:id="R52ea676d1d534c60"/>
    <p:sldId xmlns:r="http://schemas.openxmlformats.org/officeDocument/2006/relationships" id="270" r:id="Rb33ef4325733414c"/>
    <p:sldId xmlns:r="http://schemas.openxmlformats.org/officeDocument/2006/relationships" id="271" r:id="R109ace76ab41401c"/>
    <p:sldId xmlns:r="http://schemas.openxmlformats.org/officeDocument/2006/relationships" id="272" r:id="Rbd91f0838d0b43cf"/>
    <p:sldId xmlns:r="http://schemas.openxmlformats.org/officeDocument/2006/relationships" id="273" r:id="R591c937ba55a489a"/>
    <p:sldId xmlns:r="http://schemas.openxmlformats.org/officeDocument/2006/relationships" id="274" r:id="R855e6c962d644e77"/>
    <p:sldId xmlns:r="http://schemas.openxmlformats.org/officeDocument/2006/relationships" id="275" r:id="Rc03d67e2b381497f"/>
    <p:sldId xmlns:r="http://schemas.openxmlformats.org/officeDocument/2006/relationships" id="276" r:id="Red81d1e264dc4497"/>
    <p:sldId xmlns:r="http://schemas.openxmlformats.org/officeDocument/2006/relationships" id="277" r:id="R53e27703305e47da"/>
    <p:sldId xmlns:r="http://schemas.openxmlformats.org/officeDocument/2006/relationships" id="278" r:id="R160239b9618e450c"/>
    <p:sldId xmlns:r="http://schemas.openxmlformats.org/officeDocument/2006/relationships" id="279" r:id="R31aa6b3e9a944483"/>
    <p:sldId xmlns:r="http://schemas.openxmlformats.org/officeDocument/2006/relationships" id="280" r:id="Rdfb408c0779a4ea9"/>
    <p:sldId xmlns:r="http://schemas.openxmlformats.org/officeDocument/2006/relationships" id="281" r:id="Rf9a7f3903a324282"/>
    <p:sldId xmlns:r="http://schemas.openxmlformats.org/officeDocument/2006/relationships" id="282" r:id="R872a12ccdd08405f"/>
    <p:sldId xmlns:r="http://schemas.openxmlformats.org/officeDocument/2006/relationships" id="283" r:id="R1507345b1a904f9e"/>
    <p:sldId xmlns:r="http://schemas.openxmlformats.org/officeDocument/2006/relationships" id="284" r:id="R2b3e1cd5384440d6"/>
    <p:sldId xmlns:r="http://schemas.openxmlformats.org/officeDocument/2006/relationships" id="285" r:id="Rb06d8643cad2489e"/>
    <p:sldId xmlns:r="http://schemas.openxmlformats.org/officeDocument/2006/relationships" id="286" r:id="R179f7eec7a0a46c1"/>
    <p:sldId xmlns:r="http://schemas.openxmlformats.org/officeDocument/2006/relationships" id="287" r:id="Rf40ea188b9964869"/>
    <p:sldId xmlns:r="http://schemas.openxmlformats.org/officeDocument/2006/relationships" id="288" r:id="R059ff8eaaa7f4609"/>
    <p:sldId xmlns:r="http://schemas.openxmlformats.org/officeDocument/2006/relationships" id="289" r:id="Rb5cc3fc04abe47c9"/>
    <p:sldId xmlns:r="http://schemas.openxmlformats.org/officeDocument/2006/relationships" id="290" r:id="Rd6750a6496f34e62"/>
    <p:sldId xmlns:r="http://schemas.openxmlformats.org/officeDocument/2006/relationships" id="291" r:id="R92691d1a5dd345a0"/>
    <p:sldId xmlns:r="http://schemas.openxmlformats.org/officeDocument/2006/relationships" id="292" r:id="R71558166ff9d4ff2"/>
    <p:sldId xmlns:r="http://schemas.openxmlformats.org/officeDocument/2006/relationships" id="293" r:id="R18ff63b369e74902"/>
    <p:sldId xmlns:r="http://schemas.openxmlformats.org/officeDocument/2006/relationships" id="294" r:id="Rc6b781eb3ec84c2e"/>
    <p:sldId xmlns:r="http://schemas.openxmlformats.org/officeDocument/2006/relationships" id="295" r:id="R27cbe3be6a5e44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7b74f8482f415a" /><Relationship Type="http://schemas.openxmlformats.org/officeDocument/2006/relationships/slideMaster" Target="/ppt/slideMasters/slideMaster1.xml" Id="R691272a787b74a5c" /><Relationship Type="http://schemas.openxmlformats.org/officeDocument/2006/relationships/notesMaster" Target="/ppt/notesMasters/notesMaster1.xml" Id="Rfccf76f835f047b8" /><Relationship Type="http://schemas.openxmlformats.org/officeDocument/2006/relationships/presProps" Target="/ppt/presProps.xml" Id="Rdfbfe5df94404b20" /><Relationship Type="http://schemas.openxmlformats.org/officeDocument/2006/relationships/tableStyles" Target="/ppt/tableStyles.xml" Id="R2558ffe87ec44927" /><Relationship Type="http://schemas.openxmlformats.org/officeDocument/2006/relationships/slide" Target="/ppt/slides/slide1.xml" Id="R68e5f2cc6eba4171" /><Relationship Type="http://schemas.openxmlformats.org/officeDocument/2006/relationships/slide" Target="/ppt/slides/slide2.xml" Id="R1664bcef8dbd425f" /><Relationship Type="http://schemas.openxmlformats.org/officeDocument/2006/relationships/slide" Target="/ppt/slides/slide3.xml" Id="R55ff5ca0105e4159" /><Relationship Type="http://schemas.openxmlformats.org/officeDocument/2006/relationships/slide" Target="/ppt/slides/slide4.xml" Id="R23561f19f4664e6e" /><Relationship Type="http://schemas.openxmlformats.org/officeDocument/2006/relationships/slide" Target="/ppt/slides/slide5.xml" Id="R3a519afc99494905" /><Relationship Type="http://schemas.openxmlformats.org/officeDocument/2006/relationships/slide" Target="/ppt/slides/slide6.xml" Id="R9532aab0275244cf" /><Relationship Type="http://schemas.openxmlformats.org/officeDocument/2006/relationships/slide" Target="/ppt/slides/slide7.xml" Id="R41aade5103914be2" /><Relationship Type="http://schemas.openxmlformats.org/officeDocument/2006/relationships/slide" Target="/ppt/slides/slide8.xml" Id="R05ce29cf071b48d7" /><Relationship Type="http://schemas.openxmlformats.org/officeDocument/2006/relationships/slide" Target="/ppt/slides/slide9.xml" Id="R0260b485024947ad" /><Relationship Type="http://schemas.openxmlformats.org/officeDocument/2006/relationships/slide" Target="/ppt/slides/slide10.xml" Id="Rec482e43f42a4de0" /><Relationship Type="http://schemas.openxmlformats.org/officeDocument/2006/relationships/slide" Target="/ppt/slides/slide11.xml" Id="R80a408722974443b" /><Relationship Type="http://schemas.openxmlformats.org/officeDocument/2006/relationships/slide" Target="/ppt/slides/slide12.xml" Id="Rf6e30661056c4ead" /><Relationship Type="http://schemas.openxmlformats.org/officeDocument/2006/relationships/slide" Target="/ppt/slides/slide13.xml" Id="R0b4bb15b62994974" /><Relationship Type="http://schemas.openxmlformats.org/officeDocument/2006/relationships/slide" Target="/ppt/slides/slide14.xml" Id="R52ea676d1d534c60" /><Relationship Type="http://schemas.openxmlformats.org/officeDocument/2006/relationships/slide" Target="/ppt/slides/slide15.xml" Id="Rb33ef4325733414c" /><Relationship Type="http://schemas.openxmlformats.org/officeDocument/2006/relationships/slide" Target="/ppt/slides/slide16.xml" Id="R109ace76ab41401c" /><Relationship Type="http://schemas.openxmlformats.org/officeDocument/2006/relationships/slide" Target="/ppt/slides/slide17.xml" Id="Rbd91f0838d0b43cf" /><Relationship Type="http://schemas.openxmlformats.org/officeDocument/2006/relationships/slide" Target="/ppt/slides/slide18.xml" Id="R591c937ba55a489a" /><Relationship Type="http://schemas.openxmlformats.org/officeDocument/2006/relationships/slide" Target="/ppt/slides/slide19.xml" Id="R855e6c962d644e77" /><Relationship Type="http://schemas.openxmlformats.org/officeDocument/2006/relationships/slide" Target="/ppt/slides/slide20.xml" Id="Rc03d67e2b381497f" /><Relationship Type="http://schemas.openxmlformats.org/officeDocument/2006/relationships/slide" Target="/ppt/slides/slide21.xml" Id="Red81d1e264dc4497" /><Relationship Type="http://schemas.openxmlformats.org/officeDocument/2006/relationships/slide" Target="/ppt/slides/slide22.xml" Id="R53e27703305e47da" /><Relationship Type="http://schemas.openxmlformats.org/officeDocument/2006/relationships/slide" Target="/ppt/slides/slide23.xml" Id="R160239b9618e450c" /><Relationship Type="http://schemas.openxmlformats.org/officeDocument/2006/relationships/slide" Target="/ppt/slides/slide24.xml" Id="R31aa6b3e9a944483" /><Relationship Type="http://schemas.openxmlformats.org/officeDocument/2006/relationships/slide" Target="/ppt/slides/slide25.xml" Id="Rdfb408c0779a4ea9" /><Relationship Type="http://schemas.openxmlformats.org/officeDocument/2006/relationships/slide" Target="/ppt/slides/slide26.xml" Id="Rf9a7f3903a324282" /><Relationship Type="http://schemas.openxmlformats.org/officeDocument/2006/relationships/slide" Target="/ppt/slides/slide27.xml" Id="R872a12ccdd08405f" /><Relationship Type="http://schemas.openxmlformats.org/officeDocument/2006/relationships/slide" Target="/ppt/slides/slide28.xml" Id="R1507345b1a904f9e" /><Relationship Type="http://schemas.openxmlformats.org/officeDocument/2006/relationships/slide" Target="/ppt/slides/slide29.xml" Id="R2b3e1cd5384440d6" /><Relationship Type="http://schemas.openxmlformats.org/officeDocument/2006/relationships/slide" Target="/ppt/slides/slide30.xml" Id="Rb06d8643cad2489e" /><Relationship Type="http://schemas.openxmlformats.org/officeDocument/2006/relationships/slide" Target="/ppt/slides/slide31.xml" Id="R179f7eec7a0a46c1" /><Relationship Type="http://schemas.openxmlformats.org/officeDocument/2006/relationships/slide" Target="/ppt/slides/slide32.xml" Id="Rf40ea188b9964869" /><Relationship Type="http://schemas.openxmlformats.org/officeDocument/2006/relationships/slide" Target="/ppt/slides/slide33.xml" Id="R059ff8eaaa7f4609" /><Relationship Type="http://schemas.openxmlformats.org/officeDocument/2006/relationships/slide" Target="/ppt/slides/slide34.xml" Id="Rb5cc3fc04abe47c9" /><Relationship Type="http://schemas.openxmlformats.org/officeDocument/2006/relationships/slide" Target="/ppt/slides/slide35.xml" Id="Rd6750a6496f34e62" /><Relationship Type="http://schemas.openxmlformats.org/officeDocument/2006/relationships/slide" Target="/ppt/slides/slide36.xml" Id="R92691d1a5dd345a0" /><Relationship Type="http://schemas.openxmlformats.org/officeDocument/2006/relationships/slide" Target="/ppt/slides/slide37.xml" Id="R71558166ff9d4ff2" /><Relationship Type="http://schemas.openxmlformats.org/officeDocument/2006/relationships/slide" Target="/ppt/slides/slide38.xml" Id="R18ff63b369e74902" /><Relationship Type="http://schemas.openxmlformats.org/officeDocument/2006/relationships/slide" Target="/ppt/slides/slide39.xml" Id="Rc6b781eb3ec84c2e" /><Relationship Type="http://schemas.openxmlformats.org/officeDocument/2006/relationships/slide" Target="/ppt/slides/slide40.xml" Id="R27cbe3be6a5e44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c589e4416349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4185ed4c8f4046" /><Relationship Type="http://schemas.openxmlformats.org/officeDocument/2006/relationships/notesMaster" Target="/ppt/notesMasters/notesMaster1.xml" Id="R3e0b4d0c4b0f4e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9fd23ff31e4af5" /><Relationship Type="http://schemas.openxmlformats.org/officeDocument/2006/relationships/notesMaster" Target="/ppt/notesMasters/notesMaster1.xml" Id="Ref64b2bf5d7c4c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0ead9bbf7a49e2" /><Relationship Type="http://schemas.openxmlformats.org/officeDocument/2006/relationships/notesMaster" Target="/ppt/notesMasters/notesMaster1.xml" Id="Rdd12a44df03649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4874478f5a438c" /><Relationship Type="http://schemas.openxmlformats.org/officeDocument/2006/relationships/notesMaster" Target="/ppt/notesMasters/notesMaster1.xml" Id="R3eee0e96db0c45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5066b210974fcd" /><Relationship Type="http://schemas.openxmlformats.org/officeDocument/2006/relationships/notesMaster" Target="/ppt/notesMasters/notesMaster1.xml" Id="Ra3aab22b5b6e4c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3eb385a2844e11" /><Relationship Type="http://schemas.openxmlformats.org/officeDocument/2006/relationships/notesMaster" Target="/ppt/notesMasters/notesMaster1.xml" Id="Rd3287b86c8424a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110b93832c43d8" /><Relationship Type="http://schemas.openxmlformats.org/officeDocument/2006/relationships/notesMaster" Target="/ppt/notesMasters/notesMaster1.xml" Id="R5e56ffa11f5e48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bae998672a43eb" /><Relationship Type="http://schemas.openxmlformats.org/officeDocument/2006/relationships/notesMaster" Target="/ppt/notesMasters/notesMaster1.xml" Id="R92599780ed144d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0b8fd2e69c477b" /><Relationship Type="http://schemas.openxmlformats.org/officeDocument/2006/relationships/notesMaster" Target="/ppt/notesMasters/notesMaster1.xml" Id="R61882bedfdc241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e66ed7c66f46c4" /><Relationship Type="http://schemas.openxmlformats.org/officeDocument/2006/relationships/notesMaster" Target="/ppt/notesMasters/notesMaster1.xml" Id="R64e60ce684944e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e31aa43e2c4f9e" /><Relationship Type="http://schemas.openxmlformats.org/officeDocument/2006/relationships/notesMaster" Target="/ppt/notesMasters/notesMaster1.xml" Id="R1b7f2816411d44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70b5c2bad94517" /><Relationship Type="http://schemas.openxmlformats.org/officeDocument/2006/relationships/notesMaster" Target="/ppt/notesMasters/notesMaster1.xml" Id="R6aa088e36b9043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033e56ec9c422e" /><Relationship Type="http://schemas.openxmlformats.org/officeDocument/2006/relationships/notesMaster" Target="/ppt/notesMasters/notesMaster1.xml" Id="Rbad3b6342b2148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0b45bbe63f47bd" /><Relationship Type="http://schemas.openxmlformats.org/officeDocument/2006/relationships/notesMaster" Target="/ppt/notesMasters/notesMaster1.xml" Id="R20e5706b25c140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da119494f24ec0" /><Relationship Type="http://schemas.openxmlformats.org/officeDocument/2006/relationships/notesMaster" Target="/ppt/notesMasters/notesMaster1.xml" Id="Rafe3032591b34b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a88e4ab16840e0" /><Relationship Type="http://schemas.openxmlformats.org/officeDocument/2006/relationships/notesMaster" Target="/ppt/notesMasters/notesMaster1.xml" Id="Rbb7268f78bf34f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9dea7a4a1b416d" /><Relationship Type="http://schemas.openxmlformats.org/officeDocument/2006/relationships/notesMaster" Target="/ppt/notesMasters/notesMaster1.xml" Id="R5f9053d921274d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512e3e1f3149c2" /><Relationship Type="http://schemas.openxmlformats.org/officeDocument/2006/relationships/notesMaster" Target="/ppt/notesMasters/notesMaster1.xml" Id="Rd6e9c807040e4f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0d3175a76a4060" /><Relationship Type="http://schemas.openxmlformats.org/officeDocument/2006/relationships/notesMaster" Target="/ppt/notesMasters/notesMaster1.xml" Id="R09e584d0c78c46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1527fa319c24013" /><Relationship Type="http://schemas.openxmlformats.org/officeDocument/2006/relationships/notesMaster" Target="/ppt/notesMasters/notesMaster1.xml" Id="R39e75cd1476f43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cce5b5bb9fa43de" /><Relationship Type="http://schemas.openxmlformats.org/officeDocument/2006/relationships/notesMaster" Target="/ppt/notesMasters/notesMaster1.xml" Id="Ra2cd95bf9b4d45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52a47ddfe204981" /><Relationship Type="http://schemas.openxmlformats.org/officeDocument/2006/relationships/notesMaster" Target="/ppt/notesMasters/notesMaster1.xml" Id="R293aadea93d24e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2f777de873e4a6c" /><Relationship Type="http://schemas.openxmlformats.org/officeDocument/2006/relationships/notesMaster" Target="/ppt/notesMasters/notesMaster1.xml" Id="Rcbe373b905cd448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bb56927e0914899" /><Relationship Type="http://schemas.openxmlformats.org/officeDocument/2006/relationships/notesMaster" Target="/ppt/notesMasters/notesMaster1.xml" Id="Rb2690c06b8cc42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0d27698d814bfc" /><Relationship Type="http://schemas.openxmlformats.org/officeDocument/2006/relationships/notesMaster" Target="/ppt/notesMasters/notesMaster1.xml" Id="R29d630c969474df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157125a41d468d" /><Relationship Type="http://schemas.openxmlformats.org/officeDocument/2006/relationships/notesMaster" Target="/ppt/notesMasters/notesMaster1.xml" Id="R564cd62104374a0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c152fe51e4246f0" /><Relationship Type="http://schemas.openxmlformats.org/officeDocument/2006/relationships/notesMaster" Target="/ppt/notesMasters/notesMaster1.xml" Id="R403d841fe343490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ddbff5a53394a20" /><Relationship Type="http://schemas.openxmlformats.org/officeDocument/2006/relationships/notesMaster" Target="/ppt/notesMasters/notesMaster1.xml" Id="Rd62d1a11d00e41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532935832814e8d" /><Relationship Type="http://schemas.openxmlformats.org/officeDocument/2006/relationships/notesMaster" Target="/ppt/notesMasters/notesMaster1.xml" Id="R236c00b90fa04aa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cacb3f33771435f" /><Relationship Type="http://schemas.openxmlformats.org/officeDocument/2006/relationships/notesMaster" Target="/ppt/notesMasters/notesMaster1.xml" Id="R4cebf173917c43d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10549a5c59944d6" /><Relationship Type="http://schemas.openxmlformats.org/officeDocument/2006/relationships/notesMaster" Target="/ppt/notesMasters/notesMaster1.xml" Id="R9b9ba84813df4c8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444158b780c4618" /><Relationship Type="http://schemas.openxmlformats.org/officeDocument/2006/relationships/notesMaster" Target="/ppt/notesMasters/notesMaster1.xml" Id="R0aed8101611b41e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aa158f20d324e53" /><Relationship Type="http://schemas.openxmlformats.org/officeDocument/2006/relationships/notesMaster" Target="/ppt/notesMasters/notesMaster1.xml" Id="R07b2f389a3cf49c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f638717fc114409" /><Relationship Type="http://schemas.openxmlformats.org/officeDocument/2006/relationships/notesMaster" Target="/ppt/notesMasters/notesMaster1.xml" Id="R25107465e9d4418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4fbc6920d134ee3" /><Relationship Type="http://schemas.openxmlformats.org/officeDocument/2006/relationships/notesMaster" Target="/ppt/notesMasters/notesMaster1.xml" Id="R74f246c9a37e405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04f8539649d4c82" /><Relationship Type="http://schemas.openxmlformats.org/officeDocument/2006/relationships/notesMaster" Target="/ppt/notesMasters/notesMaster1.xml" Id="Rf903cb3a78d74c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b99eee880a840ab" /><Relationship Type="http://schemas.openxmlformats.org/officeDocument/2006/relationships/notesMaster" Target="/ppt/notesMasters/notesMaster1.xml" Id="Rca3f758da2b642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a5ccb94d54142fb" /><Relationship Type="http://schemas.openxmlformats.org/officeDocument/2006/relationships/notesMaster" Target="/ppt/notesMasters/notesMaster1.xml" Id="R6abe46b1bdc2459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667ee7f14f64279" /><Relationship Type="http://schemas.openxmlformats.org/officeDocument/2006/relationships/notesMaster" Target="/ppt/notesMasters/notesMaster1.xml" Id="R9b8202d842a6469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017c239f54f4297" /><Relationship Type="http://schemas.openxmlformats.org/officeDocument/2006/relationships/notesMaster" Target="/ppt/notesMasters/notesMaster1.xml" Id="R07a40e78fcbb4d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1ffdf4f6041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6521e140934a70" /><Relationship Type="http://schemas.openxmlformats.org/officeDocument/2006/relationships/slideLayout" Target="/ppt/slideLayouts/slideLayout1.xml" Id="R9e374772e1d243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374772e1d243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56b180d524bda" /><Relationship Type="http://schemas.openxmlformats.org/officeDocument/2006/relationships/notesSlide" Target="/ppt/notesSlides/notesSlide1.xml" Id="Ra542fc0216a844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b31914d4a440c" /><Relationship Type="http://schemas.openxmlformats.org/officeDocument/2006/relationships/notesSlide" Target="/ppt/notesSlides/notesSlide2.xml" Id="R0f74269e44c746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2bc7a49f7408f" /><Relationship Type="http://schemas.openxmlformats.org/officeDocument/2006/relationships/notesSlide" Target="/ppt/notesSlides/notesSlide3.xml" Id="R29fd5a50c2e14f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a8981a2a6430b" /><Relationship Type="http://schemas.openxmlformats.org/officeDocument/2006/relationships/notesSlide" Target="/ppt/notesSlides/notesSlide4.xml" Id="R2f0d73ee99b347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5ee65c1d34652" /><Relationship Type="http://schemas.openxmlformats.org/officeDocument/2006/relationships/notesSlide" Target="/ppt/notesSlides/notesSlide5.xml" Id="R9b8ba47fc0ad42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b444942ec4544" /><Relationship Type="http://schemas.openxmlformats.org/officeDocument/2006/relationships/notesSlide" Target="/ppt/notesSlides/notesSlide6.xml" Id="R0dd7d00c1c3446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000a8313f4342" /><Relationship Type="http://schemas.openxmlformats.org/officeDocument/2006/relationships/notesSlide" Target="/ppt/notesSlides/notesSlide7.xml" Id="R2dd89b49e75e42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aded69042430c" /><Relationship Type="http://schemas.openxmlformats.org/officeDocument/2006/relationships/notesSlide" Target="/ppt/notesSlides/notesSlide8.xml" Id="R3e4c6820fdae44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164736d6b4cae" /><Relationship Type="http://schemas.openxmlformats.org/officeDocument/2006/relationships/notesSlide" Target="/ppt/notesSlides/notesSlide9.xml" Id="R1ebd4c7bcd0b4e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deefecf374b18" /><Relationship Type="http://schemas.openxmlformats.org/officeDocument/2006/relationships/notesSlide" Target="/ppt/notesSlides/notesSlide10.xml" Id="Rdac76548dda143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555af0b4e495b" /><Relationship Type="http://schemas.openxmlformats.org/officeDocument/2006/relationships/notesSlide" Target="/ppt/notesSlides/notesSlide11.xml" Id="Rf33adfd2bea045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1213f4134461a" /><Relationship Type="http://schemas.openxmlformats.org/officeDocument/2006/relationships/notesSlide" Target="/ppt/notesSlides/notesSlide12.xml" Id="R167365e5828c4d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b19b4820d46a1" /><Relationship Type="http://schemas.openxmlformats.org/officeDocument/2006/relationships/notesSlide" Target="/ppt/notesSlides/notesSlide13.xml" Id="R8094c48d528347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82dd6b2f346c2" /><Relationship Type="http://schemas.openxmlformats.org/officeDocument/2006/relationships/notesSlide" Target="/ppt/notesSlides/notesSlide14.xml" Id="Rd8b6e11a4c714d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8f9f12ce747d2" /><Relationship Type="http://schemas.openxmlformats.org/officeDocument/2006/relationships/notesSlide" Target="/ppt/notesSlides/notesSlide15.xml" Id="R34a62e58bcfb48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762c362084ec4" /><Relationship Type="http://schemas.openxmlformats.org/officeDocument/2006/relationships/notesSlide" Target="/ppt/notesSlides/notesSlide16.xml" Id="R26b96d345da94e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559c289f34ae8" /><Relationship Type="http://schemas.openxmlformats.org/officeDocument/2006/relationships/notesSlide" Target="/ppt/notesSlides/notesSlide17.xml" Id="R9bfbef79a7d341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ef4d1b96b4156" /><Relationship Type="http://schemas.openxmlformats.org/officeDocument/2006/relationships/notesSlide" Target="/ppt/notesSlides/notesSlide18.xml" Id="Ra4357e6c21cd44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30deb034e45d3" /><Relationship Type="http://schemas.openxmlformats.org/officeDocument/2006/relationships/notesSlide" Target="/ppt/notesSlides/notesSlide19.xml" Id="Rc1b26077734f4c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2e5706be9410c" /><Relationship Type="http://schemas.openxmlformats.org/officeDocument/2006/relationships/notesSlide" Target="/ppt/notesSlides/notesSlide20.xml" Id="Ref08e7831e7e41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0359a2f004972" /><Relationship Type="http://schemas.openxmlformats.org/officeDocument/2006/relationships/notesSlide" Target="/ppt/notesSlides/notesSlide21.xml" Id="Rf81920da4c0442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d2e7fa13e4572" /><Relationship Type="http://schemas.openxmlformats.org/officeDocument/2006/relationships/notesSlide" Target="/ppt/notesSlides/notesSlide22.xml" Id="R49644bc3619848d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1847151964f27" /><Relationship Type="http://schemas.openxmlformats.org/officeDocument/2006/relationships/notesSlide" Target="/ppt/notesSlides/notesSlide23.xml" Id="R7e350c7bd3b14d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c0d7b0ab3470c" /><Relationship Type="http://schemas.openxmlformats.org/officeDocument/2006/relationships/notesSlide" Target="/ppt/notesSlides/notesSlide24.xml" Id="R4f448c69d31947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8083ad8da4e6e" /><Relationship Type="http://schemas.openxmlformats.org/officeDocument/2006/relationships/notesSlide" Target="/ppt/notesSlides/notesSlide25.xml" Id="R31d8b40dd66546f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5934527924555" /><Relationship Type="http://schemas.openxmlformats.org/officeDocument/2006/relationships/notesSlide" Target="/ppt/notesSlides/notesSlide26.xml" Id="Ra61410b5486b43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dced2de0e498f" /><Relationship Type="http://schemas.openxmlformats.org/officeDocument/2006/relationships/notesSlide" Target="/ppt/notesSlides/notesSlide27.xml" Id="Rc2f10739bff640f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1c70510ab45a6" /><Relationship Type="http://schemas.openxmlformats.org/officeDocument/2006/relationships/notesSlide" Target="/ppt/notesSlides/notesSlide28.xml" Id="R78c36f117c4b407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2574aa90a444c" /><Relationship Type="http://schemas.openxmlformats.org/officeDocument/2006/relationships/notesSlide" Target="/ppt/notesSlides/notesSlide29.xml" Id="R6089a8cb9d2e403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b4ae792a844fa" /><Relationship Type="http://schemas.openxmlformats.org/officeDocument/2006/relationships/notesSlide" Target="/ppt/notesSlides/notesSlide30.xml" Id="Ra0051d95bcce4e1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c983fffb84d9f" /><Relationship Type="http://schemas.openxmlformats.org/officeDocument/2006/relationships/notesSlide" Target="/ppt/notesSlides/notesSlide31.xml" Id="Ra1305d725a9640c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39a2495d947e6" /><Relationship Type="http://schemas.openxmlformats.org/officeDocument/2006/relationships/notesSlide" Target="/ppt/notesSlides/notesSlide32.xml" Id="R0aeb806976e4447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ae06f86894232" /><Relationship Type="http://schemas.openxmlformats.org/officeDocument/2006/relationships/notesSlide" Target="/ppt/notesSlides/notesSlide33.xml" Id="Rd6e0195db3f04e1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8fe6daa6145e7" /><Relationship Type="http://schemas.openxmlformats.org/officeDocument/2006/relationships/notesSlide" Target="/ppt/notesSlides/notesSlide34.xml" Id="Rab715ae8b154406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ea9bae72a4b10" /><Relationship Type="http://schemas.openxmlformats.org/officeDocument/2006/relationships/notesSlide" Target="/ppt/notesSlides/notesSlide35.xml" Id="Rb0204b788553499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c5181fc8442c9" /><Relationship Type="http://schemas.openxmlformats.org/officeDocument/2006/relationships/notesSlide" Target="/ppt/notesSlides/notesSlide36.xml" Id="Rb7a4e8d4f6c04b4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d56b52bc24760" /><Relationship Type="http://schemas.openxmlformats.org/officeDocument/2006/relationships/notesSlide" Target="/ppt/notesSlides/notesSlide37.xml" Id="R158259eafba94c3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a18d993ad4161" /><Relationship Type="http://schemas.openxmlformats.org/officeDocument/2006/relationships/notesSlide" Target="/ppt/notesSlides/notesSlide38.xml" Id="R53376fcd43e14ea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d80bdb81d44d1" /><Relationship Type="http://schemas.openxmlformats.org/officeDocument/2006/relationships/notesSlide" Target="/ppt/notesSlides/notesSlide39.xml" Id="R14fa8dfd38e64c7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8c4f6864c4fe8" /><Relationship Type="http://schemas.openxmlformats.org/officeDocument/2006/relationships/notesSlide" Target="/ppt/notesSlides/notesSlide40.xml" Id="R9272837888e349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C8891-EA7D-49F7-9057-296B1F9C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A14DE-4093-4A90-82B7-FBABB566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Fundamentals of Soil Science: Soil, Definition -branches of Soil science, Rocks: Definition - classification-igneous, 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FAB4D-AEA8-4011-A5FD-82D53943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Principles of Soil Science and Agronomy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1BSSA105/205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89784-3FF0-4B15-8890-77495904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E803A-966F-4F05-B669-708F4ED9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EE9FE-64D9-40A2-AEEC-718DE2E3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F767B-0105-4904-AD68-973ADA6C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6F4ED-EF94-4EE0-9382-9C8E84AB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BFA20-81D8-4929-91BC-5235EF91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17130-70BC-4F16-83F2-D9C7EAF9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DA5EB-204D-4327-B3EC-EDB8C31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E720D-6850-4BB7-9584-6AA344F1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40F4C-04BB-44AB-98BB-06180432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10061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932C7-6AF1-42BD-83C6-E58E34AD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A19CE-1F91-4332-998D-3E06FF9D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F7AD6-92CA-4E5A-A928-ED52D08B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EBB80-F74A-4F64-B18D-E3C26D3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01BC6-4F09-44B3-AA18-4F944D8A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776B3-6B76-4EED-908C-0AC107A3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23414-7526-4ED3-8E79-CB09E0D0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39C45-1636-487C-86F8-AC6F537E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42049-C847-4769-8933-53AD422E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A287A-AFE2-4681-83AC-1E221C2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D686C-A01F-47CE-AE86-A65DE80E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F745B-4D82-4977-8249-44555826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75C7E-2D2D-4A73-9DC8-52B28C8C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5ADA6-F405-4BDF-82A5-344C1A6F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DD89E-CEE1-41A6-AECB-A0E83781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80222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96D8D-1C6F-4308-B59C-8375B52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F2BD1-5F63-4DBD-9E43-5665CF9E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5DDB2-3B63-4E69-A5F0-E68BEABE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29C76-7E86-400B-AA36-71F248B8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84A0D-247D-429E-B222-52FA0629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42571-8176-4898-B012-B95AD8C6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8A87F-5D6A-450B-B36D-1CA0A805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3435E-C111-4CEB-9C74-CC3BE48A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9B00C-83E6-4007-A275-18007A16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Science: Soil, Definition -branches of Soil science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F472A-F118-42AB-9E8A-C3F8ADA6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35218-D7E3-43BF-89A9-58A1BE1D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55F6A-0388-457A-A0B4-C9613C6F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Rocks: Definition - classification-igneous, sedimentary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F86B8-5097-49E7-A51A-5887A0A5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6E628-FB98-4AE3-B22F-A88F650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4A4B6-1682-4EDF-A215-90BB1B78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Processes: Weathering- Definition, types of weathering -...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CFDE7-CDCA-4782-880B-7181EE4E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9A33A-798F-4ADD-9CE9-D8A5005C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C8D11-E4FD-4A5F-BF32-F6ECBABA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Soil forming processes: Eluviations, illuviation, humific...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CF84A-5B36-47D5-ADCF-59F1C1C2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A1D5B-C559-40B9-B14C-DCC9B946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29958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67139-C099-4F6B-9076-8F587BE7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34BEA-FD88-4A8C-A07E-938C9CC5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CBD36-9D53-4EC0-B2F3-527F6754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3A260-238A-492C-8DF1-9178E4EE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215CE-0458-4F85-8806-78DCEFFA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ADBF9-D6C2-4252-A032-E056BDD1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FEB92-C00E-450E-8186-E91C2055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052BE-3E0A-407D-856B-525D2085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Science: Soil, Definition -branches of Soil science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56066-736D-45EC-8D09-37D1038A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A6604-579B-49CE-AB25-A4F5F17F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A1E0B-42E2-4AEC-B030-A1DE018C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Rocks: Definition - classification-igneous, sedimentary a...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AF96F-C935-4D99-8AAA-4AC8C06B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D9071-0510-4F88-B175-4A1185A5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C9A7C-2E52-4800-8DB0-E50E14DA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Processes: Weathering- Definition, types of weathering -....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4597D-D57D-43DE-8462-34C8156A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F6934-3EB3-4F80-9004-543842F8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1B3B4-47CC-4D14-8400-8FA4698F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Soil forming processes: Eluviations, illuviation, humific...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52CDE-1B49-48B0-B998-8B634F25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B1DCD-6005-4931-A998-49610DA8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BE6C4-DED0-4EBB-B491-41DA6151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460494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40A1B-8EA3-416A-ABA1-C5883C8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326C2-64E4-4A64-81D5-748C8890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A1987-194F-434F-82B7-180EE282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3FF8A-0E9A-489A-B587-09795009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696C4-CA02-411A-9CBC-00294B79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Fundamentals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4E2AB-ECAF-424B-8698-78D43AC4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BCA92-5828-4FD7-8CD9-9A8A308E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E1C02-D56A-437E-B0B8-857AA670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141B7-304D-40BC-AEF9-BFCCB94D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branches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E6D57-FC4E-4D25-BFE5-7D896266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06F47-A45C-4722-8F92-61A966CE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classification-igneous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5EE70-9B9E-4806-963D-5FF1F32D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sedimentary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9A40E-A86D-43E5-8BEB-1C32E3DB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metamorphic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80090-80F3-40EA-831F-501C6F0A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Minerals-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07F9F-E6F9-4505-9B7A-79AEA213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9B950-5C9C-4B91-BD75-5D73BDDF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10690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C4BEF-8BB8-4A96-BDB6-EDD19CBD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1FC46-E91A-4999-BDFA-3AD7F48A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980F1-DA66-4305-B762-90B3A8AE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8C224-3F0F-40F7-8C49-A3389DE1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0413A-DADD-440C-B133-7A982698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Science: Soil, Definition -branches of Soil science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567B6-47AE-4907-A711-91740A8E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Science: Soil, Definition -branches of So...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775C5-4EBB-42B9-967B-62EB7CB0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2D34F-EBC6-4EC7-B6FE-EA30A11D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FE9C6-F41A-482D-B73F-ED994325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7AD45-CA00-494A-875C-5E9E5950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523EF-37EF-45E9-87F3-0E3E2775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AD9F7-3639-48C5-8C8F-AD71F283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712B9-79EB-464D-A382-0690653C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985C2-9DF9-4638-B7A0-0AEF54AB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7A427-B19B-4172-B92B-0FE6D943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2EE48-C672-441C-9C9F-3F02A961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313266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BAE74-C700-44E5-B7E7-E8740A2F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03910-283C-496A-AF8D-79E4495E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81281-809D-452F-BDBC-D81D4DCE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7AA62-2BCB-4499-8645-329EB130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32214-2BF3-4C5D-B63C-BFDC52E2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05F88-CA6E-4A56-9079-3A7F134E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E8AEA-57FD-4ADE-957E-D4793835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1C982-E1DC-4460-997E-82959FB3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E521C-632D-452E-9EE0-12A12502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Science: Soil, Def...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9EBE5-2211-4505-881A-BF0EE6D6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5DF69-6AB8-4EA1-980F-2E529CAD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C811E-71F7-4AB0-97BC-DB1F56C3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Science: So...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983B6-BC69-4499-AAF4-35A085EC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2A231-99AF-44B5-AE6E-603D86A4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04CEA-4790-4555-A143-8304DB83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Science:...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F29BA-F111-4E0E-AD50-2F90E6D2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514B4-D1B3-4503-8C79-FF70453D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99D31-C4BA-4A32-A2AE-D2A2F192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Science: Soil, 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05F0D8-49E8-45AD-9C52-D00AF729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01F74E-1C61-439E-8EBA-42B641BC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0D203-26D5-434A-8E60-A6B68DD6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Science: Soil,...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04980-F5BA-4685-B592-0B16F3AE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CE4AA-D844-4495-B7D2-F3FA6A8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357401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59843-3122-47AD-A481-FA1D50A8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F38C6-35F8-4B9E-8BEB-91D2FD23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35661-B8D7-4675-A562-63359185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B3E24-9498-4082-9BCD-AAA3CBB5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DFBBD-81A3-4A6D-92A2-69C3E7F5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356F5-4F3C-4445-B29A-9F13C32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0589E-37E0-4768-8B95-F43BB630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FEA04-9F63-47FE-A560-CFCFD61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70547-D359-4E83-8E74-8AA9E026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EAB6B-9650-4BA4-930C-B0B3CAB2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D34D0-00DA-4FEE-B8C2-7948B29F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BAEFE-EB5A-43A5-8BFA-D9D67E05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282CD-DE1D-4234-86CF-E434FD1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07AB3-EFEA-43EB-BD2F-B3900547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EE178-2FD2-46BE-A3F5-CF770F90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916263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C7723-BC7F-46E2-BB3D-1B8844AF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34EEC-D947-45BE-BE8F-1AF56084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EA8CF-91AA-41C3-ACC9-EEF3BB65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76B43-C71A-448B-9301-3CF4285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AE275-3E23-4D28-91A0-15113C2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6172B-3BDC-4660-9B37-C3F0ABD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Science: Soil, Definition -branches of Soil science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CB23E-2AF5-4EBC-8785-548E43E1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F1AB6-3968-4180-9414-7F074DB8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DE5E6-793E-46D1-8D29-92C52211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1B94A-D077-42BD-B84F-6A057E39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1DB38-63E4-4C2C-8E31-77AA8FBD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8330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7BE83-1165-4571-A3F1-F5D772E9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7A5E0-69A2-45F2-AA48-6BA53F06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5A7E0-2036-488E-A71C-443B855E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C09D8-E7BA-4CF9-9DD8-24DE1CF2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EB16D-5DF8-46EF-975C-F17CB3C9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Rocks: Definition - classification-igneous, sedimentary and metamorphic rocks, Minerals- Definition, classifica...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0BDBA-F097-4E30-9480-57BA5A9C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Rocks: Definition - classification-igneou...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CC8BB-ADF6-4B09-A5F4-AC57BF88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87366-5855-494E-8AA1-66E435CB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14D6D-55C6-4A97-AB43-0E02885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201FC-BF37-4FA8-8071-863D209B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A18F9-822A-4E4D-A752-D603366D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C9307-B5E6-4E77-AEA8-7B1276E9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9A471-C921-411A-AFB3-DB635BCB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9F2B1-CFFF-4084-BE09-FDE9BA29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FD8B2-2A22-4EF5-9263-EE22C39A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304DE-EA4B-406D-A7A7-915A26DD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310843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135F2F-F7E7-4C4B-95A5-579D9278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A4D37-EAC1-4141-A4D4-D5D79C64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F36A-BC27-4286-B577-C4BBED4D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A1DCD-2800-4030-B929-15F59B9D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380EB-BF80-4611-AF1C-C8744638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E6289-83BB-4A70-9B4F-58CC7CD2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9B391-4F31-41CE-A8BB-D845817D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95662-A318-4449-8FC3-6F6D4B44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87A23-A862-427F-85AE-F1603FB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Rocks: Definition...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954AC-3108-4BF6-9C12-CBF10EBD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8C177-E225-44BB-B3F4-FC7B17D4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BA986-1695-4248-B746-5C280F3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Rocks: Defi...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E3F68-6ECD-4051-9E20-2F38ED93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FF861-D28F-4F74-92D2-8AD9CB98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2E4A1-932F-4DB2-AA99-C597239C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Rocks: 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7D774-B2D2-4DAB-B8E6-B08EE1C9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DB415-E0DC-4A93-88D0-BDE1ADFE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54457-0BB3-44B2-B916-9C46A3E5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Rocks: Definitio...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C2869-2109-46FB-9E09-288B42E6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BE8FD-9419-4E8E-8287-E7416D58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779CD-83BE-40A9-8F7F-93BB4E52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Rocks: Definit...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AAED4-80C2-4EEA-A122-9B8DE3E8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0DA79-076A-4995-8F93-E98B285E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935688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0C84B-1BCC-4738-A4D7-CA08B308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5BFEB-8460-4954-AF09-E9FC4387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DD292-79FE-4710-97E6-72FE0294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C5194-5486-4CE5-8331-A4E456A4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D06BB-88A9-44A9-9302-68F6E8BC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4D94D-6E13-43BD-95B5-2E2AAF12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EF0CF-BB1F-4060-9C6B-FCB5F766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DB1C4-A112-4245-90D4-64FFDF02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92F30-C5D1-43D6-8084-0A957267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DD6F2-20EA-4F4B-B171-0C1E5569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5F552-2CA5-4DC0-9BED-A95B8D6F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6311A-1E52-4691-B786-9B60816B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34057-82C2-48A9-B5C8-9FE8CA1B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BB0EB-0F83-4E1E-94AC-2095BF4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4446B-F26F-43B4-AA5B-84AC9A11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9157021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70C24-C530-4477-BF1A-C8F7EAB1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55143-C409-4527-AB12-0CC5F29A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AAEC5-5031-4FD9-BCA5-D5525342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71955-2BBC-4753-A1C2-EE5331BE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AAF86-005F-4938-BA23-B39EE54C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5BCF5-1F8F-4BB6-92C7-FC7A5FD3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Rocks: Definition - classification-igneous, sedimentary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939AA-FF2F-454B-A90C-D11B650A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D252B-9416-4F72-AB99-5E2B0A1B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8064E-878B-4ACB-B461-D741B8E9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A5C76-8AB6-4B6D-8D0A-6318D998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C90D9-1773-47B9-97EA-3DD4082E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243147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587C3-E320-4599-9174-DF0088B1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59506-78E6-4DA1-9338-694A094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D6140-C278-4B36-8EEE-F85BBF93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2AE10-14A9-4A9E-9371-0656F034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7BE0F-2AB2-40ED-9CED-1C919CEC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Processes: Weathering- Definition, types of weathering - physical weathering, Chemical weathering, and Biologic...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34B4C-4F95-49B5-B94F-037C1155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Processes: Weathering- Definition, types...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AD62B-389A-44D5-9554-25C93C5D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B4C0F-42CC-43A5-A324-BA70C874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9B458-3971-47F3-953A-8EF4D3A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FF85B-6905-4CA9-8C07-97B4313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34347-A91A-4BFE-A0DD-6DB61337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A3F81-0261-4181-B134-6044C1FA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75EF1-787C-4795-BED1-DCCBEE65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3B8CB-155E-4EF8-A440-C6B49F6D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E9637-FFBA-463E-8327-FA08D6EF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8DB24-6E14-42E4-8165-CD73E0C9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128150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7A29D-24A9-4760-A443-912DB198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27664-464C-4DCD-AD8C-6421D316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1A322-E1F4-44E2-B607-6BE42979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315BF-F2E5-46D3-823D-6F6DA117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49317-FC0C-4C4F-9EBB-002B0EF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A7299-1E09-467E-BC16-275546BF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19779-E6BB-4A15-8296-6257C3F6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761CC-5117-4804-AE55-600D48A7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AA73B-C0BF-4BD2-A4B6-2AC40CC7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Processes: Weather...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08EAF-A90C-4AC9-80C1-FA329810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9E5E7-0BE9-440C-9D8C-D94DD406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C34F4-EA8F-4C5B-B212-A8B7007F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Processes:...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EFD82-0BB6-4DEF-8143-97AF1152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D1FA1-3379-42C9-97B3-F7496E26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5AF3A-A306-493F-A4B2-A902CBB5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Processe...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B8057-7482-49FE-B0AD-3BB8E5CA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521F6-0E75-4062-B674-E261627C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56A7A-4C26-409E-BE95-BDDE3804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Processes: Weath...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C93FD-3C4F-41C3-90E3-5497BA75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33811-290E-4553-9D73-7CB3A653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B6B7E-99BF-444E-A401-BBCEF145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Processes: Wea...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98CC96-B2D4-4880-9FFC-7E949D70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5154B-73DB-4DB8-BD8C-0661E591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698539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B4051-B244-494F-AB7F-E931A828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F3B01-FE96-4FF6-94F2-000ACED6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C861D-26B3-49A9-9A65-3E21DDAD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58477-50D3-4F48-93C3-F00BBF1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A8F54-0D6F-452A-A77F-6DC1B0E5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539AB-FF08-42C0-9248-B083917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8E44A-7971-426E-B2F6-2410934B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6D8C8-A8D3-4BD5-9CF7-13CE6E7F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2DC07-2D0E-4EA8-8E30-ABF6BAAC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421E7-C8D8-41AF-9E83-97056CC0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BACA8-6F11-41A2-BD97-8A5AC3E3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C8F01-46ED-40C3-A9BC-6B56EA0C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D181F-8F85-4957-B3E7-E9BFA539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0937A-5D5B-4AF8-B69A-5033D29F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5C3E2-783D-40AE-BD1C-A1B12E42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704119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F1C13-4D08-4EB7-A19D-68C08E9B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EFC3F-6078-4286-8EE4-715D01BC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4569E-9223-4F62-8489-AC1BDFAE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7B269-D27C-4E36-B3A6-E25F60BD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E8EFE-D843-41E5-BF69-19B9D303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E028F-7DB9-4FC3-8AE4-45671F61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Processes: Weathering- Definition, types of weathering -...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FC344-8ECE-4CE8-8343-787F1B31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F329C-7B38-4B23-B103-F2D522CE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D840D-754A-4EAD-BA7F-FFC68C4B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4F730-A0CE-40A4-91BC-83B450FB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7C423-D847-4568-994E-793684A2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0156056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90A65-5696-46FE-BA61-F02FE387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C2D7F-EB77-4606-B074-F077B9E3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B5699-44DB-423C-A26F-FDAAB45A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79181-8F75-40FB-8009-18BE5D14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18CE3-6969-4D7D-B5EE-06B3B469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Soil forming processes: Eluviations, illuviation, humification, calcification, laterization, podzolozation, sal...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7F84D-183C-45C8-86C3-18902712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Soil forming processes: Eluviations, illu...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86241-BF42-4C74-AE9B-1A03D717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2C761-9BEE-40E6-9D90-42B8BF3B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3C90B-D6BE-4A5E-8421-F6B56D39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6354A-21E8-4FDE-8AB8-C9AB185D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E4AB7-254C-4166-9BAE-C7FB8814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1CB33-85A9-4800-9425-12EDE88F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689D1-81B8-4208-8343-FD8235D5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94CAB-B349-46F0-8B8D-2A64E945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63EA4-9EA3-469D-91B7-929A3069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5695E-A8A3-4742-971B-7CF199F1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326432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D6BEC-3FEC-485D-82C8-40280B15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22F42-1C00-4AA9-9A4B-54CB7EF2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67806-B9D9-40E5-89F4-54ABCD78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421A8-7CC7-4DB4-9A71-D9A598F1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433D8-72CC-424E-BA91-3EBE6918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DBD90-B1AF-4573-8F51-4F7C697A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CFE6F-7581-4A2E-82D8-AE25910D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CFABD-0078-487C-AC33-021C8148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3C5AC-1A96-4021-8669-76AD2507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Soil forming proce...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128D-615D-4CE0-B870-3D6D3806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BFC49-ADDF-4926-A1F6-0DBD03FA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EBEC5-2E48-4E23-978E-FBE1EFD3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Soil formin...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A7829-72C6-4214-AD92-FD181CE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AA991-7039-4E20-9634-91222D87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9AA15-3FB4-44F9-A8C4-57B5CF1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Soil for...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0523E-79F4-4CD5-A8E2-5203C381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77F81-E9CB-4683-B373-99537ED2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D54A9-3699-4DBA-90A9-957659E9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Soil forming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88851-0C2E-4AE7-9596-1DDA4C25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56B01-96DA-4C09-862D-D6B0C83E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C23A7-D4AA-47BB-8EB3-98B64DC5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Soil forming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7AAD2-96AD-4A44-A29C-87C98B9E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941BA-955D-44EC-928D-051204C8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7707406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39869-48E1-4C6A-80D1-07431040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FD6E2-7091-4303-8D56-C1523D2E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82BE6-9631-4274-9810-CC1E1881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23847-7B28-40DD-987D-BD6A9E0D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76A3A-0494-469D-8283-BD66AF0D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96C58-F1EB-4438-9069-965DF19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A2277-1CAE-4C9C-B0A5-799F95B0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93902-81F5-49BB-9461-EE7F2482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63E72-50D9-4082-A520-464DB345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3CF4E-BE0C-4ED2-9A4A-B3E79600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951B0-7CC8-437B-B7A7-DC4E2E13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6E2EC-AD2A-4DBB-9D45-DBEADCD3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62B56-6DA7-4B9B-9462-F527D64D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2DB6C-E161-4700-8FF9-8FF10120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55752-3A56-42BA-9CB7-D637A181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386299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53818-D1EA-4F9C-9644-ECE5F292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3A475-57F2-48AD-8399-776FD27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26ECF-641B-478A-AFE6-69F68D14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12661-CC3D-483A-A4E0-F3E25497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34F22-E785-4B45-8CBA-82F9FD5F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7216D-1549-4FA2-AD58-C3F960C2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Soil forming processes: Eluviations, illuviation, humific...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A24ED-1C1E-4D8B-A151-977372C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08D64-97B7-4931-8A3B-1A7FB440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9385F-FF00-4038-BA24-C749AC2E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CCB06-C4C8-4874-8860-C8687171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68B9A-8E1B-4441-B58F-9B77B7FD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9584388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B1F50-5E08-457C-83F7-5D4B7F92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DAC3B-2D31-47A5-B3BD-2B5820F5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49FB0-4118-4992-B01C-4251DA78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6BEB1-1093-4566-8645-17A40154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098CB-4CA8-4139-85A4-F132442B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DE6A9-DB1A-4C7A-AD49-5C44CB5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977859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656D3-FDB1-4010-9724-3A1D01D9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8EE04-D772-432F-B407-D9D8FB6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C29D3-FAAD-49D5-BF3F-B91FF895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FBEDD-78AF-4007-A4FF-12A23D74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9C05C-2983-4C40-8418-45ABE1DF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Fundamentals: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Soil: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Science: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branches: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DF4C9-102B-4A68-B0B0-ECA0E4DE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208759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28D3C-9A99-46DE-8BB4-07AEC0E1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BB6BE-35E1-4CFD-B80E-1874FFA1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9F410-CF49-4E42-B36E-828E3E31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A5DDE-F939-467F-A820-F67FBA88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DAA0E-DB7A-4492-A96A-59503377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7EA0F-55BE-463C-8B4B-89640933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073837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069D3-6257-473C-8157-5D523358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D64C8-3DCA-47A4-B85F-37FA1025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2EEA4-D44E-47CB-9277-FCDE2B68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AB55C-616C-4C74-9997-3FB9CD1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D9A42-C364-4BB5-8C1C-6D06A4AB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28C47-BFAD-4D17-ABEE-EF2D8893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491891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A0A0F-91D4-4346-B0ED-77768824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8AC0C-5029-49C2-8544-E005EB6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E11DF-DF3E-4996-9706-02DD671D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D53DB-62D4-4446-8932-898BCE22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EEAE2-D151-4BFD-AC18-72DF67FE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Science: Soil, Definition -branches of Soil science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Rocks: Definition - classification-igneous, sedimentary and metamorphic...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Processes: Weathering- Definition, types of weathering - physical weath...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Soil forming processes: Eluviations, illuviation, humification, calcifi...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F50B4-34D2-4918-BCC6-CE2CB0FF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B5772-0BBE-4C67-8198-3136191A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F5BC6-ABE0-40BC-B0C8-90C485F5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050605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4E4F5E-2819-4966-804B-25A31AC8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F169A-E6F0-46E5-9DA3-72ACEAF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Rocks: Definition - classification-igneous,...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DDF73-1719-45D7-A72F-8FFEA908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6D3B8-86B1-43EE-B2D5-6993082F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48879-FC56-4BD2-BD61-A8289DF8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4D0F9-7DA4-40D6-B613-70D91F75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A7187-9EBB-4E82-AC9C-FA4863B2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F1D9B-ADF7-4A68-9CAC-A3D40367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2533B-70AF-42A5-9B4E-DE44318E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F0BBF-5A3D-4C2F-BE4E-AFB14FE3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8D835-BEC5-427E-A70F-81298088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D1FD1-407F-44FC-90E5-F985C9D3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BBB21-97C1-4B1E-A828-689A547F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B7016-CD8D-45D9-A783-5C8FB97F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376DB-C9B9-4803-AEE2-B02957B3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9AC5C-60E2-4AF0-9AA2-3955920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D5F4E-4A20-4F2D-895B-0493B623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81E69-3618-421A-934D-EC4C62A0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27AA8-DB25-4611-84E3-417644A4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6916D-C359-4DDF-AA2D-7FF8159A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028CC-8980-4D42-B8C2-3CD4CFF2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A60AF-E50C-46DD-A279-74B76276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F0CCB0-4919-4098-9AF5-100C8392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419151-AE9C-40D8-B24A-D577DCE7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7D593-3E5E-4496-85D4-301DEF5C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7A7DC-3D4F-466A-A7C1-ACEA310D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50C01F-0486-4DC6-896B-738B3675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97EE7D-E7F6-41BF-A1A0-4E508052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D31C8D-33D3-4C44-BC45-162C4B0B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19366-C5EB-4156-9FB8-4A7E98C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49AF46-50EA-411C-8397-0A85409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2D79A1-0745-42CF-9980-D5EC17B9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3726222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C478BA-48CC-458C-8E54-5C8710F6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546EE-F357-4ED4-A8ED-A1909C7C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Processes: Weathering- Definition, types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96FF2-D308-4A7F-9C30-FC5A83F3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0E9DA-D4A8-44F5-A10F-B8D141D2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B4E15-0B96-4334-A41C-567CF3BB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62340-2C69-4825-B2D4-21806E20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E5226-F042-4A05-94AE-638E3D2E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5A95F-1EA8-4526-B61D-62031994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1FF24-B641-4F01-B6DB-C555D15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30ACD-2A2A-4161-BB95-D3D8F4BE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DA034-A77F-4EE7-9633-84C7A756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C010E-28A4-43FA-8A72-EB386D3B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09195-F8A4-4BEC-9817-E87235AC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27542-DF6E-4ED5-8C53-278C28CD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8B2CC-4AB5-44EF-8BEE-9BAC3001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115B1-4F9B-44AC-B18A-FAA1C1C1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66F89-9E14-4CDB-8DA2-175D6EBC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0E3D9-7715-459F-9CA5-C32E476D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AE7C7-00DF-467E-A198-19DD6C18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FE018-D926-465E-9A19-F744E26F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8E194-3672-4513-B5F1-46B30B53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61F99-5428-42C5-86EC-D33909FD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A98FC-AF52-47A8-8CF1-BD5FEF3B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0E36F-CCBB-4CCC-95D9-41731239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A2B2D-DAA5-49BA-9F0A-17105ADD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752754-75B1-4688-A7D7-3F0FC9E8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9F97D1-0B6E-4C52-BECD-9A928BA4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7FEFB8-4E7B-44C4-8E47-0F2C3161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1C168-D56D-4D66-9DAE-AE07647C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C2C620-D2A1-4DC1-9DC6-C6720E6F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D59B1F-0644-4F08-A137-5421EFEC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6DD99A-7191-45E0-9E63-68D21E7A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8991966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3E916B-D480-4090-B3C6-72729A45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8FE00-3043-4590-A749-785DF408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forming processes: Eluviations, illuvi...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4E38F-5160-4EAB-B58E-1468CCC8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3877A-7BFB-4902-A904-B703C970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4EF3D-DE94-4BC1-A65C-2BB80D44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28FFE-FC24-423F-A6BE-28EDBF3F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BA102-F3DE-48E2-BE6F-86FDF12D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79D6F-A121-4FCE-A6B9-B68ED67D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352DA-C9C0-44D8-849C-1DBF0B2E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3948F-EFBD-4171-B860-1853109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A4E0D-4EA7-4E67-9A57-A30115A4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ACD10-94E2-4C8D-8EEC-EB80C941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57D5A-79D6-4C0E-9B2C-291DEE14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E74BA-F680-4150-B4E5-B285DA03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1EDA3-13DE-4041-88C0-415D000B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78220-E6F9-4E04-A1DD-3D59979D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D0C2F-41B4-451B-89BA-52FE658A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8501F-DA34-46EB-AFA3-5391B949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A08A5-0519-4131-9119-BF0712B6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F6F04-1352-4DE0-842C-DE6B5BB0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F56CD-9143-4B41-B830-1A0561AC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94FAF-1845-4BE9-A816-34E5EF91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50120-DF34-4F27-BD1F-5E1A03A9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DB6F1-3197-4E09-9008-ADA1E4C6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D273F0-DD70-4496-B5B0-DA988923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63B974-3B16-40B6-A14D-4628B6B7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51A6B-1C23-4910-9C46-01751688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B48897-9108-4370-A73B-3EECF2AF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667291-17FB-4382-B548-C331013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87B0AC-AF3A-4ADF-AF7A-BCB73BA1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5E995B-C2CA-48F8-9A95-11CD717E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5B5CC3-88EC-458C-A892-9C6DC39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7401953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62F7B9-34C2-449E-A919-FA53FC1D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F6F07-B268-4D53-B1A4-FEEBF520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Science: Soil, Definition -branches of Soil...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998D0-8E19-41AC-AD07-C7F45F3E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5D06E-F75D-42DB-9605-E36EF842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DA947-0A16-4C39-9CEF-34AA004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4B6AD-9D81-4BC3-B537-B4E475B7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D69EA-A3B0-4129-8983-6C670F34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1C37B-9236-4EEE-8552-AE36367A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7A69B-A33C-4846-B863-1679538B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F9971-2871-45DB-A983-E85ECAE1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B7371-D878-4F6F-AC26-549D5052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4E641-56E1-4DE2-B09F-55E8DB79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B82C6-BC80-4E7B-9BA3-4108C1C5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9A584-7DC5-49A2-A8DA-FD49659F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B3777-B8EE-49D7-A5D8-2F42EE1E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0F7D5-7D4A-43EC-89AC-5AF1ECE0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5D004-E526-4E21-A50F-CD092ED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34CFB-BA77-4945-8690-023C9479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F8A95-A661-4FD9-92FF-34ADD8E8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EDBEF-34A1-42B5-B441-0AAFEB12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13FC3-EB29-4B80-85F8-92DC6353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7E0CD-53C3-4A5A-9AEF-94F63E0E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60573-88A9-4C2A-A3A7-327C51DB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BB833-6417-4643-802E-6ABF81DB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CB5B7-B7B8-4469-87B1-4D08B593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2BD9A-38F2-4DF3-B01A-E7850E2D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8E234-063A-439F-B78D-7F1FAFE9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8285FB-981F-47E4-8A10-BFA4F164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47295-5952-4F16-9368-A19909C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E39014-BFB7-4A71-8F88-96422C01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54B51C-ED4E-42F0-9880-0C225BA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D3D71D-CCA4-44F0-86E0-6BD6EE22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7049927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903DB4-90FA-418D-9C97-B0A5864D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B9B99-DC9A-4398-83A0-723601E1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Rocks: Definition - classification-igneous,...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2E3E6-80D6-4487-B4DC-85965D66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28073-B0EC-4A29-9352-AC1393EF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88D35-B184-4C73-805A-F29F5827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4F83A-CD0E-43B3-8985-0B1A4238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7CC0C-AC0C-4641-BE18-A482710A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D18BC-6AF8-4DB0-8FD6-BF4DF4CB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B99B2-E8C4-4EC3-969F-0927B755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DB107-ED78-487D-832E-75D48DB4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49AB0-D5AC-446D-85F1-4D0788C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92218-F3D6-4D5E-9538-93E7AD67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98D43-DC0B-4B8F-A807-EF7A639D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8A11F-2F5A-498E-BFFA-8CA91542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D444F-D3B4-4D6A-B4AE-5A99242F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9A214-42D3-4D3E-9E62-90C54E14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DFB3C-029A-4F9B-BC3C-F369A61C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4AEB5-2FB3-4B0D-BB09-60A625DE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D7460-3099-442D-84C1-CAD2B86A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1ABA7-425A-401F-8DE6-E32D19B9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A4168-BF8D-44F4-821E-094C418D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6ABB0-E088-4FA8-ABFB-4C49D315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A030F-F650-4912-B446-9E707492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3585B8-97E2-4911-8E2A-97F38440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32E57-D410-4E4B-9861-AD862743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44D153-124B-4DC3-859B-E3908A43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7F814-6678-4B7E-9CEB-EAF7AA35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DD1AB-92D4-4D37-A3E3-9B4D6408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9856B-B3E9-49DE-83EA-AAC3C4AF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F19823-0E3C-4DEB-9E30-048BF7C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05D3F-8182-4F28-ADEB-A340BDFD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1F3FF6-E551-41D2-BB45-5B8221EB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4270695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AEA0F3-0F0D-419D-B8F1-BFB22FD8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47DD0-3604-4F12-9167-66C56D14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Processes: Weathering- Definition, types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09328-00B7-4B84-9A62-3596E06C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81C3B-0B09-4D27-82AC-9EC8B3FA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A48F1-D93E-40F2-A2BB-6A64885D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61772-1C78-4EB2-B861-58657798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C6D86-D3C5-45AE-BC37-A5438BDB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40606-E08F-47CE-B91C-C706708D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B5431-51D8-4B5F-9A6D-A2E868D5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C7D1F-2DEE-49A6-89ED-7BD548F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5BD83-9CEA-41AE-9DC0-C707C908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C5FE8-C07E-4296-B561-36071130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B1022-5142-4266-8B93-892FA2C6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78A27-3A76-46FE-B4E6-924DE5A4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47912-1E62-4787-861B-6F095DE7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950F7-B9C1-40FB-AE80-DC728FFE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B3C2E-0398-48DB-AC83-245CAD69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971D7-1D55-4825-A5BB-C6F6F953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35323-13C8-46E3-B472-88542F13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5F84A-6432-44EB-BCEF-51BF3859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70551-840B-4F75-AA4C-9DA22549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87AB7-C06C-4693-82C5-7186E621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F575F8-B313-452A-816C-449C586E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B1C62-D26A-479C-AA45-56D295CB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ACCEF-BEC3-4D9A-A4E0-52AB655C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3E1E2-6299-4F73-9575-B757A7FB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1B6A7-07DD-4533-9A3D-8E705B46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F21D3C-AD86-402E-9C8B-42CFA136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DA7C83-49A6-43DA-BBDA-55D36620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07CA99-D05A-4B98-AC2F-1E6EA11E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6CDFF-6974-4674-9C47-27F6EBF5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5A6F5C-61C2-4982-8EB3-4084B910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3649668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C7BE33-D3B6-4754-B4ED-1B1A441C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E5912-4035-4827-B136-B12B417A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forming processes: Eluviations, illuvi...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D1A9C-3586-47FE-BBC5-A4600182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ECEAB-8626-41D3-8EE7-C06DC4C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296B9-D079-4163-8E84-E544CE5C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56FE1-D2DD-49F2-9D63-41DB1A0F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61E66-B56F-4134-8A20-7B95E50C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1B071-88CA-414D-A942-CF3650F5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2EC16-0A4B-487C-AAE7-5C4BC749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6AA98-BA9F-400A-8AF9-99AC8296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DA074-05E1-421F-9704-6091F556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05A45-4C5A-4C8A-9128-1FC4FE8C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39D4E-E280-4C49-8159-E09DB308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67ED2-6EE9-4082-B6F3-A592BEF9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C9FBF-9766-4C9C-B04B-640472C6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971F6-8479-4D99-B8AE-3726D7FA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B91E4-43F2-49BB-9EE7-BEB8FE69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81546-55E0-45D1-9DDA-F1DAAF63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0FE6B-C54F-45BE-8A3A-D74D2FAE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02B39-BCE1-4FB2-A030-CC42ED51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1652F-617C-4BD4-A72F-791C3978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6F0F2-D528-4425-96AD-E883F2AF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CCBF37-7CE0-493C-88DA-118ABE8C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ADE59-62EF-43FC-8BAE-BF4A632B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264E0-215A-4A21-8ABF-C3AFD05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95D6BC-313C-4E01-9CA2-659D18FB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8F2FEF-F479-4F6E-A5A7-4AB78162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17D6B4-2941-4A1F-BDFA-9FBE11C8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3C191-6441-471A-BEA8-7AF099F5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A375E7-4378-4757-BD49-804DE1C6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6F8247-D063-4505-8B0A-99772957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76C5B-88E1-4C6B-B423-36C082EE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79525002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5D54BF-696D-4110-B8FD-742B40FA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66682-62E2-4CD4-A3AB-8438A346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Science: Soil, Definition -branches of Soil...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469CB-E18C-442E-AD02-AC92DACC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119AE-22A4-4C33-BFCA-1CAA4F01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6C233-7E69-4BC0-BD78-6D3652AF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94F18-7771-4A0F-A9C4-A3323D17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106DB-50BB-4C1A-8C99-8BD0AE2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B2954-C623-47F4-8157-B3B5CAB9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6127D-B36B-4ECE-9AB6-2939096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0BA55-667C-4234-84B2-FA731DB9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D763E-97BC-46AF-A590-04E2620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C6FEC-271B-430A-8BDA-B866108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6FE2F-D63E-474E-B3AB-9BE12C0B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3DA40-47F9-43E2-B500-4D03A52A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C8020-66A2-4432-AD57-8BFCCE7F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A99A3-5521-49EC-BEF1-361DE4E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33824-43CA-455F-9473-3923C030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941F9-4D74-4899-A33A-921DF35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0C189-4E88-4D6D-88C3-1688D570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E7CBE-A657-489C-A8BB-10278BD6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05CBF-B578-4251-BCA8-423E7E66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A1C8A-15C6-45B7-BBBE-7031A112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03A8E-3063-4EDE-A9CE-A8DF614D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A87F4-212E-4217-B8DC-12E704E0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C3F52-8BE9-4A22-931A-FFE3F55C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8D687-B630-4A1F-9AEC-607B6B67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B37F3-EF5F-45D8-B841-D5EC38EF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98139A-65D6-4DA0-B4D4-023DB392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034517-AB7B-4467-ACEF-9FC74DF9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E57DED-2645-4D77-B0A0-CC2B9B21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9BC7C6-3AB9-4B7B-8184-69D05F3F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6D942F-C10E-4CB9-A186-15E131F3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162302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25ED89-36CE-4A3B-8CDF-24F56A95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98044-86DC-47E8-B7C3-97B7D601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Rocks: Definition - classification-igneous,...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EA1F6-CBE8-4ADB-AB4C-9F4D1697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3A841-58BF-4D8B-AC05-D0F043EC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CD548-F793-4076-9328-A1D1D464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DBD07-5544-4D35-8E7E-213D5CB8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4FC59-BBC7-44A9-A3F4-966FFFB4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0127E-5BC7-45A8-8D3C-B4CF334B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F64EC-2C70-4808-A6C6-7F2CB55C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DF800-FF2E-458C-B941-4545FCAC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2517F-F7E9-46A4-8070-97F67F07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EDB5C-5ADC-4CCA-A869-65B5F142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13A27-7593-4BB4-B346-1C481D46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ED910-7E0F-49E8-8E15-0FF5BED3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B67BF-02FB-4779-9D88-A427C90D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BC4FB-157E-4507-836B-11BC0A15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C75F8-7C72-4C69-A9A1-07ACE51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64B87-F9B1-4748-910C-90178CAA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77071-2B95-4725-815A-8568E3C8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479B5-D036-47E8-8D68-B75735B3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A6E8F9-EB85-4800-815C-6ABB4F4F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FD71EB-0B5E-4984-A9A8-25F6F0C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1D02A-486C-4AFE-BF8A-0BB2D11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73E5B-3615-48A2-A4C9-70704E8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BCA23A-DE4B-4329-9F50-D2F31F28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BC4F5-9810-4363-9D21-F10FB3E1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5DB139-65F8-4BA2-B0F2-888F970B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06B9C-DB18-4D33-A383-1EB4CFB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55248-6572-4F17-91EB-7846B2F9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C8EAE-FDAC-4526-A604-74B9C656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89559B-451F-4F3F-953D-21E8FB4C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50055B-F85D-4745-94F8-E38D1F90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684570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B11FFB-9B83-4681-8802-A2AB2336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DE44D-642D-4F46-80CA-F29A4A2B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Processes: Weathering- Definition, types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0586C-6514-44BB-A073-FDA7CA8A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B85C5-5F59-4B21-AEF0-161FBF5B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670D1-C4CA-4DF6-B07B-6C57AB55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C8F7E-DC61-4B3B-B83C-2BE1BA7B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D1834-EC3A-46FE-B8B5-5FABCD7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09D5D-443D-4055-8867-55042CF5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56E2C-BFAA-4356-8EBB-3AA11444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060C4-EAFD-4683-A475-8978A88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F6F83-04DD-457A-B3E4-BD7D6AE1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D397F-5451-417A-9EC3-78841A2D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C1504-A956-43DC-8F25-D50626D1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2B4C9-9443-4AA5-99D6-02502F66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26929-803E-45BE-9E13-9512E21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BA17E-C23B-4A84-B559-6BDDFCBD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BAEA1-8AFC-4A5D-86AC-434A562F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E0428-D6B5-4B8E-B84B-42486721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D4070-E85B-452E-BBFB-C2E65153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0D757-4725-46A7-8B8C-CEAF7FC7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51295-B92B-4960-8913-98E742E8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67B2A-2048-41F6-9881-614781C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C966E-1E25-4416-8289-703E3986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FCC75-7D30-4793-B90D-6D46C2FD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CDFB09-05C9-4189-9262-6F43104D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9BE226-F599-40B7-87D2-FF5D9965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7BD4F-10FE-4BA2-BC5B-B8E0CC18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2819A5-C7B3-40B4-8021-B42B868D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AD830-6989-40AD-B57E-64A2A77D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040F37-3EB0-4473-84DD-763857CA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EE6D8E-6B00-4FA7-A665-808504ED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524DFB-482D-4C11-80CC-D9766640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0594393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7CF908-48B8-4E87-BAD5-9999B048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2137C-44F4-4F02-9A2F-49219948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forming processes: Eluviations, illuvi...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5153-1756-4494-92A4-71CE2415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10B1B-AD80-4933-9AD2-F073E5E6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6625C-7ED6-4027-A31D-D7D34B26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16F17-D681-4D24-8C53-8FF0631D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4FD21-464D-4214-9AC4-3D668740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84250-450E-4BC9-9007-40DF6F8E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9EB4A-7316-428D-B6D2-23B0363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3CDD8-B31D-4051-947D-9D48590D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E9092-5B87-48E5-84A3-85E54342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B8E51-968A-49A3-9BF0-69A0C715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C0C7B-F36F-409A-A134-779F549D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E6DEB-5803-48B5-B685-44058A84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D0487-B9F1-40DA-B13B-56E3EDAC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D3FD6-CC12-4F28-B9D3-FF06F509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34DBD-2093-4E7B-AF69-895A604F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3EAFB-1C98-4CA1-862C-DE29781E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33B09-D13F-4E21-9C1A-4AECF46B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7CB76-F7E3-4752-B896-6EBD0D80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E68C5-4EEE-44D1-BF96-C7C67150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4DF2F-8A0A-4BA4-8359-B335B2DF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315D1-A357-4B5D-A495-DE6E3F4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5CCD9E-F82B-42AF-9BA6-C41DCAC1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6D42B-7C45-442A-AC9F-8C02F278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125FD-0825-462A-81B9-7A709B86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77AF31-2FA0-4EF8-BDAC-EC769CD4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21A38-C32E-41D4-9A03-0092658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46A774-91A0-44EF-814B-576576CD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B2A1A1-6CF9-4486-A3E6-AAA5B2E3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37073-EF34-4F0C-B834-27003C28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A38274-AF05-47D9-A0F4-E2807666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147485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71873C-8E55-406A-AE05-4F2C1135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1530F-2391-4CDB-9830-BB8076C4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Science: Soil, Definition -branches of Soil...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6633A-0981-4D66-87D4-0E4FAA85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FB643-E41A-413E-9965-5D370323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42C4C-9FE2-47EE-AB00-7D2718DC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ACD34-055B-4D7B-9D0B-FDD120A8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272A0-3D38-4B3D-BA4C-954F8CFE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F7BEE-C94F-415B-8781-4768181F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F65A7-0C34-430E-9D34-04773D2E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3D416-7FC0-4E76-A35A-839B674D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875A8-56A5-4762-8D3F-F38027FD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73221-FB08-420C-A7FA-CA3B8146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B5B34-33BB-49D2-84F3-63573EE8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CC084-969B-4B65-9BDC-933C5533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8037E-4663-45FE-AD86-EFA786C3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EC08B-75C7-4529-96AD-3ACE3A95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2A4F1-7CD3-4328-A82B-E2452EA1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4C628-041E-47CB-99A0-CB29C70F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A7322-C8C5-442F-B567-AA5EBB3E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90A8F-E991-418C-A666-72603C96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79042-B1E9-42DD-A231-1777A52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E56EC-A834-4968-88C8-08187630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C3979-6725-4C50-A409-361973F0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8C656-0F4E-4A2B-B1E6-318E35B4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10FC0-E4EA-4019-AACA-A58227C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F56B1-2973-4C26-9000-DB7E7C51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12F5E-A767-433B-9307-16B916B8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A1DF48-E56E-45A9-9719-F33F378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7B60EB-57F1-4041-A12D-2A08159C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F9E20-4645-4CE9-9E1F-E6709D24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A162AB-0EAF-4BAC-8D22-4AE0D25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7D88DE-9211-4242-AFC6-29DF5AFE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790738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BD7AB-778A-44B8-AC42-85CBA5E1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2268E-9F2C-4DB8-B566-A69B025A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Rocks: Definition - classification-igneous,...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BE20F-61D6-4FC3-92F4-6DD4A617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449BB-72AD-4AAF-99DE-C1D121E0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C12B2-2EF9-42CC-B609-68A7719F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F709F-5E94-4562-9C52-822B1B7D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1BDF3-EC73-43D9-9630-8113B14D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C80AB-C36F-48E8-8834-CD68E9EE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B862B-E749-4F0F-AA99-5C67C4A1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7EE60-7978-4E49-898E-2B76E822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8F77E-803B-484E-8605-D2C6E942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292EF-04B5-4E4C-8118-E297C095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71D4D-7B8C-455C-9980-15061971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B0FF4-2716-44B2-AEE4-54CFF2F5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3E6C1-B1CD-434F-9F5B-A1F99C34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6E744-8800-462F-AA2D-E684C6A0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A729F-6036-4208-AF2B-152B62F2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AC8C0-4876-48F6-AB2C-F8BBC99F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EE751-4B2E-4C33-ACD1-8522FED3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B0A9A-CF32-4AF6-B428-05558EC6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9481E-89C8-41FD-97F4-11933A1C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D80BA-1A68-48ED-8E05-510DCE4E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69CDF-7282-4B9F-87F4-AEC9F605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0EA5A-86F9-44AB-8D48-4ADA5E9F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284BD-7DC3-488A-9633-ADC9C02C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657472-907B-4D17-81C5-BFD5A3E1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8C822-4A3F-4F7D-9393-E1520AE3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9F2A9-78DC-4D0C-A610-BC9A7409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2880B-A88C-412E-9F51-DBF8894F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35BB0B-C0D6-474F-A02B-004BF8B2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FA70A0-8AEB-4272-9F6B-B6370949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5D830A-AAC0-4B41-80F4-DC02D45A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2982769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0E812D-4750-487D-B2D7-801FBD16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36160-DE82-48A6-9B4F-4BF8B7ED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Processes: Weathering- Definition, types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208A7-8E84-4A0E-8560-59B5201A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3BA3D-7AB7-4D35-A8D1-88C4D96E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981F8-14FB-4284-8EEE-C2FDAEE0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38047-39FF-49BA-9963-BB873CC8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4764C-A502-4C8B-8A71-BC8424FE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A9023-E8B7-4C47-A7DD-EC2E4AAF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36CEE-6D0E-4922-A7B9-5811C42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AA767-A42A-4605-9A33-706951EE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91A55-7BE4-4221-ABDB-91F57532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B2911-398B-4E6F-A151-96DEDD32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60EA0-7B79-4F93-BEF2-550D2360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50227-442B-4804-A137-6E387221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E9097-60B9-4F83-AD56-8897B1B4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8C431-6FAD-4F90-AB4A-DA6D73A4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EEF17-431E-4BA7-8AE1-19BD592B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7DAD0-C46C-43A4-A7CB-3191ED01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A2D85-204C-4465-878B-1F5C2ACF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55F0A-2A0A-470A-B130-5A7AF687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6063C-CE59-4A39-A642-43162AD3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FA82F6-D03D-4F9C-883B-E829579F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BCCBD-DB6E-439F-9426-35BB2784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146BF-229B-4B38-84B5-2595DD15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313A6-AA2A-4C74-90D7-20A7D3B2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15E1B-3FA3-4938-A0C4-D3C59C1B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EC5AEB-229B-43A9-924B-2DA03889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5BA631-EBBF-4CAA-A101-5382220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CAD60-F070-421C-A35C-CEB3DA4D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628F3-4A21-4A31-9886-90B34C0A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625F6-9484-49D4-B023-99AECFDC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C3F1DB-86B3-4F32-BCAF-BE9ADE5E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72547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2026-08-24T16:03:18.9450000Z</dcterms:created>
  <dcterms:modified xsi:type="dcterms:W3CDTF">2026-08-24T16:03:18.9450000Z</dcterms:modified>
</coreProperties>
</file>