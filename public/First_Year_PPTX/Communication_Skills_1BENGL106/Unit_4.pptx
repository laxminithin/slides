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ca1664e8ac4501" /><Relationship Type="http://schemas.openxmlformats.org/officeDocument/2006/relationships/extended-properties" Target="/docProps/app.xml" Id="Rf1bde0ee9c5c4d96" /><Relationship Type="http://schemas.openxmlformats.org/officeDocument/2006/relationships/officeDocument" Target="/ppt/presentation.xml" Id="Ra1672ac87f494c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e8f1ffcd684bd5"/>
  </p:sldMasterIdLst>
  <p:notesMasterIdLst>
    <p:notesMasterId xmlns:r="http://schemas.openxmlformats.org/officeDocument/2006/relationships" r:id="Rea8c6e789d9445fc"/>
  </p:notesMasterIdLst>
  <p:sldIdLst>
    <p:sldId xmlns:r="http://schemas.openxmlformats.org/officeDocument/2006/relationships" id="256" r:id="R3d8c47d5b6594dda"/>
    <p:sldId xmlns:r="http://schemas.openxmlformats.org/officeDocument/2006/relationships" id="257" r:id="Re659107000ae4a2d"/>
    <p:sldId xmlns:r="http://schemas.openxmlformats.org/officeDocument/2006/relationships" id="258" r:id="R23a8fd7ab8764821"/>
    <p:sldId xmlns:r="http://schemas.openxmlformats.org/officeDocument/2006/relationships" id="259" r:id="R725eed9f636f48c4"/>
    <p:sldId xmlns:r="http://schemas.openxmlformats.org/officeDocument/2006/relationships" id="260" r:id="R8e62719a2fb54367"/>
    <p:sldId xmlns:r="http://schemas.openxmlformats.org/officeDocument/2006/relationships" id="261" r:id="Ra7106587ff314294"/>
    <p:sldId xmlns:r="http://schemas.openxmlformats.org/officeDocument/2006/relationships" id="262" r:id="R1c5b73822de84a4f"/>
    <p:sldId xmlns:r="http://schemas.openxmlformats.org/officeDocument/2006/relationships" id="263" r:id="R6e49a48fb7b44336"/>
    <p:sldId xmlns:r="http://schemas.openxmlformats.org/officeDocument/2006/relationships" id="264" r:id="Rf5b7efb4ee3c4d74"/>
    <p:sldId xmlns:r="http://schemas.openxmlformats.org/officeDocument/2006/relationships" id="265" r:id="Rbbbf4508d91e4fb0"/>
    <p:sldId xmlns:r="http://schemas.openxmlformats.org/officeDocument/2006/relationships" id="266" r:id="Rb050fc7033694bda"/>
    <p:sldId xmlns:r="http://schemas.openxmlformats.org/officeDocument/2006/relationships" id="267" r:id="R28f1cf4ed4244395"/>
    <p:sldId xmlns:r="http://schemas.openxmlformats.org/officeDocument/2006/relationships" id="268" r:id="Rca90f1198df14a28"/>
    <p:sldId xmlns:r="http://schemas.openxmlformats.org/officeDocument/2006/relationships" id="269" r:id="R7f748c8b50034c98"/>
    <p:sldId xmlns:r="http://schemas.openxmlformats.org/officeDocument/2006/relationships" id="270" r:id="Rd8bae30c5ba94185"/>
    <p:sldId xmlns:r="http://schemas.openxmlformats.org/officeDocument/2006/relationships" id="271" r:id="Rbfd51c16034f4af3"/>
    <p:sldId xmlns:r="http://schemas.openxmlformats.org/officeDocument/2006/relationships" id="272" r:id="R2d624fed6402475b"/>
    <p:sldId xmlns:r="http://schemas.openxmlformats.org/officeDocument/2006/relationships" id="273" r:id="R86795e65554e4dc8"/>
    <p:sldId xmlns:r="http://schemas.openxmlformats.org/officeDocument/2006/relationships" id="274" r:id="R7f26a4492bd94117"/>
    <p:sldId xmlns:r="http://schemas.openxmlformats.org/officeDocument/2006/relationships" id="275" r:id="Re6fb4c1e615242ac"/>
    <p:sldId xmlns:r="http://schemas.openxmlformats.org/officeDocument/2006/relationships" id="276" r:id="R7b7297525b9a43ec"/>
    <p:sldId xmlns:r="http://schemas.openxmlformats.org/officeDocument/2006/relationships" id="277" r:id="R2cf99d06a6624350"/>
    <p:sldId xmlns:r="http://schemas.openxmlformats.org/officeDocument/2006/relationships" id="278" r:id="Rdec8cfa60be14dd1"/>
    <p:sldId xmlns:r="http://schemas.openxmlformats.org/officeDocument/2006/relationships" id="279" r:id="R1001fbec72204e40"/>
    <p:sldId xmlns:r="http://schemas.openxmlformats.org/officeDocument/2006/relationships" id="280" r:id="R23b22b396cfe4dd4"/>
    <p:sldId xmlns:r="http://schemas.openxmlformats.org/officeDocument/2006/relationships" id="281" r:id="Ra75ff53ac79a417b"/>
    <p:sldId xmlns:r="http://schemas.openxmlformats.org/officeDocument/2006/relationships" id="282" r:id="R9dcb76de97884ffd"/>
    <p:sldId xmlns:r="http://schemas.openxmlformats.org/officeDocument/2006/relationships" id="283" r:id="R24bbc38ebb0c4357"/>
    <p:sldId xmlns:r="http://schemas.openxmlformats.org/officeDocument/2006/relationships" id="284" r:id="R2551ef3230a24ff7"/>
    <p:sldId xmlns:r="http://schemas.openxmlformats.org/officeDocument/2006/relationships" id="285" r:id="R30cb68cdb4a94554"/>
    <p:sldId xmlns:r="http://schemas.openxmlformats.org/officeDocument/2006/relationships" id="286" r:id="R0b1422a906044546"/>
    <p:sldId xmlns:r="http://schemas.openxmlformats.org/officeDocument/2006/relationships" id="287" r:id="R777a0b83640942af"/>
    <p:sldId xmlns:r="http://schemas.openxmlformats.org/officeDocument/2006/relationships" id="288" r:id="R20ad2ae11604481d"/>
    <p:sldId xmlns:r="http://schemas.openxmlformats.org/officeDocument/2006/relationships" id="289" r:id="R0d7219d29ef6421a"/>
    <p:sldId xmlns:r="http://schemas.openxmlformats.org/officeDocument/2006/relationships" id="290" r:id="R30da7ecc04814756"/>
    <p:sldId xmlns:r="http://schemas.openxmlformats.org/officeDocument/2006/relationships" id="291" r:id="R658fb0db591a41db"/>
    <p:sldId xmlns:r="http://schemas.openxmlformats.org/officeDocument/2006/relationships" id="292" r:id="R27e44b94a0944f75"/>
    <p:sldId xmlns:r="http://schemas.openxmlformats.org/officeDocument/2006/relationships" id="293" r:id="R07dcf801a6b34c7b"/>
    <p:sldId xmlns:r="http://schemas.openxmlformats.org/officeDocument/2006/relationships" id="294" r:id="Rb146172fa57540b2"/>
    <p:sldId xmlns:r="http://schemas.openxmlformats.org/officeDocument/2006/relationships" id="295" r:id="R0fa05dc1915143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482269e0b542ea" /><Relationship Type="http://schemas.openxmlformats.org/officeDocument/2006/relationships/slideMaster" Target="/ppt/slideMasters/slideMaster1.xml" Id="R53e8f1ffcd684bd5" /><Relationship Type="http://schemas.openxmlformats.org/officeDocument/2006/relationships/notesMaster" Target="/ppt/notesMasters/notesMaster1.xml" Id="Rea8c6e789d9445fc" /><Relationship Type="http://schemas.openxmlformats.org/officeDocument/2006/relationships/presProps" Target="/ppt/presProps.xml" Id="Re027fe7514414ee8" /><Relationship Type="http://schemas.openxmlformats.org/officeDocument/2006/relationships/tableStyles" Target="/ppt/tableStyles.xml" Id="R24769abb4bf34c47" /><Relationship Type="http://schemas.openxmlformats.org/officeDocument/2006/relationships/slide" Target="/ppt/slides/slide1.xml" Id="R3d8c47d5b6594dda" /><Relationship Type="http://schemas.openxmlformats.org/officeDocument/2006/relationships/slide" Target="/ppt/slides/slide2.xml" Id="Re659107000ae4a2d" /><Relationship Type="http://schemas.openxmlformats.org/officeDocument/2006/relationships/slide" Target="/ppt/slides/slide3.xml" Id="R23a8fd7ab8764821" /><Relationship Type="http://schemas.openxmlformats.org/officeDocument/2006/relationships/slide" Target="/ppt/slides/slide4.xml" Id="R725eed9f636f48c4" /><Relationship Type="http://schemas.openxmlformats.org/officeDocument/2006/relationships/slide" Target="/ppt/slides/slide5.xml" Id="R8e62719a2fb54367" /><Relationship Type="http://schemas.openxmlformats.org/officeDocument/2006/relationships/slide" Target="/ppt/slides/slide6.xml" Id="Ra7106587ff314294" /><Relationship Type="http://schemas.openxmlformats.org/officeDocument/2006/relationships/slide" Target="/ppt/slides/slide7.xml" Id="R1c5b73822de84a4f" /><Relationship Type="http://schemas.openxmlformats.org/officeDocument/2006/relationships/slide" Target="/ppt/slides/slide8.xml" Id="R6e49a48fb7b44336" /><Relationship Type="http://schemas.openxmlformats.org/officeDocument/2006/relationships/slide" Target="/ppt/slides/slide9.xml" Id="Rf5b7efb4ee3c4d74" /><Relationship Type="http://schemas.openxmlformats.org/officeDocument/2006/relationships/slide" Target="/ppt/slides/slide10.xml" Id="Rbbbf4508d91e4fb0" /><Relationship Type="http://schemas.openxmlformats.org/officeDocument/2006/relationships/slide" Target="/ppt/slides/slide11.xml" Id="Rb050fc7033694bda" /><Relationship Type="http://schemas.openxmlformats.org/officeDocument/2006/relationships/slide" Target="/ppt/slides/slide12.xml" Id="R28f1cf4ed4244395" /><Relationship Type="http://schemas.openxmlformats.org/officeDocument/2006/relationships/slide" Target="/ppt/slides/slide13.xml" Id="Rca90f1198df14a28" /><Relationship Type="http://schemas.openxmlformats.org/officeDocument/2006/relationships/slide" Target="/ppt/slides/slide14.xml" Id="R7f748c8b50034c98" /><Relationship Type="http://schemas.openxmlformats.org/officeDocument/2006/relationships/slide" Target="/ppt/slides/slide15.xml" Id="Rd8bae30c5ba94185" /><Relationship Type="http://schemas.openxmlformats.org/officeDocument/2006/relationships/slide" Target="/ppt/slides/slide16.xml" Id="Rbfd51c16034f4af3" /><Relationship Type="http://schemas.openxmlformats.org/officeDocument/2006/relationships/slide" Target="/ppt/slides/slide17.xml" Id="R2d624fed6402475b" /><Relationship Type="http://schemas.openxmlformats.org/officeDocument/2006/relationships/slide" Target="/ppt/slides/slide18.xml" Id="R86795e65554e4dc8" /><Relationship Type="http://schemas.openxmlformats.org/officeDocument/2006/relationships/slide" Target="/ppt/slides/slide19.xml" Id="R7f26a4492bd94117" /><Relationship Type="http://schemas.openxmlformats.org/officeDocument/2006/relationships/slide" Target="/ppt/slides/slide20.xml" Id="Re6fb4c1e615242ac" /><Relationship Type="http://schemas.openxmlformats.org/officeDocument/2006/relationships/slide" Target="/ppt/slides/slide21.xml" Id="R7b7297525b9a43ec" /><Relationship Type="http://schemas.openxmlformats.org/officeDocument/2006/relationships/slide" Target="/ppt/slides/slide22.xml" Id="R2cf99d06a6624350" /><Relationship Type="http://schemas.openxmlformats.org/officeDocument/2006/relationships/slide" Target="/ppt/slides/slide23.xml" Id="Rdec8cfa60be14dd1" /><Relationship Type="http://schemas.openxmlformats.org/officeDocument/2006/relationships/slide" Target="/ppt/slides/slide24.xml" Id="R1001fbec72204e40" /><Relationship Type="http://schemas.openxmlformats.org/officeDocument/2006/relationships/slide" Target="/ppt/slides/slide25.xml" Id="R23b22b396cfe4dd4" /><Relationship Type="http://schemas.openxmlformats.org/officeDocument/2006/relationships/slide" Target="/ppt/slides/slide26.xml" Id="Ra75ff53ac79a417b" /><Relationship Type="http://schemas.openxmlformats.org/officeDocument/2006/relationships/slide" Target="/ppt/slides/slide27.xml" Id="R9dcb76de97884ffd" /><Relationship Type="http://schemas.openxmlformats.org/officeDocument/2006/relationships/slide" Target="/ppt/slides/slide28.xml" Id="R24bbc38ebb0c4357" /><Relationship Type="http://schemas.openxmlformats.org/officeDocument/2006/relationships/slide" Target="/ppt/slides/slide29.xml" Id="R2551ef3230a24ff7" /><Relationship Type="http://schemas.openxmlformats.org/officeDocument/2006/relationships/slide" Target="/ppt/slides/slide30.xml" Id="R30cb68cdb4a94554" /><Relationship Type="http://schemas.openxmlformats.org/officeDocument/2006/relationships/slide" Target="/ppt/slides/slide31.xml" Id="R0b1422a906044546" /><Relationship Type="http://schemas.openxmlformats.org/officeDocument/2006/relationships/slide" Target="/ppt/slides/slide32.xml" Id="R777a0b83640942af" /><Relationship Type="http://schemas.openxmlformats.org/officeDocument/2006/relationships/slide" Target="/ppt/slides/slide33.xml" Id="R20ad2ae11604481d" /><Relationship Type="http://schemas.openxmlformats.org/officeDocument/2006/relationships/slide" Target="/ppt/slides/slide34.xml" Id="R0d7219d29ef6421a" /><Relationship Type="http://schemas.openxmlformats.org/officeDocument/2006/relationships/slide" Target="/ppt/slides/slide35.xml" Id="R30da7ecc04814756" /><Relationship Type="http://schemas.openxmlformats.org/officeDocument/2006/relationships/slide" Target="/ppt/slides/slide36.xml" Id="R658fb0db591a41db" /><Relationship Type="http://schemas.openxmlformats.org/officeDocument/2006/relationships/slide" Target="/ppt/slides/slide37.xml" Id="R27e44b94a0944f75" /><Relationship Type="http://schemas.openxmlformats.org/officeDocument/2006/relationships/slide" Target="/ppt/slides/slide38.xml" Id="R07dcf801a6b34c7b" /><Relationship Type="http://schemas.openxmlformats.org/officeDocument/2006/relationships/slide" Target="/ppt/slides/slide39.xml" Id="Rb146172fa57540b2" /><Relationship Type="http://schemas.openxmlformats.org/officeDocument/2006/relationships/slide" Target="/ppt/slides/slide40.xml" Id="R0fa05dc1915143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d50d2e7454c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2db9c00fd94308" /><Relationship Type="http://schemas.openxmlformats.org/officeDocument/2006/relationships/notesMaster" Target="/ppt/notesMasters/notesMaster1.xml" Id="R533f1825f1d64d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456d2775b34a0a" /><Relationship Type="http://schemas.openxmlformats.org/officeDocument/2006/relationships/notesMaster" Target="/ppt/notesMasters/notesMaster1.xml" Id="Rb437bf01910e4f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961d32e154454a" /><Relationship Type="http://schemas.openxmlformats.org/officeDocument/2006/relationships/notesMaster" Target="/ppt/notesMasters/notesMaster1.xml" Id="R68b2f7e5c78645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a5705dd8bc4452" /><Relationship Type="http://schemas.openxmlformats.org/officeDocument/2006/relationships/notesMaster" Target="/ppt/notesMasters/notesMaster1.xml" Id="Re3d17112ba684d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6ddcc033d243aa" /><Relationship Type="http://schemas.openxmlformats.org/officeDocument/2006/relationships/notesMaster" Target="/ppt/notesMasters/notesMaster1.xml" Id="Rc33043f378a246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984a4d48af4ad2" /><Relationship Type="http://schemas.openxmlformats.org/officeDocument/2006/relationships/notesMaster" Target="/ppt/notesMasters/notesMaster1.xml" Id="Rda465c0c6c054d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70469b29c740f8" /><Relationship Type="http://schemas.openxmlformats.org/officeDocument/2006/relationships/notesMaster" Target="/ppt/notesMasters/notesMaster1.xml" Id="R841332e9d2ab47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a237453f074282" /><Relationship Type="http://schemas.openxmlformats.org/officeDocument/2006/relationships/notesMaster" Target="/ppt/notesMasters/notesMaster1.xml" Id="R78b9a72ea6714d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9127ed68624723" /><Relationship Type="http://schemas.openxmlformats.org/officeDocument/2006/relationships/notesMaster" Target="/ppt/notesMasters/notesMaster1.xml" Id="Rf472c828c56045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f924975a3043da" /><Relationship Type="http://schemas.openxmlformats.org/officeDocument/2006/relationships/notesMaster" Target="/ppt/notesMasters/notesMaster1.xml" Id="Rc4049fb34a5746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7edabd49bc4361" /><Relationship Type="http://schemas.openxmlformats.org/officeDocument/2006/relationships/notesMaster" Target="/ppt/notesMasters/notesMaster1.xml" Id="Rd07c1771172c4a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0c38bd3be34e20" /><Relationship Type="http://schemas.openxmlformats.org/officeDocument/2006/relationships/notesMaster" Target="/ppt/notesMasters/notesMaster1.xml" Id="R1bf015161f0748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14fb13a8634290" /><Relationship Type="http://schemas.openxmlformats.org/officeDocument/2006/relationships/notesMaster" Target="/ppt/notesMasters/notesMaster1.xml" Id="R8bbc51a0e87642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ddff7c97b34752" /><Relationship Type="http://schemas.openxmlformats.org/officeDocument/2006/relationships/notesMaster" Target="/ppt/notesMasters/notesMaster1.xml" Id="R959a03f677b945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4aac8103aa44a7" /><Relationship Type="http://schemas.openxmlformats.org/officeDocument/2006/relationships/notesMaster" Target="/ppt/notesMasters/notesMaster1.xml" Id="R17a48bb823be43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7a3fa22fb04378" /><Relationship Type="http://schemas.openxmlformats.org/officeDocument/2006/relationships/notesMaster" Target="/ppt/notesMasters/notesMaster1.xml" Id="Rbd7cf04d1a044d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f3bc2755694749" /><Relationship Type="http://schemas.openxmlformats.org/officeDocument/2006/relationships/notesMaster" Target="/ppt/notesMasters/notesMaster1.xml" Id="Rcbaf270744324f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c3b9fb81d742f4" /><Relationship Type="http://schemas.openxmlformats.org/officeDocument/2006/relationships/notesMaster" Target="/ppt/notesMasters/notesMaster1.xml" Id="Rfdd258db4c8949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feab8f3a7ee48e9" /><Relationship Type="http://schemas.openxmlformats.org/officeDocument/2006/relationships/notesMaster" Target="/ppt/notesMasters/notesMaster1.xml" Id="Rd856f371afe54c2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1e369f0d5b4c44" /><Relationship Type="http://schemas.openxmlformats.org/officeDocument/2006/relationships/notesMaster" Target="/ppt/notesMasters/notesMaster1.xml" Id="R024582b0e8374c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76074456ba645b9" /><Relationship Type="http://schemas.openxmlformats.org/officeDocument/2006/relationships/notesMaster" Target="/ppt/notesMasters/notesMaster1.xml" Id="Re9050df6de8243f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d9d279c9f19412f" /><Relationship Type="http://schemas.openxmlformats.org/officeDocument/2006/relationships/notesMaster" Target="/ppt/notesMasters/notesMaster1.xml" Id="Raccbb3b2a09c41b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475072883a24871" /><Relationship Type="http://schemas.openxmlformats.org/officeDocument/2006/relationships/notesMaster" Target="/ppt/notesMasters/notesMaster1.xml" Id="R1471a26105e74f6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15ade3ad23144df" /><Relationship Type="http://schemas.openxmlformats.org/officeDocument/2006/relationships/notesMaster" Target="/ppt/notesMasters/notesMaster1.xml" Id="R455e55fcc7724c0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cef915e87694826" /><Relationship Type="http://schemas.openxmlformats.org/officeDocument/2006/relationships/notesMaster" Target="/ppt/notesMasters/notesMaster1.xml" Id="Rc4d08bc2edb4429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d86c57cc591402b" /><Relationship Type="http://schemas.openxmlformats.org/officeDocument/2006/relationships/notesMaster" Target="/ppt/notesMasters/notesMaster1.xml" Id="R86abe40a73ee433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e82682d4d2d47f0" /><Relationship Type="http://schemas.openxmlformats.org/officeDocument/2006/relationships/notesMaster" Target="/ppt/notesMasters/notesMaster1.xml" Id="Re9039a999ec34f0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3a9e38a284f4bae" /><Relationship Type="http://schemas.openxmlformats.org/officeDocument/2006/relationships/notesMaster" Target="/ppt/notesMasters/notesMaster1.xml" Id="R14c153bf7f05471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6012510c5a74747" /><Relationship Type="http://schemas.openxmlformats.org/officeDocument/2006/relationships/notesMaster" Target="/ppt/notesMasters/notesMaster1.xml" Id="R9f3639d75365426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62d9ea32cfa4ba7" /><Relationship Type="http://schemas.openxmlformats.org/officeDocument/2006/relationships/notesMaster" Target="/ppt/notesMasters/notesMaster1.xml" Id="Rc5806fc121984fd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32e18db2d6a409e" /><Relationship Type="http://schemas.openxmlformats.org/officeDocument/2006/relationships/notesMaster" Target="/ppt/notesMasters/notesMaster1.xml" Id="Rdf553cc03f33441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4b8e9aaab714ace" /><Relationship Type="http://schemas.openxmlformats.org/officeDocument/2006/relationships/notesMaster" Target="/ppt/notesMasters/notesMaster1.xml" Id="Ra260c0c2162b44f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60896085c394607" /><Relationship Type="http://schemas.openxmlformats.org/officeDocument/2006/relationships/notesMaster" Target="/ppt/notesMasters/notesMaster1.xml" Id="R01d31327f03b436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b3ebf84afa54641" /><Relationship Type="http://schemas.openxmlformats.org/officeDocument/2006/relationships/notesMaster" Target="/ppt/notesMasters/notesMaster1.xml" Id="R81973d53df09416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b97d95258a24820" /><Relationship Type="http://schemas.openxmlformats.org/officeDocument/2006/relationships/notesMaster" Target="/ppt/notesMasters/notesMaster1.xml" Id="R90c85f10118f494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4c4b3f8c02046f3" /><Relationship Type="http://schemas.openxmlformats.org/officeDocument/2006/relationships/notesMaster" Target="/ppt/notesMasters/notesMaster1.xml" Id="Rfef30d510c3b496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2c88e892406476c" /><Relationship Type="http://schemas.openxmlformats.org/officeDocument/2006/relationships/notesMaster" Target="/ppt/notesMasters/notesMaster1.xml" Id="R6976b9fd5d7e477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111e626490d41e0" /><Relationship Type="http://schemas.openxmlformats.org/officeDocument/2006/relationships/notesMaster" Target="/ppt/notesMasters/notesMaster1.xml" Id="Rf0536d6aade2480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29e7ff2e83843e8" /><Relationship Type="http://schemas.openxmlformats.org/officeDocument/2006/relationships/notesMaster" Target="/ppt/notesMasters/notesMaster1.xml" Id="R743bf4ef7a3544e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26719b517004e46" /><Relationship Type="http://schemas.openxmlformats.org/officeDocument/2006/relationships/notesMaster" Target="/ppt/notesMasters/notesMaster1.xml" Id="R172ff58ed92448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77ab72a8a49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769c5b1df74539" /><Relationship Type="http://schemas.openxmlformats.org/officeDocument/2006/relationships/slideLayout" Target="/ppt/slideLayouts/slideLayout1.xml" Id="Rf1becf543a2946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becf543a2946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87ddbcbfe47d4" /><Relationship Type="http://schemas.openxmlformats.org/officeDocument/2006/relationships/notesSlide" Target="/ppt/notesSlides/notesSlide1.xml" Id="Rb37c0f106d8d4d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af3cb70fe4eea" /><Relationship Type="http://schemas.openxmlformats.org/officeDocument/2006/relationships/notesSlide" Target="/ppt/notesSlides/notesSlide2.xml" Id="R998d9f2f661a43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25951831048e9" /><Relationship Type="http://schemas.openxmlformats.org/officeDocument/2006/relationships/notesSlide" Target="/ppt/notesSlides/notesSlide3.xml" Id="R17db501a852641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a824c6b88447e" /><Relationship Type="http://schemas.openxmlformats.org/officeDocument/2006/relationships/notesSlide" Target="/ppt/notesSlides/notesSlide4.xml" Id="R1dd0e060be384c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157ed2d304c23" /><Relationship Type="http://schemas.openxmlformats.org/officeDocument/2006/relationships/notesSlide" Target="/ppt/notesSlides/notesSlide5.xml" Id="R38c2cd74fa674b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457d699844800" /><Relationship Type="http://schemas.openxmlformats.org/officeDocument/2006/relationships/notesSlide" Target="/ppt/notesSlides/notesSlide6.xml" Id="R0adb168151a14c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ffacce82f4dc5" /><Relationship Type="http://schemas.openxmlformats.org/officeDocument/2006/relationships/notesSlide" Target="/ppt/notesSlides/notesSlide7.xml" Id="R5a69863a71c749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d5185de024182" /><Relationship Type="http://schemas.openxmlformats.org/officeDocument/2006/relationships/notesSlide" Target="/ppt/notesSlides/notesSlide8.xml" Id="R49b4299e9ff14f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2c9c3e388495d" /><Relationship Type="http://schemas.openxmlformats.org/officeDocument/2006/relationships/notesSlide" Target="/ppt/notesSlides/notesSlide9.xml" Id="R2e8c0f7ec9fe4a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36c8febd7406f" /><Relationship Type="http://schemas.openxmlformats.org/officeDocument/2006/relationships/notesSlide" Target="/ppt/notesSlides/notesSlide10.xml" Id="R0f29e53bb01449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0484416df4394" /><Relationship Type="http://schemas.openxmlformats.org/officeDocument/2006/relationships/notesSlide" Target="/ppt/notesSlides/notesSlide11.xml" Id="R6d9eb11b0c8d49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d51138b1542ce" /><Relationship Type="http://schemas.openxmlformats.org/officeDocument/2006/relationships/notesSlide" Target="/ppt/notesSlides/notesSlide12.xml" Id="R2a57d8f6b73943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02532029740a9" /><Relationship Type="http://schemas.openxmlformats.org/officeDocument/2006/relationships/notesSlide" Target="/ppt/notesSlides/notesSlide13.xml" Id="R1eda678e60054e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871fa168847f6" /><Relationship Type="http://schemas.openxmlformats.org/officeDocument/2006/relationships/notesSlide" Target="/ppt/notesSlides/notesSlide14.xml" Id="Re1567f1ace0749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c19ca129d4546" /><Relationship Type="http://schemas.openxmlformats.org/officeDocument/2006/relationships/notesSlide" Target="/ppt/notesSlides/notesSlide15.xml" Id="Ra2e64afb57e146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6bef6b66648cf" /><Relationship Type="http://schemas.openxmlformats.org/officeDocument/2006/relationships/notesSlide" Target="/ppt/notesSlides/notesSlide16.xml" Id="R365aca51af564e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3639c77ed4d48" /><Relationship Type="http://schemas.openxmlformats.org/officeDocument/2006/relationships/notesSlide" Target="/ppt/notesSlides/notesSlide17.xml" Id="Rb25c51362df24d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34e2a678a4c04" /><Relationship Type="http://schemas.openxmlformats.org/officeDocument/2006/relationships/notesSlide" Target="/ppt/notesSlides/notesSlide18.xml" Id="Re510f9a00a8f49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53de0fb484dfe" /><Relationship Type="http://schemas.openxmlformats.org/officeDocument/2006/relationships/notesSlide" Target="/ppt/notesSlides/notesSlide19.xml" Id="R03479f5b09ae44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9d56ddf12425b" /><Relationship Type="http://schemas.openxmlformats.org/officeDocument/2006/relationships/notesSlide" Target="/ppt/notesSlides/notesSlide20.xml" Id="R425817f0d82846c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381d2bb564873" /><Relationship Type="http://schemas.openxmlformats.org/officeDocument/2006/relationships/notesSlide" Target="/ppt/notesSlides/notesSlide21.xml" Id="Rfdc5e3995bc444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9683eaa8c46d3" /><Relationship Type="http://schemas.openxmlformats.org/officeDocument/2006/relationships/notesSlide" Target="/ppt/notesSlides/notesSlide22.xml" Id="Rcca03411feda4f0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b3e28099f49c3" /><Relationship Type="http://schemas.openxmlformats.org/officeDocument/2006/relationships/notesSlide" Target="/ppt/notesSlides/notesSlide23.xml" Id="R0441989d108e4e6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ddeaacb14440d" /><Relationship Type="http://schemas.openxmlformats.org/officeDocument/2006/relationships/notesSlide" Target="/ppt/notesSlides/notesSlide24.xml" Id="R56232a5d7fbf42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08a130bff4fe5" /><Relationship Type="http://schemas.openxmlformats.org/officeDocument/2006/relationships/notesSlide" Target="/ppt/notesSlides/notesSlide25.xml" Id="R223be72f37b842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a2c83f32b439b" /><Relationship Type="http://schemas.openxmlformats.org/officeDocument/2006/relationships/notesSlide" Target="/ppt/notesSlides/notesSlide26.xml" Id="Rcd9d1f9ec33541d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7dded3d1c4ae8" /><Relationship Type="http://schemas.openxmlformats.org/officeDocument/2006/relationships/notesSlide" Target="/ppt/notesSlides/notesSlide27.xml" Id="R52e827d59c8c4cc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7995300fe4819" /><Relationship Type="http://schemas.openxmlformats.org/officeDocument/2006/relationships/notesSlide" Target="/ppt/notesSlides/notesSlide28.xml" Id="Re35969ad6877423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ad78ffd884c57" /><Relationship Type="http://schemas.openxmlformats.org/officeDocument/2006/relationships/notesSlide" Target="/ppt/notesSlides/notesSlide29.xml" Id="R2ffc103928ee4c8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ecd10525941c6" /><Relationship Type="http://schemas.openxmlformats.org/officeDocument/2006/relationships/notesSlide" Target="/ppt/notesSlides/notesSlide30.xml" Id="R95415228b8134bf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bb8f2996a43d3" /><Relationship Type="http://schemas.openxmlformats.org/officeDocument/2006/relationships/notesSlide" Target="/ppt/notesSlides/notesSlide31.xml" Id="Rd25f839ed8064ba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b0b5f02ca42a0" /><Relationship Type="http://schemas.openxmlformats.org/officeDocument/2006/relationships/notesSlide" Target="/ppt/notesSlides/notesSlide32.xml" Id="R73aec7518bf44a1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db874f25440db" /><Relationship Type="http://schemas.openxmlformats.org/officeDocument/2006/relationships/notesSlide" Target="/ppt/notesSlides/notesSlide33.xml" Id="R011c9def6224433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5703572f74533" /><Relationship Type="http://schemas.openxmlformats.org/officeDocument/2006/relationships/notesSlide" Target="/ppt/notesSlides/notesSlide34.xml" Id="R9d9ee1a781c2472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c2d6f60794b3e" /><Relationship Type="http://schemas.openxmlformats.org/officeDocument/2006/relationships/notesSlide" Target="/ppt/notesSlides/notesSlide35.xml" Id="Rded772f04355498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aa33eb49e410c" /><Relationship Type="http://schemas.openxmlformats.org/officeDocument/2006/relationships/notesSlide" Target="/ppt/notesSlides/notesSlide36.xml" Id="Ra9384def36d1485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2c8b542464af9" /><Relationship Type="http://schemas.openxmlformats.org/officeDocument/2006/relationships/notesSlide" Target="/ppt/notesSlides/notesSlide37.xml" Id="R4372713217744be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e53fe08d34848" /><Relationship Type="http://schemas.openxmlformats.org/officeDocument/2006/relationships/notesSlide" Target="/ppt/notesSlides/notesSlide38.xml" Id="Rc05382b8927f4df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c826cec7842bd" /><Relationship Type="http://schemas.openxmlformats.org/officeDocument/2006/relationships/notesSlide" Target="/ppt/notesSlides/notesSlide39.xml" Id="Rf40d4b54518d477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ec9552b544b2a" /><Relationship Type="http://schemas.openxmlformats.org/officeDocument/2006/relationships/notesSlide" Target="/ppt/notesSlides/notesSlide40.xml" Id="R10f21449d3114f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7C56D-A298-4810-9052-47F809CA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81682-F478-4FE7-8460-DB96ABF5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ENGLISH IN DIGITAL WORLD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983E9-1F6B-4A87-9B5C-F779386D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Communication Skills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1BENGL106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45455-62CD-400C-94C8-660E762F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A1C07-50FE-4576-909F-B8FB8EE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D964B-72D0-4038-93C8-981F6930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ABC9A-BEE3-4BAC-B1CA-294808E7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29906-B2C7-4808-846A-CD827D4A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D23C7-CF1A-4956-886A-276555F3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67A46-5A96-430B-B165-095B00C9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B757B-57A4-4CB1-9F00-97B83DEA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43139-5538-4344-BA39-F55E4D54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BA1DA-600B-4CA6-B0F6-84BE367E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332299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3601A-294B-4D65-941B-EB1C00BC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79D9A-3CFB-40FB-A29E-6B7218FE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49762-1ED6-471D-A08E-E1235CA5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B9B4F-B8A6-4DB8-B9FF-48449E44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F3B6F-060D-40EF-B0EC-526451A0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938FE-B9CF-441C-92D6-FE188BCA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47906-F5D0-4720-B6BF-DDEB27D2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BC644-9EC0-4A65-8A5C-B19F6985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3FC9C-C57A-4CB0-B87A-C3EA811B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9F780-7B2B-43C1-A312-FEC953DF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9B97A-3B7B-4DAE-88D1-FB3AEAB8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71F47-46D3-4812-90BB-0D347601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17CC1-38E2-4CBA-B834-E2F8C4D3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799B6-B7B0-4511-8B82-B675F519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3DA47-F415-45CC-81A4-923E28F8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41629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D4CA76-63C3-4083-A540-F09EF42D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70036-B657-4467-BE2F-ED657D9D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3691B-EFF1-4217-A42B-79ACC2A5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17DEF-B420-4A6C-9127-079BC087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48B6A-4423-4424-B997-492F02CE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CB9D3-FD63-4107-932E-57B8CDB6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F4D2B-7794-41E8-B35F-7FA1AE79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E61EA-6ADF-4C19-8098-AA6EAB7B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E35D2-5A32-4890-9ACD-544CEB12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ENGLISH IN DIGITAL WORLD (3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55097-1569-4A75-A33E-4B47D0A3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342EE-280D-4729-B4C9-1DEE95D6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DB09A-3A98-42DD-923C-52D77883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Writing: Framing of search terms / keywords in search eng...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F1ADA-C2CC-42F7-80ED-62B1AAAD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8D444-4AC8-4882-9FAB-323BB1E4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44CCE-0F91-4162-B281-2653605D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Acceptable online roles and behaviours - Netiquettes - Et...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CE12F-2129-444C-8130-DA5061A1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FB137-2E1B-4C55-A5CC-30C8DD33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6ACD1-6E70-4C92-A37E-1A698411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Problems and opportunities in handling digital resources...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A335F-8F91-44CB-BFDA-81DA2709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EF6B38-C212-4003-9435-4E3F1F1B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1701A-4531-4815-BBCE-695C4D0D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Writing: Citing information accurately from source materi...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2EF70-B689-4357-80A0-1DAA3CAD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6B318-7014-41D9-A953-39474534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17DFB-4EA7-4202-8792-BA64196A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Pedagogy TBTL (Task-Based Teaching Learning) Language Lab...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9D13F-7FD1-4986-8232-D9A090DF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3F210A-0FFF-4D64-8A05-A494522A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A74AB-CF1E-4F9E-A896-9A39EAFD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Evaluation rubric (structure, coherence, grammar)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3DF235-F271-461A-9BAC-96D17432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2C87F-5894-4178-BCF5-950A085F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83131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180E7C-6D12-494D-9725-9A609FB3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6AB5D-6B54-422B-BA47-5E90C638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80ED0-9026-4606-BBB3-2BDE8AD0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7AD93-CAEE-4E47-A90F-910D96E4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3D201-5243-420F-8E03-B2EAF38C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312E9-A1A6-43F2-B82A-149B9E51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D679A-1E5E-4853-963B-AB54C8F8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9156F-2455-498F-8D9B-5B1381F4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ENGLISH IN DIGITAL WORLD (3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99AB2-7F6B-4D59-9DCE-8B38F214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2F747-92AA-40B7-BDEF-1189E745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A52D1-3BD7-467A-9AE5-1EA2B18D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Writing: Framing of search terms / keywords in search eng...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05621-8479-4417-A581-2819B5A2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82B62-2F53-4147-BA79-B81623F0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EC157-639E-4FB8-9583-A5FEC349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Acceptable online roles and behaviours - Netiquettes - Et...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EFAB2-C7A9-4854-99E2-6D514EA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F1DEC-7E9C-4F12-8E28-49B884C5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96532-EC86-48EE-A9F5-3EA734C6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Problems and opportunities in handling digital resources....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6D52B-A758-4618-8C04-D51E4E9E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E87B1-DD0E-4393-9728-E746803C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BB90D-F3E9-4876-A091-832928E0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Writing: Citing information accurately from source materi...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D26A0-F3AF-4629-9548-63EB4ACE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570EA-DE84-4552-B068-69FC5B66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F49F6-CE23-4E93-A202-0D01B2F1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Pedagogy TBTL (Task-Based Teaching Learning) Language Lab...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A4E543-AC19-4132-BB25-038E82CC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5B5E7-36A8-41A0-BA2A-3E8CFE26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EAB625-AA3C-4E1D-90B5-C3FD6D1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Evaluation rubric (structure, coherence, grammar)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4FABE3-77CD-43B3-982C-79DAD9C6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847963-0D1B-40F1-A424-47AACD9F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9527EC-6C60-4558-9F3C-8D1D66A7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3440028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B070D-DBE3-468B-91F5-5D10FE0C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F1092-2EBD-4ECB-978E-2368AB03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46F95-0155-4CDD-B2F2-C033B031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26BAC-0418-4834-9F01-D8BC6994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9AFCC-893D-49EB-8646-6759658D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ABE6C-0086-4708-8E49-FF9BEDDD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DIGITAL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02417-FA49-4A97-9AC9-45A1EC7C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WORLD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65C32-DA91-401B-9C8E-9A671842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Writing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6E78A-EEBF-4CD3-92C4-5DC36EE5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Framing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30931-60F2-40E7-97AB-4F74208F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ED430-C3A9-46C2-AA0F-032C35AC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2E748-B26A-4425-969E-2B88E5C8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keywords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F7B7F-69BE-45FA-8DF6-CD2DC0B9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engines/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21147-9D3C-46EE-8489-98A2C140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37A7E-0C25-4F5B-AD04-F0FCABF1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5AA3F-9ED6-4AB2-B9C8-E3B7B2AC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3919600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0F8FF-4B00-4C42-85D5-43194409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9238A-29A2-4307-8C0D-4F515B2A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054C5-FC63-47FE-9B9B-325E72E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C8CA4-B2C9-40BC-9EB9-989573B7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C5A76-BF78-47F9-B3FA-9B204556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ENGLISH IN DIGITAL WORLD (3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77A80-3831-4AEC-ACCF-491C8C1F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ENGLISH IN DIGITAL WORLD (3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C6066-F644-4C08-8343-58AD9203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79F9B-A331-4FE9-8C5D-DE325104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576DC-306B-404F-959C-9F1777B3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ECCD1-DEB0-4341-8A31-1C2D535F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F362A-FD7C-41BA-985E-61A40D5D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6F32D-DD98-479F-9EB0-7C05D986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FC669-D8B4-437F-868D-A8B5E14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1CB7E-523C-40A5-B8E8-B064445B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51E75-E306-472C-91C9-8B4F4AD8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4CB6E-2450-4672-9D19-0EEF7113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3555466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08DBF5-2037-42A9-AE72-7B29526D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ED74F-8850-4963-9FE0-33758796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61CBC-B578-480E-B1E6-1C0C9CAB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6D5E7-1F95-4F3A-96D7-6E8A63EB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8525F-B0E7-4027-8B6B-F9A396B5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F544D-19D9-4327-BC0A-7E9308D6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C9015-028A-475B-9C81-52DBF93C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78F0E-9886-41B1-AEA5-30C8C350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1025C-B7B8-48A5-AF4F-C7BF5D2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ENGLISH IN DIGITAL...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A8D91-5C71-4194-92E5-2F54F717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FA7B-0B16-491F-A18F-8A6E72D8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64492-B792-4B2F-9B7A-F24D5F31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ENGLISH IN DIG...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B866E-B767-46CA-9EF8-6131FBF3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7F3C6-E825-4726-9E7E-0676F064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00B28-3CD8-4F3C-A849-BF7D203F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ENGLISH IN DIGITAL...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CC36E-23BF-41B5-B00E-D003F9CF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D96FC-D0FF-443B-9B96-B4DC5F0E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54E97-2B35-4A83-A301-F007A934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ENGLISH IN DIGITA...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81F09-7FD6-4AA6-92C1-792A8F13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3C840-7045-4EDD-A73A-AB9B35E8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A335F6-7506-4534-90B1-C85A79C3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ENGLISH IN DIGI...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C5EE5-9E29-413E-AA20-6346C148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C76CB-D86C-4BB6-8F4D-4C0B7553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8085022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935AD-DA5E-4FD1-A336-3441289D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C9E59-5C8D-4EFF-A3F4-839B83AF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2A147-8559-478F-A2FF-C2100DD6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5F2EE-F8AB-4D08-9C60-48C6B6D6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3C044-7461-4D56-91EB-92518C8B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F1202-B2BA-48E4-8966-29D6A2C5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E421D-97D5-42FB-BDD3-6CE3B8B0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DAA46-60CC-4D5A-AEA3-96B44A20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CE0F6-1E00-4BF6-B6DC-1BAED61C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5B40C-DD4F-4992-86A2-76C06556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5E36C-9DB5-4DBA-8E0C-9B70A8D5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478F4-94B9-46A2-B131-FB97403A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B9CB8-3C90-4E49-A305-A4F09BD6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E722C-C9B3-4998-926B-0CC5BAF1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EDEE0-EFAE-48F2-A3EF-AB996961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33780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0A8BF-F124-4D71-AC3A-FB243C75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5945F-1F9C-41AF-9219-7E6DBB07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A964C-EAA6-47CE-9D5A-BF159E7F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DEE54-6453-445E-AC24-346B957B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DAA13-EA32-4C4E-ABD9-52EDB28D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E0C89-5302-4A57-8C69-2FC7549A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ENGLISH IN DIGITAL WORLD (3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4A6CC-4BD4-4F42-9027-1B90B98F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B7AD3-A054-4A06-8A6D-3660083E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FEE9F-578B-4434-A56C-D8F059D4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7DDC9-422F-4ECA-886A-EB1B99BF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1830B-6991-4193-906F-F35E6F6A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0876932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3599F-7C5C-4295-BE1B-781938AE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01D27-8FC2-47C6-80A8-27AA6CAB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95A3D-42D9-4D0E-8697-3728245D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3B37B-54B1-4B29-A132-E00FCD04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AF9FA-B310-44EC-AFBA-494207BE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Writing: Framing of search terms / keywords in search engines/ Commands for search on open AIs - Tools to suppo...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F2AD0-0739-471A-BAC2-65C59F46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Writing: Framing of search terms / keywor...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66DC4-4159-4CA3-860D-F322486D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ECF29-E33B-4FD8-82B7-9461ABD2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FB6C9-EA0A-402D-B932-A9B1CA3B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62040-6A2D-4978-8F79-CE3BCF3F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02D09-B73F-42FD-8121-A003EB09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4FA37-F692-4CE5-98FD-C3F10FF4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1CF8F-2CA0-4A4E-8CEE-23F76B52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3EE8A-0BC0-4E77-A774-15470698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2F210-BF2E-48DE-8305-2FB3B5C9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D1BF2-B805-4DAA-9219-B0FE3077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89871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76A1DE-75BC-41A8-9259-4E001133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74156-9A0C-474D-87D2-4E9B4DCE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96B21-507A-42D2-B7B7-1F715639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F9627-B941-427A-B399-745CB103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2D265-63F2-4A9B-A9D7-6B1CD92C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088A9-658E-4FC5-B2CA-6B63D4F6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A034F-EBF9-4F14-9BD0-BF8D3BB9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334E0-727C-4EEB-9232-B8C78C18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F0719-5DDC-4E18-A8DB-A14ADEAE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Writing: Framing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2746E-25F5-4139-BCDD-11C183AA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D37D0-6F52-4ABF-BF24-51D92A0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4B549-2840-455E-B519-A0993894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Writing: Frami...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27D8E-F75F-4B8C-9D20-6192B8E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E41F7-263D-4BC4-B210-A166EE6B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F7E3F-5539-446B-860D-F4158278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Writing: Framing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9633F-A589-4650-88E4-079A9624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14B13-05B9-4E83-9899-41875278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F8A0F-BDEE-47FA-9EE8-1B3F41EA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Writing: Framing...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7DEA0-8585-4858-A417-11B16315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113D2-D4A9-445B-A9A9-07F60A02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9B416-AE92-40E0-A514-529559FA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Writing: Framin...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047285-0AC6-4625-827A-2F95D685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294AE-3C02-4E1F-A363-3C92AE2A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413199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0E7FC-72A5-44C0-B0D8-52925E62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01A94-7909-4511-A5C9-3D4E0883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F9105-E93F-4573-BA71-FC4BB29C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E86D5-FDC4-477F-BCE5-980D91B3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54127-BF7D-4B2A-B312-FEB7E9F7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46BA3-BB17-4D19-B475-D4F587FF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FA647-A666-4F10-9224-196992C5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32A8E-5A91-43C3-AF8C-2CC07F43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F291B-93AE-4A60-AFCD-474A4930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1082E-E017-4515-9F3B-BB25A234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4185A-A5F0-4EE4-8089-D58660CF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358EE-95B4-41C3-A7AF-058DAA0D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FC1F5-8C73-4C2C-8CD6-CF1B011C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14511-A6DD-42B1-A93B-24C0DB90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A56C8-5E8D-43C7-9EF0-5466CFE3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184588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90715-C7DD-4EB9-A7B1-AA154269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ABAB9-0C93-420B-A727-90D5322F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13C36-BEBD-4AFD-AACC-5863E41D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5E229-8A4A-4503-97BB-E47DBE23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2909F-8756-4A79-B240-156A6123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C3DF4-0564-4BEC-BAB4-D0247039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Writing: Framing of search terms / keywords in search eng...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C74B4-5E78-4101-A9B1-08580DB4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0642A-CD20-45DC-9E42-9EB57619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6BAA1-7B9E-4EFD-8116-9B4588AE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31C43-EBA1-4242-943C-079B0B98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1BDF3-A669-4AFC-BA4E-6E3FCD7E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3958313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20980-9DC6-44BE-B07A-3B85854C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0B9F5-A560-47D9-B998-CC0F24F8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C0C10-71AF-4C20-821F-FB93DE14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0C3A5-57FF-4459-AD62-31F748E6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9F2CD-85C7-4B95-AA4E-B364A163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Acceptable online roles and behaviours - Netiquettes - Etiquettes of social media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2ED87-CA0D-4646-B613-5112EE83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Acceptable online roles and behaviours -...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5CEC7-A3A6-4E21-B31F-C880A8AB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7EAAF-555D-4795-A73D-A508484A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D1229-7323-4C9D-8BE5-5255531C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76362-A1FB-47F4-841E-04CBF2CC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6D4AE-25D9-48DA-90F0-ABC87CBA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4C159-84C4-4DD4-868F-B7B8D7A0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EF270-A8B2-4165-9222-90975E8E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2DCFE-D260-4CDF-8AFE-ECFDB0E8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17A68-B534-437D-BC44-0A4219A9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F32E9-5213-4991-89AE-38A4EA97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762885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D58AE-F23C-408C-83F1-D9D4D0F8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A8D14-87B2-4993-AB23-384A045A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4D244-288E-4A1C-85F0-25D0B100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984AF-8C9E-4019-AF6E-FB298047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EF33E-7227-45EA-B83A-531E3111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F6E49-91B2-45C4-BE1F-9A31EB1F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C8752-F5A6-4A64-9B89-61F319D1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9C2BA-B899-4C0B-9F6D-941A5409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B0B84-2ACF-4477-9F7C-AE0C7F82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Acceptable online...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2219D-8D3C-4141-A652-7F3112B6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A58D5-C054-4A89-9A41-88A4F1F5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1B76A-612B-4F69-A5AF-3C5C4F4E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Acceptable onl...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64313-0D2B-49E0-A929-1E6D375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934D3-822E-4F65-9D0B-C1046E2F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1C79C-0B45-44A0-AF68-4476DE4A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Acceptable online...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DE5D5-4980-407F-941C-402E7FC2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9D2FF-2633-42CE-8957-5527E98D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53C3E-5799-4B19-B6A0-6A1F6E27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Acceptable online...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09353-3DD2-4003-AE18-616FCE9D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DE3C8-6EDE-4553-B345-1BFAE3AB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47BD6-7BC7-45DB-BE33-047DC24E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Acceptable onli...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2E938-9F2D-4B13-A4EF-4369F2C5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19928-28C0-472C-B88F-F855732A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945782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C9362-6171-40EF-96B1-7A27E36C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49B31-2B7F-4B09-A78E-4592B5DD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57097-6169-4A05-BD45-21A7178C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B1C03-3BF5-4759-AC62-3C52144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D2754-C0D8-444C-876A-3B035FCE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54C62-2247-4311-A846-33F01CB4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B3BCC-FEC8-43F8-B363-FF74A338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14A72-BE27-4925-ADB8-E61E166F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0E495-9BE8-40C8-B3F1-61013535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28E88-08D1-4F48-AD1E-13A84320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5A862-FF54-47C2-AA7C-BD1B64E7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ED052-2887-47FB-A1A7-CE3542CD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F9E04-7E57-4639-A6EB-FD86D3B0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C4B7B-CC00-4230-A76E-E84995E7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A99A1-4BEC-49B6-A842-9BEB4E80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141028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D65AD-2889-40A4-A04D-EFE8C9E3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122FD-FAE6-41D3-BE9D-3FB3C06E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5057F-E6AC-44B3-838D-0CC9D0B6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16BF4-34E2-4EA6-B7C1-97F13883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CBD69-21CC-488D-9AC3-8075F88C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232E1-6701-4A6F-8D1A-69A4EB09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Acceptable online roles and behaviours - Netiquettes - Et...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15016-2097-41C5-BE05-56027BCF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5ED74-4399-40B3-A7DC-903786B3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27100-1EF2-4B65-B0BE-DDF4B1E5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3407C-A4BE-41B5-A3D1-11E6868E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4C26E-52C0-458D-A805-24E35422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1099446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67030-2C7B-4C56-AC13-83311C0B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1258F-01A1-45CE-9CD8-AD04B2EE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992AB-7FA0-44C5-A5DE-6F1C878C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91BF6-5AD0-4AA1-9AAB-90C9279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BBD07-E0DA-4431-8B1B-82AAA6F4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Problems and opportunities in handling digital resources -Tools to check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532F0-7FCA-47DF-B9AB-F8880ACF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Problems and opportunities in handling di...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E4363-DB86-449C-97F7-29AB1DB4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8002D-D8D4-43CA-9B1F-6C4ACC7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BADDF-2AF8-43A6-8AAD-FA565693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92E2A-0EC0-446E-9916-03A0F81F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F3B4E-2FC3-47F3-856A-6BC207B0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9F70D-E741-4781-805B-707D0738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A98A8-6EE9-407E-BC2A-DE122825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89104-0A74-49C1-B263-16E2ABE0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799FC-FAA7-4EF4-98EC-B7D28AD6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3CE3E-CC76-4403-9DE6-B4002859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827431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FD839B-88AB-409A-8228-F1E0E145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5B3EF-1FA4-4854-8A37-BF99AE67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18FF0-6D52-4928-A2ED-0A27FDE9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ED95C-A6F0-43E9-9231-A6E70FA4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76454-EA1D-4A9D-BA4D-E7F8603F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062EA-775F-41AC-907B-402874DE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E5C76-B17F-4898-8299-DA62B369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525B9-D4B3-4BB4-AB00-865670CD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415CA-4344-45CB-8977-2D9892BF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Problems and oppor...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46F2B-F780-4ABA-8AF3-ADE4A9DE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2BBC8-456A-424E-A516-4FF38F5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58AC8-5A1D-4040-9964-B4341035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Problems and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9535F-A60E-4FCF-828E-BEDD2523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898C0-DFC2-4E6D-8384-891B763E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9A1DE-1CAC-4A71-9B84-7149786B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Problems and oppor...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764A3-74A9-4456-AEF3-5568C9EC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E2C8E-86D9-4CBA-BC6B-3C822643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FFB03-9ECE-4C7A-AF7D-210A31BE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Problems and oppo...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318C0-11BE-4BCE-9B5A-B99707CA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720DC-B91C-4755-BF31-9BD37F30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3698C5-7E96-4D54-ADE7-A9A54098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Problems and op...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678C5-AE30-460D-A5EB-DCD75EDE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8A5DF-8557-4AE8-AF77-939D1FCE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440177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47F04-7BC0-4010-8A0D-DC4AB3EF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FD905-C61D-413F-B45D-8980B890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7F099-C0FE-488B-B531-11B56538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C359E-0D3E-43DF-98D8-CD5AE782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88BDE-43FF-4DEB-ACAA-1D7B8000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BFDCC-C798-48FC-8FA3-EB0251DA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00479-E5B1-45BA-B620-E6660F3B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C2053-0A02-4D6D-A412-6EA693EC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0C87D-24BB-488A-98C3-6720A83C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12A71-8D8D-47E5-A8C4-4C825326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D34DE-CDF8-4A07-9C1C-CEC0A747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A6AFA-D015-47C8-B179-7849BBAD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33A7F-BF5C-4F10-8700-A22FC48F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9EC4C-B32A-4EF2-BE9A-EC7887B0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EDA39-2CB6-4035-BD54-B4D0B009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4659663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92FA2-3566-4771-B54E-6AE2F159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6C4DE-F02C-46C7-9DA3-7A3E1740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B4A4C-8988-4E01-97B5-CBE1E2F0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3A3F5-D6A1-4084-84FE-1E3E303C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19955-6C72-4469-A0C7-F59B210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D656C-421B-49FD-AB4B-8D6D2276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Problems and opportunities in handling digital resources...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190D4-79DA-4DA1-859B-F4142670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CB561-F66B-409D-BBBC-6CC86B99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09CE5-47F8-4646-81C3-D6E1852F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EA6DB-AC2A-4D27-9A63-00AE986C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62D8F-9E3E-46DD-8E31-D1839786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5636778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2485D-46C9-4D32-AF94-11151225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E3B62-D956-4720-839F-D94B8377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B8F55-BB31-4E82-9AED-F097F69B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D465C-665D-410A-97E5-09450BB6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791C8-B3E4-4D73-96FA-6FE37E2F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Writing: Citing information accurately from source material - Plagiarism - Infringement, Importance of academic...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5D1A9-ADA0-4824-B1A0-1A2BBE69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Writing: Citing information accurately fr...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74E6F-E429-472F-8F35-58997518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1389A-B748-4A2C-8937-12B1AE6C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1F027-9D59-46A9-9C6F-9CE7C9B3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B6950-B92B-420C-A3FF-A09C4DDC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A52E0-347A-47A3-A7C0-569A09C6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9FBED-D176-40F2-BFBE-24CF6ECC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F2C00-21E0-4F6C-967B-5F76E0F1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14E50-BFFE-440A-B4D9-9729EB94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9A4A8-FE40-4E1D-9368-56B38E2D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F0CFF-0685-4408-A6BE-A9F5E2F7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912518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587BDA-776D-4082-823D-D4991B9E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5D657-41E3-4D50-882D-3A2F390F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AD8D7-8EEE-4379-B39A-1BA95C9C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61657-9C48-44C8-A21A-7DD9A6CF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EC6F5-EDE7-4D4C-858E-3D428F68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188F0-74A7-4B4D-B8FA-85CC1092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FDADD-83C3-4A0C-8458-EAE46E3F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73EF1-FBE1-4D35-96AC-3B52E5A4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3361F-2676-4D66-8225-C4375260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Writing: Citing 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F740C-6534-4151-8D63-BB2E0751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BBD51-DFE6-4ADE-932A-A30BF9BF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F635F-C419-402A-9767-98E05C57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Writing: Citin...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C70D4-7D5A-4ABC-930A-C6454CE0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7BA37-96EE-4C67-B2FC-DE4E37DA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C77B4-9464-4D7C-AB12-DA10DEB0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Writing: Citing 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B3246-16AE-47AC-A744-39C60652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AFE59-9550-4DE6-9785-38727CDE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AA2CC-6B4B-426C-866D-49366260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Writing: Citing 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2A29A-7F29-4A48-905D-8CA408DB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64FFE-46EC-4930-B7BD-3516FF71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46E49-78D7-46B2-B4D1-B5A26B3F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Writing: Citing...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FC2D9-83B2-48B9-9435-348C482E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1C7A5-23A9-4788-908C-8DF63294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7125778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2BADD-7737-44CD-AC39-2A5F6BF4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09926-0C6F-45B8-9738-8B5C05D9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EBF67-20BA-43C9-B981-C7CC16A9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B8857-6315-4AC0-A821-C02C33E5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D48F2-45AE-4554-96D1-AAF3E5FD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4D31C-CE1E-4B2F-A989-A7F79193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955A6-47E2-482B-8228-BC79EDEC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6A250-9CD4-479E-B889-68D10A25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F5751-0FE8-4A1E-B1AC-6FB25677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99F95-C7D0-49B9-8C66-5C5FF088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6035B-3C78-4564-A39D-6C248A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60EAC-5EE3-46DE-96E6-683A650A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E8339-6720-43A8-9DB0-8F988C0B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BB6C9-10AD-4A7C-9B50-6CC6E0A0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5B1D4-CD48-48B4-9E74-9E1F1AAD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450898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E7BC8-B5A4-43F4-AB74-2F159CCD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4E43B-0BD7-48C7-8698-BF19CB86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90BF0-F807-420A-9BCB-D654DC92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D3C15-6039-406B-A0FE-0B34FCEF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A9F3D-12C2-4F22-876D-C18B1C2E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266DF-7D65-4206-A74F-886F54E5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Writing: Citing information accurately from source materi...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1042E-1354-45A5-B30C-D4C2A11E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BC5B0-27FD-4AF8-AFDD-F67FBED2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CDBBE-62E6-485D-A3BF-7DCEB205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16708-D67C-4AEF-9839-2D782733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40E7B-A0AC-44B0-8F97-7E50B95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934558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5AEA3-BE76-480A-A05A-1405F7EE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C8D30-7C6F-4DCB-953E-D30933DF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BCD50-E97C-4C91-B077-9DA919B8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F3D42-5406-4814-9509-F0A6ABA5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6B5F6-502B-455A-80CE-EEB0AA98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Pedagogy TBTL (Task-Based Teaching Learning) Language Lab Quiklrn.com Digital Tools Google Meet - Integrated wi...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4845C-F671-4857-ABC5-808B69C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Pedagogy TBTL (Task-Based Teaching Learni...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CFBC4-4721-4B2A-ADF7-3852E586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8A3FC-96D7-4F32-95CE-BE66D0AC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84769-C26E-4666-9A5A-9BB80881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001C1-BA94-416E-9DD3-EC060C11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EFE4E-A1BC-409D-885D-D9D07AF3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6D9A3-ED9F-4265-9266-FF3DD227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70EE3-0D5C-4A81-B6E1-182D7108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96D65-5A42-4332-9E11-ADBC5292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D0CDC-AFEC-4634-920F-860CA5CE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C4CA4-AF25-4B44-A088-4D5800DF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900325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FE0DDA-73E7-48D6-9B94-912EB0AE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9F8B8-83AC-4103-8714-7E43D125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2A8D5-CF0F-417D-A759-34BEAB75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E886E-556C-48D0-9DBB-D8AAB7EF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C5341-C4BB-439F-B4E8-C79856E2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9A044-92AC-44D1-903E-E31537A0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BEB13-A9B7-4F3C-8FDC-B4537825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2BDB6-9348-4853-829E-F6897ADA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1FF2F-2584-4266-B8CB-F1C6847C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Pedagogy TBTL (Tas...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4024F-0718-445C-8F0E-EDBFA15B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DDE25-8DE5-455C-B846-1D3E7DA9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8042C-1A7B-4A5A-9F0A-B0054BB2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Pedagogy TBTL...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7F014-7E6A-415C-B8AA-950EFC4D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61CFE-BC18-426D-86C1-6B4EDD62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7361E-0977-4393-BD4B-2209A021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Pedagogy TBTL (Tas...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CAF70-2442-4418-8F95-5CA5400F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C9E21-01F8-4D2C-B083-F658817E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0BDD8-208B-401C-A1E9-32E0D90E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Pedagogy TBTL (Ta...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B9A03-89C7-4974-9CBD-1B1F0071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BA386-1FF6-4E93-9BB2-4B050E95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E56BE-C1B0-4C05-A81F-58163BDB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Pedagogy TBTL (...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1A7E8-3B8F-49BF-B8C3-34F79FAA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6B89C-E006-494E-834D-F00E8C05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8577578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74E05-5391-4878-B2F5-985CED97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C2BD7-C663-4C57-89CB-20E16428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6C042-AC45-49D6-ADA6-6E90CBDE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7F3CF-2113-4DD2-AD53-167EFDE9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1339D-4D0F-4B4A-983A-C70B9D70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20CC4-B968-4538-B0D1-3A9A1A91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7D7DA-DE19-48AB-83C0-EA27C75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DBE2C-4DDE-40D8-A769-500DF28C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C4272-497E-4A02-A2FD-5D46C2AD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FC3CA-B526-4A2D-94DF-F8435068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970D9-C17F-44DB-ABE5-8601C421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E7FAF-BEE8-46F6-938A-A53B7487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B2757-2810-4352-AF18-D897764E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455F5-17E9-43E6-B6C4-B327C612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C12B7-D744-486B-8DA0-B03768A7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8553391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6E521-364A-4BD6-AF82-634F56F2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B2460-6CE4-4EFA-91DA-2F5CB2B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53BEC-D49A-49E0-9D92-518357A9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85CCC-B934-4640-86E2-357BD637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9EC0C-B2B8-49CF-83ED-387225A2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55514-81A7-427F-920E-FDA572DF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Pedagogy TBTL (Task-Based Teaching Learning) Language Lab...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67CF9-E2B9-4312-9398-4441F4B4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787F3-0AB0-4E67-AD12-EE882971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D0E55-EDB5-4057-B9F4-B3DE4064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F8AAD-D598-4986-9242-802FF385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54FAC-3B56-474F-B95D-7F96C48A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7116967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128A1-1E7E-445D-A753-959946BB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90853-26DE-4EA1-BB90-4332E990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7413D-C586-4320-BE9A-7BBF050C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A1006-AF03-49E7-B1FA-BFAA6975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5F689-AAB4-4558-9695-650DE102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Evaluation rubric (structure, coherence, grammar)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10E37-DD53-4197-AEC8-48693EE7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Evaluation rubric (structure, coherence,...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D1783-8E05-436C-A837-F6F4C6D2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64168-68E9-484F-9898-58796E89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1F3A4-30DD-49BC-B007-749E4A78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A99B8-1911-4D36-B7B4-46653643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24282-46BE-4031-A9E3-EA688C24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943DB-79BA-446C-B9FF-5E834847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A07D4-3461-4C0C-9B8C-A19EBF32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73126-88A1-4128-8A8A-507AED46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3A287-E8F6-4D21-8618-32CA38F5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9D787-E9BF-408B-906F-5ED10BCC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341005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6BC73-8F64-4139-8AEF-DA4CB9D1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87931-1F5B-4706-8C2D-CD7DC2B1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FC500-E48B-4387-92C6-36E5C6A3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CC311-5117-4053-AC93-CF4F5147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DDCD4-01F6-4009-8C28-8D717E85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498BF-79A7-4576-9A4C-79D779CD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08CD3-9F13-4E68-8893-D369C1A4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78DA8-8E57-49B3-8E66-D6162BE2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03CAE-C3FC-4FA2-83F7-D1F702D7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Evaluation rubric...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E6705-0711-4BAF-A951-82E972C8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B0544-B124-445A-A17B-526074C5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96F8A-1506-481E-A7D9-0377C462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Evaluation rub...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94D6D-9566-4FC7-9A8C-769B96C2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4D9FF-098E-4B5C-9A2C-E89CA3EF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1A7A8-8E9F-4535-A146-8F688310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Evaluation rubric...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88D36-A162-4B12-82F9-B1D9982C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7B879-2F15-4FCE-98DC-C3411A4B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4D62E-869D-4216-B4CC-665E02C0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Evaluation rubric...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6BFCA-8C4B-49A6-AA62-1179F1FE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E6C69-C170-4CC9-BD23-9C487AAD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3BADB-C7C7-4C41-9729-1E258DAB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Evaluation rubr...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63830-DA7A-4002-9F7E-843603D6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686CA-2CB4-40A9-B79E-A4D03454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3725193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6B86A-555D-4AC9-9DF7-B5A63059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8F57E-F50C-42A9-AAF4-19C512B4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76DEA-4EBA-42CB-B7F5-53DAB254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78A3F-7BCF-43DC-A4C8-DC44E79D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C0899-CCE4-4F53-BBC0-9DD951CE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96F31-E675-4AC5-B9CE-102C6E6E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9CEF0-4741-4B08-8F29-7F9CD07F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BF1AF-E84F-4FC8-817D-8ED76D68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FA149-C71E-454E-B21A-DACE5BE7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B917E-0668-426B-ADF0-6E99022A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F799F-8624-437C-8C69-652FA504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D55B8-EC54-49D0-B31E-12CFE83D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AA6A9-759F-4980-9FDD-C0658399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A1BF2-6ED7-4C62-B612-A5FF7A78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D92CA-E56E-4C33-8731-6A6D452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8460161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D7C31-619E-45DF-9F47-9DF76B6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49C05-9C10-4D9E-9E52-97177C73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61187-CAA6-4D90-A3FB-80E020DA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25C16-B323-4100-9788-F76219D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EA6FE-844E-4E00-B192-D4EC263A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01DE8-50C1-4A5A-BE1A-A86E22E1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Evaluation rubric (structure, coherence, grammar)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785CE-706A-470C-9759-760E8A2F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687BA-A257-41ED-B610-88CE3AE9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28721-8851-40A3-9515-AB13639A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5009F-3B97-4E94-BBF8-544E5D03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A6646-51BD-4A6C-B823-CC3CAF8F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8188059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B0BAB-06F9-4934-A9DB-315F14A6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1C4D9-5499-464E-91F3-5130DA41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13299-808F-4606-8101-6DDEDEAC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70CF9-8C01-4731-91F9-222AFED2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DBAD5-9611-432B-9645-8B0E0909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41FD4-0420-41C6-AE56-167126CF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691243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FA2EE-3F07-4EDA-AD92-6B210272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9B322-53F1-4943-AC43-4E04C0D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43148-BFFE-42B8-B6A8-291999EE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D3700-8CBF-4E35-9FFA-3A601AD6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76321-2CFF-44B2-A9E6-327ABBB1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ENGLISH: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DIGITAL: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WORLD: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Framing: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78114-FB4E-4516-9989-9824975A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665226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AA704-6D0B-4F4B-8DB8-1EC08F18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F9AB1-2A26-4B9C-8686-D4714F81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8AB04-DE93-40EF-9EE4-2089D929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26371-8A93-42BB-BD4E-DEE0608B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9989F-344E-462E-9307-2C0A0459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F7A3D-BCC0-4DB3-A6E0-8CED9B27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725782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73110-8183-40EA-A0CC-3557F1D6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BBFCB-6A68-4BD9-B008-5B49356D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0375C-C0EC-4D74-948F-E4BDF399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DD05D-8F7E-47B3-BD47-09B42171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67234-B37F-43E9-9A50-6BE5F581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30D7A-DDBC-49AC-871A-84AB1B6E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5229535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AA89B-A240-4E5D-822F-72953183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0100F-45BC-4143-8E5C-47433391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319F2-8390-4D92-8F17-E5B20880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346D1-5914-4E60-BB7B-BCE72945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72364-FBC5-4559-A3C5-BD18B025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ENGLISH IN DIGITAL WORLD (3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Writing: Framing of search terms / keywords in search engines/ Commands...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Acceptable online roles and behaviours - Netiquettes - Etiquettes of so...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Problems and opportunities in handling digital resources -Tools to chec...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Writing: Citing information accurately from source material - Plagiaris...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202B1-2317-49A7-BF36-B0EF02E3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90594-52FD-495B-A718-59E4AC24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0B61A-BB1E-4F50-B9FB-6520E8D5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7325151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A3E208-C82C-4ABF-947B-01C99080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3A641-7A3C-43F5-B981-A158AC6D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Pedagogy TBTL (Task-Based Teaching Learning...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18988-A1C9-4C59-8225-82ADE426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65D48-2CF9-497B-8205-7B1483E1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1E42B-7F90-4D81-A11C-49012627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6A804-CB74-4861-8967-56A25ED4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5DB68-AD01-47C4-AD1A-12C0F4AA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35491-D6C7-414F-A62F-A5726D47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5A102-A7E2-4B84-B52B-B370586B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0BE33-82FF-4F7D-819A-86FDBEB8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F8929-B574-4B9A-A62F-B48D90BC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E3EB8-7947-47A2-BC0D-6319C62E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49574-67AD-4319-A2FE-D53CFCE1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FEEE8-CECC-476D-9D5C-5385A3C2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C4072-1F4F-4616-B8CC-B8FD1FC8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B3FF7-837D-4AF2-95F1-E9AED21D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223D6-10B3-484A-AEC0-0A757CF5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480C9-9927-4436-95DB-2B0C5308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02161-F70D-4887-95FC-6774B9CD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4AE7D-68BD-44BD-BDF7-3927D82B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CFD43-3071-466E-BDF7-AABCDC0A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271C4-BDD3-46CD-A842-547663F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EC48B-2F6A-4213-B4BA-BD03C62F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28309D-F68D-4E50-81E6-9D8076C0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9172EA-8465-4EF7-AC0C-6FBE34AD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F645B1-CC80-40C2-930A-37B432B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174EA-C357-457F-BB4D-E45BB0E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B3C939-A4F3-4DFC-A5E7-979D46D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BB135A-C615-4A19-BF6A-53A0FCC5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5F9CDC-8151-4F7A-A763-71C3A290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F83A19-E957-4102-AEEC-18306738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8D83D0-F262-4B94-927D-A652E97D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4162051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7615C0-43B2-4488-A4B2-1EFA7832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F909A-BE8F-4B4C-ABC7-E6321E3C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Evaluation rubric (structure, coherence, gr...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FE9E8-1880-4D27-A7C2-97549BDA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4ECD1-E13B-4EC9-A241-09A9D247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4EA0A-D7AA-4F89-9B52-0402941E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4CAF0-F476-41CA-91CD-F3DA8AE8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C590C-F55E-4B2F-A149-1130CCBE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FE7E5-A852-4F98-B2F5-DA0C017E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F9069-FAB8-4D06-B67C-F998AA14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44083-951E-4DC4-92E5-C933904C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171DF-FB1A-417A-AB0E-024A9BF9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9FDFA-7838-45C3-967C-254607E6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E6632-5E57-489D-83CE-381B8BBE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B58D6-218C-41F1-9218-3C0B14E0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45C53-1305-45BF-BCFB-7D94EC74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B07DB-F997-4652-AF7D-AE602C93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4EF15-7BA4-4B30-A992-8D926D5D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8D46D0-1E80-4312-8B1A-85CD1012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92243-E0CC-435C-9D02-09F39185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8E755-7D09-46B0-9469-D75880AE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BDC5E-856D-4505-A27D-6F69B6FA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582CE-B99D-4244-8995-80E0783F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63F89-0D11-46C1-A757-E3DC66BC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8BA7EE-B3F3-4E39-B75C-16BC2C53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14A7D-0973-4145-A967-641C0D09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71767-5D92-4562-9010-892566C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11EA63-23F4-472E-B227-8F9D8306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455723-C450-4554-AC98-6418D00D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07D93-FF72-4E7B-A580-947F149D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AA255F-FB92-4B22-9689-B18F7EC4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A665F1-E081-485A-9E28-EE99E81A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802217-9119-4A42-9BC4-FCFA453B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25724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2026-08-24T16:02:45.1730000Z</dcterms:created>
  <dcterms:modified xsi:type="dcterms:W3CDTF">2026-08-24T16:02:45.1730000Z</dcterms:modified>
</coreProperties>
</file>