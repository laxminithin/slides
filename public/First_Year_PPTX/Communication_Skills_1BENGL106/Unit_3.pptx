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55f0ea01d94063" /><Relationship Type="http://schemas.openxmlformats.org/officeDocument/2006/relationships/extended-properties" Target="/docProps/app.xml" Id="Rb25075e2258e4087" /><Relationship Type="http://schemas.openxmlformats.org/officeDocument/2006/relationships/officeDocument" Target="/ppt/presentation.xml" Id="R6a360e167b7f46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a236bb10394bd1"/>
  </p:sldMasterIdLst>
  <p:notesMasterIdLst>
    <p:notesMasterId xmlns:r="http://schemas.openxmlformats.org/officeDocument/2006/relationships" r:id="Rd5f472d158e3443b"/>
  </p:notesMasterIdLst>
  <p:sldIdLst>
    <p:sldId xmlns:r="http://schemas.openxmlformats.org/officeDocument/2006/relationships" id="256" r:id="R69bbaa6137074102"/>
    <p:sldId xmlns:r="http://schemas.openxmlformats.org/officeDocument/2006/relationships" id="257" r:id="Rfca302249d37466d"/>
    <p:sldId xmlns:r="http://schemas.openxmlformats.org/officeDocument/2006/relationships" id="258" r:id="Rb0c805cb8ed84fe6"/>
    <p:sldId xmlns:r="http://schemas.openxmlformats.org/officeDocument/2006/relationships" id="259" r:id="R98122a9c849a4001"/>
    <p:sldId xmlns:r="http://schemas.openxmlformats.org/officeDocument/2006/relationships" id="260" r:id="R97a9fc6d5bd3473d"/>
    <p:sldId xmlns:r="http://schemas.openxmlformats.org/officeDocument/2006/relationships" id="261" r:id="Rd56e34ffeace4d12"/>
    <p:sldId xmlns:r="http://schemas.openxmlformats.org/officeDocument/2006/relationships" id="262" r:id="Rb5a8bcd0f7874fe5"/>
    <p:sldId xmlns:r="http://schemas.openxmlformats.org/officeDocument/2006/relationships" id="263" r:id="R43746be7174a414e"/>
    <p:sldId xmlns:r="http://schemas.openxmlformats.org/officeDocument/2006/relationships" id="264" r:id="R957be904b474417a"/>
    <p:sldId xmlns:r="http://schemas.openxmlformats.org/officeDocument/2006/relationships" id="265" r:id="R2124ac59f7374130"/>
    <p:sldId xmlns:r="http://schemas.openxmlformats.org/officeDocument/2006/relationships" id="266" r:id="Rbbc3484646884154"/>
    <p:sldId xmlns:r="http://schemas.openxmlformats.org/officeDocument/2006/relationships" id="267" r:id="R761c1d987fba4eba"/>
    <p:sldId xmlns:r="http://schemas.openxmlformats.org/officeDocument/2006/relationships" id="268" r:id="R1d79189004e94ef0"/>
    <p:sldId xmlns:r="http://schemas.openxmlformats.org/officeDocument/2006/relationships" id="269" r:id="R320fba7f69504e6d"/>
    <p:sldId xmlns:r="http://schemas.openxmlformats.org/officeDocument/2006/relationships" id="270" r:id="Rb2d26f84a1364a9d"/>
    <p:sldId xmlns:r="http://schemas.openxmlformats.org/officeDocument/2006/relationships" id="271" r:id="Rdada3d2f877b425f"/>
    <p:sldId xmlns:r="http://schemas.openxmlformats.org/officeDocument/2006/relationships" id="272" r:id="R6c5212a2fc304789"/>
    <p:sldId xmlns:r="http://schemas.openxmlformats.org/officeDocument/2006/relationships" id="273" r:id="R9e179f0ddce44d59"/>
    <p:sldId xmlns:r="http://schemas.openxmlformats.org/officeDocument/2006/relationships" id="274" r:id="Ree8bfafa53c24f26"/>
    <p:sldId xmlns:r="http://schemas.openxmlformats.org/officeDocument/2006/relationships" id="275" r:id="R4a65f20b03184893"/>
    <p:sldId xmlns:r="http://schemas.openxmlformats.org/officeDocument/2006/relationships" id="276" r:id="R734976b76a934eb7"/>
    <p:sldId xmlns:r="http://schemas.openxmlformats.org/officeDocument/2006/relationships" id="277" r:id="Rbdfaf3c4fe2c4550"/>
    <p:sldId xmlns:r="http://schemas.openxmlformats.org/officeDocument/2006/relationships" id="278" r:id="Radd6800406d64036"/>
    <p:sldId xmlns:r="http://schemas.openxmlformats.org/officeDocument/2006/relationships" id="279" r:id="R1a16d30b44584f9b"/>
    <p:sldId xmlns:r="http://schemas.openxmlformats.org/officeDocument/2006/relationships" id="280" r:id="R70c215e69db04b4f"/>
    <p:sldId xmlns:r="http://schemas.openxmlformats.org/officeDocument/2006/relationships" id="281" r:id="R4e653c4e06c24eef"/>
    <p:sldId xmlns:r="http://schemas.openxmlformats.org/officeDocument/2006/relationships" id="282" r:id="R049c50eb461f4810"/>
    <p:sldId xmlns:r="http://schemas.openxmlformats.org/officeDocument/2006/relationships" id="283" r:id="Rb9219fc71a08470e"/>
    <p:sldId xmlns:r="http://schemas.openxmlformats.org/officeDocument/2006/relationships" id="284" r:id="R17307d8fa8e04acc"/>
    <p:sldId xmlns:r="http://schemas.openxmlformats.org/officeDocument/2006/relationships" id="285" r:id="Re6e8237eb3b24b6e"/>
    <p:sldId xmlns:r="http://schemas.openxmlformats.org/officeDocument/2006/relationships" id="286" r:id="Re939ae055a8e49b3"/>
    <p:sldId xmlns:r="http://schemas.openxmlformats.org/officeDocument/2006/relationships" id="287" r:id="R4f91f8f2c12649c4"/>
    <p:sldId xmlns:r="http://schemas.openxmlformats.org/officeDocument/2006/relationships" id="288" r:id="R8297bf0d257d4ff9"/>
    <p:sldId xmlns:r="http://schemas.openxmlformats.org/officeDocument/2006/relationships" id="289" r:id="Reaadf97364614584"/>
    <p:sldId xmlns:r="http://schemas.openxmlformats.org/officeDocument/2006/relationships" id="290" r:id="R3a549a1c13c24768"/>
    <p:sldId xmlns:r="http://schemas.openxmlformats.org/officeDocument/2006/relationships" id="291" r:id="Rfbbb6542b14549e5"/>
    <p:sldId xmlns:r="http://schemas.openxmlformats.org/officeDocument/2006/relationships" id="292" r:id="Rc19ccf313f1149e6"/>
    <p:sldId xmlns:r="http://schemas.openxmlformats.org/officeDocument/2006/relationships" id="293" r:id="R405cc149056944e4"/>
    <p:sldId xmlns:r="http://schemas.openxmlformats.org/officeDocument/2006/relationships" id="294" r:id="R30db9f442d8d404f"/>
    <p:sldId xmlns:r="http://schemas.openxmlformats.org/officeDocument/2006/relationships" id="295" r:id="Rc0a6fdd5c2de47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30503ad51c40dc" /><Relationship Type="http://schemas.openxmlformats.org/officeDocument/2006/relationships/slideMaster" Target="/ppt/slideMasters/slideMaster1.xml" Id="Rd9a236bb10394bd1" /><Relationship Type="http://schemas.openxmlformats.org/officeDocument/2006/relationships/notesMaster" Target="/ppt/notesMasters/notesMaster1.xml" Id="Rd5f472d158e3443b" /><Relationship Type="http://schemas.openxmlformats.org/officeDocument/2006/relationships/presProps" Target="/ppt/presProps.xml" Id="R26bcd46e94054231" /><Relationship Type="http://schemas.openxmlformats.org/officeDocument/2006/relationships/tableStyles" Target="/ppt/tableStyles.xml" Id="Rb2440f0b336f4669" /><Relationship Type="http://schemas.openxmlformats.org/officeDocument/2006/relationships/slide" Target="/ppt/slides/slide1.xml" Id="R69bbaa6137074102" /><Relationship Type="http://schemas.openxmlformats.org/officeDocument/2006/relationships/slide" Target="/ppt/slides/slide2.xml" Id="Rfca302249d37466d" /><Relationship Type="http://schemas.openxmlformats.org/officeDocument/2006/relationships/slide" Target="/ppt/slides/slide3.xml" Id="Rb0c805cb8ed84fe6" /><Relationship Type="http://schemas.openxmlformats.org/officeDocument/2006/relationships/slide" Target="/ppt/slides/slide4.xml" Id="R98122a9c849a4001" /><Relationship Type="http://schemas.openxmlformats.org/officeDocument/2006/relationships/slide" Target="/ppt/slides/slide5.xml" Id="R97a9fc6d5bd3473d" /><Relationship Type="http://schemas.openxmlformats.org/officeDocument/2006/relationships/slide" Target="/ppt/slides/slide6.xml" Id="Rd56e34ffeace4d12" /><Relationship Type="http://schemas.openxmlformats.org/officeDocument/2006/relationships/slide" Target="/ppt/slides/slide7.xml" Id="Rb5a8bcd0f7874fe5" /><Relationship Type="http://schemas.openxmlformats.org/officeDocument/2006/relationships/slide" Target="/ppt/slides/slide8.xml" Id="R43746be7174a414e" /><Relationship Type="http://schemas.openxmlformats.org/officeDocument/2006/relationships/slide" Target="/ppt/slides/slide9.xml" Id="R957be904b474417a" /><Relationship Type="http://schemas.openxmlformats.org/officeDocument/2006/relationships/slide" Target="/ppt/slides/slide10.xml" Id="R2124ac59f7374130" /><Relationship Type="http://schemas.openxmlformats.org/officeDocument/2006/relationships/slide" Target="/ppt/slides/slide11.xml" Id="Rbbc3484646884154" /><Relationship Type="http://schemas.openxmlformats.org/officeDocument/2006/relationships/slide" Target="/ppt/slides/slide12.xml" Id="R761c1d987fba4eba" /><Relationship Type="http://schemas.openxmlformats.org/officeDocument/2006/relationships/slide" Target="/ppt/slides/slide13.xml" Id="R1d79189004e94ef0" /><Relationship Type="http://schemas.openxmlformats.org/officeDocument/2006/relationships/slide" Target="/ppt/slides/slide14.xml" Id="R320fba7f69504e6d" /><Relationship Type="http://schemas.openxmlformats.org/officeDocument/2006/relationships/slide" Target="/ppt/slides/slide15.xml" Id="Rb2d26f84a1364a9d" /><Relationship Type="http://schemas.openxmlformats.org/officeDocument/2006/relationships/slide" Target="/ppt/slides/slide16.xml" Id="Rdada3d2f877b425f" /><Relationship Type="http://schemas.openxmlformats.org/officeDocument/2006/relationships/slide" Target="/ppt/slides/slide17.xml" Id="R6c5212a2fc304789" /><Relationship Type="http://schemas.openxmlformats.org/officeDocument/2006/relationships/slide" Target="/ppt/slides/slide18.xml" Id="R9e179f0ddce44d59" /><Relationship Type="http://schemas.openxmlformats.org/officeDocument/2006/relationships/slide" Target="/ppt/slides/slide19.xml" Id="Ree8bfafa53c24f26" /><Relationship Type="http://schemas.openxmlformats.org/officeDocument/2006/relationships/slide" Target="/ppt/slides/slide20.xml" Id="R4a65f20b03184893" /><Relationship Type="http://schemas.openxmlformats.org/officeDocument/2006/relationships/slide" Target="/ppt/slides/slide21.xml" Id="R734976b76a934eb7" /><Relationship Type="http://schemas.openxmlformats.org/officeDocument/2006/relationships/slide" Target="/ppt/slides/slide22.xml" Id="Rbdfaf3c4fe2c4550" /><Relationship Type="http://schemas.openxmlformats.org/officeDocument/2006/relationships/slide" Target="/ppt/slides/slide23.xml" Id="Radd6800406d64036" /><Relationship Type="http://schemas.openxmlformats.org/officeDocument/2006/relationships/slide" Target="/ppt/slides/slide24.xml" Id="R1a16d30b44584f9b" /><Relationship Type="http://schemas.openxmlformats.org/officeDocument/2006/relationships/slide" Target="/ppt/slides/slide25.xml" Id="R70c215e69db04b4f" /><Relationship Type="http://schemas.openxmlformats.org/officeDocument/2006/relationships/slide" Target="/ppt/slides/slide26.xml" Id="R4e653c4e06c24eef" /><Relationship Type="http://schemas.openxmlformats.org/officeDocument/2006/relationships/slide" Target="/ppt/slides/slide27.xml" Id="R049c50eb461f4810" /><Relationship Type="http://schemas.openxmlformats.org/officeDocument/2006/relationships/slide" Target="/ppt/slides/slide28.xml" Id="Rb9219fc71a08470e" /><Relationship Type="http://schemas.openxmlformats.org/officeDocument/2006/relationships/slide" Target="/ppt/slides/slide29.xml" Id="R17307d8fa8e04acc" /><Relationship Type="http://schemas.openxmlformats.org/officeDocument/2006/relationships/slide" Target="/ppt/slides/slide30.xml" Id="Re6e8237eb3b24b6e" /><Relationship Type="http://schemas.openxmlformats.org/officeDocument/2006/relationships/slide" Target="/ppt/slides/slide31.xml" Id="Re939ae055a8e49b3" /><Relationship Type="http://schemas.openxmlformats.org/officeDocument/2006/relationships/slide" Target="/ppt/slides/slide32.xml" Id="R4f91f8f2c12649c4" /><Relationship Type="http://schemas.openxmlformats.org/officeDocument/2006/relationships/slide" Target="/ppt/slides/slide33.xml" Id="R8297bf0d257d4ff9" /><Relationship Type="http://schemas.openxmlformats.org/officeDocument/2006/relationships/slide" Target="/ppt/slides/slide34.xml" Id="Reaadf97364614584" /><Relationship Type="http://schemas.openxmlformats.org/officeDocument/2006/relationships/slide" Target="/ppt/slides/slide35.xml" Id="R3a549a1c13c24768" /><Relationship Type="http://schemas.openxmlformats.org/officeDocument/2006/relationships/slide" Target="/ppt/slides/slide36.xml" Id="Rfbbb6542b14549e5" /><Relationship Type="http://schemas.openxmlformats.org/officeDocument/2006/relationships/slide" Target="/ppt/slides/slide37.xml" Id="Rc19ccf313f1149e6" /><Relationship Type="http://schemas.openxmlformats.org/officeDocument/2006/relationships/slide" Target="/ppt/slides/slide38.xml" Id="R405cc149056944e4" /><Relationship Type="http://schemas.openxmlformats.org/officeDocument/2006/relationships/slide" Target="/ppt/slides/slide39.xml" Id="R30db9f442d8d404f" /><Relationship Type="http://schemas.openxmlformats.org/officeDocument/2006/relationships/slide" Target="/ppt/slides/slide40.xml" Id="Rc0a6fdd5c2de47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2acf1a1da048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daa2122c6f4a67" /><Relationship Type="http://schemas.openxmlformats.org/officeDocument/2006/relationships/notesMaster" Target="/ppt/notesMasters/notesMaster1.xml" Id="Rf96ff374ef2b4d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6eebb56d764690" /><Relationship Type="http://schemas.openxmlformats.org/officeDocument/2006/relationships/notesMaster" Target="/ppt/notesMasters/notesMaster1.xml" Id="R6aa887c1042e41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131f9d3f264f83" /><Relationship Type="http://schemas.openxmlformats.org/officeDocument/2006/relationships/notesMaster" Target="/ppt/notesMasters/notesMaster1.xml" Id="Rd42c69f788bf43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c5ece53b814783" /><Relationship Type="http://schemas.openxmlformats.org/officeDocument/2006/relationships/notesMaster" Target="/ppt/notesMasters/notesMaster1.xml" Id="Ra663e0548fd54a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68d256f9754d38" /><Relationship Type="http://schemas.openxmlformats.org/officeDocument/2006/relationships/notesMaster" Target="/ppt/notesMasters/notesMaster1.xml" Id="R3e981104d1f24c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a5bec107de4b48" /><Relationship Type="http://schemas.openxmlformats.org/officeDocument/2006/relationships/notesMaster" Target="/ppt/notesMasters/notesMaster1.xml" Id="R26fd9d7b0d2a47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a0956ae1104cae" /><Relationship Type="http://schemas.openxmlformats.org/officeDocument/2006/relationships/notesMaster" Target="/ppt/notesMasters/notesMaster1.xml" Id="R421a0dd6de0646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548fa14b164f57" /><Relationship Type="http://schemas.openxmlformats.org/officeDocument/2006/relationships/notesMaster" Target="/ppt/notesMasters/notesMaster1.xml" Id="R9c5fd753a6a949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d5feada8d04a8c" /><Relationship Type="http://schemas.openxmlformats.org/officeDocument/2006/relationships/notesMaster" Target="/ppt/notesMasters/notesMaster1.xml" Id="R5e149d23fdcf4e0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55398973d44b3d" /><Relationship Type="http://schemas.openxmlformats.org/officeDocument/2006/relationships/notesMaster" Target="/ppt/notesMasters/notesMaster1.xml" Id="R8ccca2e2a16b447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dc28caeccaf4574" /><Relationship Type="http://schemas.openxmlformats.org/officeDocument/2006/relationships/notesMaster" Target="/ppt/notesMasters/notesMaster1.xml" Id="Rc9f276b01236493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a222812881447ae" /><Relationship Type="http://schemas.openxmlformats.org/officeDocument/2006/relationships/notesMaster" Target="/ppt/notesMasters/notesMaster1.xml" Id="R751d29bd5ae641e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001a42311084e5a" /><Relationship Type="http://schemas.openxmlformats.org/officeDocument/2006/relationships/notesMaster" Target="/ppt/notesMasters/notesMaster1.xml" Id="R0ab432caff694f7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e0a733d11544632" /><Relationship Type="http://schemas.openxmlformats.org/officeDocument/2006/relationships/notesMaster" Target="/ppt/notesMasters/notesMaster1.xml" Id="Ra7cbb23f93c34ee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68675e873b043be" /><Relationship Type="http://schemas.openxmlformats.org/officeDocument/2006/relationships/notesMaster" Target="/ppt/notesMasters/notesMaster1.xml" Id="Rb1a682f6fedf422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d0af31faf4f4a72" /><Relationship Type="http://schemas.openxmlformats.org/officeDocument/2006/relationships/notesMaster" Target="/ppt/notesMasters/notesMaster1.xml" Id="R54ce3d489a2b477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60993831b5141bc" /><Relationship Type="http://schemas.openxmlformats.org/officeDocument/2006/relationships/notesMaster" Target="/ppt/notesMasters/notesMaster1.xml" Id="Rf0f61008927e4bc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da54d4983914ffb" /><Relationship Type="http://schemas.openxmlformats.org/officeDocument/2006/relationships/notesMaster" Target="/ppt/notesMasters/notesMaster1.xml" Id="Reef9dbd3f652413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1c90a353da642e1" /><Relationship Type="http://schemas.openxmlformats.org/officeDocument/2006/relationships/notesMaster" Target="/ppt/notesMasters/notesMaster1.xml" Id="Rd43f37b381e5401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e861234a05d4bd5" /><Relationship Type="http://schemas.openxmlformats.org/officeDocument/2006/relationships/notesMaster" Target="/ppt/notesMasters/notesMaster1.xml" Id="R633885f81dde4df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b60d84d1a99413d" /><Relationship Type="http://schemas.openxmlformats.org/officeDocument/2006/relationships/notesMaster" Target="/ppt/notesMasters/notesMaster1.xml" Id="R965e76f30da6498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65028c34ffa4de7" /><Relationship Type="http://schemas.openxmlformats.org/officeDocument/2006/relationships/notesMaster" Target="/ppt/notesMasters/notesMaster1.xml" Id="R2f61692ef40a47a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d543089ea814f84" /><Relationship Type="http://schemas.openxmlformats.org/officeDocument/2006/relationships/notesMaster" Target="/ppt/notesMasters/notesMaster1.xml" Id="R01e1a7a40baa4ea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c18b80a25d3426e" /><Relationship Type="http://schemas.openxmlformats.org/officeDocument/2006/relationships/notesMaster" Target="/ppt/notesMasters/notesMaster1.xml" Id="Rd8c03430a21447a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a70319519c74e4d" /><Relationship Type="http://schemas.openxmlformats.org/officeDocument/2006/relationships/notesMaster" Target="/ppt/notesMasters/notesMaster1.xml" Id="Rd96162019c4d40e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2711461e68643a7" /><Relationship Type="http://schemas.openxmlformats.org/officeDocument/2006/relationships/notesMaster" Target="/ppt/notesMasters/notesMaster1.xml" Id="R4addc920967e495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e2b5a817bca417d" /><Relationship Type="http://schemas.openxmlformats.org/officeDocument/2006/relationships/notesMaster" Target="/ppt/notesMasters/notesMaster1.xml" Id="Rf47af0cd64df49c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6598f4b83664223" /><Relationship Type="http://schemas.openxmlformats.org/officeDocument/2006/relationships/notesMaster" Target="/ppt/notesMasters/notesMaster1.xml" Id="R241bbc8826f3423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5b17e80a2ae4749" /><Relationship Type="http://schemas.openxmlformats.org/officeDocument/2006/relationships/notesMaster" Target="/ppt/notesMasters/notesMaster1.xml" Id="Rce39dc3cc1ab45f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395fc9565b5463a" /><Relationship Type="http://schemas.openxmlformats.org/officeDocument/2006/relationships/notesMaster" Target="/ppt/notesMasters/notesMaster1.xml" Id="R95833808e6804cf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4e19969c3a84a21" /><Relationship Type="http://schemas.openxmlformats.org/officeDocument/2006/relationships/notesMaster" Target="/ppt/notesMasters/notesMaster1.xml" Id="R9480a19ea3e24ca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df0ddc8eb7947ed" /><Relationship Type="http://schemas.openxmlformats.org/officeDocument/2006/relationships/notesMaster" Target="/ppt/notesMasters/notesMaster1.xml" Id="R6e955032134c4b6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3f551cbb1b74efe" /><Relationship Type="http://schemas.openxmlformats.org/officeDocument/2006/relationships/notesMaster" Target="/ppt/notesMasters/notesMaster1.xml" Id="R5958c5cc1f924a5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a334476def94ed0" /><Relationship Type="http://schemas.openxmlformats.org/officeDocument/2006/relationships/notesMaster" Target="/ppt/notesMasters/notesMaster1.xml" Id="R17ebfbc5997e4fe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0c276f9f97843ba" /><Relationship Type="http://schemas.openxmlformats.org/officeDocument/2006/relationships/notesMaster" Target="/ppt/notesMasters/notesMaster1.xml" Id="R98da44601dc44e6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b9dcf656fe74edd" /><Relationship Type="http://schemas.openxmlformats.org/officeDocument/2006/relationships/notesMaster" Target="/ppt/notesMasters/notesMaster1.xml" Id="Rdeb2fc08f839430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a83daa3a2d74a99" /><Relationship Type="http://schemas.openxmlformats.org/officeDocument/2006/relationships/notesMaster" Target="/ppt/notesMasters/notesMaster1.xml" Id="Raa43eb2967b244a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424a9ddbb0647ec" /><Relationship Type="http://schemas.openxmlformats.org/officeDocument/2006/relationships/notesMaster" Target="/ppt/notesMasters/notesMaster1.xml" Id="R0b94464a0ba64af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f8fa3e569424a9f" /><Relationship Type="http://schemas.openxmlformats.org/officeDocument/2006/relationships/notesMaster" Target="/ppt/notesMasters/notesMaster1.xml" Id="Rf232bea0021a44b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a65eedd80a543cf" /><Relationship Type="http://schemas.openxmlformats.org/officeDocument/2006/relationships/notesMaster" Target="/ppt/notesMasters/notesMaster1.xml" Id="Re0efe8d00f5244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b63b6fa9a64b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bb8a3f98984c6f" /><Relationship Type="http://schemas.openxmlformats.org/officeDocument/2006/relationships/slideLayout" Target="/ppt/slideLayouts/slideLayout1.xml" Id="Rea685e600d784e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685e600d784e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435988300476f" /><Relationship Type="http://schemas.openxmlformats.org/officeDocument/2006/relationships/notesSlide" Target="/ppt/notesSlides/notesSlide1.xml" Id="R3e37a8c2b05148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77c5ebeb7436e" /><Relationship Type="http://schemas.openxmlformats.org/officeDocument/2006/relationships/notesSlide" Target="/ppt/notesSlides/notesSlide2.xml" Id="Rd09af8f3bf7f43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b3f73381c4286" /><Relationship Type="http://schemas.openxmlformats.org/officeDocument/2006/relationships/notesSlide" Target="/ppt/notesSlides/notesSlide3.xml" Id="R3794d2da511342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6658c5803348d7" /><Relationship Type="http://schemas.openxmlformats.org/officeDocument/2006/relationships/notesSlide" Target="/ppt/notesSlides/notesSlide4.xml" Id="Rf16cb4344b9f41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9f56c4b02445f" /><Relationship Type="http://schemas.openxmlformats.org/officeDocument/2006/relationships/notesSlide" Target="/ppt/notesSlides/notesSlide5.xml" Id="R81ba131e6e354e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6049109e445ab" /><Relationship Type="http://schemas.openxmlformats.org/officeDocument/2006/relationships/notesSlide" Target="/ppt/notesSlides/notesSlide6.xml" Id="Rbcb715e56ae642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9a50ed1d14d1e" /><Relationship Type="http://schemas.openxmlformats.org/officeDocument/2006/relationships/notesSlide" Target="/ppt/notesSlides/notesSlide7.xml" Id="R816c500144fe4f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0ef803ea8440e" /><Relationship Type="http://schemas.openxmlformats.org/officeDocument/2006/relationships/notesSlide" Target="/ppt/notesSlides/notesSlide8.xml" Id="Ra1d3718d6f4e4a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7b78871934c9a" /><Relationship Type="http://schemas.openxmlformats.org/officeDocument/2006/relationships/notesSlide" Target="/ppt/notesSlides/notesSlide9.xml" Id="R5a39dbb1cb7d42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89362cb6040b6" /><Relationship Type="http://schemas.openxmlformats.org/officeDocument/2006/relationships/notesSlide" Target="/ppt/notesSlides/notesSlide10.xml" Id="R4e9397f357904e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2f6d451d04bf2" /><Relationship Type="http://schemas.openxmlformats.org/officeDocument/2006/relationships/notesSlide" Target="/ppt/notesSlides/notesSlide11.xml" Id="R36b44f5aa0254d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1b8ca501a4fce" /><Relationship Type="http://schemas.openxmlformats.org/officeDocument/2006/relationships/notesSlide" Target="/ppt/notesSlides/notesSlide12.xml" Id="R087b5d42b4f5433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a797f9f2b4e99" /><Relationship Type="http://schemas.openxmlformats.org/officeDocument/2006/relationships/notesSlide" Target="/ppt/notesSlides/notesSlide13.xml" Id="Rc65670be4f7e4c5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7a26172fc4949" /><Relationship Type="http://schemas.openxmlformats.org/officeDocument/2006/relationships/notesSlide" Target="/ppt/notesSlides/notesSlide14.xml" Id="Rdb19256f1dda430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cf48ef0d749dd" /><Relationship Type="http://schemas.openxmlformats.org/officeDocument/2006/relationships/notesSlide" Target="/ppt/notesSlides/notesSlide15.xml" Id="R4f9c65e1194e430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8cfa654094152" /><Relationship Type="http://schemas.openxmlformats.org/officeDocument/2006/relationships/notesSlide" Target="/ppt/notesSlides/notesSlide16.xml" Id="R858b45e9594c479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ccd050816428c" /><Relationship Type="http://schemas.openxmlformats.org/officeDocument/2006/relationships/notesSlide" Target="/ppt/notesSlides/notesSlide17.xml" Id="R2e11d631d195487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376b37a014d3c" /><Relationship Type="http://schemas.openxmlformats.org/officeDocument/2006/relationships/notesSlide" Target="/ppt/notesSlides/notesSlide18.xml" Id="R9bb9682e41b04a0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26798abdd42c9" /><Relationship Type="http://schemas.openxmlformats.org/officeDocument/2006/relationships/notesSlide" Target="/ppt/notesSlides/notesSlide19.xml" Id="Rb3fce12f4b6e442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6bb219fc74a3d" /><Relationship Type="http://schemas.openxmlformats.org/officeDocument/2006/relationships/notesSlide" Target="/ppt/notesSlides/notesSlide20.xml" Id="Ra27085fbf652428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129ff38994a21" /><Relationship Type="http://schemas.openxmlformats.org/officeDocument/2006/relationships/notesSlide" Target="/ppt/notesSlides/notesSlide21.xml" Id="R41f43eb60d2f4bd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b2344efc746be" /><Relationship Type="http://schemas.openxmlformats.org/officeDocument/2006/relationships/notesSlide" Target="/ppt/notesSlides/notesSlide22.xml" Id="R340a0588c73447d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96ec65146428b" /><Relationship Type="http://schemas.openxmlformats.org/officeDocument/2006/relationships/notesSlide" Target="/ppt/notesSlides/notesSlide23.xml" Id="Rbd1ea4f4ed5240d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c3ca1a8e94ec0" /><Relationship Type="http://schemas.openxmlformats.org/officeDocument/2006/relationships/notesSlide" Target="/ppt/notesSlides/notesSlide24.xml" Id="Rb787a8230c2b409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5f637bd9cf476c" /><Relationship Type="http://schemas.openxmlformats.org/officeDocument/2006/relationships/notesSlide" Target="/ppt/notesSlides/notesSlide25.xml" Id="Rd778cda2d09e440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60a6f4bfd4c6f" /><Relationship Type="http://schemas.openxmlformats.org/officeDocument/2006/relationships/notesSlide" Target="/ppt/notesSlides/notesSlide26.xml" Id="R59f831f453d545a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6ec866fce4b7e" /><Relationship Type="http://schemas.openxmlformats.org/officeDocument/2006/relationships/notesSlide" Target="/ppt/notesSlides/notesSlide27.xml" Id="R02f809b27a75491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e3d3fabae422a" /><Relationship Type="http://schemas.openxmlformats.org/officeDocument/2006/relationships/notesSlide" Target="/ppt/notesSlides/notesSlide28.xml" Id="R226d4e86df634c7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26fe08ea74109" /><Relationship Type="http://schemas.openxmlformats.org/officeDocument/2006/relationships/notesSlide" Target="/ppt/notesSlides/notesSlide29.xml" Id="R32b06cfa90ae4c8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73766970a46d5" /><Relationship Type="http://schemas.openxmlformats.org/officeDocument/2006/relationships/notesSlide" Target="/ppt/notesSlides/notesSlide30.xml" Id="R1ee1db47385e423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639f1c28049c2" /><Relationship Type="http://schemas.openxmlformats.org/officeDocument/2006/relationships/notesSlide" Target="/ppt/notesSlides/notesSlide31.xml" Id="R4429799a1912462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302d9a8f64756" /><Relationship Type="http://schemas.openxmlformats.org/officeDocument/2006/relationships/notesSlide" Target="/ppt/notesSlides/notesSlide32.xml" Id="R3205b257ad4e4e5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e3743085f4eb5" /><Relationship Type="http://schemas.openxmlformats.org/officeDocument/2006/relationships/notesSlide" Target="/ppt/notesSlides/notesSlide33.xml" Id="Rf1543a0e14904ad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61a5aa1db440a" /><Relationship Type="http://schemas.openxmlformats.org/officeDocument/2006/relationships/notesSlide" Target="/ppt/notesSlides/notesSlide34.xml" Id="R241b546795aa451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f240bd73c4df6" /><Relationship Type="http://schemas.openxmlformats.org/officeDocument/2006/relationships/notesSlide" Target="/ppt/notesSlides/notesSlide35.xml" Id="Re726d72f34d549f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77542ad5d4f20" /><Relationship Type="http://schemas.openxmlformats.org/officeDocument/2006/relationships/notesSlide" Target="/ppt/notesSlides/notesSlide36.xml" Id="R73126545650f4e2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ab3ee319a4324" /><Relationship Type="http://schemas.openxmlformats.org/officeDocument/2006/relationships/notesSlide" Target="/ppt/notesSlides/notesSlide37.xml" Id="R9bbf139e395b4ed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f1eceb02e4e18" /><Relationship Type="http://schemas.openxmlformats.org/officeDocument/2006/relationships/notesSlide" Target="/ppt/notesSlides/notesSlide38.xml" Id="R09b70efdda8042a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a8a35a5a64659" /><Relationship Type="http://schemas.openxmlformats.org/officeDocument/2006/relationships/notesSlide" Target="/ppt/notesSlides/notesSlide39.xml" Id="Rec270461c35a40e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d48aff9f04464" /><Relationship Type="http://schemas.openxmlformats.org/officeDocument/2006/relationships/notesSlide" Target="/ppt/notesSlides/notesSlide40.xml" Id="R70ee820509574e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CAE996-4BDC-49F7-81A4-BD120BB5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4783A5-0EEA-4889-82DF-A5E7EDC6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ENGLISH FOR EMPLOYABILTY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4CFFB-FACC-4FBE-AFBA-1D650374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Communication Skills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1BENGL106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92E42-6047-400A-A067-D5E37271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83B3F-EEEB-4B91-B34A-35EF9946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D58AEA-682A-48E5-BAE5-271D165B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0FE888-2BDD-4613-A243-EF6887E7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192CD4-AD11-4B7D-B482-70640E16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6F28EC-9208-4415-A004-503FA6C9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A95FA-00C6-4168-B5DC-6E386DAA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4D8621-AA83-4CCA-96A2-FE9847FE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92A576-D94D-4516-8E6D-3AFAFFCC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66BEBE-39F9-4BED-B684-EF7FD0E1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661601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0A244B-8A50-4D09-B1B7-CD1A2F6D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0EA48-2484-4C4A-A109-7684D136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A5A3D-AC59-4288-B689-F702A604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675D9E-16D0-4EE3-A876-9E18C398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2706A-0774-4B64-AAE4-56CF8A70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BAB9E8-22CC-49E5-88C5-8EB06B28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A133B0-5EB3-4BF8-864B-C7411884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085A23-0E00-4F5F-B470-EF9BE573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BF5447-E136-4F02-AFF3-0E8C4692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B6CB45-E5E3-458D-895C-967C71CB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6AD533-074D-4750-BF96-3B23337C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9F10F2-07F5-417D-A559-8D71F44C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CD7213-EAD1-4852-A74E-2024469F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C8E3DE-89F3-4C5D-8B80-D5A21B13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4C39A1-0E40-41D1-A8D1-83273C9E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8701495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A9170D-32EC-41BC-A789-A01F4EA0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5C1C9-398B-4255-BB2B-573F4055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97D05-E467-4B13-A87F-92474B07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A9CB3C-437C-4A24-98E4-943DEDC8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013CB3-445E-4774-A65F-5FD573AE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82D4E-2C50-489B-B041-24639BE9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BB44C-19CD-42A7-BCFE-6FA35837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D0FB0-EAB3-4A78-A506-EE376EE1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23332E-BF79-442B-AB97-D5A2C857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ENGLISH FOR EMPLOYABILTY (3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46994F-4BF5-4C3E-BB31-C3102C43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0D66D1-223D-4E3B-8BD0-182BC13B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76C0E4-98B9-4ED1-818A-95C5E2B8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Writing: Formal Letter writing (Enquiry, Order, and Compl...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157061-2825-4C66-9EEE-E3DB58EC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1C75CC-A49A-49BE-BD6D-7C374F9B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74887F-3B33-46C8-B2D4-D5FA5201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Tenses - Reported Speech- Voice - Email Etiquettes, Struc...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4D7F8D-5A71-499F-8DD5-A1A25D70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6DF292-1F08-494A-9051-6D7A9CC7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1DDEF0-12BD-4AA3-BD5B-F4EBD67D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Paragraph Writing (Descriptive, Argumentative, Expository...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FEE1F6-5D71-4B5B-9B5E-A3B5DA93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A48369-4E3F-4A9F-9EA1-B380B24A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25C0CF-07EB-4791-BF32-FF968E41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Reading: Proof Reading (Spelling, Punctuation, Grammar)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FC9E5D-D26A-45B7-B70B-17FA0989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A041EA-7479-487B-8FEA-DF0377DC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E570C8-3A05-4A60-8477-7797EB56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Error Identification Exercises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868117-4DCB-400E-B38E-FA6131FE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4A7256-CAA3-4A81-A39F-F6B65EEB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6BB5A7-AD41-4FCA-A41D-91E81375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Speaking: Questions &amp; Requests (non-Wh questions and Ques...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28FC89-3298-44D1-97D3-D48108D3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0B037B-126A-48EE-B898-5FA4D5A7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20609428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50D75B-2150-4B9A-A453-BDA61BF7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5DD85-00C0-4D74-8D72-2C09A0E2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2669F-322F-4BC3-9DCF-B85B4F3F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43E2A-4A4C-43B3-8E37-D2FECBA8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743327-DB7B-4BDD-ADE1-DECC6CB0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79FF0-7193-409B-977C-D72F5EE8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6A1D48-3718-43C5-88D2-74384A25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321C82-6B6A-454E-9870-061E56C6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ENGLISH FOR EMPLOYABILTY (3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C1248D-112D-407A-9B39-D7F27D5A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58A44A-3469-4422-9EB4-5FBA4AEF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7F234-1DCF-42F4-88E4-63BB7FC8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Writing: Formal Letter writing (Enquiry, Order, and Compl...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2FBEF8-D65F-438B-B34A-4AFA2EBA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BF18E8-4A28-4859-8F63-8EAFB9B1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49FCD2-A477-4E00-A81D-8FACA694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Tenses - Reported Speech- Voice - Email Etiquettes, Struc...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20BD9A-5AD1-4E9B-83E8-5866035E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71ACC1-FDDA-4E13-9903-DCBA0C4C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85F257-029B-47A1-8EB5-92D0CB38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Paragraph Writing (Descriptive, Argumentative, Expository...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B9BC7D-3278-4CE7-ACD7-ECF26A50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9FD28F-88A1-4F07-A694-BE4ACC8C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046230-A933-48FA-936A-448467B0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Reading: Proof Reading (Spelling, Punctuation, Grammar)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7B524C-4DF9-4F6A-8655-93D7263A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345162-47A8-4F78-AE3E-E260C01D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C5CB19-C7F5-409B-A145-7F1D4540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Error Identification Exercises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8425E5-636F-487F-B33E-A4C1FEED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150A57-0981-4C65-B2F8-9197F11D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F2B5F4-2D71-44CE-981D-919158F7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Speaking: Questions &amp; Requests (non-Wh questions and Ques...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C27370-E370-44F2-A9BF-DFFFD0A3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16EFB9-E7E5-4DCA-BEB4-43A78578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FE4303-ECDA-4201-8B7F-621A2F43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4849289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69E411-B8E3-433D-89F5-8767547D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C7325-9AA4-4A67-A240-EF06219F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7A966-D5DC-456A-9A48-DA9AAAB0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BE08A6-1D02-4DAB-AAA6-BFECDAA0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CDF3F-1FE0-441E-98A8-EE1D182E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ENGLISH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67966-7FCB-4369-8FE4-F4F5DE8A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EMPLOYABILTY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03B96B-1EB8-4B2A-9D2F-EABAB416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Writing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EEB26-C2DA-4895-8C85-F2CE68C7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7FD085-A900-4457-92A1-C856A9A7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Letter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C769AE-667B-485F-861A-30872EB6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Enquiry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79455D-E37C-4D3A-AAF7-283B2C7F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Order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A51648-1F9D-4238-960E-59C69623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Complaint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AE78B8-C50E-4BDF-BFEC-44AE9F36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Tenses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878340-02C1-49B6-98C5-ADDE9AB7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Reported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B240D1-6443-43DD-BAD4-145BB0A8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F896C3-B7B0-4539-AD75-6BB501D7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2061372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AD4C9C-71B2-4774-AE82-F1A9B4C7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39F8D9-E65A-4F28-8BAC-16896AAE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FB8E7-3DA5-49A4-A0D4-A6745120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88538D-ED0D-4071-AC97-19B87A73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3DBD5-35D8-4547-8C85-48EF6F71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ENGLISH FOR EMPLOYABILTY (3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3C435-9CEF-4474-8D19-2B74915A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ENGLISH FOR EMPLOYABILTY (3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584FDC-F3B0-44EE-940A-D7B9B2C1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37FBE3-B4A3-4AA0-941B-033E8ECC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9ED310-6791-4317-8118-A3D142AC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9C8791-0952-4096-B468-91AAC95A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C17F21-7A74-4F2B-A004-761BB9AE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346993-2387-4425-8002-7417285F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631DF7-6B15-474F-AFAA-A92F5920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485DD8-B041-44D9-AE3D-4BAF9B44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F04C94-4115-421B-AD7B-8B823A2C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90E497-1EDF-44CE-B8D0-AC676031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20463162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1AA1B2-AF64-4689-8661-97F1025D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E6BA4-BB17-41BE-85CE-E0C43C28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253F2-13A4-465B-A53B-921A1B8E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85F04-86C1-462A-A517-3DC06FF0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35E47-9FFA-429F-A8D8-B899B8FE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64C95-16F2-4F2A-8825-71FBDA70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DBF7C2-A507-426D-B394-01D384E2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CF726A-C51B-4211-BB4F-29972ECE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03CD13-FF7E-44F5-BA3F-F92C9CB3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ENGLISH FOR EMPLOY...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EECD13-B709-4EAC-8393-130F9BE5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B73A2-597F-4AF1-9D29-245972A4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454C9E-E1EC-4B2A-92EC-FAE2C3A4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ENGLISH FOR EM...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4D61D0-0016-49A8-9C30-806DB022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6475C5-C262-4C0C-9599-E94B7742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EADB17-13AD-4897-BACC-61C88E04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ENGLISH FOR EMPLOY...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353927-5A24-48EA-B037-4DA0B207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00BF07-B4BA-467C-B678-EBBCA76A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26EE88-A584-4559-B475-CAD3B475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ENGLISH FOR EMPLO...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8FA7A8-FB4E-4BCA-83CE-5CCDB6F5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8894AC-FC35-45A1-9A38-BA0E7E39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EC211B-90FE-4D67-B737-3EDDCD3D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ENGLISH FOR EMP...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D14A0C-2F08-4B29-B614-1F4AF5C9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025FFE-80A7-4045-9840-A8CE957B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6075930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C88B88-88C1-45C3-BBBB-AADC0AAA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5AD4AF-B95E-4032-8310-1B3B14F8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7D6455-613E-44D1-9878-823AEDEF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7E8F4-0CD6-422F-A3A5-79C28203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8B5DF-81B8-4CF8-AD47-2C530CE9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930DA-BC6D-498D-B471-411C8178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69F5E-9CC3-4788-9A4D-62DBEA7C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E1F88F-6133-4E4C-ABDF-69112E78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5484F-1D08-46E9-B2D8-4E1D8894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6AFA83-F907-4C85-8361-C1399F96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301906-9B62-4CB2-9246-D7DCB799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10F89-429F-49D3-BC98-5AFC080A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9959E4-EBC3-4A2A-B4AB-5B0DCEEF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10B887-CFED-4EFB-8F5D-72103A5C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36777A-5B70-4C76-9C6A-3A7BFBBB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660374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E11618-F9E0-4877-868D-2E964A46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267ED-ED11-4E77-91EC-5DFD2B7D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B9A45-A5B2-4166-9C66-BB09CC93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A792B-CDD0-4CDF-8134-D43B3CEB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7C19BC-3AB1-42CE-B99D-EF0C2974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AD9D43-645D-4075-B173-6F8F35AA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ENGLISH FOR EMPLOYABILTY (3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1F5EC9-5055-48B3-A671-8DEFB31B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E7155-1106-4833-B3CE-896A86BA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13ED1-DDA5-44DA-AA66-A8713D78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617111-5165-45E1-9D8C-BD9E9A75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4659B5-06CA-47CC-9F4C-24B7E2C4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7768135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BC58EA-3EC8-4CB1-BB7A-B820C5FD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58C685-2334-4666-B640-EA218342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85315-5A2C-4AB1-BE3E-23D6D527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98D57-8074-4007-AE77-486225B7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2ECEC-2340-4858-BFA7-0CF14C6F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Writing: Formal Letter writing (Enquiry, Order, and Complaint)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B8B122-B96D-46FC-ACE7-C4BB23A8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Writing: Formal Letter writing (Enquiry,...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C5136-35C7-4AE7-987B-77B901EA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669107-9FE8-44D5-A796-1FA8B6C4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4A20D9-64DE-407C-8FC6-87B6286B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654ADC-60DD-4C16-B3B5-AF26B8E4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DDCE86-768F-4D3D-AA82-68829DA7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028686-3137-41CC-88F0-B90DA7A1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4E8A97-2259-43EF-8DB2-E6530899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9BAA20-2C4B-4E0F-BD4D-8AD901FE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149BE4-7611-43EF-98FA-50A2C7DE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581848-A61B-49CE-8D1C-7D890E02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2636659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F5589E-BD54-4E0C-95DA-3CC49AD9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8384D9-C6C3-45B2-BFBD-210197BA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D8438-647B-4C5A-8C8F-4383303F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719E5-CB07-4FCC-A8B2-90790C3F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71871C-4A7E-4111-A231-09415407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AC578-BB82-42CF-BE69-5BAB4E87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F5F76C-B429-4666-A8F8-8CF6B20E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A1FD34-9213-46E0-B6E4-835E7698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F8DD1-5B5B-4229-AB2F-09F5B581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Writing: Formal Le...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8E0054-72F9-4485-A0E8-C8A83E62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A98245-541F-4F48-9C00-84C8802B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5F9442-6969-4BAC-B2AC-0CB608D9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Writing: Forma...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50961C-0F80-4F2F-AA94-C91E7F28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05C064-18F3-43BA-9189-CADD6DC7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10B2E1-1440-4BC7-B2ED-2A444EAB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Writing: Formal Le...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6EF692-838A-4F45-B40F-EF08D11D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C6A1A5-E298-4E92-9A55-2A9F77E7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EE6EB3-0CF2-48E6-BE16-07D19AAB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Writing: Formal 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C6B263-557A-4356-A8C7-28D0803D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705D27-568A-4117-A792-6F4A1912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7C9259-5EE4-4260-AF03-A59DE0BD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Writing: Formal...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7876B0-D729-4DCC-B5C3-DB7B2CC2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8A660B-1080-45C3-92D9-0E895142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21246460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EC26CF-7957-4FDD-A6BD-CAFC1F43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F9B17D-7725-43E3-B9B1-519FA09F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6E3108-2265-4B69-B93E-94E9D154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70D94-7A97-4ECA-B123-8D503D23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80125-E954-4745-BB9B-E80D1667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21C91-4F7A-457D-A322-17061CC8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69B50B-D77D-47DB-9CE4-88B70D37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BB8999-D67F-4CB0-982A-D15FCD51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304C7F-F7FF-4F0B-B951-27ACBF26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2A8170-FB8E-4351-BCE3-A4753878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374980-2B72-48D0-BB8A-8CF3F23F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13172A-C8E2-4F9D-99CD-86F190E1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CB8E61-C4E9-443C-9665-68169A25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6DEF1E-46B5-49B8-9121-DD41A4DC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A2187A-0493-476A-AB9C-F77E8198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3467100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83D68-279E-4A7C-8CA7-04B2DEFB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5BC75-782F-422B-8A69-F67E12F8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A5FB1-46E5-42E0-9295-1463B0D5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2FEFE-A1C3-4A63-BB4D-811150F8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F4060-68C8-4480-9778-AB886807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63A4E-319D-4C0E-88FE-23D29284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Writing: Formal Letter writing (Enquiry, Order, and Compl...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A1F1D9-6A21-4D1E-9456-F5E4762E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84BA9-2875-4B11-959C-CAAB8810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D48314-15A7-444F-9DD1-0F199399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150904-7A92-4BC6-8CF0-FAF4EC3B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42C9F6-4E65-4A27-809E-CBFB4D77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8346435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F15E08-BEBA-4CF1-8124-6D12C776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6CC12-8AF1-4C97-A5DD-844DC977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856413-8383-4946-8B5F-9464E538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69DABD-DBAA-42FD-89C0-43FF17BF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96E61-7CEC-452B-969E-C24C2E2C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Tenses - Reported Speech- Voice - Email Etiquettes, Structure, Writing and Responding to Emails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956D68-2D2C-4AC3-BF92-61F2385D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Tenses - Reported Speech- Voice - Email E...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7314B-6CA5-4939-B2DF-D5C00BCD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F65DA-2C40-49E3-852A-7961B1ED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5539C-64FB-4B1E-9548-6E204330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13712-AF85-45D0-A615-BF3D68FD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B2212B-2AA0-4599-9256-04724D4D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70B18C-7518-42B8-B52D-4898C6C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8F2447-E04E-4D2F-BEBE-6F246A35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FF222C-6833-46DE-ADF3-38AD4407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0503B9-6922-45C3-A404-9ADEC164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D6F7FB-014B-4CF9-82AE-26644F67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61285876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597D23-842C-466A-873D-B08BB3F4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E78C3-414A-4356-8CFC-E4AE2354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D7F76-0113-4FB4-B506-894A9084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A0BD1-FBB7-48E0-B436-427F41DF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97FD3-969E-4B02-A8D7-C9B5D319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216A37-A659-4365-960B-3DB07288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CCB9E5-5228-4C0C-B2DC-464D8423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D93FE3-3B68-4CFD-BF4D-3DE300F3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B9DAB4-D61B-4F38-9FD8-78577F53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Tenses - Reported...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843A41-DFCD-4E4E-BF7F-FBCA0409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95FB0C-AD3C-48E5-BB04-7C7CBDDA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EBD416-9CB8-4040-A640-EEFCCF20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Tenses - Repor...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C7463D-7CF8-451A-AA2A-07E08664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604E6E-8870-4354-85E0-F627768C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3A8621-5241-413B-A199-12C4C7A9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Tenses - Reported...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E00454-429D-4B31-81ED-01F3496D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7D9AE2-562B-4C61-9D74-4662327A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7E51E3-AD53-43F0-9158-8930C808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Tenses - Reported...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590E32-373D-491D-BDD4-52A21A5E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45931D-7247-47FA-8F2B-8203E6DC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6F458C-E8DD-43D2-8569-2D873030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Tenses - Report...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B293CF-07CA-4ECC-BBBD-64C24B9C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574107-670B-48AA-91A8-2363B895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28261598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208743-C22E-40A6-B255-4B94D202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B57FF-FFB9-4192-AFA8-B3DD497C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06F36-088C-48DC-AC77-801264E8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82B02-7FBA-4FC2-9757-7A68662D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EF419C-A396-49C7-A83C-2A70C50F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D616E-5365-4F7C-80CD-665BFDC3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7D659-8D4B-4F5F-94E8-4DC4BEF1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9C08B-2E9D-4C3C-9F2E-3FA653C7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702D0E-4284-4E26-BD5A-1BE6F7E1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A61261-43AD-42BD-8A3A-C37D9382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602F10-1433-4343-B1E8-7E8ED406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3125F-F1C9-4FB3-84B4-A987D731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B70A63-EE0E-4D78-8929-A9823928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F952EB-37AD-4FA2-BED2-035721B7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A173B3-73EE-4C1A-AC55-8F1D1550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526535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628030-8B5C-4024-B749-C43678CB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5995B-0F50-472C-9F6B-A0115B5B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FDE00-F49C-4EEE-9B3C-F7C3F572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4BEA4-69A5-4858-80D0-75456E5A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05BEC9-E2DB-4EC8-B6CA-93BAB807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D02AE-0754-4549-A9C7-4F94EB40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Tenses - Reported Speech- Voice - Email Etiquettes, Struc...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0458E2-EDC5-4D1D-90E5-8362A51A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5D2EA1-E64C-4030-8BB6-6844FF73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1FD138-318F-4D3C-B20D-A31EFDBD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6236B6-917B-42CC-9649-32DEF788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1E6CC2-BE10-46A1-9E86-79D7496F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26568514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CD31C0-8CF1-455D-ACA0-6D78B23C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D61FD-ADB1-4F51-BCA5-486A70EE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86F0F-6502-4198-A3C6-5C32202B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58DD4F-5AFF-499C-9D93-F7BFA42E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81A82-BFF7-41EA-A9D2-0180A06D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Paragraph Writing (Descriptive, Argumentative, Expository, Short Story, and Narrative), Blog Writing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A0C94-6DBE-41A0-BC20-0E53D97D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Paragraph Writing (Descriptive, Argumenta...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011BD-2006-4E77-874F-AC36B86D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35C75-B0F6-4420-8747-4C88E6DE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672741-CDA2-42C6-8587-288C093D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901CBE-B822-4506-834D-3A8F753D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2CE5D9-12DE-4745-9520-9716E058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DECA68-9AFD-4F4D-9760-9B08AACC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C1EE8A-0FF7-449A-AD75-91ADFEC6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A54B2B-4CD1-4AB6-B82B-8844E357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43E836-CFC9-49F3-92A7-F5C1D42E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6334BE-A466-41E6-A04C-D7C4B33F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68341282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E163DC-C8BA-42F8-A1B9-3D08DCCA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54BCC-868A-4745-95E4-75CFCB2D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58CAAD-09A0-4168-85E9-12EE7253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59BC9-B317-496B-A604-FF8EDCC1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6D627-0DEC-4912-972A-AC29D818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DFD08-B44C-4DEA-92B7-66A8775B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4B697-6864-4325-BA17-1DA296EC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82BF6-29D5-41C3-B343-A8C48014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AE4E48-784B-4921-95D7-9DC52AC7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Paragraph Writing...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23B2B-0AE5-4CE9-A122-A0B04FE0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C3B6B7-F85E-4A98-8592-6DE36C48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B56F82-BC17-49F5-96F5-7DFE56CF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Paragraph Writ...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F599B0-379D-4814-8AAB-F1A09F9E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273A00-433A-4BC0-BE07-4D399FCE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26DDA1-D5DC-4124-9621-F716564B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Paragraph Writing...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4F15AA-78B6-4EF3-BD90-52576E3C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115219-0226-4C8F-B815-5514FAE4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223DA3-BC5B-440C-9591-34C21A07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Paragraph Writing...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E99819-72F7-4696-B706-FEEBD1FA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08046D-CC2B-4153-81E4-971E172C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CFAE27-7721-4D61-8AAD-8C6DFB15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Paragraph Writi...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CC2FDD-1D08-40A1-B37F-36A29F0A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570A0D-BD01-4C28-B3C5-9AC197AF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98561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54080F-3025-451E-88D0-BD4293CA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FFD3C-B1E4-48DC-B093-08E37B28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C14B8-1480-4698-98A3-C4167CF7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74C45C-4BA4-40F4-87B6-39258D28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0AA95-14C2-47DD-9C99-27EEB0A1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796DE-F3D9-4FE8-8CA3-61C5BC3B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42E2B5-3A0F-45F2-AC20-52F5C5A4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47F33-4E92-41C3-B74E-7C7167D4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0E262D-3DD5-40D2-B9E0-6E2F5A9E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8DDBE6-CF94-48ED-98E4-E52E8BB8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631458-23E9-48D8-BBB2-BE5100BC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8A09A8-F1DE-4656-A720-8B5A08A9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EAEA31-A395-410F-B7E7-BD47BA2D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A8892C-1B91-42FB-9A4B-FA7C06EC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711CDB-0599-4D65-80B7-7EBA092C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4400699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5D694A-CE9F-4C55-8F89-98FABAD2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2716F-FD75-402A-9FDF-CAA46291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A91C6E-7C39-4A73-A8F0-89E9BE9C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C0AAEC-5A61-4616-9D41-D2BA52AF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DB8A0-7A71-4B9F-9ECB-1F24D6AD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CB66D-5F43-40AF-9C4E-04EEBFF8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Paragraph Writing (Descriptive, Argumentative, Expository...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8E928-EEC4-4014-BAB6-6989FC7A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A9BF35-8F74-48AD-BCF4-D387C07E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47DCB-BC96-4FA2-9347-B13540ED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48FA3-2530-42DC-83F6-B0D797CB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D952C-E4CC-47DB-AF12-5061DED9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4308021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DE7604-F2C7-41FA-88DE-4A5ABBA3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F58F13-39BD-46F2-8CBE-2260319A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518178-BD96-4ADB-8AE8-D9C9A9C6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94D11-CE64-41F3-B2B4-05820E36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9EA227-0D4F-47B0-8CF7-70E20CE2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Reading: Proof Reading (Spelling, Punctuation, Grammar)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E47EF0-34C5-4390-9842-DAA0B5CD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Reading: Proof Reading (Spelling, Punctua...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419FA-B65A-495F-BD0A-E1A22934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98880A-16A1-4435-8D2A-AEE9EC5B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CC4FD8-9575-478A-B28C-D5A10519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51FA09-1BAE-4ECF-813C-15BC201B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8DC70C-42FC-4965-9FAA-0D4B088E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E3E7E4-94B9-46F8-A1A0-7CA0AD82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4E0332-2977-40F0-BA3D-1A1BBC53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5DF8EF-BC95-4915-941B-FB41C839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6B7681-FBE7-482E-AC42-6C494C72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266A38-72FF-4022-9540-D92AAE03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212089853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93C210-C78D-4986-8C6A-8A3A2A29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BD897-A8CD-4502-B5E2-1A4EBC87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6153D-DF71-43BD-8402-F02C24EF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D5889-52E4-42AC-A22C-47C46120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6BB966-F489-4683-8999-95FD7E2B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3255B-5503-4E5C-95AA-78492EA8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E07BD-3754-4C02-A87F-55E0D478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42FEDA-E6B9-4E6D-8BE3-0E63F8CB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40B46-77DF-4986-9C31-81A94BFD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Reading: Proof Rea...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F5C650-9512-435B-9008-4190DDEA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B72EB6-7D94-4697-BAC7-0B2851AE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5A8F0-9BDD-4823-97C3-46444658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Reading: Proof...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003AD7-2CC1-471B-8488-218CB854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4BB1AA-8B95-4C17-8F7E-57CB2DB9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3C6EF7-D6E3-4809-826D-15BAC946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Reading: Proof Rea...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E4CF4B-3F53-420F-816E-B750B319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8EB722-AA40-4701-AF95-01AC5360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A42006-02AA-4E55-9FBA-F8709F68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Reading: Proof Re...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62527E-0C93-4AEC-8587-481DCFD6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C53F84-46F5-4CA1-A9F3-047C46D4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4CAFE2-B4A5-469C-A1FF-BE41618B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Reading: Proof...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7D90C0-AD3C-4AAD-A1AA-49C09560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B468F1-D2B8-44A4-B1A1-0FFCC145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23030373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FE9AFE-4DCA-4C95-9BFE-8B29F7B7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826976-DCD4-4389-845A-C9C37331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5B743-BF57-4A27-A4BF-5F62C8D6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EB96F-3EDD-41D2-AAB3-AAC6A1F2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244CFD-5C53-418F-8499-7B756689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0F2FC-2613-4FD1-A94E-C37278B4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95198D-691A-48D6-B7B3-94873DD9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BE252-2FE2-4948-95BA-7B633378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8346E-CBC2-49FD-AB8A-AF108E4A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B38F4-38AD-43CB-8B0B-F560A97C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E96AD0-2FF1-4B9D-AAD6-F7D7DDE3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D8A830-EE7A-4926-BB94-155A1035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BEAE77-4C22-4AD9-A7BA-8BDE02DE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ADB313-C009-4C15-A8DB-8B0BCDD4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49C719-ED70-47AD-9FAE-48F52C20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88706036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A6BB05-1363-452A-8F07-D436BE23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9C0D63-1B40-4EE1-B74B-5AE2166A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81EF83-26DA-4297-9CE2-D1280D7B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464FD-CDD7-46D6-864E-92BB7D06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E342D-30CA-48ED-B58F-357258B0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07499C-FC48-4B9F-B472-E7A674D4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Reading: Proof Reading (Spelling, Punctuation, Grammar)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21CE3-7DD6-4E63-84E1-0394F6B4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AE5A88-9142-4717-8A44-B60272FE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754645-DC9F-4899-AECA-08F0694C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010C48-C151-4E99-AB66-63079362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4958D9-0BB6-4D09-A9EA-5A6D1344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24183293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BE82E9-AF62-4AC6-9698-71A65D1C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04D19-F1B1-41D1-B606-13FDBDA7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D0051F-EF1C-4DFE-AABF-78FD50F4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129E2-0C67-4C98-AD5C-D6EBF002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C16EF-DEDC-4AEC-BAA6-60ABD4A2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Error Identification Exercises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B4833-1CF5-4BF7-AC9B-C501F2CA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Error Identification Exercises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F045B-41C6-4B4A-907C-326A9807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A772B8-C454-4DEC-BE88-48B43D87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E4F59C-E23B-4A2E-AB2A-78B61642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23FFA-FF63-46C6-91CE-F1B8487A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45CD98-3915-4628-A602-BE3487EA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9B0055-C1B7-4AC0-814A-CA22E6AF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6182D1-B8B9-4420-B446-8237F506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97D4A7-4FB9-40DC-A3F9-CE6BDF28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A9C782-0260-4667-83C1-7DC99BAF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FB3E14-0A5E-478C-8424-7DB9CB0F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96076443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5A219E-E275-4A1F-9CAC-1C5C869A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6A6DC-2D8F-44F0-AC4C-C8FFFA15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2B8D8C-59BD-49CC-874A-4312A8DF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FB127-950B-4AE4-A5D1-19605E2B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0EBE7-A7A2-4E31-BCB3-E3409F9C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47021D-A488-468A-A0A6-381C1046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197097-B3B1-433C-9DE4-CD0A0686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55C78-0A71-4F38-BDA7-6F217E24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63F6A-806C-4B5E-B1CA-BE0123AC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Error Identificati...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8CF2F5-09AF-48DC-B794-F263C72B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A6D9C8-9F09-46B2-95C7-BA36CCC0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A0AEFC-E736-4351-8243-2240597B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Error Identifi...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9191FE-2EF2-46D9-8F3A-8F0F3958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4DC572-E71E-4AF3-9CE6-A01D7E49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A06B6D-C7C6-49ED-A797-8DEB912A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Error Identificati...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D7EE0A-E842-4E74-9169-D085900E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FDF592-F0A0-4C04-B8BD-ACA189BA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BB1B2F-83A8-4A0E-9271-ACE3518E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Error Identificat...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02A8DE-12F5-496C-8F58-605F4E4B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10F0D6-0D7D-41CE-9DFD-8877BEDB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429889-5948-46A3-A1F8-92CD1166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Error Identific...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9E00E0-45E1-4038-AF98-EC12984B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21E478-AA09-4C67-B83F-462A7023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92021160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D83554-0E67-4AC8-8560-FD4958D3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FC2F1-8B51-4D6D-8B16-404ECFF2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C621F-B307-4B28-BBB4-990CED40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1864B-82AD-4B33-9B7B-E0663F3D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4AE1A-65BA-41C3-8F08-941E3699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7D527-3193-4028-BAAF-5079C724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746142-118E-4333-97E6-313F7806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02486-342D-4617-A068-63A14DEA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90161A-C090-4185-8BFD-D2C2E4D3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761055-4554-42AF-8DB8-137B60B4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6F39BA-0208-41F8-81FC-52133802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53351A-E8F3-4DA3-A494-48FBCACD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29E4E4-D6CF-4300-A449-DD1EEA04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DCED2F-BEAC-4DD7-8BBD-20DB2430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264826-94F6-4251-9B38-8DDC37B0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47409373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5BF505-BE80-4884-B284-B00918EE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77D06-E8D6-45DC-AA3C-24A9DC33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06236F-9D0C-488B-94A1-5C72319B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D4E4F-2BFC-4FC6-AF42-546454B3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6E0BE-23F4-47B0-A28C-C4201203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0B4B00-2109-422A-9FDF-C5114FBF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Error Identification Exercises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1D706E-E879-44AA-888B-3D95730C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F4223E-015B-4C03-A689-678000A7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EB2F7-4CF3-42FC-8A23-6EAE2FB7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4D5E31-0244-49A2-A82A-6432BDD9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AB41DF-7DD5-4223-9BB1-47E6FC09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7060950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3D8938-3066-44B2-9627-E7A06739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5C168-459E-4CA9-8E30-BAA35C02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13617F-A8CA-452B-A600-FBAF3040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5BDD9-D356-48BC-A082-1C01892C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3F61F-73DB-42B5-B82C-92951724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Speaking: Questions &amp; Requests (non-Wh questions and Question tags)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E0AC76-2250-4A91-B7FB-72D2BEFB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Speaking: Questions &amp; Requests (non-Wh qu...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4896C2-12AC-46FF-9F61-38AEBC94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29A277-0607-48DA-ADFE-81C180E9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DFAE00-07E8-4E09-B36B-C04860E1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DF4A5D-0E77-459C-9CDF-28B2F9B3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30A6F9-85D6-4829-B2FC-0FF2B7DE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CAB5CE-A492-4FE9-96FC-482609DE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CF20B3-E784-4E00-B721-8465CEC6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22A588-AF48-40CC-8363-87F61B8B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247BF9-EFE7-4EDE-82BE-D9164595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ED77A0-AA62-4B6B-B82F-1F23A95B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53092800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6D29EF-97E3-4E02-A514-40D146B1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A3F179-F1CD-4A10-8352-17BF0E03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FDA7E-DFCF-41CE-9953-0160919A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51936-A379-4F3E-8CBF-735EAEA9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E1CEB-3DA8-4E87-ADA3-21510445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94470A-EC35-41C4-9771-A3BFC903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021B5-BFA5-42AB-A373-9083FCF3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B1D618-DAE8-4E38-B4DF-6EEC2D6B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8235E-8455-403C-8C65-E8F39EBB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Speaking: Question...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D20D28-8D55-468A-A901-DD2F02FD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BF60FA-EBBA-45DD-8D48-840071AD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822282-B219-43B8-8805-0C071736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Speaking: Ques...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CBB60B-82E8-4E2E-8924-30CC79C2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5BDDC0-75E1-4513-9A8E-F0A82BE3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30D2B0-CA31-476A-82D7-2372E12D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Speaking: Question...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ECDBE9-2ACE-41F6-AC6E-2F13FC5E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D43223-E508-4672-B32A-5BCE2122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14E1FF-135C-48C7-9EB8-288525AC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Speaking: Questio...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CD107C-472C-45C2-BC5B-750F48FB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1F2109-BA41-4EA9-8FEA-08B13261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312EAE-3805-46FF-BB14-74A1EFE3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Speaking: Quest...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8C8F0E-1467-4A7A-BA13-246BB940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C50D06-5E1E-4841-858A-7EE856D5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205586735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141C7B-449B-43EB-AA64-2EEC0082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41689-6A7E-4018-9330-A8B49399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28269-F395-4FDB-B5CE-74DAD91B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2C41C-C41C-4D37-A9E4-3B166AC9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C22400-B5E3-4424-A08A-23332F22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322CF1-0D51-4792-8F32-0D98C13E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164E5-78DB-4844-86F3-3737FB57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19034-A449-4644-A79B-7B93B91D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703916-D0BE-43EC-885E-99D704CD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FBACC8-E2C1-4E07-83BB-2257D01F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C658EF-7ED1-4CBE-A02A-8A91C0A6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069F18-8616-49E9-84F9-C2999270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030545-411A-4C0E-BEBE-3EB01015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56F51E-0762-41B9-B5DC-A01499F4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195CBE-3158-4285-A156-4AC1C568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69203712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0BAA8-2A74-4646-B925-122D1C69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245462-8AB4-4B72-B493-60E9615D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104259-BF03-4D87-8E2F-5685EFC2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018EA5-D8AA-4853-8601-846288C8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62CDD0-BACE-4273-8C59-3FEE0C3A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13A39-DA37-4BAF-91A8-98494822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Speaking: Questions &amp; Requests (non-Wh questions and Ques...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494A8-D9BB-40CC-9C6B-4FB96D6B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028B41-A45D-47C6-9F26-18290B2C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DAE525-3C9B-4153-B14A-8EC02832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DA0140-8DFF-42F3-BAE0-A5AFF864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8E09A8-A9BF-44E4-AA08-324B3737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213550764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7A129-CD17-499E-BFA1-71CD98D8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C52E6-4A86-4F18-A586-B0BD45A1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74673-A393-4F63-AEF1-83B74C9C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A0F9C-88E0-41A6-838D-4D624D6F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F2E3F-1214-4A77-BB30-FDA1ED07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2E0E0-1894-4DBA-8E81-C4D514F3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83132321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563EE9-F29B-40B6-BB6D-43B8E8A3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602C5-FF82-4A15-8DA3-72B9A2DF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72FEC4-0F2F-4179-9A68-4665F071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398C4-97EE-4917-A1CB-E08ACB02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7DC15-6286-45AD-B46C-39F26331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ENGLISH: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EMPLOYABILTY: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Writing: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Letter: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655BBD-703F-4504-8131-A67C6DC3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42875371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B1D3F-8C3B-45A8-85C8-4CBBBDF3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DF4DEF-0B20-4B6A-AE40-F82DBEEC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72E9A-0F3A-4D1E-8DA7-7544D74B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58B67-7943-4980-A5F5-AE8512B5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A2B19-D799-455D-AE75-81B66782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Context: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Stakeholder: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Concept: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Response: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Reflection: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85775-AACB-4AF3-A54E-1BC8CD86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78216860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794FE8-6EA6-4FB3-9A1D-FAD0C873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A2E462-AFFF-47BB-8E38-F95F2689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87890-6C31-4087-8876-7DD3047D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CAD83-3A10-458E-BB0A-9085BE15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9971A-DCEA-42AA-AE0E-D1ACD03E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Writing abstract definitions without a situation, example, or professional consequence.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64561-55A7-4AFB-A767-8EA2872A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58994349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FC2A8E-914C-44FB-B05B-D2D6F28E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C04AEB-FB64-4D32-9CF9-F6AA0B6F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BCAE3-A242-4426-96A9-DB8B8C9D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B7B45-5D95-46EB-B4A3-AAD2D58E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FCE41-949A-4205-BA3A-F57863F5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ENGLISH FOR EMPLOYABILTY (3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Writing: Formal Letter writing (Enquiry, Order, and Complaint)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Tenses - Reported Speech- Voice - Email Etiquettes, Structure, Writing...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Paragraph Writing (Descriptive, Argumentative, Expository, Short Story,...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Reading: Proof Reading (Spelling, Punctuation, Grammar)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2B98E0-D0CA-422E-83F2-68DC5082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372734-81D9-429A-A2EE-72E05F8E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106D1-3FFE-4482-9D61-4FE2EEFA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97915686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ECB503-5B6B-4FDE-8C0C-D67504C8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36504-F3D0-4D59-81DF-52F68519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Error Identification Exercises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28FC4-89C5-4EFD-913F-DA714291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955D3-74B1-4E7D-B975-D4519684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AAF28-6640-40DD-9697-A349956A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37DA7D-F58C-4BB2-8DF7-F17EC373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202DF3-CB2C-44F3-9FAE-C9DCE466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72331-2780-49B2-9BD5-45896306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1902F7-6038-4E0C-B22B-7F3F1228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7CD0E6-274F-4A78-B6E6-D29AC0D9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3B69EF-B71E-4AA3-A010-D050C5BC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BB53CB-7870-4961-BF04-E6065365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FF67A4-59EC-4F8A-A788-603F1B62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7D823A-756A-4D0A-B82D-90402D92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B92F4F-E79A-41A9-AFCB-9E16ACAC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578DA5-78A6-43B3-A8C8-EBAE21B5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400B6A-7999-4E3A-A40A-B497B4F6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C7B02C-C5A6-474C-A594-299FA90E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3CDC79-9107-4C84-8263-04338659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868882-E2E3-43EC-8B33-53D115D4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531143-B494-42DB-A061-2B27CA9D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29D27A-B0FD-468F-BC3F-2ABC404B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381505-252E-48FD-9917-A714F422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BEF588-C1F8-4F30-9C37-4C8982C0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C59317-7FD5-4CBC-866F-67279A2E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B4C71D-9E88-4CA0-88E3-AF316455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B57054-11FB-4BB7-946E-CD3DF66E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2F206D-DF61-4F12-96FD-A42CB531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DD5995-998D-4449-9BAE-A1249E46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1F5D79-E710-4D34-9B1D-A27C1CCE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9BDE88-E8C8-42AD-AFB6-1FED9422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34D93E-2E1B-4BD4-9154-F214E252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58955978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E5C144-66FE-488A-ACAD-4BA7E3EC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D932E-1D7A-4E00-ACF9-B1DF68D0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Speaking: Questions &amp; Requests (non-Wh ques...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5E8E6-A906-498E-B119-604AEFFA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80E86B-7DFD-4479-B089-311EA9A5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80AD72-880C-46EE-8130-44BA6279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FEDFD-F928-4374-9C69-48471FFD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CE477A-8E95-4E4A-91B0-1C6B7063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5571FE-D2EE-406F-9F55-CF545FAE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A06606-7DA5-48D5-9331-410DD5A4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4D5FA-1A34-4270-96C5-17BAD01C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D9537C-890D-41F4-B21F-6C832478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B90C2C-88FE-4E9F-A473-9C58C2D7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7B8E40-EC1D-43A8-AC9E-24A3DEA6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1A2D4F-38EC-4769-9520-90634984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B317A2-9FA6-46A5-85C2-A6743EAA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587B9F-15B7-40BB-9CB3-C9C8BCA7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37837D-FACA-4CAC-8711-3B8ECF08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EF58A8-693F-49B6-8DE9-B8A71198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AF8DDB-4165-4B5F-9258-2DCEBB24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8D4181-439D-4C03-83CE-782EB937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B2CBFB-14D3-4218-884C-C9C791CB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8151CE-7D81-4B8F-9E19-2118B55B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658720-4164-4C47-AFC7-74688853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9482D5-09B3-47F0-9F3F-28D28137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592B4D-B5CA-4285-9573-9367E153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C53B8A-DCE3-46FB-B8F0-BACECE15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08666C-ADD4-4DC9-A2F8-4293D54D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445F9F-B20A-4529-9ED7-50D5F385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29715F-B5F9-40B0-A642-452022F0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4A104E-C363-4065-A360-D3EE64B0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5BB060-80EB-4E91-9D01-FC805499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E33655-5B44-4235-B277-42B382F5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3513552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2026-08-24T16:02:44.9450000Z</dcterms:created>
  <dcterms:modified xsi:type="dcterms:W3CDTF">2026-08-24T16:02:44.9450000Z</dcterms:modified>
</coreProperties>
</file>