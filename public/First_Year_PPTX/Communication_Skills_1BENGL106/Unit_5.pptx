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d84a3159bd49c6" /><Relationship Type="http://schemas.openxmlformats.org/officeDocument/2006/relationships/extended-properties" Target="/docProps/app.xml" Id="R13afd938cd8649fb" /><Relationship Type="http://schemas.openxmlformats.org/officeDocument/2006/relationships/officeDocument" Target="/ppt/presentation.xml" Id="R1abdc2617b704e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17dee0d63e4766"/>
  </p:sldMasterIdLst>
  <p:notesMasterIdLst>
    <p:notesMasterId xmlns:r="http://schemas.openxmlformats.org/officeDocument/2006/relationships" r:id="Rc762693ac12342f0"/>
  </p:notesMasterIdLst>
  <p:sldIdLst>
    <p:sldId xmlns:r="http://schemas.openxmlformats.org/officeDocument/2006/relationships" id="256" r:id="Rf14df047c21f485d"/>
    <p:sldId xmlns:r="http://schemas.openxmlformats.org/officeDocument/2006/relationships" id="257" r:id="Rb473de249db44754"/>
    <p:sldId xmlns:r="http://schemas.openxmlformats.org/officeDocument/2006/relationships" id="258" r:id="R387f445f72714e9d"/>
    <p:sldId xmlns:r="http://schemas.openxmlformats.org/officeDocument/2006/relationships" id="259" r:id="R95ca732054af46c0"/>
    <p:sldId xmlns:r="http://schemas.openxmlformats.org/officeDocument/2006/relationships" id="260" r:id="Rd048df063efa4b49"/>
    <p:sldId xmlns:r="http://schemas.openxmlformats.org/officeDocument/2006/relationships" id="261" r:id="R087ccb6a7aab403f"/>
    <p:sldId xmlns:r="http://schemas.openxmlformats.org/officeDocument/2006/relationships" id="262" r:id="R9c4309341d1144b0"/>
    <p:sldId xmlns:r="http://schemas.openxmlformats.org/officeDocument/2006/relationships" id="263" r:id="R72aa9eba7f744022"/>
    <p:sldId xmlns:r="http://schemas.openxmlformats.org/officeDocument/2006/relationships" id="264" r:id="Rb1b02693cfb648ea"/>
    <p:sldId xmlns:r="http://schemas.openxmlformats.org/officeDocument/2006/relationships" id="265" r:id="R035ee9308d364acc"/>
    <p:sldId xmlns:r="http://schemas.openxmlformats.org/officeDocument/2006/relationships" id="266" r:id="R1f7ff4f57829454c"/>
    <p:sldId xmlns:r="http://schemas.openxmlformats.org/officeDocument/2006/relationships" id="267" r:id="Rb7347d12cca54d48"/>
    <p:sldId xmlns:r="http://schemas.openxmlformats.org/officeDocument/2006/relationships" id="268" r:id="R999f76a17001470b"/>
    <p:sldId xmlns:r="http://schemas.openxmlformats.org/officeDocument/2006/relationships" id="269" r:id="R91df42f996ad4262"/>
    <p:sldId xmlns:r="http://schemas.openxmlformats.org/officeDocument/2006/relationships" id="270" r:id="R724627b6d4fc4146"/>
    <p:sldId xmlns:r="http://schemas.openxmlformats.org/officeDocument/2006/relationships" id="271" r:id="Re259b4fe7d42459d"/>
    <p:sldId xmlns:r="http://schemas.openxmlformats.org/officeDocument/2006/relationships" id="272" r:id="R19b0b61d3444490a"/>
    <p:sldId xmlns:r="http://schemas.openxmlformats.org/officeDocument/2006/relationships" id="273" r:id="R8fa1f879b6b94dea"/>
    <p:sldId xmlns:r="http://schemas.openxmlformats.org/officeDocument/2006/relationships" id="274" r:id="R863e650abe0f4ffa"/>
    <p:sldId xmlns:r="http://schemas.openxmlformats.org/officeDocument/2006/relationships" id="275" r:id="R0a8e79a324a84921"/>
    <p:sldId xmlns:r="http://schemas.openxmlformats.org/officeDocument/2006/relationships" id="276" r:id="Rccdbd4695c6e4c22"/>
    <p:sldId xmlns:r="http://schemas.openxmlformats.org/officeDocument/2006/relationships" id="277" r:id="Rb9470c17096f4be0"/>
    <p:sldId xmlns:r="http://schemas.openxmlformats.org/officeDocument/2006/relationships" id="278" r:id="R1d8b360e84be42fe"/>
    <p:sldId xmlns:r="http://schemas.openxmlformats.org/officeDocument/2006/relationships" id="279" r:id="Rff06ea17efeb44d5"/>
    <p:sldId xmlns:r="http://schemas.openxmlformats.org/officeDocument/2006/relationships" id="280" r:id="R9536088c584542f3"/>
    <p:sldId xmlns:r="http://schemas.openxmlformats.org/officeDocument/2006/relationships" id="281" r:id="R71178295309f4903"/>
    <p:sldId xmlns:r="http://schemas.openxmlformats.org/officeDocument/2006/relationships" id="282" r:id="Rb23678b8271c4675"/>
    <p:sldId xmlns:r="http://schemas.openxmlformats.org/officeDocument/2006/relationships" id="283" r:id="R86a9350f5c6f48ad"/>
    <p:sldId xmlns:r="http://schemas.openxmlformats.org/officeDocument/2006/relationships" id="284" r:id="Ra11f0460a816453b"/>
    <p:sldId xmlns:r="http://schemas.openxmlformats.org/officeDocument/2006/relationships" id="285" r:id="Rc4f7512dde964d60"/>
    <p:sldId xmlns:r="http://schemas.openxmlformats.org/officeDocument/2006/relationships" id="286" r:id="R52c453257a0b46d2"/>
    <p:sldId xmlns:r="http://schemas.openxmlformats.org/officeDocument/2006/relationships" id="287" r:id="R1fef92f95c914d38"/>
    <p:sldId xmlns:r="http://schemas.openxmlformats.org/officeDocument/2006/relationships" id="288" r:id="Ra5b116a3952b44a8"/>
    <p:sldId xmlns:r="http://schemas.openxmlformats.org/officeDocument/2006/relationships" id="289" r:id="R144ca02a526b4425"/>
    <p:sldId xmlns:r="http://schemas.openxmlformats.org/officeDocument/2006/relationships" id="290" r:id="Rb891c838bbc1464c"/>
    <p:sldId xmlns:r="http://schemas.openxmlformats.org/officeDocument/2006/relationships" id="291" r:id="R434298b83aa24932"/>
    <p:sldId xmlns:r="http://schemas.openxmlformats.org/officeDocument/2006/relationships" id="292" r:id="R7d73d6e4821642ce"/>
    <p:sldId xmlns:r="http://schemas.openxmlformats.org/officeDocument/2006/relationships" id="293" r:id="R290fcf986daa4c0c"/>
    <p:sldId xmlns:r="http://schemas.openxmlformats.org/officeDocument/2006/relationships" id="294" r:id="Re5071dc668544f8e"/>
    <p:sldId xmlns:r="http://schemas.openxmlformats.org/officeDocument/2006/relationships" id="295" r:id="R084bf5bacaca45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712c1e25e04d9f" /><Relationship Type="http://schemas.openxmlformats.org/officeDocument/2006/relationships/slideMaster" Target="/ppt/slideMasters/slideMaster1.xml" Id="R1817dee0d63e4766" /><Relationship Type="http://schemas.openxmlformats.org/officeDocument/2006/relationships/notesMaster" Target="/ppt/notesMasters/notesMaster1.xml" Id="Rc762693ac12342f0" /><Relationship Type="http://schemas.openxmlformats.org/officeDocument/2006/relationships/presProps" Target="/ppt/presProps.xml" Id="R8214b8059d514b54" /><Relationship Type="http://schemas.openxmlformats.org/officeDocument/2006/relationships/tableStyles" Target="/ppt/tableStyles.xml" Id="R8d6d319d9c2f46cb" /><Relationship Type="http://schemas.openxmlformats.org/officeDocument/2006/relationships/slide" Target="/ppt/slides/slide1.xml" Id="Rf14df047c21f485d" /><Relationship Type="http://schemas.openxmlformats.org/officeDocument/2006/relationships/slide" Target="/ppt/slides/slide2.xml" Id="Rb473de249db44754" /><Relationship Type="http://schemas.openxmlformats.org/officeDocument/2006/relationships/slide" Target="/ppt/slides/slide3.xml" Id="R387f445f72714e9d" /><Relationship Type="http://schemas.openxmlformats.org/officeDocument/2006/relationships/slide" Target="/ppt/slides/slide4.xml" Id="R95ca732054af46c0" /><Relationship Type="http://schemas.openxmlformats.org/officeDocument/2006/relationships/slide" Target="/ppt/slides/slide5.xml" Id="Rd048df063efa4b49" /><Relationship Type="http://schemas.openxmlformats.org/officeDocument/2006/relationships/slide" Target="/ppt/slides/slide6.xml" Id="R087ccb6a7aab403f" /><Relationship Type="http://schemas.openxmlformats.org/officeDocument/2006/relationships/slide" Target="/ppt/slides/slide7.xml" Id="R9c4309341d1144b0" /><Relationship Type="http://schemas.openxmlformats.org/officeDocument/2006/relationships/slide" Target="/ppt/slides/slide8.xml" Id="R72aa9eba7f744022" /><Relationship Type="http://schemas.openxmlformats.org/officeDocument/2006/relationships/slide" Target="/ppt/slides/slide9.xml" Id="Rb1b02693cfb648ea" /><Relationship Type="http://schemas.openxmlformats.org/officeDocument/2006/relationships/slide" Target="/ppt/slides/slide10.xml" Id="R035ee9308d364acc" /><Relationship Type="http://schemas.openxmlformats.org/officeDocument/2006/relationships/slide" Target="/ppt/slides/slide11.xml" Id="R1f7ff4f57829454c" /><Relationship Type="http://schemas.openxmlformats.org/officeDocument/2006/relationships/slide" Target="/ppt/slides/slide12.xml" Id="Rb7347d12cca54d48" /><Relationship Type="http://schemas.openxmlformats.org/officeDocument/2006/relationships/slide" Target="/ppt/slides/slide13.xml" Id="R999f76a17001470b" /><Relationship Type="http://schemas.openxmlformats.org/officeDocument/2006/relationships/slide" Target="/ppt/slides/slide14.xml" Id="R91df42f996ad4262" /><Relationship Type="http://schemas.openxmlformats.org/officeDocument/2006/relationships/slide" Target="/ppt/slides/slide15.xml" Id="R724627b6d4fc4146" /><Relationship Type="http://schemas.openxmlformats.org/officeDocument/2006/relationships/slide" Target="/ppt/slides/slide16.xml" Id="Re259b4fe7d42459d" /><Relationship Type="http://schemas.openxmlformats.org/officeDocument/2006/relationships/slide" Target="/ppt/slides/slide17.xml" Id="R19b0b61d3444490a" /><Relationship Type="http://schemas.openxmlformats.org/officeDocument/2006/relationships/slide" Target="/ppt/slides/slide18.xml" Id="R8fa1f879b6b94dea" /><Relationship Type="http://schemas.openxmlformats.org/officeDocument/2006/relationships/slide" Target="/ppt/slides/slide19.xml" Id="R863e650abe0f4ffa" /><Relationship Type="http://schemas.openxmlformats.org/officeDocument/2006/relationships/slide" Target="/ppt/slides/slide20.xml" Id="R0a8e79a324a84921" /><Relationship Type="http://schemas.openxmlformats.org/officeDocument/2006/relationships/slide" Target="/ppt/slides/slide21.xml" Id="Rccdbd4695c6e4c22" /><Relationship Type="http://schemas.openxmlformats.org/officeDocument/2006/relationships/slide" Target="/ppt/slides/slide22.xml" Id="Rb9470c17096f4be0" /><Relationship Type="http://schemas.openxmlformats.org/officeDocument/2006/relationships/slide" Target="/ppt/slides/slide23.xml" Id="R1d8b360e84be42fe" /><Relationship Type="http://schemas.openxmlformats.org/officeDocument/2006/relationships/slide" Target="/ppt/slides/slide24.xml" Id="Rff06ea17efeb44d5" /><Relationship Type="http://schemas.openxmlformats.org/officeDocument/2006/relationships/slide" Target="/ppt/slides/slide25.xml" Id="R9536088c584542f3" /><Relationship Type="http://schemas.openxmlformats.org/officeDocument/2006/relationships/slide" Target="/ppt/slides/slide26.xml" Id="R71178295309f4903" /><Relationship Type="http://schemas.openxmlformats.org/officeDocument/2006/relationships/slide" Target="/ppt/slides/slide27.xml" Id="Rb23678b8271c4675" /><Relationship Type="http://schemas.openxmlformats.org/officeDocument/2006/relationships/slide" Target="/ppt/slides/slide28.xml" Id="R86a9350f5c6f48ad" /><Relationship Type="http://schemas.openxmlformats.org/officeDocument/2006/relationships/slide" Target="/ppt/slides/slide29.xml" Id="Ra11f0460a816453b" /><Relationship Type="http://schemas.openxmlformats.org/officeDocument/2006/relationships/slide" Target="/ppt/slides/slide30.xml" Id="Rc4f7512dde964d60" /><Relationship Type="http://schemas.openxmlformats.org/officeDocument/2006/relationships/slide" Target="/ppt/slides/slide31.xml" Id="R52c453257a0b46d2" /><Relationship Type="http://schemas.openxmlformats.org/officeDocument/2006/relationships/slide" Target="/ppt/slides/slide32.xml" Id="R1fef92f95c914d38" /><Relationship Type="http://schemas.openxmlformats.org/officeDocument/2006/relationships/slide" Target="/ppt/slides/slide33.xml" Id="Ra5b116a3952b44a8" /><Relationship Type="http://schemas.openxmlformats.org/officeDocument/2006/relationships/slide" Target="/ppt/slides/slide34.xml" Id="R144ca02a526b4425" /><Relationship Type="http://schemas.openxmlformats.org/officeDocument/2006/relationships/slide" Target="/ppt/slides/slide35.xml" Id="Rb891c838bbc1464c" /><Relationship Type="http://schemas.openxmlformats.org/officeDocument/2006/relationships/slide" Target="/ppt/slides/slide36.xml" Id="R434298b83aa24932" /><Relationship Type="http://schemas.openxmlformats.org/officeDocument/2006/relationships/slide" Target="/ppt/slides/slide37.xml" Id="R7d73d6e4821642ce" /><Relationship Type="http://schemas.openxmlformats.org/officeDocument/2006/relationships/slide" Target="/ppt/slides/slide38.xml" Id="R290fcf986daa4c0c" /><Relationship Type="http://schemas.openxmlformats.org/officeDocument/2006/relationships/slide" Target="/ppt/slides/slide39.xml" Id="Re5071dc668544f8e" /><Relationship Type="http://schemas.openxmlformats.org/officeDocument/2006/relationships/slide" Target="/ppt/slides/slide40.xml" Id="R084bf5bacaca45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969635677644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b6d6650d07443e" /><Relationship Type="http://schemas.openxmlformats.org/officeDocument/2006/relationships/notesMaster" Target="/ppt/notesMasters/notesMaster1.xml" Id="R426d2e36b5a44b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f807d59f6e4957" /><Relationship Type="http://schemas.openxmlformats.org/officeDocument/2006/relationships/notesMaster" Target="/ppt/notesMasters/notesMaster1.xml" Id="R963c569b91e241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91aea1dc4c471a" /><Relationship Type="http://schemas.openxmlformats.org/officeDocument/2006/relationships/notesMaster" Target="/ppt/notesMasters/notesMaster1.xml" Id="R9bd021ab9ed84d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ec7159cb2d4b00" /><Relationship Type="http://schemas.openxmlformats.org/officeDocument/2006/relationships/notesMaster" Target="/ppt/notesMasters/notesMaster1.xml" Id="R7a7da7c1cbdd4d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cf22abd8e3423a" /><Relationship Type="http://schemas.openxmlformats.org/officeDocument/2006/relationships/notesMaster" Target="/ppt/notesMasters/notesMaster1.xml" Id="R27572e6a4452452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64180043654155" /><Relationship Type="http://schemas.openxmlformats.org/officeDocument/2006/relationships/notesMaster" Target="/ppt/notesMasters/notesMaster1.xml" Id="R880ebf8748b74f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a7c0264a4e4914" /><Relationship Type="http://schemas.openxmlformats.org/officeDocument/2006/relationships/notesMaster" Target="/ppt/notesMasters/notesMaster1.xml" Id="R12b349ff360843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7f921079e8a42e1" /><Relationship Type="http://schemas.openxmlformats.org/officeDocument/2006/relationships/notesMaster" Target="/ppt/notesMasters/notesMaster1.xml" Id="R6cf69842a8d54de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592141ec1bc496c" /><Relationship Type="http://schemas.openxmlformats.org/officeDocument/2006/relationships/notesMaster" Target="/ppt/notesMasters/notesMaster1.xml" Id="R43cc42209083485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359eb1562e54d82" /><Relationship Type="http://schemas.openxmlformats.org/officeDocument/2006/relationships/notesMaster" Target="/ppt/notesMasters/notesMaster1.xml" Id="R2a90d729df32427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31bfe5e60e04218" /><Relationship Type="http://schemas.openxmlformats.org/officeDocument/2006/relationships/notesMaster" Target="/ppt/notesMasters/notesMaster1.xml" Id="R479004b6e237431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1b91210092b4912" /><Relationship Type="http://schemas.openxmlformats.org/officeDocument/2006/relationships/notesMaster" Target="/ppt/notesMasters/notesMaster1.xml" Id="R13cdc3ec0ec940c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4fe1fbe0b104eaa" /><Relationship Type="http://schemas.openxmlformats.org/officeDocument/2006/relationships/notesMaster" Target="/ppt/notesMasters/notesMaster1.xml" Id="R5dfe783212de4be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d73af27b0e448d0" /><Relationship Type="http://schemas.openxmlformats.org/officeDocument/2006/relationships/notesMaster" Target="/ppt/notesMasters/notesMaster1.xml" Id="Rc89a1062fe524ca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9f08bd95eb948ca" /><Relationship Type="http://schemas.openxmlformats.org/officeDocument/2006/relationships/notesMaster" Target="/ppt/notesMasters/notesMaster1.xml" Id="Rc19eccc5d2694ce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332a385899f4d12" /><Relationship Type="http://schemas.openxmlformats.org/officeDocument/2006/relationships/notesMaster" Target="/ppt/notesMasters/notesMaster1.xml" Id="R5cfb0d4feeb743a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d68ca7e98e9459b" /><Relationship Type="http://schemas.openxmlformats.org/officeDocument/2006/relationships/notesMaster" Target="/ppt/notesMasters/notesMaster1.xml" Id="Re883101b2a6d4e6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00d0c9773064b88" /><Relationship Type="http://schemas.openxmlformats.org/officeDocument/2006/relationships/notesMaster" Target="/ppt/notesMasters/notesMaster1.xml" Id="Ra8b5f86fce0f4bb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f007eb566f24d91" /><Relationship Type="http://schemas.openxmlformats.org/officeDocument/2006/relationships/notesMaster" Target="/ppt/notesMasters/notesMaster1.xml" Id="R36db80946ef4449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460461cb6684084" /><Relationship Type="http://schemas.openxmlformats.org/officeDocument/2006/relationships/notesMaster" Target="/ppt/notesMasters/notesMaster1.xml" Id="R2f8e179033e5483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e6729009f604b11" /><Relationship Type="http://schemas.openxmlformats.org/officeDocument/2006/relationships/notesMaster" Target="/ppt/notesMasters/notesMaster1.xml" Id="R0e7a74bf90a2445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d432e3d8998442d" /><Relationship Type="http://schemas.openxmlformats.org/officeDocument/2006/relationships/notesMaster" Target="/ppt/notesMasters/notesMaster1.xml" Id="R8f0e91ed58aa423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9deea83c0c744f3" /><Relationship Type="http://schemas.openxmlformats.org/officeDocument/2006/relationships/notesMaster" Target="/ppt/notesMasters/notesMaster1.xml" Id="R0add191ecb67478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9b5d3dae53e42af" /><Relationship Type="http://schemas.openxmlformats.org/officeDocument/2006/relationships/notesMaster" Target="/ppt/notesMasters/notesMaster1.xml" Id="Ra219f49465ae40a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8ba77f4d1c84c16" /><Relationship Type="http://schemas.openxmlformats.org/officeDocument/2006/relationships/notesMaster" Target="/ppt/notesMasters/notesMaster1.xml" Id="R873edf7a70fc49c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28ded9a72e04641" /><Relationship Type="http://schemas.openxmlformats.org/officeDocument/2006/relationships/notesMaster" Target="/ppt/notesMasters/notesMaster1.xml" Id="R357829b23556480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5530308ae9a4056" /><Relationship Type="http://schemas.openxmlformats.org/officeDocument/2006/relationships/notesMaster" Target="/ppt/notesMasters/notesMaster1.xml" Id="Re8299e5c453b4a1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61867a32acb45a8" /><Relationship Type="http://schemas.openxmlformats.org/officeDocument/2006/relationships/notesMaster" Target="/ppt/notesMasters/notesMaster1.xml" Id="Rba9f727b096144a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587eb6a1cff4ec1" /><Relationship Type="http://schemas.openxmlformats.org/officeDocument/2006/relationships/notesMaster" Target="/ppt/notesMasters/notesMaster1.xml" Id="Re130dddb22d24aa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eb688c7c4c24d29" /><Relationship Type="http://schemas.openxmlformats.org/officeDocument/2006/relationships/notesMaster" Target="/ppt/notesMasters/notesMaster1.xml" Id="Rfb1c68159a254ee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db095d4dfc540d4" /><Relationship Type="http://schemas.openxmlformats.org/officeDocument/2006/relationships/notesMaster" Target="/ppt/notesMasters/notesMaster1.xml" Id="R4397317b78dc42d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ae87420cb934618" /><Relationship Type="http://schemas.openxmlformats.org/officeDocument/2006/relationships/notesMaster" Target="/ppt/notesMasters/notesMaster1.xml" Id="R60950156dff341b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2330307d0684f51" /><Relationship Type="http://schemas.openxmlformats.org/officeDocument/2006/relationships/notesMaster" Target="/ppt/notesMasters/notesMaster1.xml" Id="Rd95e6dc8fd1e42c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73153fbd59a45f3" /><Relationship Type="http://schemas.openxmlformats.org/officeDocument/2006/relationships/notesMaster" Target="/ppt/notesMasters/notesMaster1.xml" Id="Rd51f304919b24def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5e56ffb864e494b" /><Relationship Type="http://schemas.openxmlformats.org/officeDocument/2006/relationships/notesMaster" Target="/ppt/notesMasters/notesMaster1.xml" Id="Rdc34d37a66fa4b1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b2e44f86c3345e5" /><Relationship Type="http://schemas.openxmlformats.org/officeDocument/2006/relationships/notesMaster" Target="/ppt/notesMasters/notesMaster1.xml" Id="R0828c8bac84541d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9d4c3206043482e" /><Relationship Type="http://schemas.openxmlformats.org/officeDocument/2006/relationships/notesMaster" Target="/ppt/notesMasters/notesMaster1.xml" Id="R3d4f5e37cb9d4e38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c0b405f51a547f1" /><Relationship Type="http://schemas.openxmlformats.org/officeDocument/2006/relationships/notesMaster" Target="/ppt/notesMasters/notesMaster1.xml" Id="Rdb83705210824e2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871849d5af604498" /><Relationship Type="http://schemas.openxmlformats.org/officeDocument/2006/relationships/notesMaster" Target="/ppt/notesMasters/notesMaster1.xml" Id="R767bb95464e24bb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0744d01e41d448e4" /><Relationship Type="http://schemas.openxmlformats.org/officeDocument/2006/relationships/notesMaster" Target="/ppt/notesMasters/notesMaster1.xml" Id="Rdefd68f75cac44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e6b77450d34f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c3022e0df24495" /><Relationship Type="http://schemas.openxmlformats.org/officeDocument/2006/relationships/slideLayout" Target="/ppt/slideLayouts/slideLayout1.xml" Id="R3c7ddd4d2f724f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7ddd4d2f724f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bfa5dfcfd74602" /><Relationship Type="http://schemas.openxmlformats.org/officeDocument/2006/relationships/notesSlide" Target="/ppt/notesSlides/notesSlide1.xml" Id="Rcaa8e9b512e243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cf98443b1e4da5" /><Relationship Type="http://schemas.openxmlformats.org/officeDocument/2006/relationships/notesSlide" Target="/ppt/notesSlides/notesSlide2.xml" Id="R3b189703e20d44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762f67301347c2" /><Relationship Type="http://schemas.openxmlformats.org/officeDocument/2006/relationships/notesSlide" Target="/ppt/notesSlides/notesSlide3.xml" Id="Re0784e3e3a9b48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2a28b59f0c4119" /><Relationship Type="http://schemas.openxmlformats.org/officeDocument/2006/relationships/notesSlide" Target="/ppt/notesSlides/notesSlide4.xml" Id="Raa25eb25b06d4b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0062d4e7b047d9" /><Relationship Type="http://schemas.openxmlformats.org/officeDocument/2006/relationships/notesSlide" Target="/ppt/notesSlides/notesSlide5.xml" Id="R389f9f39548d437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30c44b5e904e18" /><Relationship Type="http://schemas.openxmlformats.org/officeDocument/2006/relationships/notesSlide" Target="/ppt/notesSlides/notesSlide6.xml" Id="Ra6658d48d6124e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fd45f7208c4655" /><Relationship Type="http://schemas.openxmlformats.org/officeDocument/2006/relationships/notesSlide" Target="/ppt/notesSlides/notesSlide7.xml" Id="Rbdc8c1cb76734e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18c8ece342492c" /><Relationship Type="http://schemas.openxmlformats.org/officeDocument/2006/relationships/notesSlide" Target="/ppt/notesSlides/notesSlide8.xml" Id="R25b9115b0b004a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d52b2554a24840" /><Relationship Type="http://schemas.openxmlformats.org/officeDocument/2006/relationships/notesSlide" Target="/ppt/notesSlides/notesSlide9.xml" Id="Rd36d65ac70cf48c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5b314886154016" /><Relationship Type="http://schemas.openxmlformats.org/officeDocument/2006/relationships/notesSlide" Target="/ppt/notesSlides/notesSlide10.xml" Id="R28c2ee79228d44b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0a647931b74c8d" /><Relationship Type="http://schemas.openxmlformats.org/officeDocument/2006/relationships/notesSlide" Target="/ppt/notesSlides/notesSlide11.xml" Id="Rea4a351a7972480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f2478a47f54b12" /><Relationship Type="http://schemas.openxmlformats.org/officeDocument/2006/relationships/notesSlide" Target="/ppt/notesSlides/notesSlide12.xml" Id="Rc984d73bdbce4b1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37afbfc1c74dd7" /><Relationship Type="http://schemas.openxmlformats.org/officeDocument/2006/relationships/notesSlide" Target="/ppt/notesSlides/notesSlide13.xml" Id="R4814c7e6256e49e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6cf02f33374f15" /><Relationship Type="http://schemas.openxmlformats.org/officeDocument/2006/relationships/notesSlide" Target="/ppt/notesSlides/notesSlide14.xml" Id="Rdaa9279cd257487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4262b01d144ffe" /><Relationship Type="http://schemas.openxmlformats.org/officeDocument/2006/relationships/notesSlide" Target="/ppt/notesSlides/notesSlide15.xml" Id="R614de4ede7fb449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24c847109b4c8b" /><Relationship Type="http://schemas.openxmlformats.org/officeDocument/2006/relationships/notesSlide" Target="/ppt/notesSlides/notesSlide16.xml" Id="Raf3d0443ddfd4d5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35c88994c045aa" /><Relationship Type="http://schemas.openxmlformats.org/officeDocument/2006/relationships/notesSlide" Target="/ppt/notesSlides/notesSlide17.xml" Id="Re9eb7443e34e48a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190a4043244780" /><Relationship Type="http://schemas.openxmlformats.org/officeDocument/2006/relationships/notesSlide" Target="/ppt/notesSlides/notesSlide18.xml" Id="R3e28e9c782444ce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d240876d0d4092" /><Relationship Type="http://schemas.openxmlformats.org/officeDocument/2006/relationships/notesSlide" Target="/ppt/notesSlides/notesSlide19.xml" Id="Ra9642eb5603a4e4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de2247b03e44ad" /><Relationship Type="http://schemas.openxmlformats.org/officeDocument/2006/relationships/notesSlide" Target="/ppt/notesSlides/notesSlide20.xml" Id="Ree522f0e52bf4f2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dc4e7886d24644" /><Relationship Type="http://schemas.openxmlformats.org/officeDocument/2006/relationships/notesSlide" Target="/ppt/notesSlides/notesSlide21.xml" Id="R321b8590f50d4fd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eb158abe924cf8" /><Relationship Type="http://schemas.openxmlformats.org/officeDocument/2006/relationships/notesSlide" Target="/ppt/notesSlides/notesSlide22.xml" Id="Rb6346f3ce8064e4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f3cae53d304c28" /><Relationship Type="http://schemas.openxmlformats.org/officeDocument/2006/relationships/notesSlide" Target="/ppt/notesSlides/notesSlide23.xml" Id="R6a7308a36544469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6317b9e8ab4efe" /><Relationship Type="http://schemas.openxmlformats.org/officeDocument/2006/relationships/notesSlide" Target="/ppt/notesSlides/notesSlide24.xml" Id="R7fba0cd86b384eb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9a59b965e34a8a" /><Relationship Type="http://schemas.openxmlformats.org/officeDocument/2006/relationships/notesSlide" Target="/ppt/notesSlides/notesSlide25.xml" Id="R33d71ed6e91f435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5737637a4c4250" /><Relationship Type="http://schemas.openxmlformats.org/officeDocument/2006/relationships/notesSlide" Target="/ppt/notesSlides/notesSlide26.xml" Id="Rffb7a794abaa445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6b39e8045d4ecd" /><Relationship Type="http://schemas.openxmlformats.org/officeDocument/2006/relationships/notesSlide" Target="/ppt/notesSlides/notesSlide27.xml" Id="Ref8496c6974c4bf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966ca4608d46d6" /><Relationship Type="http://schemas.openxmlformats.org/officeDocument/2006/relationships/notesSlide" Target="/ppt/notesSlides/notesSlide28.xml" Id="R738c319d5ac04e9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3e0d2ac2bb4016" /><Relationship Type="http://schemas.openxmlformats.org/officeDocument/2006/relationships/notesSlide" Target="/ppt/notesSlides/notesSlide29.xml" Id="R6d6a44b0ba6242c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4220067dec42fc" /><Relationship Type="http://schemas.openxmlformats.org/officeDocument/2006/relationships/notesSlide" Target="/ppt/notesSlides/notesSlide30.xml" Id="R5b41ca38806d4a7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7ac0f07d3e4026" /><Relationship Type="http://schemas.openxmlformats.org/officeDocument/2006/relationships/notesSlide" Target="/ppt/notesSlides/notesSlide31.xml" Id="Rd9b67fe405f74b3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53b52e4e8f457b" /><Relationship Type="http://schemas.openxmlformats.org/officeDocument/2006/relationships/notesSlide" Target="/ppt/notesSlides/notesSlide32.xml" Id="R11af08c55db949a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ce0e1137ff4470" /><Relationship Type="http://schemas.openxmlformats.org/officeDocument/2006/relationships/notesSlide" Target="/ppt/notesSlides/notesSlide33.xml" Id="R89311b86bde5451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f5a2552be64564" /><Relationship Type="http://schemas.openxmlformats.org/officeDocument/2006/relationships/notesSlide" Target="/ppt/notesSlides/notesSlide34.xml" Id="R4b3bf26082df43b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1d7557f1144ca6" /><Relationship Type="http://schemas.openxmlformats.org/officeDocument/2006/relationships/notesSlide" Target="/ppt/notesSlides/notesSlide35.xml" Id="R5c24ddf7a41b473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5ec55c69f04c77" /><Relationship Type="http://schemas.openxmlformats.org/officeDocument/2006/relationships/notesSlide" Target="/ppt/notesSlides/notesSlide36.xml" Id="R00996b5724fc4b99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84cc6f5d814e84" /><Relationship Type="http://schemas.openxmlformats.org/officeDocument/2006/relationships/notesSlide" Target="/ppt/notesSlides/notesSlide37.xml" Id="Rb384f4d08e054c03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d7824929b0415f" /><Relationship Type="http://schemas.openxmlformats.org/officeDocument/2006/relationships/notesSlide" Target="/ppt/notesSlides/notesSlide38.xml" Id="Rc0d5df9e792b4a3e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157afa90fd425a" /><Relationship Type="http://schemas.openxmlformats.org/officeDocument/2006/relationships/notesSlide" Target="/ppt/notesSlides/notesSlide39.xml" Id="Ra7dffea6088044e2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24b42e684d44bf" /><Relationship Type="http://schemas.openxmlformats.org/officeDocument/2006/relationships/notesSlide" Target="/ppt/notesSlides/notesSlide40.xml" Id="Rb7b66e23f96d42f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605F6E-31BE-4FD1-9E8D-C7954FE1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E01E87-672E-4D7E-8C0E-844F2A8D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APPLYING FOR JOBS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B64DCE-4AB9-4C71-9D64-FEC9E8AB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Communication Skills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1BENGL106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27865E-8F74-4167-843D-5286D41D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51F914-C381-4D53-810D-07A4E413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BFA879-CB42-4ED9-8D5D-4310A50F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3DA76F-AE6E-44B5-A184-9B39E091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5E2E0D-5A7D-4359-AFFA-01277799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E242C2-8DAD-4CCB-AAF8-952E6631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4F0C09-BE06-41FF-8DD9-5E9413E3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7407E4-F054-4F66-9720-7FA8CF33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74CBA5-D1C0-4C6A-B013-DD229E94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5F540C-C97B-4779-B563-53BED2F3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4033061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005197-005B-45F0-87CA-DDEA18F6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7AC9B4-4553-4011-B81E-C0E4716D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E77F02-D3CC-43F7-BD38-0DA38E41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F9432A-4E58-40EE-9907-F41E5308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EF310A-F3C2-4D84-8FC2-B3B2203D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E5B2E1-D4D7-4381-932D-C649C888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7C3E95-02B6-431B-A029-33362BFB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E982DA-676C-4509-A0FE-B914442B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68D9C9-DB0B-47D8-B3C6-6B783E1C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E5F3BB-1F9F-4A45-A45D-D46D01A5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C2FCBA-FF4F-4F27-A953-13BEFAC4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491CB9-FA5A-495F-B237-836F38A9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C4C083-3A20-4F71-A605-70A3D3D9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DBAEBD-F66C-4739-9733-6E23ABAB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3A5A5B-60CA-41C5-AC87-42F9A163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6659352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062C69-148C-4A06-92A4-02FB5E93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4A8B6A-0084-4105-B0AE-48BB5364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520F2A-DF4E-4834-AEC1-BA87E845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9812A7-4A1A-4794-A8CD-A6E6B45B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7F8BC6-FFFA-4714-BE1B-5775CC6C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A1EC6C-71E1-4B32-95B4-C8273B98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3E7567-FEAA-4D65-AE56-105E8AC0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90AA35-D0CC-4ACF-BDA8-7133B964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98731F-321F-4030-899A-817A9E12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APPLYING FOR JOBS (3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0AD940-2019-4217-BD4B-88DB740A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472DA1-D554-43B0-9A35-C01E6089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861DC8-172D-4679-A371-673F040E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Listening: TED Talks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324263-6289-4767-8126-8A1F63D3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D57027-68E5-46F9-8CD4-0E939C3A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7CC204-EC44-4EE1-8853-EDB94168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Speaking: Mock Interview, Telephone Interviews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1BBAA5-4332-4A00-B451-349364B6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3F5459-1D42-46D4-8332-F1B46535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59D60D-1D97-443C-A1A7-0965451F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Reading: Reading a Job Interview- language used in formal...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1217BA-883D-4271-A2C7-DB40A230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9E4DB6-FF9C-48AB-B8E7-7F2A1504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6AC2C2-3CE7-4346-B7F1-526D5AB1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informal tone, non- verbal communication cues, Statement...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6C53BE-0B5B-4F1B-9807-4DBB7AF4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829605-0689-452A-85F6-E1F75C1C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8E896B-7581-4C46-91A2-4BBF2495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Grammar: Conditional Clauses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0D2740-04D5-4503-A506-BAAE98F1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C73A9C-1DD5-4D14-839C-47FA0B69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FFCB6C-1F9D-40E3-85C9-1CCA5BC8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Development: Technical Vocabulary, Purpose Statement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EF4BFC-774C-4B13-87F0-2B02A1F4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159B3C-BD5E-4AFA-BC14-74BA0BCF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176970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F20747-FE56-4853-88D8-AA2D1C04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8B64F1-B705-4356-8C4D-1E34E339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F3BAE7-1AB3-47AB-A128-A0BAEAE9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3A4635-79DC-4537-91B3-3040D48F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E49781-E8FD-491E-BC7E-7B4BB081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1A8187-7D40-4A16-9C5E-0A049052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0FD92-D3C4-4FD1-A7DC-A91C1145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E58418-0F6A-4AE1-AE50-9512B316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APPLYING FOR JOBS (3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2A6418-76C8-42CA-9092-F6BE0FDC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55F11C-AB21-4B09-B4A3-D7788B70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EF14F5-6465-46DA-8623-1E27CFDA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Listening: TED Talks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FA489D-C351-485A-A69E-EB295FB6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665F66-EF73-4ED1-ACD0-31F229E4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4A66C8-6F9D-43CC-9CCB-604E95A1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Speaking: Mock Interview, Telephone Interviews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D32FE8-435F-474C-877B-495C9829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E445FB-93E2-4B19-84EF-C6E6DFAB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8E7563-51B9-4E0A-8CCE-BCECB17D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Reading: Reading a Job Interview- language used in formal...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C9F95E-04CD-4E15-A3D5-9FCA1B02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D8CB6D-4099-4670-952F-861D123E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06FF3A-155C-4647-8169-AF22DAC5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informal tone, non- verbal communication cues, Statement....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35BA54-7F1C-4767-B007-D61A1C72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6F5C5C-BFB5-4527-9B18-5F467BBA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120F47-B3AD-449B-AAB4-37EB1DE6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Grammar: Conditional Clauses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E7DF62-0B0F-413B-87AE-1AA99FA8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CD04DB-C657-49AF-B00A-8875785D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EEF145-066E-40D4-B3D1-D330D0B2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Development: Technical Vocabulary, Purpose Statement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18C81D-F27D-451A-9BE9-EC8AD139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646E2C-B4D9-4BF9-80B3-E5C9ED9C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E9C05E-E0A4-4AF2-A3B2-27A97049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5888659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2DC8B8-54FC-449C-80FD-3B1FA77E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2E107D-8315-443F-8961-2A9F0FD7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4D9C0F-780E-4318-AFF0-7976C73D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C5B9CF-89A2-4D3F-B0E8-11F4A6B4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68F96D-43CD-4ABD-89FE-F275600E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APPLYING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9ED054-2427-43E7-A187-47AAE673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JOBS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9FA49E-90D3-4399-9760-22EA4C39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Listening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8DB27A-5648-40B5-B934-7E922EAA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Talks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1FE9BE-FC05-44C4-B413-82A56E5F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Speaking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6C39C8-E088-497C-8A25-E6A0C272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Mock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460165-3679-4F69-8EB4-18F4D53D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Interview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788AD4-C918-4C43-9E64-A6CAAB1E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Telephone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49FCB4-8F91-470E-8C6B-17D448F5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Interviews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9D6038-C9A6-44B5-82C3-7F475507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Reading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950D9B-E067-4F65-99C1-1B21416D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DAC046-F1EC-4892-8458-3B3E8A94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5412009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905206-C969-49E8-A64D-1A279EAF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549DC0-5E73-466B-8354-8A8394A5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74E930-7F18-41DA-BFA5-98C68A13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61249D-7EA6-4A92-B081-02F3E29F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F6B912-C3B9-4D96-9DFB-5B9ECB82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APPLYING FOR JOBS (3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5B820A-FEFB-4596-9C7F-85F92C54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APPLYING FOR JOBS (3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ACF248-F9CF-40F9-B896-1D90A526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E1F958-83B4-4FA5-9CFA-FC6ACA8F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8E7A9C-D63F-406A-9FA5-2B46BEF4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4E0B20-B4A7-4598-A0F1-CE36815D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FAF16E-5F8B-4B5B-99DA-EB7D14B4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B1BF85-3233-4DCF-8859-5E6D4B67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8DE09A-FB7C-453F-B618-327CEBCF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826DDF-4C8A-49C2-9E59-02FCA50E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D7C6FC-E1EE-43C9-82D2-8AC6911B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BEE62F-5F49-446D-A55B-2B377217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6686647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028428-573A-43C3-A400-1D543236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0E2311-BCBB-46B9-BAC5-8FB98625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D9DA84-0849-4E00-B7DE-6BEEB87B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4E9A71-BF8F-4E2F-BA37-B7C95F6D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2E2143-D44B-45A7-90FD-C6E35432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3C19A2-FD83-4C63-BDC1-6A961631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1A2649-2268-41D9-8282-D73CCC5D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63F0C6-ADEB-4FE3-B588-6E87C59E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65F4AF-0838-4AB6-911B-689F070D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APPLYING FOR JOBS...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34CD3D-CE3A-44EC-AF5C-7B4EF34B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8E9058-929C-49A2-8801-BCE84CBA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C8A694-2C23-4EC8-9362-E10FEA5B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APPLYING FOR J...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C48C1E-11AF-4DA7-985C-86D6BE35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503B08-2CBB-4E03-9BE7-7909BB44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1AAB5E-B979-4DC5-9B58-E8173408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APPLYING FOR JOBS...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FD34F4-AA7B-43A7-805D-76381568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9364C7-9730-4FAF-A15E-C7BBCEA1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9EC47B-D5B2-4640-ADEF-30F6F41A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APPLYING FOR JOBS...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0F7E25-77ED-486F-90D5-D775D7FC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69EB71-FABA-4C28-AF08-5FAAE5A7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AAC4D0-9548-466A-BD29-1D848070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APPLYING FOR JO...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E8765B-9F65-4D40-B7EE-30C791E6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5F4DDC-61D1-4489-9C55-41FE8E9B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2587204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C9AA33-13F8-4E1B-A73E-972FF27F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383897-B91C-4DA9-8287-D376280C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8532FA-A9A1-4127-89C6-B0375801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D3AFE9-724D-404E-8516-BE5686BA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37727F-A5C5-4B33-8AB7-DEDD5C0B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6BB43D-FF3F-430A-9637-1D552CB5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30BE60-204D-4C9B-AA05-53D18800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421F4B-1438-441C-BB2D-0CB92EED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F0CE61-CCB1-4109-B5BA-6B03A381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FD9AAC-3DCE-4DF6-9AD6-22F30A84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E7024A-FAC3-423A-BE3E-BCE25D91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DBC1D8-25BB-4360-B2AC-42FCA3E2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70F329-B644-4A7F-A928-D27E8991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27BF9B-5EE8-4E4F-9982-F600A769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4539A4-7D7F-416F-8D40-2560689B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9399207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85383D-BCD6-4E39-9D8A-BD8B8BBD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F7C0AB-41F0-4A75-9809-C335AC02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0979C6-2466-4615-9FF1-8F1A5721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772DB4-3B41-4B22-82FA-E1920B29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629042-DCC8-4736-8B4B-F6C1F9F0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B889F2-348A-4F4E-B5A6-67AB47CB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APPLYING FOR JOBS (3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C5B8DA-00D7-4703-9307-5165CAF5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EBE49E-F3AE-49CB-AB23-AE3AB229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B4B98A-DEE6-4CF4-8A9F-CA2F4E62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AB8E90-C382-41BA-BC87-D11782DD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A4A2C5-3805-49C9-B7B0-749338D1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8032445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B0EE78-39FB-4F0F-AD73-78162219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3193C0-9DA8-4527-B795-714A1A7F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954BE7-B7B7-444E-9DB9-E2E139BF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AE90F9-D038-4F50-B3EA-1286A44E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035691-64BD-4A34-BAB2-AB2DF1F1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Listening: TED Talks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7F8379-2789-4ADB-BBC3-61DDB97D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Listening: TED Talks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BC9454-8FCF-4D9C-9A8B-480DC1E5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6AEE3E-DCBF-47A2-BA75-FC19D607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DC0CEC-C834-44E0-8ACC-4DE78799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5F5CB2-427B-49A4-A808-B88D8E09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C152D8-E6BC-4359-86D1-A01BF590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229226-D0B6-4129-BABF-ADFFDB4D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55295C-534C-44B7-947A-672F52CF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62A995-E7A9-4060-9502-4ED027DA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8CDA0E-3BA5-4BDB-A57B-D8631080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D828E7-131A-4DE3-9B0A-9E7FB6B9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14740780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3C9E7A-6282-4611-866C-D5BE3DC4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D63BDB-2C8F-4600-9C60-BFB37740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53DD8F-FBA5-494B-B698-EC744AE7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D09B0B-549E-4EEE-ABD5-59CB9859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994863-1478-4B74-8DD2-E7307DF3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205E22-76CB-433A-A1EB-E3D31C9E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9E3F7D-FC5C-433E-B7A0-69C25FA8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D96E85-3B38-4DE8-866D-DAAFD368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3B4C4A-75BD-4287-A87B-C40DEBC9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Listening: TED Tal...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922A8B-4B07-447C-9F07-06150A18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65CC96-4E5D-4EE5-AF03-5B6C1EB0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C60F45-675A-4650-8647-C0B373F5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Listening: TED...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D12C1A-0A9F-4A97-B82D-D8604F06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91BBDD-CF1A-40C3-A534-7ED680E0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211345-6B2B-4955-ABEF-FF37DDD1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Listening: TED Tal...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B9260F-CD2D-4374-92C3-5C135E21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A641CE-C210-4582-97C7-D6D6338A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065C29-02C9-443E-A072-B0624666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Listening: TED Ta...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0251D4-DD4B-430C-BFE2-B56BF300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D9C286-53C2-46CD-877E-46D29E3F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59EFA8-2C85-4AC7-8161-9D687269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Listening: TED...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A3AA92-E93C-45BA-9B17-B5AFE544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F81E4C-B063-4402-ACDF-2BD121EE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9329230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301EF0-2CA1-49CA-880F-EE2BBD05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ADD41-B47C-4995-966B-19853033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EEDDA6-348F-4CD7-9610-C5AFD1CF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71D8C-B09B-4D43-BA75-B310DF0F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3928C2-0DCF-4AEC-9389-D39BE468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945628-FD71-4395-B703-53EBD317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DAC0C1-23A6-4479-94D2-56229F8A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9C1231-506D-48E7-AFDA-C8F63BA0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262C17-4D0A-4646-A3EC-F74BD6E1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F1C8C6-B550-487A-AC31-D42303B0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3CC9D8-91E6-4227-A836-0D17E979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8C2BDD-F0D6-420D-A948-3654D632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CDB1E3-1292-4509-BCBC-CD5D5947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FF2371-0775-4D1D-B4BB-6A9160CA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1143BB-AC50-456F-ADCC-D875329F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30117374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EE5AD0-28BB-4A54-B9C0-D81B5A31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B39CEA-CDF8-4818-82E8-F8143B8E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27E9C9-5C33-4486-B1C2-8B475CBF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B685F6-B4DA-471E-9231-FF866CA5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B4259C-2196-48DA-9200-00EAA2F7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019919-F4DE-4EB8-8BDC-B7076541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Listening: TED Talks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EADC90-0C3A-47CE-A342-9D230418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1E4096-DF29-4332-AA86-F1F620C9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07A923-FDD4-4F1E-AE1E-D90BCBC6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26E9F9-EB02-4D36-8100-D2596B6C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C18E2C-5742-4640-8399-1644D438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29107504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F86B7E-E2A4-4E24-9621-19B471E0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855B00-5211-4D3B-AF7A-446F6FB8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A9BFB2-0B97-43A3-AB5E-DF19243B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15DBC0-FE9C-47C7-A6E7-C94375DF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02A111-B659-4976-8E81-068336C8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Speaking: Mock Interview, Telephone Interviews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CDBD1C-05D8-4D90-A1A3-799FBB70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Speaking: Mock Interview, Telephone Inter...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4B2B09-A227-4A14-AFFD-033CB646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50C9CC-6EC2-4B75-A389-37ACD32B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189F63-EC8E-4564-91F5-BF6A3086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4B165A-8D76-43FC-8914-66477754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60EFA3-4040-45C1-BB40-5461CCC6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7C065C-1061-4AB5-BE51-553D1761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864DE3-109B-47B5-8DD6-A876A2ED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BDFBB2-63DB-4444-96DB-E6BFF2BC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2BAC84-9FC9-4AEE-B290-E5A8CF0E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8E24EA-7B8F-4DBA-8BCC-0322231C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90934999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5EBBFD-816C-4096-931A-B757CB90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3F8CE-290F-44EE-89A0-05263F81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733094-A92D-4E10-8BEE-51E23EC7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2C1C1F-BA3A-43B4-8A9E-0313ABD4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84D96F-F7ED-4C76-8A45-E65EDBDE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45D7E5-7208-4908-BD54-436C8797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D34B45-AE30-4210-B2DE-1D834A5F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235115-746F-4CCE-AAD1-34B0078F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2C024F-AFDC-4BF4-8C98-57AD6F8D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Speaking: Mock Int...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8F1C67-8790-41ED-B939-AA3C9B4C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85B29F-590E-4E5D-BCF0-6DD49FC8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A33577-FF1F-4A2A-ACA8-E2DA80BF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Speaking: Mock...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A69FEF-84E5-401C-808E-07F884DE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EEE064-59B8-4791-81B9-E70D9FA4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71D842-C5EF-49F7-A70B-14E4EF0E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Speaking: Mock Int...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B8CDE4-D2A8-4E48-93C8-0E209DF6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AC4B92-4ACA-4A2F-9838-6CC79AF5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2EEB87-DFB1-4E9B-818F-BAD97DC6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Speaking: Mock In...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D222CA-510A-4071-BAFC-4A3037B8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21C429-0C4F-4008-BF9B-02692E62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74B75B-B28C-4E2C-88D9-76CF7D64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Speaking: Mock...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250992-B3D4-48D3-AABB-70C24D0A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0ED93C-0842-4E9B-A738-CB1D4BB9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55182804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CDEEB6-0EBD-49FE-A03A-0CEFCA89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DD364E-42C7-44ED-AC32-DA3E5E7B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FAA56C-2B2D-47FE-ADF2-A9974759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E951C3-3578-46AA-B5C7-AAC9C7A5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33D108-F2ED-4D3E-86B7-3E8725F5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D2C60A-20E9-41DB-84F6-A1B94B85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8E8A2-4A3B-49A1-93F3-2318EB8B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EC15B4-6275-4A2B-8821-AA56827D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5F180F-8735-4920-996C-864DACE2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AC2D94-1F34-4E2B-A9BD-4C5625EB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04398-1C64-4E4A-A0CD-8FFA0F03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F03F4E-4623-49FF-A0FA-336F896B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894B8C-222B-4D65-8646-30742109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843C38-636F-468C-8B5F-B5E1B518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4D3B55-FC1F-4203-B7D3-72C22CB2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31683463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889203-BB0D-426F-837C-7A27EF55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8521BB-7E9A-4E92-8E5B-AAE208E0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A3862C-D571-480C-8389-E32DC9ED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E53542-338E-408D-9571-32BDF0BC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039AB-B130-4701-9F07-AC887B88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99B2C2-E6E4-4369-B990-9E89D557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Speaking: Mock Interview, Telephone Interviews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1EDA63-4D07-4649-86C2-A6B74563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BB211E-14BA-419E-A28A-981119EC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90C0EF-1010-494C-8F83-6930CD69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D70B26-6809-4474-AF7D-53A318EF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D2FD6C-A4DA-477B-9AFD-AD515150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09261328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431086-73A6-402E-97CD-43982028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6EDED2-829D-4623-A72B-2AFED94F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A4E33E-F08C-4220-8BD8-19E366AB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5149CB-6AEA-4CFE-9C7F-A923BBE9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1788AC-9F7B-44B4-914B-84EC729F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Reading: Reading a Job Interview- language used in formal professional settings, formal vs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FA25E7-015D-4280-B6FB-6E349BD1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Reading: Reading a Job Interview- languag...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92E32A-3306-49B5-A002-E79C33A1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9B1CF8-ED38-484C-9239-94B72D7A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7F159F-A882-4338-BAAE-9C6D08C9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58C9D0-C7EF-42ED-ABCE-8EF987CD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5AF734-2C4D-4023-9BE4-69E7CCAB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41EAC7-619E-4657-9404-1F8140B4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6A302C-D999-4C9D-8C9B-A74EC7C5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F5A4C3-CC23-45E9-A79C-E14FBCA4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1C60BB-82D6-487F-ADE4-C1F6D4D9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2D57D1-6480-4BEF-AC49-67EEF7F2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213071049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8DAC05-2E87-4E14-AEF9-58775B91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8D5E13-77BC-412F-989A-399AC154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ABE9B0-0EBC-4688-A095-D35AD76B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A19698-2264-43CA-85C6-531DF52C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64D05C-2B89-4312-A1DE-ADAADC1F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6374AC-CEE4-45EB-8C2C-0826C84A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C37E53-B2DA-4207-A0B0-922A1D94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8A71A4-91D5-436F-9CE2-8C6964D9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15D1C4-EF45-4014-902C-04F84645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Reading: Reading 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7C06D9-51B7-4DB4-8619-E896E678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4A589C-5346-47D6-ADA2-20ECEEB3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5D0179-D8CB-42B6-9910-F8A88A1E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Reading: Readi...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553C51-FB1E-4E4F-99B2-0CEA61F0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80C9C9-8451-4798-BC9B-8D38334D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FD7B18-E3C7-4D3E-89A2-1EC7E636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Reading: Reading 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0F7B65-5ACF-4313-ADC8-4D25E161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32EB15-8E95-45F5-9705-24B159D4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FB2F95-09A5-4903-B3AD-3BAA8EE0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Reading: Reading...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031A3F-6A5C-442A-8F1E-977EF0A0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DBAA12-80DF-4407-A75E-5123F6FD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AB3F85-2851-4788-A364-8BE2B58A1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Reading: Readin...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FA3259-2779-4D39-A5B0-18D67E07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A80B87-71BE-49AE-BC99-AC9A45B8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03966848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F845BD-B302-4FD7-8871-B9BE4CF4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F42212-0660-45B5-BD49-C9F65CB0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957B8B-DA4A-41D9-9DB8-95669797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C965E1-4E63-4334-B102-CF3A0CA6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8D0659-FAD1-453A-A11C-B85699E2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8C96EF-C856-476D-BD62-144370C7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BA5B1E-DBC4-4315-B6C1-4F9291F6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49EE67-BE6A-4662-9315-11AED65E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FE0273-37F7-48EF-B683-487950B7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3B0146-4DEB-4213-8FA6-9F162A60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9E7679-FB8E-48CD-981C-1A62FDBF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150E32-B3B2-45FB-A028-16E23EF3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8AD7EF-25B8-455F-9066-A9F13F1D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A4582E-AD38-4B7F-A290-925F3B8A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D2D384-326A-4C8D-8892-F07427A2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71898644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9CF2B4-25E4-4FE5-9F56-1E1E2D63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EAE71F-E1E0-4CA0-8CC7-F1650D99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BF46A7-ACD2-4FF6-A37C-F0052D68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EB2455-9F8A-477A-8213-2D1B3E49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189B43-9D86-4F59-8E87-171D64A4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863B3A-F107-41F7-BA03-904243C8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Reading: Reading a Job Interview- language used in formal...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C398F0-FC5A-4E8F-804B-60BFADF6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401F36-2D6F-4A79-A806-0594232D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377FC6-64FF-4D30-A6ED-0A5E8260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4ECCA2-2C5A-4797-8F05-6A40ADBE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C94BA5-944B-4650-B855-4A442A623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209979720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E9D785-F912-456B-B60C-1E064B8D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898F5C-7A13-40DE-A36F-E771D4C7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E41A07-6574-4143-88B7-8C061B99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5F0DA-83AC-4581-BD48-7E205B80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7593F1-7D26-45FA-88C0-DD44E428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informal tone, non- verbal communication cues, Statement of Purpose, Company Profile 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FBDBB7-1CF6-413F-B750-4DA118DD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informal tone, non- verbal communication...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107C75-FA48-4EF9-B250-9FB779D8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90D527-FB8F-4E2E-85FF-6ED47204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434F15-6766-4D39-828C-21C8EFB0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A50A5A-0E98-4A73-85E1-4273ABA2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4D1255-3B0B-4B59-A238-CE73437D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838A0D-CCBF-4765-9EA5-5D7A42AE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4A1919-2662-4505-AFAA-460E268A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5959F1-8027-4A34-A68C-38D3EE98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8E6F3F-DD99-4002-9E90-008726AB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F375DF-A09B-4B27-8122-5FF83BE1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27957432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E1B8E2-29C7-4A9C-984D-CB0BD581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35E34F-CEF0-470B-9ED9-D567D207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9418C4-0A6E-40ED-A9CA-ABE83FEC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6F7BC8-A854-4F2B-B60F-EA82A1F0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21BE18-829A-46AD-9CB5-AA6335B8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080FF8-2150-44BC-8512-96EDC85D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65C0DA-B11A-4581-A427-33B6F4F1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63C865-3D03-459A-8E65-5CB6AA03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5B5BA3-2975-4C38-AAE9-EB3780BA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informal tone, non...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6D4FEF-08AA-4FBC-823F-BFB0F972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8FB422-1E84-49DC-8A53-C2DCAA49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36812D-F0D1-41B8-A487-1F45A5A7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informal tone,...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822973-65F5-425E-9549-1FE50375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A2D9FE-4DB6-4CF2-8EF6-FA0CEB1B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1726FB-618F-4D43-99B0-069143DD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informal tone, non...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E85CE3-7C87-48E6-8DB8-33ED42FE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371654-5E40-406B-B963-5E4B4D6C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152CB0-AEAB-4787-AB66-9C5D7F54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informal tone, no...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D4777F-9D99-4C40-B023-1DB871F5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29D43F-8298-49EA-9DB2-79ADE9AD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7F757D-CA44-485C-B203-057A04FA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informal tone,...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EA5459-83ED-49A4-B9B7-A58AF417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E43838-7938-474E-9C60-57C96E37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66027075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5E4B6B-CDFE-44C5-8811-4D824559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36C28D-4FC3-4F4A-8454-C782E162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40EB3C-68A8-44F5-8F40-0D208C1D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74A9D3-61FA-46DD-B5BB-DE38F081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0B39AB-AE0C-4AE3-A1EB-4A859D1D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026EAB-9219-4A61-AAA0-9E2FB708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853AE-2C7D-47CC-828A-2EF7690E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C1B185-9A7C-4D7B-9FBB-F0251FD3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303D2F-7E3D-46C3-80F1-D5C8FE20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EE361E-8BB0-4A73-A718-0F204E8E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B7B77E-6E95-4797-91E5-DA5EA5EA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9DA99A-BDB7-45BA-B8B8-02966D4F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1D46DD-EA85-498C-A9DB-C100C6FA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097C2D-E6F0-40D8-8024-2922609F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148854-AAAC-429F-B174-A2AFC576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54985955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E569F4-37C7-4A39-9316-87D042E2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141DD1-4874-4C92-B8ED-287A75AE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A61690-86FC-4B00-84C8-68F5934D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ADF1D9-FD3F-4FA2-8967-526610A8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90F07E-8970-4F2D-9834-680835E3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C2FE17-8AEB-41BE-A6C7-5EF42D36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informal tone, non- verbal communication cues, Statement...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CCA0FB-F1C5-4E8D-B8D6-4D76DAE2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336925-E648-43C2-B340-F8B96EE2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C0FE0E-FF88-4D5F-89BE-ADF56091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C684B8-268C-481C-9E86-A7AB07B5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A41DBB-7120-42B4-93F1-BE3BDF09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29930607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C157E3-3FF4-4708-B6C4-2E771B45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5D9854-D0BF-42A6-8701-413EADC7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005304-844D-4BB4-AFEA-8639202D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4C26AE-CD75-48BD-BB18-767FCE73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12F0F6-A30F-434E-A358-0911F67B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Grammar: Conditional Clauses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7439FD-4629-4B3A-8835-55F65455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Grammar: Conditional Clauses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78D27E-1EEC-4FDF-BE10-A0F74F10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6556F8-B60E-4E0C-8295-693B7F24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1DBD17-888F-47C6-9C90-EDA6F4CE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B56C23-97BC-486A-AFAC-43B7425C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93B494-5534-4412-8847-B3811AD8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DC4FCA-0282-4B9B-8149-2EFE6865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E66FA6-A3E3-4319-9A4A-0F620347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4D2AF6-4957-4FEC-A17B-DD9E3CA9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2F2667-6E21-46F8-91A1-BC9CA75C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F49DC8-F4D0-4209-8A26-A77D3C42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39267064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CE9C46-CB6A-4668-BAC1-6D31E33A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F7E9AE-8B1E-4C83-85D9-AD483A2D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7D9024-78FF-4897-ACC0-B55361C4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81D9A6-134A-4FCC-9B8E-5F94D845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4C1295-48C3-402E-A322-6B46A9DD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9C909E-AB3B-471D-B1EB-FEA3B4C5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1904B3-9C2D-40EB-B187-0759CB21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35D249-9A04-466F-B482-1E81A7BE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DBE059-FE4F-49F0-9827-4051A4E4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Grammar: Condition...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7ACFC6-CA9E-405E-B192-298920CE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D23655-FE15-4D55-8D9D-33D28C53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4BBAEA-15A0-4642-A9DE-0F5280BD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Grammar: Condi...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51808D-4E7E-4B0C-95AD-382305D9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4C2249-79C6-4EC4-887C-5F1104E7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D5BFDE-6526-406F-BB54-C5A0209C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Grammar: Condition...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62B028-A2F6-4188-A313-D29CAD99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1C482B-DD59-448B-9804-1EE092C7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F3DEE8-B23D-4525-86AB-1FE8D40F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Grammar: Conditio...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52B4CE-2601-42DA-860E-93683953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D86403-0C18-4178-8FFD-80FCD5AE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B377E9-9874-46E2-9A4A-3D024E42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Grammar: Condit...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CCB2DF-DD05-45C4-9A4F-983E1224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3796CB-C852-47A6-90F3-E975CC9D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46118252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81666D-5E51-4530-B126-CEA3CC53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399389-1357-4204-A0A8-F4B469D6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1E1553-C1FD-46AC-A0C6-B4665BCD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9E2508-42C5-4CA8-9DC3-B411CBA4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FB806B-5069-416F-BFA9-139063FD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75CD79-0B5B-4947-81C3-F0E40455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F645A9-A110-45CB-8809-0EFD94D4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BCB875-FF02-4FD2-980D-9E961147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710108-931A-4B6C-9728-F6E2B204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6F0BF3-0266-43B2-A2A5-0B593531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4F4CA7-CCF0-4B7E-92B7-2ECC190A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7EF577-76A3-46DD-BBA9-C4323DCF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70BA0B-127A-4D95-B98A-2618B203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F97F08-6F21-453C-9001-E387220E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13BCAB-A480-4FD8-A741-6F762F0F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87518193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962537-BF7A-402E-B4BB-BD48565F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B88FF9-4611-41CC-8AEB-C1B23BAA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472627-CEF5-42ED-9FAD-6080EC32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D7CF1E-651B-4EF0-819A-D6D8598A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ED3520-F323-4068-A627-C8635833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89E56C-C56B-4548-ACCD-FD5D0075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Grammar: Conditional Clauses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761E68-BA7D-47C0-BACC-373C42C0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A35A30-C2D7-4BAF-840F-B230D16F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7FF631-0834-422E-86E1-F2F40763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3172AD-6D03-4797-BE30-217BA175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70FE29-BA3B-4A9E-A853-77F0833C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07179753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5D7643-15DE-4991-95A3-F2E94253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EF4886-2DE4-4947-A087-BF1586F7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7A2FE8-55D1-4DAB-8363-EBDBF937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B21C00-3678-4455-9005-41BD89EF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D8351B-52BC-4654-A239-5AC71A36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Development: Technical Vocabulary, Purpose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613B24-F749-42A3-AD78-E3F8FE7B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Development: Technical Vocabulary, Purpos...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69E9AD-E82B-4219-9BFB-E295EBA4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AB74D9-4508-475D-AC0C-3FA3FCE4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C79401-2D83-442D-84B1-03921977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BA1CDC-152A-4181-BABD-E7A4A365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DD9552-9E38-4ED2-B28D-033413E6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76011B-C734-4D26-BAE9-00C9CE7A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2709F0-7C37-4BE9-9C4F-8F3E2A6F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2F9B3A-851D-46EA-9CE5-F47C52EF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083E8E-2060-469B-AFEB-4933112E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7B7B15-EA38-4AF8-A3A0-CEF0F537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07799618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0C7CB1-2C53-46D5-8752-D2B3D59B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417037-8260-4AF2-BB1F-4FFC60D1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9F1B92-F181-4102-B441-CBD2770F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A1E725-192F-4CEE-8394-4E3A8087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AF4304-5F8F-4C4B-A89F-75ACE8DD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68A4A0-FF5E-4D98-95F4-AEEE6D9B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A84553-4A74-4F4A-8F48-EAA580CD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33A1A3-1FB9-4731-A6A4-0AA51B27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A7F9B5-695A-4F81-996C-4964C967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Development: Techn...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DCF0E3-DE81-4D11-9AF3-8F5B1F50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3018E3-85A5-4358-9A56-2D1D0798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61C985-F886-4570-8B67-00C3D158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Development: 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C619E6-7489-4F80-92AF-3C970B33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0B8848-110D-46A7-89D2-2FAF1B90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1B2B72-363C-466D-8FEA-035F36CF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Development: Techn...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0E5260-5A6D-4135-BAC7-198BFB7D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10E7E0-53D8-4255-B2B2-B7998F28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41644A-DF3A-43D2-BCD7-551ABB6C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Development: Tech...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A56724-B587-48E4-959E-AD3EE46C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E5A84D-BD84-43DE-83D3-B948906E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56CE20-C9BB-4EB9-B0A4-2BAE43AF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Development: Te...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06B677-D5B7-4909-9348-85ED49C7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A45977-5C00-46A9-9052-94BBAAE7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202726145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4D5563-6858-4615-90D2-B02DE423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5BD7D9-3302-44CA-BFF8-1B4805BA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14EC6C-CB1C-46E9-81FC-78BA7C1C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C31DBA-FFBA-49B3-9564-66F73F5A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C02247-5D2D-4F62-B335-1864ABE1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FA33FB-CE01-4836-9047-5D238F81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9C6A6D-7D29-4AEB-BC53-94D50D05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AB2346-3FD4-4C03-8786-6B8C4EA8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152EB3-EDAD-46CF-80BE-11C52509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4C808A-E51D-4D65-A8E5-8FA76ECA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5C59D0-E210-40AF-B649-02BA5FA6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65DB67-8BF8-4DCD-B9AD-EEA6D80C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A048CB-614E-495C-A9BE-60A60DF5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3EFD64-DE8F-4550-863E-6539EB3D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879114-41D1-41BE-967F-175E2732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97378944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52EC13-EB6C-4DD6-8EB2-BCBA9DCF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BDF68A-594F-47AC-B1D5-AF0A9427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BD486F-34C3-4B9D-BC64-0FA6915B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00650E-06CC-4E3F-B716-90AD7D2C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1B81A7-E113-4AB4-8BB6-2BBBBA2D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F6E120-A706-472B-BA2F-82E3F227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Development: Technical Vocabulary, Purpose Statement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734360-32F8-4B56-A569-3E5C747D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217388-217E-4CD3-81E1-1F578F69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044281-4905-4673-9AC5-6083FC16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083843-D272-4F99-B2B5-F5330BF3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172B88-E583-40B4-8437-C076195A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64660640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16009D-B21F-4BEA-BD1B-D2524BB6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075B69-D378-496A-8191-1C90407D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80095A-1CC3-4F43-8609-6ECFBCAB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7FC15B-E320-4E86-9B41-FF5A8F85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A8FBF0-7B41-4CAC-A6E6-B7E0A8D1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362763-5AD4-4881-8AB1-E22F7B22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209391392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505885-CF71-446A-87E0-CCD8A485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AE32BE-1985-4CC1-AEDD-15278BC4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F18F76-E242-4036-81B6-04986D94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931247-EC6A-46FA-A031-C2E65861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37C9B3-5D6D-40DC-A3D4-B7372362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APPLYING: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JOBS: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Listening: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Talks: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Speaking: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282BFC-C264-416C-B9BE-8315557E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35387752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1A607C-A661-4C77-A822-C2D312D6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CB6176-0176-4708-AC58-8D28B5A7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6942AE-5B2F-4616-A84C-D25B7595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AF99FD-025A-42C7-BC4B-7C1FE89F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DAEF0D-DA52-45F8-B938-D332C7ED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Context: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Stakeholder: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Concept: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Response: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Reflection: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BDAFB-FBC6-4EC2-838F-B698548F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38248550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9ED1C0-6A66-4EF9-BE65-4BBE2F85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E8409C-D7B7-4B89-A23C-4AB4816C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D5DFF4-660C-4D31-A504-B7CD783D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42BA51-3712-4019-AA44-6BADB634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DDAA1B-EB68-4F4B-ACC7-1C97B76E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Writing abstract definitions without a situation, example, or professional consequence.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3C0E32-694F-49C1-95E9-FB80BD14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29359005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2CF4DB-EDB2-4668-B747-1CDB8313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C35613-8ED1-4FD1-87DA-A6DB5166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32240E-4B6A-4614-9461-B5A49398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C5F813-A552-43DD-94F2-2A3156D9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17D4EA-6C62-4D87-9B48-18CE6D56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APPLYING FOR JOBS (3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Listening: TED Talks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Speaking: Mock Interview, Telephone Interviews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Reading: Reading a Job Interview- language used in formal professional...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informal tone, non- verbal communication cues, Statement of Purpose, Co...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5A379E-7C54-44AD-AFC8-DD557D71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1FE44F-9DD6-491C-A1B8-DD76E31E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0768F7-C8C9-4055-B7B2-A4D00256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78811784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71B32E-3333-4704-B87C-4915B3D6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7E68C-D5D2-4725-B777-509874EE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Grammar: Conditional Clauses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B22F41-E85D-4930-938A-E20D932B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BD75BB-92CD-496E-95BA-1D5A4875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4A9A56-4582-4310-9996-7804EC8D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3F8F66-6685-4741-8247-9C248B14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56F83F-BD01-482E-BDB3-52501B73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64C70E-537A-4487-8A94-C0B2EDCD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492AF1-921C-47A3-A54D-237EDEE6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A75148-9C64-4F00-91AA-228BAC10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26440A-724B-42E1-B6FA-A8C3DE91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7B0731-2B59-46FD-9616-87731E84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A0C2FB-0608-44B2-89FD-65E35F37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06E2B1-FDE4-427A-A045-3E499EAE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A552FA-15EB-43D4-BBD0-F86AE47A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4DA61F-23D9-408D-953A-1EACF438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A88DD1-A79C-4062-B80B-0733553C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D14CD2-1EAF-41FD-8D86-8E7AEEB7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054596-CEDB-4E3F-B443-B7E8B8BF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00A30E-5F36-4DAF-AE14-DFFADFBE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F2242B-DC5A-47F0-BBDE-E764C41D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E20DE5-9DA6-45E9-812D-92061FB7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771BFA-757F-4B9C-A148-48DF67BC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B272ED-314F-487F-BA41-4FD07C27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0CC783-25EF-4B45-9A87-4010B966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CA986E-DE16-41B4-96E5-98029204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3C75FE-536E-40B9-BE0A-BFA7AA1D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755E4C-9B6D-4949-BE75-5A651C6F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9404BA-7402-4FAE-B0F6-514EDBD2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E7AD98-B04C-4EA0-9B2A-A07356FD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D3D717-6B7C-4483-A3F1-66B3EF6C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A5108A-5878-456D-9F37-6D38159A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64169963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CF83BF-595F-494D-98BF-C3AE3983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3D2EF3-1B5E-4D40-8E00-422E48D6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Development: Technical Vocabulary, Purpose...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31B30C-23AA-4D3E-B0D8-2A4FB48A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52ABAF-ED37-48BC-845D-441DA0A7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83AC91-B076-4F78-A847-2213D4A2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B30D78-B56C-4C7A-9425-3CFA27AF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1197EF-1062-4071-A5A3-8F18C6D1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557921-43A9-4712-8CCD-BED3A60A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AC3998-83F5-4D47-ADD9-13AC60F4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D62FFF-B34B-4AE6-8278-38CB0D00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B5CEE0-D47E-4312-8925-44CCF080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8D37B9-231D-4322-89E4-68C1C78D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797910-2844-45FA-A9EB-763F2E2A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CD3164-E853-498B-A2F2-D34DE8CA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3E77B4-3362-4368-AF28-E2DDE65A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F5B920-BECF-49A1-A83C-66F97E3A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EB378A-4FD4-4608-A1E9-E8CB7337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E2E6B1-B4E3-4BE2-9884-F0B1BEB2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B2E71D-F880-4858-8AE7-4D7A2D86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D5EAFD-CA29-4DF2-BD1C-FCECA666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68788F-30CA-409B-9387-A705F466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9E8CF7-0F5C-48DA-874E-7EFB2059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63AF53-91B1-4BF7-ABAD-D4AEB1BC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E8FFF1-E050-4E85-B71D-E6FAE398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10682B-BCBD-41BD-AC86-C6EBA905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4F9A3D-B2A9-4A90-814E-92495CE5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FF9A7B-2C88-45E6-A28F-7C7C1D62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9EB7CC-FBC7-4B16-B901-735FFE61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E3A63B-09BA-40EF-A281-5343AD53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5A3B59-619B-4BCD-9318-77230396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1C8C10-7F2E-434F-8E47-F1A0B485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C54963-092C-4D3D-BDC8-4BB96029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20848685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2026-08-24T16:02:45.3980000Z</dcterms:created>
  <dcterms:modified xsi:type="dcterms:W3CDTF">2026-08-24T16:02:45.3980000Z</dcterms:modified>
</coreProperties>
</file>