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6c3841e73344b3" /><Relationship Type="http://schemas.openxmlformats.org/officeDocument/2006/relationships/extended-properties" Target="/docProps/app.xml" Id="R2e2412bb78424503" /><Relationship Type="http://schemas.openxmlformats.org/officeDocument/2006/relationships/officeDocument" Target="/ppt/presentation.xml" Id="R39e3a3c9748c48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f7cd0ed4141ae"/>
  </p:sldMasterIdLst>
  <p:notesMasterIdLst>
    <p:notesMasterId xmlns:r="http://schemas.openxmlformats.org/officeDocument/2006/relationships" r:id="R173c0a97d26c47f2"/>
  </p:notesMasterIdLst>
  <p:sldIdLst>
    <p:sldId xmlns:r="http://schemas.openxmlformats.org/officeDocument/2006/relationships" id="256" r:id="R3e2e172e06db4a8a"/>
    <p:sldId xmlns:r="http://schemas.openxmlformats.org/officeDocument/2006/relationships" id="257" r:id="Rcb450063a6164fd7"/>
    <p:sldId xmlns:r="http://schemas.openxmlformats.org/officeDocument/2006/relationships" id="258" r:id="R4537e4dcf9054011"/>
    <p:sldId xmlns:r="http://schemas.openxmlformats.org/officeDocument/2006/relationships" id="259" r:id="R632333d7fa7346ae"/>
    <p:sldId xmlns:r="http://schemas.openxmlformats.org/officeDocument/2006/relationships" id="260" r:id="R432c922fe1404e4c"/>
    <p:sldId xmlns:r="http://schemas.openxmlformats.org/officeDocument/2006/relationships" id="261" r:id="R4e84eb59bcba490e"/>
    <p:sldId xmlns:r="http://schemas.openxmlformats.org/officeDocument/2006/relationships" id="262" r:id="Rec7f1e6464ef48ef"/>
    <p:sldId xmlns:r="http://schemas.openxmlformats.org/officeDocument/2006/relationships" id="263" r:id="R567315db99554cbc"/>
    <p:sldId xmlns:r="http://schemas.openxmlformats.org/officeDocument/2006/relationships" id="264" r:id="R2b18a845fa844c31"/>
    <p:sldId xmlns:r="http://schemas.openxmlformats.org/officeDocument/2006/relationships" id="265" r:id="Ra4796750a7194dca"/>
    <p:sldId xmlns:r="http://schemas.openxmlformats.org/officeDocument/2006/relationships" id="266" r:id="R17be2de8ac984d62"/>
    <p:sldId xmlns:r="http://schemas.openxmlformats.org/officeDocument/2006/relationships" id="267" r:id="R76c6f6828b414733"/>
    <p:sldId xmlns:r="http://schemas.openxmlformats.org/officeDocument/2006/relationships" id="268" r:id="Ra6bf70aa898c4bb1"/>
    <p:sldId xmlns:r="http://schemas.openxmlformats.org/officeDocument/2006/relationships" id="269" r:id="R24e85fb0d40b4987"/>
    <p:sldId xmlns:r="http://schemas.openxmlformats.org/officeDocument/2006/relationships" id="270" r:id="R0db6f2e044b2462d"/>
    <p:sldId xmlns:r="http://schemas.openxmlformats.org/officeDocument/2006/relationships" id="271" r:id="R9f4a5526c2094726"/>
    <p:sldId xmlns:r="http://schemas.openxmlformats.org/officeDocument/2006/relationships" id="272" r:id="Rae7c2f2271714a3e"/>
    <p:sldId xmlns:r="http://schemas.openxmlformats.org/officeDocument/2006/relationships" id="273" r:id="Rb9d8602a435b4439"/>
    <p:sldId xmlns:r="http://schemas.openxmlformats.org/officeDocument/2006/relationships" id="274" r:id="Rf60e21d63f9e4e6c"/>
    <p:sldId xmlns:r="http://schemas.openxmlformats.org/officeDocument/2006/relationships" id="275" r:id="Re6181583686d4551"/>
    <p:sldId xmlns:r="http://schemas.openxmlformats.org/officeDocument/2006/relationships" id="276" r:id="R7d81e242e2294500"/>
    <p:sldId xmlns:r="http://schemas.openxmlformats.org/officeDocument/2006/relationships" id="277" r:id="R9e817d56459044d3"/>
    <p:sldId xmlns:r="http://schemas.openxmlformats.org/officeDocument/2006/relationships" id="278" r:id="R14a566e54ebe4ca5"/>
    <p:sldId xmlns:r="http://schemas.openxmlformats.org/officeDocument/2006/relationships" id="279" r:id="R2532972f1685469f"/>
    <p:sldId xmlns:r="http://schemas.openxmlformats.org/officeDocument/2006/relationships" id="280" r:id="Rc27d98903a5e408f"/>
    <p:sldId xmlns:r="http://schemas.openxmlformats.org/officeDocument/2006/relationships" id="281" r:id="R48e6d57306564ed5"/>
    <p:sldId xmlns:r="http://schemas.openxmlformats.org/officeDocument/2006/relationships" id="282" r:id="R21b157d943c249d7"/>
    <p:sldId xmlns:r="http://schemas.openxmlformats.org/officeDocument/2006/relationships" id="283" r:id="R0225e9f18b5748ae"/>
    <p:sldId xmlns:r="http://schemas.openxmlformats.org/officeDocument/2006/relationships" id="284" r:id="Rf079d20c27974c54"/>
    <p:sldId xmlns:r="http://schemas.openxmlformats.org/officeDocument/2006/relationships" id="285" r:id="Rd5f8079d3d884e11"/>
    <p:sldId xmlns:r="http://schemas.openxmlformats.org/officeDocument/2006/relationships" id="286" r:id="R39dca510854441d6"/>
    <p:sldId xmlns:r="http://schemas.openxmlformats.org/officeDocument/2006/relationships" id="287" r:id="Readbfc6e9f5a4bf2"/>
    <p:sldId xmlns:r="http://schemas.openxmlformats.org/officeDocument/2006/relationships" id="288" r:id="R6cdd81f02135475a"/>
    <p:sldId xmlns:r="http://schemas.openxmlformats.org/officeDocument/2006/relationships" id="289" r:id="R89187a313ca34ea5"/>
    <p:sldId xmlns:r="http://schemas.openxmlformats.org/officeDocument/2006/relationships" id="290" r:id="R3e76e572903f4cb2"/>
    <p:sldId xmlns:r="http://schemas.openxmlformats.org/officeDocument/2006/relationships" id="291" r:id="Re3957e1e92fa4a59"/>
    <p:sldId xmlns:r="http://schemas.openxmlformats.org/officeDocument/2006/relationships" id="292" r:id="R5acd4bc0addc4b9a"/>
    <p:sldId xmlns:r="http://schemas.openxmlformats.org/officeDocument/2006/relationships" id="293" r:id="R7e10ba54699f41dd"/>
    <p:sldId xmlns:r="http://schemas.openxmlformats.org/officeDocument/2006/relationships" id="294" r:id="R29a94799879349fd"/>
    <p:sldId xmlns:r="http://schemas.openxmlformats.org/officeDocument/2006/relationships" id="295" r:id="Ra6c8d4b0f55a46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0c6b7f1d624786" /><Relationship Type="http://schemas.openxmlformats.org/officeDocument/2006/relationships/slideMaster" Target="/ppt/slideMasters/slideMaster1.xml" Id="R1f0f7cd0ed4141ae" /><Relationship Type="http://schemas.openxmlformats.org/officeDocument/2006/relationships/notesMaster" Target="/ppt/notesMasters/notesMaster1.xml" Id="R173c0a97d26c47f2" /><Relationship Type="http://schemas.openxmlformats.org/officeDocument/2006/relationships/presProps" Target="/ppt/presProps.xml" Id="R6161ed48a7384a4f" /><Relationship Type="http://schemas.openxmlformats.org/officeDocument/2006/relationships/tableStyles" Target="/ppt/tableStyles.xml" Id="Rf1c5a5e4c4c944a6" /><Relationship Type="http://schemas.openxmlformats.org/officeDocument/2006/relationships/slide" Target="/ppt/slides/slide1.xml" Id="R3e2e172e06db4a8a" /><Relationship Type="http://schemas.openxmlformats.org/officeDocument/2006/relationships/slide" Target="/ppt/slides/slide2.xml" Id="Rcb450063a6164fd7" /><Relationship Type="http://schemas.openxmlformats.org/officeDocument/2006/relationships/slide" Target="/ppt/slides/slide3.xml" Id="R4537e4dcf9054011" /><Relationship Type="http://schemas.openxmlformats.org/officeDocument/2006/relationships/slide" Target="/ppt/slides/slide4.xml" Id="R632333d7fa7346ae" /><Relationship Type="http://schemas.openxmlformats.org/officeDocument/2006/relationships/slide" Target="/ppt/slides/slide5.xml" Id="R432c922fe1404e4c" /><Relationship Type="http://schemas.openxmlformats.org/officeDocument/2006/relationships/slide" Target="/ppt/slides/slide6.xml" Id="R4e84eb59bcba490e" /><Relationship Type="http://schemas.openxmlformats.org/officeDocument/2006/relationships/slide" Target="/ppt/slides/slide7.xml" Id="Rec7f1e6464ef48ef" /><Relationship Type="http://schemas.openxmlformats.org/officeDocument/2006/relationships/slide" Target="/ppt/slides/slide8.xml" Id="R567315db99554cbc" /><Relationship Type="http://schemas.openxmlformats.org/officeDocument/2006/relationships/slide" Target="/ppt/slides/slide9.xml" Id="R2b18a845fa844c31" /><Relationship Type="http://schemas.openxmlformats.org/officeDocument/2006/relationships/slide" Target="/ppt/slides/slide10.xml" Id="Ra4796750a7194dca" /><Relationship Type="http://schemas.openxmlformats.org/officeDocument/2006/relationships/slide" Target="/ppt/slides/slide11.xml" Id="R17be2de8ac984d62" /><Relationship Type="http://schemas.openxmlformats.org/officeDocument/2006/relationships/slide" Target="/ppt/slides/slide12.xml" Id="R76c6f6828b414733" /><Relationship Type="http://schemas.openxmlformats.org/officeDocument/2006/relationships/slide" Target="/ppt/slides/slide13.xml" Id="Ra6bf70aa898c4bb1" /><Relationship Type="http://schemas.openxmlformats.org/officeDocument/2006/relationships/slide" Target="/ppt/slides/slide14.xml" Id="R24e85fb0d40b4987" /><Relationship Type="http://schemas.openxmlformats.org/officeDocument/2006/relationships/slide" Target="/ppt/slides/slide15.xml" Id="R0db6f2e044b2462d" /><Relationship Type="http://schemas.openxmlformats.org/officeDocument/2006/relationships/slide" Target="/ppt/slides/slide16.xml" Id="R9f4a5526c2094726" /><Relationship Type="http://schemas.openxmlformats.org/officeDocument/2006/relationships/slide" Target="/ppt/slides/slide17.xml" Id="Rae7c2f2271714a3e" /><Relationship Type="http://schemas.openxmlformats.org/officeDocument/2006/relationships/slide" Target="/ppt/slides/slide18.xml" Id="Rb9d8602a435b4439" /><Relationship Type="http://schemas.openxmlformats.org/officeDocument/2006/relationships/slide" Target="/ppt/slides/slide19.xml" Id="Rf60e21d63f9e4e6c" /><Relationship Type="http://schemas.openxmlformats.org/officeDocument/2006/relationships/slide" Target="/ppt/slides/slide20.xml" Id="Re6181583686d4551" /><Relationship Type="http://schemas.openxmlformats.org/officeDocument/2006/relationships/slide" Target="/ppt/slides/slide21.xml" Id="R7d81e242e2294500" /><Relationship Type="http://schemas.openxmlformats.org/officeDocument/2006/relationships/slide" Target="/ppt/slides/slide22.xml" Id="R9e817d56459044d3" /><Relationship Type="http://schemas.openxmlformats.org/officeDocument/2006/relationships/slide" Target="/ppt/slides/slide23.xml" Id="R14a566e54ebe4ca5" /><Relationship Type="http://schemas.openxmlformats.org/officeDocument/2006/relationships/slide" Target="/ppt/slides/slide24.xml" Id="R2532972f1685469f" /><Relationship Type="http://schemas.openxmlformats.org/officeDocument/2006/relationships/slide" Target="/ppt/slides/slide25.xml" Id="Rc27d98903a5e408f" /><Relationship Type="http://schemas.openxmlformats.org/officeDocument/2006/relationships/slide" Target="/ppt/slides/slide26.xml" Id="R48e6d57306564ed5" /><Relationship Type="http://schemas.openxmlformats.org/officeDocument/2006/relationships/slide" Target="/ppt/slides/slide27.xml" Id="R21b157d943c249d7" /><Relationship Type="http://schemas.openxmlformats.org/officeDocument/2006/relationships/slide" Target="/ppt/slides/slide28.xml" Id="R0225e9f18b5748ae" /><Relationship Type="http://schemas.openxmlformats.org/officeDocument/2006/relationships/slide" Target="/ppt/slides/slide29.xml" Id="Rf079d20c27974c54" /><Relationship Type="http://schemas.openxmlformats.org/officeDocument/2006/relationships/slide" Target="/ppt/slides/slide30.xml" Id="Rd5f8079d3d884e11" /><Relationship Type="http://schemas.openxmlformats.org/officeDocument/2006/relationships/slide" Target="/ppt/slides/slide31.xml" Id="R39dca510854441d6" /><Relationship Type="http://schemas.openxmlformats.org/officeDocument/2006/relationships/slide" Target="/ppt/slides/slide32.xml" Id="Readbfc6e9f5a4bf2" /><Relationship Type="http://schemas.openxmlformats.org/officeDocument/2006/relationships/slide" Target="/ppt/slides/slide33.xml" Id="R6cdd81f02135475a" /><Relationship Type="http://schemas.openxmlformats.org/officeDocument/2006/relationships/slide" Target="/ppt/slides/slide34.xml" Id="R89187a313ca34ea5" /><Relationship Type="http://schemas.openxmlformats.org/officeDocument/2006/relationships/slide" Target="/ppt/slides/slide35.xml" Id="R3e76e572903f4cb2" /><Relationship Type="http://schemas.openxmlformats.org/officeDocument/2006/relationships/slide" Target="/ppt/slides/slide36.xml" Id="Re3957e1e92fa4a59" /><Relationship Type="http://schemas.openxmlformats.org/officeDocument/2006/relationships/slide" Target="/ppt/slides/slide37.xml" Id="R5acd4bc0addc4b9a" /><Relationship Type="http://schemas.openxmlformats.org/officeDocument/2006/relationships/slide" Target="/ppt/slides/slide38.xml" Id="R7e10ba54699f41dd" /><Relationship Type="http://schemas.openxmlformats.org/officeDocument/2006/relationships/slide" Target="/ppt/slides/slide39.xml" Id="R29a94799879349fd" /><Relationship Type="http://schemas.openxmlformats.org/officeDocument/2006/relationships/slide" Target="/ppt/slides/slide40.xml" Id="Ra6c8d4b0f55a46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f35f2789f648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ccfffab5f14687" /><Relationship Type="http://schemas.openxmlformats.org/officeDocument/2006/relationships/notesMaster" Target="/ppt/notesMasters/notesMaster1.xml" Id="R6fcff02b155a47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31e8d62234cb7" /><Relationship Type="http://schemas.openxmlformats.org/officeDocument/2006/relationships/notesMaster" Target="/ppt/notesMasters/notesMaster1.xml" Id="Rdcf2f0d2bd8540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656a1cca874bab" /><Relationship Type="http://schemas.openxmlformats.org/officeDocument/2006/relationships/notesMaster" Target="/ppt/notesMasters/notesMaster1.xml" Id="Race252fe083645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e82b60ac5f4654" /><Relationship Type="http://schemas.openxmlformats.org/officeDocument/2006/relationships/notesMaster" Target="/ppt/notesMasters/notesMaster1.xml" Id="R65f1d17d183145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d1414508064eef" /><Relationship Type="http://schemas.openxmlformats.org/officeDocument/2006/relationships/notesMaster" Target="/ppt/notesMasters/notesMaster1.xml" Id="Rfb7a1b2fb6b240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db47e1b5914167" /><Relationship Type="http://schemas.openxmlformats.org/officeDocument/2006/relationships/notesMaster" Target="/ppt/notesMasters/notesMaster1.xml" Id="R35ba4146f03446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669dff48e64fba" /><Relationship Type="http://schemas.openxmlformats.org/officeDocument/2006/relationships/notesMaster" Target="/ppt/notesMasters/notesMaster1.xml" Id="R4052b4bc466b45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889e68222f4835" /><Relationship Type="http://schemas.openxmlformats.org/officeDocument/2006/relationships/notesMaster" Target="/ppt/notesMasters/notesMaster1.xml" Id="R9acf05d3e2f046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018b7d7d594848" /><Relationship Type="http://schemas.openxmlformats.org/officeDocument/2006/relationships/notesMaster" Target="/ppt/notesMasters/notesMaster1.xml" Id="Rafad9c883c5848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8c8b4ef87f4651" /><Relationship Type="http://schemas.openxmlformats.org/officeDocument/2006/relationships/notesMaster" Target="/ppt/notesMasters/notesMaster1.xml" Id="R99674353c44b43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25e171dce64028" /><Relationship Type="http://schemas.openxmlformats.org/officeDocument/2006/relationships/notesMaster" Target="/ppt/notesMasters/notesMaster1.xml" Id="R1b6b746f75b944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bc863269d84c6d" /><Relationship Type="http://schemas.openxmlformats.org/officeDocument/2006/relationships/notesMaster" Target="/ppt/notesMasters/notesMaster1.xml" Id="Reb25a5c252bc47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2112dd35e24301" /><Relationship Type="http://schemas.openxmlformats.org/officeDocument/2006/relationships/notesMaster" Target="/ppt/notesMasters/notesMaster1.xml" Id="R2c892988867f43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cd0de3ddb14cd4" /><Relationship Type="http://schemas.openxmlformats.org/officeDocument/2006/relationships/notesMaster" Target="/ppt/notesMasters/notesMaster1.xml" Id="Rf602817ea6c041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8db85ce147486c" /><Relationship Type="http://schemas.openxmlformats.org/officeDocument/2006/relationships/notesMaster" Target="/ppt/notesMasters/notesMaster1.xml" Id="R7526db9d366a43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ccc90cd6534c65" /><Relationship Type="http://schemas.openxmlformats.org/officeDocument/2006/relationships/notesMaster" Target="/ppt/notesMasters/notesMaster1.xml" Id="R4079be987ab84d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41405fd3f44403" /><Relationship Type="http://schemas.openxmlformats.org/officeDocument/2006/relationships/notesMaster" Target="/ppt/notesMasters/notesMaster1.xml" Id="Rd0cc6ddd55ac4c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30ef92740d4625" /><Relationship Type="http://schemas.openxmlformats.org/officeDocument/2006/relationships/notesMaster" Target="/ppt/notesMasters/notesMaster1.xml" Id="R86246161014248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f1a3a15ebb4761" /><Relationship Type="http://schemas.openxmlformats.org/officeDocument/2006/relationships/notesMaster" Target="/ppt/notesMasters/notesMaster1.xml" Id="R8ac607a8b38143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ba0e6d8262486a" /><Relationship Type="http://schemas.openxmlformats.org/officeDocument/2006/relationships/notesMaster" Target="/ppt/notesMasters/notesMaster1.xml" Id="Rdbda91b29edd40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7943d6d7bf4525" /><Relationship Type="http://schemas.openxmlformats.org/officeDocument/2006/relationships/notesMaster" Target="/ppt/notesMasters/notesMaster1.xml" Id="R0246e32d223c41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b574492271248bb" /><Relationship Type="http://schemas.openxmlformats.org/officeDocument/2006/relationships/notesMaster" Target="/ppt/notesMasters/notesMaster1.xml" Id="R45c23879ced149d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cbcc8c43c74878" /><Relationship Type="http://schemas.openxmlformats.org/officeDocument/2006/relationships/notesMaster" Target="/ppt/notesMasters/notesMaster1.xml" Id="R15ea4db482af415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84b647f35d24924" /><Relationship Type="http://schemas.openxmlformats.org/officeDocument/2006/relationships/notesMaster" Target="/ppt/notesMasters/notesMaster1.xml" Id="R7170f630e0db473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6d7cb5e7a24843" /><Relationship Type="http://schemas.openxmlformats.org/officeDocument/2006/relationships/notesMaster" Target="/ppt/notesMasters/notesMaster1.xml" Id="R26a2a112bbb445e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5e4448aca544650" /><Relationship Type="http://schemas.openxmlformats.org/officeDocument/2006/relationships/notesMaster" Target="/ppt/notesMasters/notesMaster1.xml" Id="Rbe719f3da17b4f6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1abdf63a00f4daa" /><Relationship Type="http://schemas.openxmlformats.org/officeDocument/2006/relationships/notesMaster" Target="/ppt/notesMasters/notesMaster1.xml" Id="R373c1d35e1404a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1d4085d63b4a42" /><Relationship Type="http://schemas.openxmlformats.org/officeDocument/2006/relationships/notesMaster" Target="/ppt/notesMasters/notesMaster1.xml" Id="R364be74253504b6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dc090d4bc0140e9" /><Relationship Type="http://schemas.openxmlformats.org/officeDocument/2006/relationships/notesMaster" Target="/ppt/notesMasters/notesMaster1.xml" Id="R4b580022eb1e41e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9d575a22a26485c" /><Relationship Type="http://schemas.openxmlformats.org/officeDocument/2006/relationships/notesMaster" Target="/ppt/notesMasters/notesMaster1.xml" Id="R061a4f90091841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34f0bf7486641e6" /><Relationship Type="http://schemas.openxmlformats.org/officeDocument/2006/relationships/notesMaster" Target="/ppt/notesMasters/notesMaster1.xml" Id="R5341a4b386c44d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4c2e2fedc02401f" /><Relationship Type="http://schemas.openxmlformats.org/officeDocument/2006/relationships/notesMaster" Target="/ppt/notesMasters/notesMaster1.xml" Id="R66ac88805edc40a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3be041ef7a475e" /><Relationship Type="http://schemas.openxmlformats.org/officeDocument/2006/relationships/notesMaster" Target="/ppt/notesMasters/notesMaster1.xml" Id="R015939cdf52b43e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8dc0f5d08ef4ddd" /><Relationship Type="http://schemas.openxmlformats.org/officeDocument/2006/relationships/notesMaster" Target="/ppt/notesMasters/notesMaster1.xml" Id="Rdca7a522392d46b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e2a9e57a19c4720" /><Relationship Type="http://schemas.openxmlformats.org/officeDocument/2006/relationships/notesMaster" Target="/ppt/notesMasters/notesMaster1.xml" Id="R4b418559df6e400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9ef7e77a6f54aa1" /><Relationship Type="http://schemas.openxmlformats.org/officeDocument/2006/relationships/notesMaster" Target="/ppt/notesMasters/notesMaster1.xml" Id="R48e7c71dd0c54c8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c740ddd88bc40d2" /><Relationship Type="http://schemas.openxmlformats.org/officeDocument/2006/relationships/notesMaster" Target="/ppt/notesMasters/notesMaster1.xml" Id="Rd4ec1eaa92e2467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8c0d8609def49ab" /><Relationship Type="http://schemas.openxmlformats.org/officeDocument/2006/relationships/notesMaster" Target="/ppt/notesMasters/notesMaster1.xml" Id="R7b52797788454e9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568c509dff04827" /><Relationship Type="http://schemas.openxmlformats.org/officeDocument/2006/relationships/notesMaster" Target="/ppt/notesMasters/notesMaster1.xml" Id="Rafc76dc37320494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337f558aae84baf" /><Relationship Type="http://schemas.openxmlformats.org/officeDocument/2006/relationships/notesMaster" Target="/ppt/notesMasters/notesMaster1.xml" Id="Rc19b7539d66347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abc8ca6c7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24c4a9b3394201" /><Relationship Type="http://schemas.openxmlformats.org/officeDocument/2006/relationships/slideLayout" Target="/ppt/slideLayouts/slideLayout1.xml" Id="R2bd55078b3fc43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d55078b3fc43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31ba09f134f35" /><Relationship Type="http://schemas.openxmlformats.org/officeDocument/2006/relationships/notesSlide" Target="/ppt/notesSlides/notesSlide1.xml" Id="R7918ed1310e5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c43054320434b" /><Relationship Type="http://schemas.openxmlformats.org/officeDocument/2006/relationships/notesSlide" Target="/ppt/notesSlides/notesSlide2.xml" Id="R8de0cf3ea7704f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8366603cf4122" /><Relationship Type="http://schemas.openxmlformats.org/officeDocument/2006/relationships/notesSlide" Target="/ppt/notesSlides/notesSlide3.xml" Id="Rf2c726d4912a4f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cfb5219694082" /><Relationship Type="http://schemas.openxmlformats.org/officeDocument/2006/relationships/notesSlide" Target="/ppt/notesSlides/notesSlide4.xml" Id="Rbc9a232faf024e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31e2c53554fcd" /><Relationship Type="http://schemas.openxmlformats.org/officeDocument/2006/relationships/notesSlide" Target="/ppt/notesSlides/notesSlide5.xml" Id="R95fe8870df2346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408adf28048dd" /><Relationship Type="http://schemas.openxmlformats.org/officeDocument/2006/relationships/notesSlide" Target="/ppt/notesSlides/notesSlide6.xml" Id="Rb8754532d19d48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e14bfef2c4811" /><Relationship Type="http://schemas.openxmlformats.org/officeDocument/2006/relationships/notesSlide" Target="/ppt/notesSlides/notesSlide7.xml" Id="R81eeb940f5334b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a0069ed9946cf" /><Relationship Type="http://schemas.openxmlformats.org/officeDocument/2006/relationships/notesSlide" Target="/ppt/notesSlides/notesSlide8.xml" Id="R100f75f4eabe4c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7ac44eef6410c" /><Relationship Type="http://schemas.openxmlformats.org/officeDocument/2006/relationships/notesSlide" Target="/ppt/notesSlides/notesSlide9.xml" Id="Rd5120c59a96042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b589f481341b4" /><Relationship Type="http://schemas.openxmlformats.org/officeDocument/2006/relationships/notesSlide" Target="/ppt/notesSlides/notesSlide10.xml" Id="R2d953cafbfbf46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effdf92e5407d" /><Relationship Type="http://schemas.openxmlformats.org/officeDocument/2006/relationships/notesSlide" Target="/ppt/notesSlides/notesSlide11.xml" Id="R54208aa1ca534c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d2e63810f4ddb" /><Relationship Type="http://schemas.openxmlformats.org/officeDocument/2006/relationships/notesSlide" Target="/ppt/notesSlides/notesSlide12.xml" Id="Ra1c0c1712c8e49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cc38c812545b4" /><Relationship Type="http://schemas.openxmlformats.org/officeDocument/2006/relationships/notesSlide" Target="/ppt/notesSlides/notesSlide13.xml" Id="R70792931e7754d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7c829adf64f4f" /><Relationship Type="http://schemas.openxmlformats.org/officeDocument/2006/relationships/notesSlide" Target="/ppt/notesSlides/notesSlide14.xml" Id="R4f45a0f89a3d4c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b73a317c64b47" /><Relationship Type="http://schemas.openxmlformats.org/officeDocument/2006/relationships/notesSlide" Target="/ppt/notesSlides/notesSlide15.xml" Id="Rb9d7ccae648845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ac82a678a4baf" /><Relationship Type="http://schemas.openxmlformats.org/officeDocument/2006/relationships/notesSlide" Target="/ppt/notesSlides/notesSlide16.xml" Id="R1ec9e209872940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aee9c2a0f47c0" /><Relationship Type="http://schemas.openxmlformats.org/officeDocument/2006/relationships/notesSlide" Target="/ppt/notesSlides/notesSlide17.xml" Id="R807a6d4804624a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526c08cef40ef" /><Relationship Type="http://schemas.openxmlformats.org/officeDocument/2006/relationships/notesSlide" Target="/ppt/notesSlides/notesSlide18.xml" Id="R9b2172800d7c41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be79518c948d2" /><Relationship Type="http://schemas.openxmlformats.org/officeDocument/2006/relationships/notesSlide" Target="/ppt/notesSlides/notesSlide19.xml" Id="Ra18ea318dd7b46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149f3af9b4215" /><Relationship Type="http://schemas.openxmlformats.org/officeDocument/2006/relationships/notesSlide" Target="/ppt/notesSlides/notesSlide20.xml" Id="Red2a43b9209f47d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dad1ada0b44cf" /><Relationship Type="http://schemas.openxmlformats.org/officeDocument/2006/relationships/notesSlide" Target="/ppt/notesSlides/notesSlide21.xml" Id="Rf18f7711edf04e3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c1ae4d3f84e0d" /><Relationship Type="http://schemas.openxmlformats.org/officeDocument/2006/relationships/notesSlide" Target="/ppt/notesSlides/notesSlide22.xml" Id="Refb5a051ddf4497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14695253a4bbd" /><Relationship Type="http://schemas.openxmlformats.org/officeDocument/2006/relationships/notesSlide" Target="/ppt/notesSlides/notesSlide23.xml" Id="R576c83d71ec249a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fff3b88c94ab0" /><Relationship Type="http://schemas.openxmlformats.org/officeDocument/2006/relationships/notesSlide" Target="/ppt/notesSlides/notesSlide24.xml" Id="R229c134d86a74c1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52af43f6b450a" /><Relationship Type="http://schemas.openxmlformats.org/officeDocument/2006/relationships/notesSlide" Target="/ppt/notesSlides/notesSlide25.xml" Id="Re106ce2e632d412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adfd618594d7e" /><Relationship Type="http://schemas.openxmlformats.org/officeDocument/2006/relationships/notesSlide" Target="/ppt/notesSlides/notesSlide26.xml" Id="R1cf4859c8b1448c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7dc5e00ed4699" /><Relationship Type="http://schemas.openxmlformats.org/officeDocument/2006/relationships/notesSlide" Target="/ppt/notesSlides/notesSlide27.xml" Id="Reea1b52500e841b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6582f935a45e4" /><Relationship Type="http://schemas.openxmlformats.org/officeDocument/2006/relationships/notesSlide" Target="/ppt/notesSlides/notesSlide28.xml" Id="R86a8b7c477ac4c2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1686008e446a4" /><Relationship Type="http://schemas.openxmlformats.org/officeDocument/2006/relationships/notesSlide" Target="/ppt/notesSlides/notesSlide29.xml" Id="R9c8a40a1dd134fa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097e4a7fc4078" /><Relationship Type="http://schemas.openxmlformats.org/officeDocument/2006/relationships/notesSlide" Target="/ppt/notesSlides/notesSlide30.xml" Id="R55d727f662fe44e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08bb401594f61" /><Relationship Type="http://schemas.openxmlformats.org/officeDocument/2006/relationships/notesSlide" Target="/ppt/notesSlides/notesSlide31.xml" Id="R06dac58eb20745a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72ec42da0415c" /><Relationship Type="http://schemas.openxmlformats.org/officeDocument/2006/relationships/notesSlide" Target="/ppt/notesSlides/notesSlide32.xml" Id="R0acc9144f8884f7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3306057e14a1d" /><Relationship Type="http://schemas.openxmlformats.org/officeDocument/2006/relationships/notesSlide" Target="/ppt/notesSlides/notesSlide33.xml" Id="R76f32e0df8084d7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192aa2ab24b25" /><Relationship Type="http://schemas.openxmlformats.org/officeDocument/2006/relationships/notesSlide" Target="/ppt/notesSlides/notesSlide34.xml" Id="Rfed4cb5062bd4b1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96f1c3a524355" /><Relationship Type="http://schemas.openxmlformats.org/officeDocument/2006/relationships/notesSlide" Target="/ppt/notesSlides/notesSlide35.xml" Id="Rea0e13e03c444f2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d6c275123488c" /><Relationship Type="http://schemas.openxmlformats.org/officeDocument/2006/relationships/notesSlide" Target="/ppt/notesSlides/notesSlide36.xml" Id="Ra9f7e79a8278472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a1fb21a7f45ed" /><Relationship Type="http://schemas.openxmlformats.org/officeDocument/2006/relationships/notesSlide" Target="/ppt/notesSlides/notesSlide37.xml" Id="R9715914cd260451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cbae8842443b6" /><Relationship Type="http://schemas.openxmlformats.org/officeDocument/2006/relationships/notesSlide" Target="/ppt/notesSlides/notesSlide38.xml" Id="Rd4d816a9bb8f4e1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603a1d3ed41a2" /><Relationship Type="http://schemas.openxmlformats.org/officeDocument/2006/relationships/notesSlide" Target="/ppt/notesSlides/notesSlide39.xml" Id="R6071ea08f681473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ee2754ce548a3" /><Relationship Type="http://schemas.openxmlformats.org/officeDocument/2006/relationships/notesSlide" Target="/ppt/notesSlides/notesSlide40.xml" Id="R5acdc0c4c88942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FE2B1-EEE6-46DD-803E-F6576D59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7ADEC-F360-455E-9591-380B2432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INTERPERSONAL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67905-8755-42DF-A336-785C75F8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46272-8AD1-4EA6-A539-4A07018A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F78AA-83C8-4AD8-80D2-E500C206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08F6B-0AC7-4BB4-871B-82A05B1E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A00F4-6694-49F2-B216-F8E4E72E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393D9-F9B3-45FA-BC0A-EFF14F06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D7C6D-F042-446C-BC3C-201D8218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5E6EA-A8D8-4156-8D0F-5D9A6089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5DD12-2E30-45FC-9DAD-899EE4E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21485-05E1-4F77-ABEC-95C7E6AC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3D8E0-47F2-483E-BAFC-95C3A498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08643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4971B-EE43-4E6E-8451-03834D07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CC88C-4CF9-43A2-8067-4745398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6AB99-4795-4758-B878-914BDA5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688BD-8BFB-468D-B82F-AF535967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AD6C0-BF1E-4576-8E31-2DFF0292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CA293-0B83-4A86-AAF0-E2702AB3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9CC29-9682-4AB1-9976-EEFE0A05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24870-5DCB-4B01-83A3-FAE17D8C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74C11-DE12-4784-86D9-59B0A08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7E482-2664-4D58-A6CF-DC15A624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E54E5-5873-4088-9722-6A941CE3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854B5-C517-4AD5-A4E6-4B590606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8AF5C-33E8-48FC-880E-4890C08B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B8633-3DB4-420A-838D-8F4CA242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E16E3-A237-4D00-886C-6C695BB8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393305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B4DB6E-FD57-4AF5-AB40-01613E5A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F79C5-5929-41FE-8BB3-C811A39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FC056-5E43-4F4E-8268-FD134C3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763D5-616D-4C15-95C1-9B44504E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AA3F1-D2AC-4168-BADC-23716D9E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063E5-457D-4C51-9006-B94AC99D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D14A1-2254-4103-85C9-92593EB9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7DE29-F696-4D10-8F59-F60E8C32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4A9EA-8E1A-4CED-9204-864746F2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INTERPERSONAL SKILLS (3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96841-5C3F-47FE-A2D5-5CBE1271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5C4BA-D8DD-4A91-B9CD-D976D4B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36E5D-4718-4789-AC14-DCEAA06F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Speaking: Role Play Exercises Based on Workplace Contexts...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262AA-8277-4DC9-BF38-015338DD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1B419-F23B-4F1E-8E21-1F39DAEC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8419A-1090-4D90-A707-FC28DFCD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Reading: Reading the Interview of an Achiever (Skimming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DC96E-FBAD-4C06-BF52-6EC4061E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1E327-849A-44FE-A882-473E2476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E4B15-A4E0-4A23-9B21-1911BDF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Writing: Writing a Short Biography of an Achiever Based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7EC1A-CB7B-4971-BE3E-7E770201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59182-86B4-499F-A615-F06B208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A9574-D2A6-4531-9AEF-C0C3A7E7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Grammar: Sentence patterns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5B349-8929-4631-856E-2EEDB595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AFE04-8B0B-40B4-BF15-BDECC9C8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8C3FC-2CB6-4138-9ED7-4974703F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Development: Idioms and Phrases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2AE5E-3C8B-4593-892A-E0CC0D8F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4373B-0184-40BB-B8E5-0D7BEB95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553AA-FA7F-4D20-8DA6-F0945B2E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Teaching Methodology TBTL (Task-Based Teaching Learning)...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E6DDA-3FC2-420D-9541-C964A34C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86A8C-9A39-4D21-A662-D242BE97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29844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9F3AC0-B31E-40FD-86D7-6D46F78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9D0D1-D504-4381-ADE7-4D0894FE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669D0-A4D0-4AFF-92C0-08155877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61BBF-FBAE-4CC3-84DB-09F201AD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C6419-FFF6-4E42-8F67-982E5A96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EB51F-1742-4C56-8E73-1111FFFE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70782-C6A6-4607-AE78-886C3E85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4E2DA-B9D5-41D6-B6B6-69F9FA68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INTERPERSONAL SKILLS (3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B85DC-E576-4636-AE58-767A50EA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FC52C-C540-464C-8329-FDB8C14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27457-81BD-4BCE-BCE5-B7C32C0F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Speaking: Role Play Exercises Based on Workplace Contexts...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3DB39-7A31-44ED-BDDF-BBDCFB42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90ADE-AA0D-4691-A76A-A361B3F1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6E134-5356-4682-B75D-9B03C888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Reading: Reading the Interview of an Achiever (Skimming a...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7DE04-6DD8-4226-BDE2-CA5880DF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66473-99E4-4C29-8731-A5867E85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B0615-D798-4FFC-AC7C-F79696FC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Writing: Writing a Short Biography of an Achiever Based o...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6087A-FE37-4B8F-9900-08EF4484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5B04F-29BA-46E5-ABEE-7FABC56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EFDF3-7C86-48DA-9DF0-BB10E9DC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Grammar: Sentence patterns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2A0E1-6B94-4DC5-9F94-AD8CA7C9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6B50B-BA10-40DC-AE28-50E8949E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E6E9C-4373-44B2-822B-8ECA8119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Development: Idioms and Phrases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371C0-1DE2-4DF2-9095-76F2B3D0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78299-9C24-4518-8DFB-6EAD19E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48A51-EA80-4908-B7AA-91380358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Teaching Methodology TBTL (Task-Based Teaching Learning)....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8E71A9-0910-421D-ACBC-27A3BD66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B3F852-2120-4F61-85C7-85BC2D24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D6CA14-FA9F-425A-9C8B-0332042B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19204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2004A-70E3-4A7B-BD4F-3218CEE1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EDD1C-8B5A-4AFB-ACCE-34273F45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ECB2F-948B-4305-A08A-C0C51C0F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5FD2B-3647-42CB-A377-27AAA59F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A973C-86D9-485F-9BD6-A1DF0C8A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INTERPERSONAL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D7154-7321-4CF7-8BDD-C2B23233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FA55E-DEBE-43EB-BF6F-CB3B9E47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Speaking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466AD-0F2D-4AB7-B7A4-28465A44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7184F-7797-4ED3-B6F1-DEB05C89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3BF19-74B5-42BA-A337-66CD0094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Exercises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FAA13-4E53-4397-AE50-384E47B5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Workplace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226B0-D05D-4986-A37C-3A6D66AE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Contexts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B06E9-F4D9-423D-BE68-12E1A200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Introducing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FC534-CCCB-4411-A610-2559DAC1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Oneself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81BBE-9DBE-4694-81C8-09113266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13291-95C4-4DE5-9EA7-EE3B4656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20915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47399-4F04-487E-A008-1BD44323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B148D-8759-4EF0-9964-19D5B515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4D21E-A3BF-44E3-8AF0-E790EB57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E14A7-2099-467C-8645-1197C857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7F65B-3A6F-4F0E-BACA-263B6C9E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INTERPERSONAL SKILLS (3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0D576-1FA1-434A-A149-8E915BA8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INTERPERSONAL SKILLS (3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3765F-A664-4DA5-B9FD-1267C6FB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4AE38-265A-4083-9DDC-99CED24F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4C5D8-6CB1-44D9-A364-0E6F69C4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0E8BC-3DF6-444D-A8EE-62D72BF3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1DD1A-918E-413D-BF98-BBFD4786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B4855-615C-4213-9A22-4F4D6C58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86CE5-FF66-4C85-9FE9-9B8CE362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DD66D-5F60-4669-8729-033A994A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73491-654E-431C-A6EC-021D7C57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242EB-D2CF-4BEF-832B-54FFCBDE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45887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F9F55-F45C-49FD-9FA3-845C1695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48DFD-81B4-41BD-8D09-AFE3022F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65181-68FF-4E41-83F7-823D1F5A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EE5FB-8615-4854-A118-452BC85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EE94D-0189-46DC-BAB4-8E622BAE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7197B-B7BA-4BE9-B738-C5AB898E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CFA26-6DDC-49C9-9132-179B334B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2C018-F7B6-4309-92F8-74EB9B95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B6240-637C-4944-9633-3185F9A4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INTERPERSONAL SKIL...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19738-D236-42F9-B711-076E6C6A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2D2A1-537C-423C-8E6A-D03B33A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D5241-3C5E-42C5-A2DC-9B608615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INTERPERSONAL...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863C2-276D-4857-84E1-8CAF66C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FF3E2-349B-473F-B654-C30B75F5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50AB3-5CB8-4E42-B85E-0D8160B9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INTERPERSONAL SKIL...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7E500-2454-4873-90AA-D47B0639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50D7D-D140-48C9-A532-A36E720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9FBE4-2D46-4C26-B629-16A6D909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INTERPERSONAL SKI...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F9F20-85C6-4829-879F-CAB0334F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C4A7B-AE95-4DAE-B82F-7129BD04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A35C0-CF77-4C19-BFCE-5225C5CF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INTERPERSONAL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20C34-BDFC-4839-AB00-5113466B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4617A-3938-4D22-8624-9BC6DA45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05691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6E36F-EC8B-45BE-9455-1675BEF5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8A116-478A-4643-BBBC-6DA13488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3779E-6CFB-48F8-81F3-1B80AACA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7D96B-DE2E-42E2-BE79-1B74740D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EB6DF-9C03-4249-A328-CE20730F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DE51C-1286-441B-88B5-CE53515A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445BF-8118-4093-8167-261277A4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8D39B-70D2-46B7-B08D-1A8DE5EB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C5970-8E8B-4B72-9032-2ADB4652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9EECF-324E-4D2C-A774-E47F1978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1159E-B855-48C5-9478-02D27CAA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5B189-5F40-41BD-AE6C-F495999D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F41D8-8B08-498D-87EC-85E6B4C0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E530E-601B-4E28-B0FE-13EB445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79175-5714-481C-8632-8BBBEACB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91524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71D62-E117-4DD4-A110-5542864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F90F5-7BAA-4A05-BB47-F1DC2822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B6CAC-8B18-477D-B423-9BE15917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560BD-5053-4BE1-A28A-14E6EBAC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551C1-F110-4A38-A053-2C0B524E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7DF26-EFC4-4825-A6BE-C7B089F1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INTERPERSONAL SKILLS (3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5463D-8915-479A-A73C-AF3A0611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0D898-2CF4-4754-AB9F-2DC637A0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1273B-9552-4FCC-9FD6-C38BDEB7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53B4C-2628-4903-A23A-FF2D2AAF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7DB47-705A-4F34-B6D6-D4572E4C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1328375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34042-7BFC-4A91-A457-ABACDCD0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A2B73-98B5-40D9-9915-2D31864E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7424C-2E45-4AF0-9E2D-45B2F04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A37AF-1A10-4D43-9F05-C3015CE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B10E6-2DC1-4407-B0A9-8AA5020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Speaking: Role Play Exercises Based on Workplace Contexts, Introducing Oneself - PEP Talks- Personal Empowermen...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4800C-13E8-47EB-9BB5-B8DBB984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Speaking: Role Play Exercises Based on Wo...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CD0A2-B66C-48D4-B90B-A97F96B8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A4590-DE07-4CF8-A087-5C1612DD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D0D75-21F2-40DF-B15D-AE56CA9E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7EF05-19A1-4360-9F4E-D949EEC3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2B88C-DD37-4120-8FC0-8BC4647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77ADC-66C9-425C-ADD9-0E76C29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A7008-806B-49E0-837A-C7C96F19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A168A-58B4-468E-9D74-4C031A65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89451-B370-442A-A500-9F3BA64B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022A7-490B-49B4-B9F3-8D9AA0B7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751288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2EB26-67D8-43AE-A8E9-0ED92419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26595-D182-4C7B-82DC-BD5F948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C7532-FDD5-401B-B65C-BAD855CD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CE09B-68DA-43C7-9A3F-14A62A75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21A16-65F1-4104-8C28-B92F1CA9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1E6CA-F847-4893-A58A-9250F05E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9F494-6C3B-4F70-9E9D-6CDD731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9179-3744-4395-B36B-D9714578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3063C-D967-4E48-812E-D0E6963A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Speaking: Role Pla...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C0D04-EC34-44ED-96D6-DFF27417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D3EB7-CA88-4A27-B4A3-4855F263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ECB0C-0BDA-4C10-9B7F-A85D2661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Speaking: Role...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53E8A-EA8A-41A9-9469-BF9EF8C7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38631-7E8C-437B-A1F5-A46C1E86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93082-2F04-4F70-A0EB-9579F358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Speaking: Role Pla...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1AD9F-D9DE-48D2-B128-AE392F88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2AE79-D0A6-40BC-832C-7DEBB358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9D890-63D9-46A0-80D7-138F43B1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Speaking: Role Pl...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95F18-DE12-460F-9E61-51502245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DCFAA-DBD4-4A80-9970-FE596D6E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D507D-A89E-49E9-997C-A57F9243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Speaking: Role...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8B544-1554-47FE-8F75-8AF55532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CDE87-8D20-484F-ABBC-CACFBE93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1231818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D9D5C-9297-439F-949C-8D0866C7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57311-EE4E-4D3A-92AE-D3C3805E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0D9E5-3C83-4AF2-BD96-16FDD1B1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3167F-CAF0-4DD5-BC3D-B1EDE4C3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2FA05-E4ED-40E7-AB5E-2A42EB37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D4DA2-5952-445D-9EF4-81EEEC36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AD7C3-9FB4-4EEA-8B5D-86AB7FB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0F3CC-AC52-4BD0-A422-918A9D38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7B94B-5FA2-451D-BED6-A70A13FB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B9B9C-031E-4201-BBDC-E2851283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56228-6280-49A3-8F85-B3151268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DB392-674C-42FD-9994-431A92D1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D95CD-5FC0-4FBA-A9E8-4CFB2EF5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C11C1-9479-415D-B80F-822BBDB1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F174B-1BD3-4CD6-95B3-9148A0FC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384016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E5013-C5BA-48B1-83A7-8A6D0C4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70F21-A325-49B1-A06D-2E02C077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68D32-AA11-4E4A-93EA-8032187C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1A2B8-B9BC-46B6-8C3D-4A0DBEA5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1E982-7122-41AC-B0E3-902385AA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5BA75-36D7-404D-BE8D-ABEC7F0B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Speaking: Role Play Exercises Based on Workplace Contexts...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6634F-ACEE-4193-BBB4-70F314CD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1F35D-399B-4E94-A352-1D1929F2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AD319-4C9E-4DC3-96FB-EC8422B2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BD2E6-1911-4363-8F09-B8FF1D4A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6CDBE-3D88-4C56-82AE-C852E9A3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4637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70249-8DDC-4ECB-A0EF-973B4AF2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F2C57-69C7-4C64-B598-B2FA1C42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1FE42-D683-41DC-97D4-7D5A9F37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52012-5C96-440F-8DD3-FEE18D01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84920-1D6C-4289-A82C-CEB02EE8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Reading: Reading the Interview of an Achiever (Skimming and Scanning) (Case Studies)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A9749-AEE6-4027-9FD8-064CB04C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Reading: Reading the Interview of an Achi...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C4D11-E505-4CE2-9BF6-A295B151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0170D-2F08-4BFB-A1D3-A12585DC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475C7-0854-4E8F-9F98-7994568C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14B8-ED29-4718-8F4A-8BF08A2F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79E99-8505-43CF-A097-D161E4C3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4A56A-E277-476D-937D-EBB111C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BB9C6-6C80-4C99-AF96-20009868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8250A-597B-47A8-91EB-B035EE7A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32A07-3B37-40C0-B2CF-AEFFD012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42461-4281-4CE1-BA0B-B2188CEB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0121174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2CC43-1917-44EC-B37B-89B50E39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F6241-DFC2-46CA-A55F-0C0DE03D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9B304-AF7E-447B-B5D8-C7341CFA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8B552-7CE5-42F2-9F4A-20E2D465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BC504-0CA1-4929-ACBD-A6EEEC39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77050-CE4E-4D7F-BECE-5A82D120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77206-E2FE-4B66-9B24-30D9E48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69F58-F14A-4D8D-8747-4D14C185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9AE7B-09B1-4A79-9FAF-C25B8A1E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Reading: Reading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2BBB4-C90B-4A38-9379-DCE66F18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A958B-C2B0-461C-AD02-7354CEBB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3E7F4-0364-4BC0-9A37-DF668207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Reading: Readi...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8B9D3-5A7E-404E-A724-45C47F7B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85CB8-4420-4354-98AD-9249C2B3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DF858-CC87-474B-9BDD-EE7D327F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Reading: Reading 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98A58-35F5-440B-8294-D1ED9F8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8EE5D-9DB7-446F-8277-BEF29020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6FCF8-C1B0-4657-8BA2-B6492872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Reading: Reading...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8B411-3BB6-494E-B87D-E4F53B47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E64DB-2228-45B4-A7C8-AB58A9CE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278B1-044B-44AD-BAB3-27C5C104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Reading: Readin...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4EE4D-6F41-4E8E-BED6-2FAA4C99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38F48-3AD5-4B33-9630-9F3E1E53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843283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10FA4-7A09-4864-8118-35CA64D3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07C5B-BAE9-454A-8357-93D28F49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B7651-B8DD-42D9-AB39-01D06F64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568F4-C960-40CC-8857-41E3AE18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500A1-4B96-4649-8CEB-496252F9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699CB-15B1-4A1D-B190-CBB50C00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FA4D3-9AE6-42AC-BC5C-57FF9EA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B2659-88EB-4002-A52E-EB1CC0CC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03C6E-FDF8-43ED-B105-95E578B3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B9098-D06D-4941-A216-5CA4C318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CD35D-79EB-4AF0-B8A6-0B86F4C9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F0BBA-6817-4388-87C2-06A44D3A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D5FFE-4698-485F-B269-BC632E0E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55BF7-657C-414C-B90D-65047453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6ABD2-B4B1-457E-959C-D1FD900B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7054028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8BA9A-C3EC-4719-A9EF-E2123656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5CC41-0C9C-4AAB-860A-F2141345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970C2-88C8-4D4E-BAF6-947014B9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69C0D-1A67-426C-ABF7-FD513E1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AB69B-CBBB-4264-82DD-93B4312B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60727-83F0-4423-ADF1-953CEB2C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Reading: Reading the Interview of an Achiever (Skimming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1DCB0-3D3A-4AA4-BC3A-B594CA7C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38FD4-83BB-4F90-B374-31635B54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C1EB2-8AE2-42E0-B0A3-9DBF17C9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9AC85-181B-4349-9C9D-962FE92A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E4D4B-6E51-42F2-A6D4-266C14CB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916806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3D744-6F71-4846-877A-E7528DE5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7395D-FD6F-4A84-B403-3D91D4E9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6C8AC-405E-4D6D-90CC-A6993B11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65ED6-438A-4D3F-870F-F9E4BF68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100B7-396C-4E23-ADEA-B3BDD755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Writing: Writing a Short Biography of an Achiever Based on given reflections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90ADE-6F0E-4B51-A850-01A00CC0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Writing: Writing a Short Biography of an...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47C1C-1BC2-405B-90DA-B359D5D0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95E72-F5B5-47FD-97FA-076D69B4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3A6DF-AB1F-42B8-8FCF-C070712A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ABC8C-95D9-4661-8CF8-C273DD5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6811B-2766-406B-97B1-EB4659AD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ACC52-66F2-44AA-93C6-FE8D0EA3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E0FFC-D318-4AB7-982E-379F1C4E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55CD6-7B09-422F-AFA0-396D0A96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9E557-D040-4BA4-800D-7AD945F0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E9B85-462E-49BA-B495-D3002D05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623593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200D5-CA04-47ED-A37C-F19169E1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F7ACE-D0FA-4A11-BDB0-202B98B6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B912B-DB11-4329-B061-FDA82009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C405F-2190-4A3D-9B1E-B9FBE4BA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CB955-DACA-4A53-AA0F-A4133131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F2B0E-90DD-40F4-9948-9DCA3EA2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15AB8-CB5D-456E-952A-7C254154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C12F4-BF83-48DC-A3FB-0F22B1CA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E021E-BE7D-4FDD-B5DC-B91AEE26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Writing: Writing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65CD3-AECC-4E27-88F8-550589A9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C3C77-0A8E-4130-8BE8-EBF6D71F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C0342-E4A3-4435-B518-0945A3E8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Writing: Writi...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A1817-F818-4201-9002-56F5B810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8E652-8092-440C-8160-D75938DA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E4BC8-3DCE-466C-9134-1C52C8D8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Writing: Writing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70B0E-B019-41A6-8617-3691E0E6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D056E-B6AD-49C7-B13A-38024D44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7C567-5024-49E3-AD18-120DC019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Writing: Writing...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E2897-C620-47FD-B12F-ACB593D8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1D364-D39C-4B6C-B6AD-55E68BFA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D3E4F-10AC-40E9-B078-9C7A99D1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Writing: Writin...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C3599-19B1-4D41-A1DD-25B628B5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528EF-D816-4B2A-A157-50CDAB54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3523789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A5F3A-B080-4670-B897-A7DABF8C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45DA2-A991-427B-B6CE-040D3B51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AD2BD-DBBC-487E-9552-EA42C879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7B949-212B-4D16-A6F2-864578D2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A9899-D0C7-451A-ACF3-096318E5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9BC32-C271-4893-A577-457ED603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DE913-24A7-42AF-8312-D32313F6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436CE-89DF-45BB-8BAD-7A55495C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8ACDC-4079-4952-B956-F0737F22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EF299-83B3-4AC0-B002-5B9636AA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2EB31-7718-4163-96EA-DAB27297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1971B-276C-45C9-BD7D-57EDBD4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6EBDE-9E27-4E40-B8FE-62A5107B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AEE94-3A46-4B1B-81DC-E3052E24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020D8-77D8-408B-8F5B-E9C21D0D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1634637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46F98-B498-4780-9077-7F055685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0090A-F0CE-4CA0-99E6-F23ABB5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0CDEF-946A-470D-A45B-73F659F9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4B20E-9815-4D16-AB9B-A03C7EED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70E18-DE82-4E01-BC23-686931D6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3F845-DABD-417E-8779-9382CA9D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Writing: Writing a Short Biography of an Achiever Based 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6B81F-A849-45FC-9A44-D4D8C284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95DA3-578E-4A06-994D-6D9724C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9DF86-81A7-4F59-BFEA-9B2D58DD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E3FDC-781F-471C-8DCC-08CA9547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1DEC1-065F-41BE-803E-D5081DCC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35880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23A5D-44C8-4EF1-A081-1FE53B77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8670B-A7A8-4CDB-A8F1-728B56B1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07F26-4C92-4719-BA23-72E3D8D5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EE024-E499-463E-AA3C-D1B70ECF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C10FF-7F0D-441D-A4D5-357CAC6C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Grammar: Sentence patterns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7EAA7-8F0F-4BB2-AF9B-A91C7369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Grammar: Sentence patterns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C1C9D-819A-4228-83B0-C031A92C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248E0-59C6-4BC4-921F-4B3EE688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784BE-80E4-4F97-8881-493B4DB5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4C4B9-FDC2-416F-B1DE-B31E5572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9B173-2FF6-44E5-8881-C95D564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7BEAE-97D2-4F7B-AAA9-8C3BD7F4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86850-B2F0-4F76-A2D3-C99269F3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A335D-81E4-45DA-B2CB-FC2B79CF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85098-E74F-41DB-9F24-1EFBFC12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1EC7D-129A-4800-AC9A-7C0AA1D6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119025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C82700-F966-4BEC-9F83-21E5A0A3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D626F-A4BF-4A49-A677-2E62B6A2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E9E56-5F62-4AD0-96AF-BE54B1BD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42622-FF82-43A8-BF2D-EB137E49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EF381-A39E-4927-B914-D14B142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FC5D1-147F-41E7-8F14-68BFA68E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F0C06-1808-4B39-9491-3D232223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2362A-5627-43B1-8BDD-691601D1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15D47-EE50-439F-882A-D5CDB33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Grammar: Sentence...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BA0BC-DE84-4818-825A-EE24F8C2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7395D-9414-4B7E-92DF-62E33A99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84B93-9FE6-4A82-A2BD-C9B76C2B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Grammar: Sente...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9C0BD-4905-49F0-94B0-430685B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A30E6-172C-4E68-869A-0DB4EB71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B6861-5BE9-4577-AC59-2F7A0735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Grammar: Sentence...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B6006-DC3B-42BE-A671-3BBDFAE9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1D83F-1507-48D8-B576-446BB92E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33652-E74C-48BE-A821-FDEAF7FD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Grammar: Sentence...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8BFE0-3D53-402F-B76B-FB3A462C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73317-2BF3-4683-91E1-0BEE32A6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BA109-686A-4D07-8D71-5A1F526A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Grammar: Senten...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23E71-9A1D-42D0-963E-9709D84E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51D21-1FC7-4D65-B9D9-E1570FDA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6480177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68D0D-641C-494A-9FAE-C61054BA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1577B-A908-410E-AB80-2B34C342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529B8-F605-4B79-81FB-32DBEB49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C8E71-60FD-48CC-AF2D-18EC2072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EC070-CF8E-4564-A9B8-1A32DE11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1134A-AFF4-4E1C-A7CD-65E1BDF6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6C4D0-47C9-4712-9BE7-7097E182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06A85-47D2-473E-B09F-8E3B66DC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879D3-2C8A-4511-AD4D-8D614955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E4714-6F26-4E3B-98F0-9C0A7F00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39C6B-5384-4C2B-9EC7-0A5DDD48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EE2F8-7C6B-41F8-9982-EB7F9A00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3EBA5-B042-4AC8-A334-FE2BC404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10923-8432-4149-BC4F-E8DDBB85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E1371-FA19-4ED1-91E1-B0DEA4EF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2991895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C7123-1923-4A23-A317-A0412217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0ECAC-6DA2-42C8-86E4-561BAF33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EA7B6-D544-4D9D-B68B-C2E6DEE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5F57E-E3EF-4911-B11B-AC7391E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B07BC-9406-4880-B85E-B79772EE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C38F4-0838-47F1-8D55-E5AA525B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Grammar: Sentence patterns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DE9CF-EBBB-4ED2-89F8-B43B8CEB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CB8DC-14FC-4485-97BE-93727919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4FE68-C894-45BD-9074-3977DB50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9A6D5-1F8F-405D-9C35-AE148D78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A901A-155E-403F-A70E-D2971F89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425243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B2F3F-B039-49A6-8749-25F4EBEC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8F578-A7E2-471B-8D00-17DF868B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87E98-3F9D-48D0-A72C-91A1428B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91F5D-0A49-46A5-B041-FCF5FD5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94522-3C15-40AA-8D8F-7F4E5E2A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Development: Idioms and Phrases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121A4-10D7-4711-A819-CFFF262B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Development: Idioms and Phrases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90C2E-04C7-4C4C-AC35-63446E1D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B90CE-B640-4621-982F-328967D7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96B92-C498-42A8-8A3F-3241B00E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1037A-E810-4F30-8E7D-55DBEA9A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08B93-4DD5-404D-86D4-601C73B7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B198D-760D-4159-98FF-BC5F71CB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528A4-B897-4640-9E5D-3798EC91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6492A-1EF2-4B2F-AFB8-F4FF5376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C57BC-E260-49A3-839B-5067312E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4BCB1-E04B-451C-A0B7-34D8E5CB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607717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775D1-BC90-478D-AB0A-14B716CF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0968A-BFBC-40C3-9783-0A7D7252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578B0-C0CC-4BCB-B41E-8B0995E5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89C31-1128-4EDD-B22B-6E38FB5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E6858-29AF-4C47-856D-3D274D3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2BB52-56F7-489C-81F3-598D694E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884BC-B70F-4851-BFFF-F32E9B4D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3786B-65F7-494E-B1B9-1060B909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2EA4-8E3B-42F2-B3E1-443A278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Development: Idiom...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E73D1-7C13-4DED-B8D3-79505058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06BE4-C285-4F78-AED6-9CDD5732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3B0E1-B50E-430A-AD19-8FA7927E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Development: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3B519-FDF7-4B31-91AA-94285503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A7663-33EF-4A4D-BF0D-D233EDBE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2284F-BA6D-4DA3-9771-81C99D0D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Development: Idiom...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76510-38F4-4653-9233-3A86BCEA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971C4-4A09-468E-A835-4E2F77D0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07F83-2934-48BB-A66A-64D055DD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Development: Idio...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28CE5-CC48-46FC-8016-D55EB878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D5494-DA3D-45FD-8DCC-8B533FDD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D62BD-E70A-4A80-8DD0-0A4BCA7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Development: Id...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0F2C4-31E6-4D7A-AFD0-9C3FE638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DA1B3-4598-49C0-B72E-74DD8A8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5326368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CE9C0-DD9F-429E-BD06-915F0682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C2FB7-14CC-4B80-8326-25210DD9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1ADD5-3BB7-4605-928D-469D0573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4E442-0BF9-4224-AAC0-35AD5023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87885-CB8C-48A4-9201-63906458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B4BD9-5959-4638-AE2C-B426A733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6114C-CCE2-4782-849C-C7C33D97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097AB-AAD1-4335-A696-39499D8E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A0A74-0730-4326-80C3-4EF27B40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4FF2B-20F5-49B4-925D-89796615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1AABD-3286-49B3-9B66-78F568BA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3B746-86C2-477F-AE3D-33E21081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5B5BB-871F-4C82-9508-F4EAE7C4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87289-0CE0-4885-8E12-91B8A620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70888-8BB8-426E-B7CD-94A2EB84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417083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2786D-1A41-4512-9DEF-4FA49008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E6FA0-C16D-4B17-A3A4-B02FAFD4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66C2C-89EF-4480-A5A5-00067003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38974-FB84-4C45-9AC4-D3C67786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EF5E8-565A-49BF-8CB7-F38A3DE7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8EAB0-A821-42D5-B1A0-3D25DE6E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Development: Idioms and Phrases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D293A-850C-4F10-8B94-847235D3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86A76-7F83-4E04-94F6-970484B5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B4642-7FA0-410F-966F-A9A2F0C7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39BB9-4D87-4AD5-8915-95960800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24ED0-185C-4D74-B757-0AFAF2D3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1061242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84890-C923-4D74-A6F6-520B6903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69306-311F-48C3-AA16-A6CD5665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CB493-07F0-49D1-A282-C4F80F5C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CD395-E26F-46C4-80C8-8CDBE938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F04F9-3C65-4A5F-AF24-DC8E199C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Teaching Methodology TBTL (Task-Based Teaching Learning) Language Lab Quiklrn.com Digital Tools Google Meet / Z...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BFCE7-831B-4D2E-8930-72EC01C3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Teaching Methodology TBTL (Task-Based Tea...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36A14-8641-4DB4-91D8-894FDFC7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9190D-341E-463B-9E89-6E78731F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E651C-0D4A-4DF8-87CF-ADC95300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FBD74-ABDC-4DB1-835F-531EBEF1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211DD-1E6C-4D0E-9034-5004F084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390AF-F99E-4931-9373-4A8EFAA2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DD4EC-EC17-4675-8433-9F788D44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A9766-0379-4998-B23A-C722929D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6F61A-458F-4D7A-94D5-737AA593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3FD6A-B190-4BBD-A1D8-0AED39D5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8779432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EBCC9-7D58-4E50-99C7-1A6A30C8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D5094-ED3C-4C01-87C5-3CF3E043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3DFA5-A633-45F8-A5D2-C67175F8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0E1AF-AE6A-4892-AB53-C6C8189D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6CB69-2BA3-43E5-B4F3-CB5E825A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CBFB0-A109-4B25-BEA0-CB67A458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DECDF-FB54-4DC7-B4AA-7CE7405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7F8E9-3D9D-4A8D-A72D-3CC8F6F7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21C67-D659-4E63-B644-2D5F633B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Teaching Methodolo...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7FAF5-5106-4E03-A4CC-5DED925C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1231B-A6B6-4BFF-ABB3-8CEAF25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7D95F-786F-433A-9555-FEF8FFA4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Teaching Metho...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CF8DC-CD2F-43C5-86FB-DF51B192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6BF30-0085-4FD0-AE30-B313DE09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B6970-7864-4AD7-800A-7A3B567A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Teaching Methodolo...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09DE8-B070-4E72-BD9D-55F8D7BE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3658F-787F-46BD-A072-9267606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ACB0C-2C7B-4D1E-ACCD-85AF6192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Teaching Methodol...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9E452-27D7-4609-BACD-523FFBA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EDB79-2D18-4DF0-884B-A0314F6B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13DE4-2C4F-49EF-A2F6-776C9840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Teaching Method...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5FF61-B121-4FFB-B65F-80990495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67FA3-D830-427E-9A45-16A13A14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510544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CEAF7-F5CE-442C-A029-7D58C993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40352-9218-4EDC-991B-C265B9C8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5985B-044C-4937-B502-817B5A5C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90741-48D2-48F8-A438-FF4A7751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E18C3-E097-4634-BE52-4048A87C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2776F-FDD5-4049-BD0C-C8686A0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375D0-083C-4964-8076-5854FF8A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F045E-BC65-41C5-B9DA-4B5FE98D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D7B3D-175D-4F7C-825E-D21B3C36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7F8A8-8872-44BA-AD21-0136A075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26FE3-6B15-4F75-8530-76C54B1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04FA0-4785-4A99-B99B-E4481896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94860-9FB6-49A2-A5CF-6C6DBDA0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5DD77-0B07-4749-B3CB-A559FA6E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5C8A1-6018-4A3C-9E78-7105F895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9186450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3598A-C900-4397-8122-9719107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3F8A1-8B0E-4806-8FC3-B76CC28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66A42-AA1D-480F-BA2F-6C5738B8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FFE73-E906-48FB-B65E-B39AE8A0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FD264-3A3C-454C-B4AA-3E0E8396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17909-E1E7-4287-8632-A661B3DB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Teaching Methodology TBTL (Task-Based Teaching Learning)...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A2948-7FA4-4A3E-90A3-AF828A91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991A5-136E-4B18-B850-EFF871DE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BFC7A-F66A-4002-A506-FE21705C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2C5D2-1BA5-4CAE-BEBF-57B902C0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922EA-8955-4A84-8AB1-43EAFE2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922489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5C6DF-6669-41FA-9C9C-1BBF978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7C6B7-3FE7-4E70-8C4F-16AFAECA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A5C9F-C569-4DCE-928A-B5CD6FD6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4C1F7-25C1-47F0-B363-2DDB338A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6338A-2663-47D5-9548-FA4A2B87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EEC02-3451-49C6-87B4-3491EB4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89538813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6BFAC-3975-4B27-A953-A7229AC7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9685A-FB4C-4EED-8BB1-1A139E2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41270-1F13-4931-ADF7-8C05989C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E84DF-3B00-40CE-8A52-832C9E4A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5A780-7049-4137-AB6A-743B40DC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INTERPERSONAL: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SKILLS: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Speaking: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A2FF8-AF3D-4704-9509-01750E77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8321881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2C420-174B-482B-91B4-92BAC401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9FCB1-34D3-4084-9A5C-A9CF5CE7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E53A2-9187-4B22-8F1C-767F5629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83E00-351E-495D-A97E-02237B76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74C08-AEC1-4095-980B-87B0D0F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BDF3A-F77B-4202-A159-6AD82619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765363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493F7-4B64-4E54-8C9B-2BCCF8AA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5BE2A-B848-4B54-B9B6-3003386D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427C2-9A2B-4CE9-9D4C-85991F63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6C383-4BEC-404C-B190-ED90C0DE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C20A1-83C6-4AEC-8300-2881F113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51238-D88F-46F1-8339-426CC10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611151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10B54-49A3-4732-A3CA-57FD981B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A2B6F-509E-4FFB-BB83-602F04B7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C9CF9-47CE-413C-B99B-65EBC1C6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529AD-183C-4E50-987B-4B42EE37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177E7-C950-444F-8A9D-93B8C26F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INTERPERSONAL SKILLS (3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Speaking: Role Play Exercises Based on Workplace Contexts, Introducing...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Reading: Reading the Interview of an Achiever (Skimming and Scanning) (...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Writing: Writing a Short Biography of an Achiever Based on given reflec...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Grammar: Sentence patterns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97888-36B9-4E45-837F-1C88132B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8B7DC-96EA-4598-A3EE-F6D4A5E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48D43-61BE-468D-8427-198B0FFF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20497009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006007-56ED-4B51-B81F-127DDEA7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EB453-9515-40A3-A00B-662A10FE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Development: Idioms and Phrases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C95D4-94E1-4972-878D-5BCA4EC2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C8209-C694-4BB4-8D7C-323E189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23528-4CC5-4621-845B-C0580765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1639F-E5F1-4088-85C9-EFFA7FDE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A77A4-FDAC-42C6-BB9D-593311DF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49A4B-34D0-4FB5-952A-7F33E8B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0806C-9B94-4637-84FE-15051D23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7EED8-649A-4370-93F9-BA4C7EB0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54092-F15B-482B-8BEF-54D2E148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1EDE0-F9E0-4616-9221-55CE133D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AC791-75C2-45A3-9B49-802F0EFF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45221-4BE6-42F7-8E24-203C9E23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96203-8853-414C-A56E-CEB7BB9A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FB5C6-CD63-4E48-A526-7756BA4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27F40-F948-4877-A353-FA481A19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BDF8A-9B0A-4180-9547-77A33222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93CF6-F98F-4312-AF75-592DD2CD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C1ABD-B960-4FEB-9307-1AB3395A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AC44F-2049-44F3-9943-06F8F25A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094F0-6714-4123-B979-03F37AA8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6A7CE-D044-4292-A399-90822D0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42707-4464-4F7B-81AD-060E1A78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C89D3-27D6-4E59-8594-C737D9E7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69EB6-3E1F-4147-A625-4264C951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CC0072-0246-4EBC-AB70-443633B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C82287-C601-43AB-8057-0521FF8B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6CD18-410D-47B7-8212-7812DB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62D79-D5D6-4B3E-993B-6465FCEB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556DA-871E-4ED1-AB40-C773A995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E39BEA-98A2-4114-BF7F-E7CCE634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41972766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301EBB-5723-4B31-B6BC-FC4DCF14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51657-532E-45D9-B786-3F3455C4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Teaching Methodology TBTL (Task-Based Teach...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807D8-E36A-42F6-ACA0-ECFD700A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DAC82-16F0-44A5-8E73-AFFDC24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74842-647E-4A37-A3B9-62BA4311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53A5C-3670-4FB6-A6EA-68306656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56DE6-4BB8-4BDD-BA09-3578DF92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06BD8-1BA1-4F16-AB95-792F826F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B13E7-3EE2-4A14-B5DD-05A83494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10313-4424-4B95-8648-E6D3D6B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53DA9-DCB2-444B-AFA2-85483BAA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34F44-6712-4FB9-A173-00C7C413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048EE-8E08-4AD8-A18F-072A89F5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5AD36-CA90-4DB2-99BC-23DF5FD7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CD05F-064B-4CBA-99D5-72B10C81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A0D83-A96F-42C1-B6CC-54CF595A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3B8A6-2D88-4F14-8DF3-6467372B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FA03E-72AD-409E-A472-172DA3A4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D5519-EAF0-4B30-9911-9DD14738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E3C7F-969C-40A0-8402-371802ED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B7D2B-7A9E-4972-BE91-C225E7CE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28BBF-5E21-4BCC-9E95-FA20BA39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44913A-F259-4F9E-BF36-2DF3E146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3AB58-F1DA-4E3A-8A5A-FF79DE01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2861E-1314-4BC1-AE8A-56D113A4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9287C-9A24-465C-98C6-EA5055DD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236F6-9C5A-4347-ABF2-BA65036B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707F6B-310C-46BD-A562-F597385C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111B10-B2B4-4402-BBE3-79882E26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73B06-65F1-4156-B280-CFAB2DB5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9AF4E-2F30-44DF-9C9A-D54BC79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58770A-35B5-4D26-9A3C-1874596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43121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2026-08-24T16:02:44.7140000Z</dcterms:created>
  <dcterms:modified xsi:type="dcterms:W3CDTF">2026-08-24T16:02:44.7140000Z</dcterms:modified>
</coreProperties>
</file>