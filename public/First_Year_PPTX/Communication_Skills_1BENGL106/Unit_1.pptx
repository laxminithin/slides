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f0d1d62d5d49ea" /><Relationship Type="http://schemas.openxmlformats.org/officeDocument/2006/relationships/extended-properties" Target="/docProps/app.xml" Id="R499fdd2c2da34715" /><Relationship Type="http://schemas.openxmlformats.org/officeDocument/2006/relationships/officeDocument" Target="/ppt/presentation.xml" Id="Rc2caa224c3394c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143ac934514ec2"/>
  </p:sldMasterIdLst>
  <p:notesMasterIdLst>
    <p:notesMasterId xmlns:r="http://schemas.openxmlformats.org/officeDocument/2006/relationships" r:id="R105fe12fd8144f78"/>
  </p:notesMasterIdLst>
  <p:sldIdLst>
    <p:sldId xmlns:r="http://schemas.openxmlformats.org/officeDocument/2006/relationships" id="256" r:id="Rfdc6f3c5e8484e11"/>
    <p:sldId xmlns:r="http://schemas.openxmlformats.org/officeDocument/2006/relationships" id="257" r:id="Rac7a53a0cce94e75"/>
    <p:sldId xmlns:r="http://schemas.openxmlformats.org/officeDocument/2006/relationships" id="258" r:id="Rbb4d14718fab44c0"/>
    <p:sldId xmlns:r="http://schemas.openxmlformats.org/officeDocument/2006/relationships" id="259" r:id="R8b2461305b5f4fb0"/>
    <p:sldId xmlns:r="http://schemas.openxmlformats.org/officeDocument/2006/relationships" id="260" r:id="R5431b4d00e9a41f8"/>
    <p:sldId xmlns:r="http://schemas.openxmlformats.org/officeDocument/2006/relationships" id="261" r:id="Rc61bddab601f40b3"/>
    <p:sldId xmlns:r="http://schemas.openxmlformats.org/officeDocument/2006/relationships" id="262" r:id="R5c29f1652df44c1c"/>
    <p:sldId xmlns:r="http://schemas.openxmlformats.org/officeDocument/2006/relationships" id="263" r:id="R458b07885bb4457d"/>
    <p:sldId xmlns:r="http://schemas.openxmlformats.org/officeDocument/2006/relationships" id="264" r:id="R4df873c4ae3545f0"/>
    <p:sldId xmlns:r="http://schemas.openxmlformats.org/officeDocument/2006/relationships" id="265" r:id="Ref9f91e741c644ea"/>
    <p:sldId xmlns:r="http://schemas.openxmlformats.org/officeDocument/2006/relationships" id="266" r:id="Rf4658d2aff124f76"/>
    <p:sldId xmlns:r="http://schemas.openxmlformats.org/officeDocument/2006/relationships" id="267" r:id="R3ca71f1a8e204adc"/>
    <p:sldId xmlns:r="http://schemas.openxmlformats.org/officeDocument/2006/relationships" id="268" r:id="R3468c81dba474879"/>
    <p:sldId xmlns:r="http://schemas.openxmlformats.org/officeDocument/2006/relationships" id="269" r:id="R415ff2ff67cf4ac8"/>
    <p:sldId xmlns:r="http://schemas.openxmlformats.org/officeDocument/2006/relationships" id="270" r:id="R19a939c6c4394943"/>
    <p:sldId xmlns:r="http://schemas.openxmlformats.org/officeDocument/2006/relationships" id="271" r:id="R81f1a0c00995425a"/>
    <p:sldId xmlns:r="http://schemas.openxmlformats.org/officeDocument/2006/relationships" id="272" r:id="Rc9a3115d36e5445f"/>
    <p:sldId xmlns:r="http://schemas.openxmlformats.org/officeDocument/2006/relationships" id="273" r:id="R36a9a51fbda3446d"/>
    <p:sldId xmlns:r="http://schemas.openxmlformats.org/officeDocument/2006/relationships" id="274" r:id="R344a65bb2f7743f7"/>
    <p:sldId xmlns:r="http://schemas.openxmlformats.org/officeDocument/2006/relationships" id="275" r:id="R2589b8a5fb6f4873"/>
    <p:sldId xmlns:r="http://schemas.openxmlformats.org/officeDocument/2006/relationships" id="276" r:id="R7344e018f2234f28"/>
    <p:sldId xmlns:r="http://schemas.openxmlformats.org/officeDocument/2006/relationships" id="277" r:id="R050108d353464f2a"/>
    <p:sldId xmlns:r="http://schemas.openxmlformats.org/officeDocument/2006/relationships" id="278" r:id="R0e26404829db48d5"/>
    <p:sldId xmlns:r="http://schemas.openxmlformats.org/officeDocument/2006/relationships" id="279" r:id="Rb8c76cd7a5404493"/>
    <p:sldId xmlns:r="http://schemas.openxmlformats.org/officeDocument/2006/relationships" id="280" r:id="R91e9810431b845d1"/>
    <p:sldId xmlns:r="http://schemas.openxmlformats.org/officeDocument/2006/relationships" id="281" r:id="R8eea5b9f148c45be"/>
    <p:sldId xmlns:r="http://schemas.openxmlformats.org/officeDocument/2006/relationships" id="282" r:id="R1c412ab4c4b1479d"/>
    <p:sldId xmlns:r="http://schemas.openxmlformats.org/officeDocument/2006/relationships" id="283" r:id="Rbb8ebc0aec9546bf"/>
    <p:sldId xmlns:r="http://schemas.openxmlformats.org/officeDocument/2006/relationships" id="284" r:id="R9bd2f19e897143a2"/>
    <p:sldId xmlns:r="http://schemas.openxmlformats.org/officeDocument/2006/relationships" id="285" r:id="Rc55302b9fdbf4179"/>
    <p:sldId xmlns:r="http://schemas.openxmlformats.org/officeDocument/2006/relationships" id="286" r:id="Raef18fb24c864494"/>
    <p:sldId xmlns:r="http://schemas.openxmlformats.org/officeDocument/2006/relationships" id="287" r:id="Rb5aa16dcd1fa496d"/>
    <p:sldId xmlns:r="http://schemas.openxmlformats.org/officeDocument/2006/relationships" id="288" r:id="Rea9930a1c58343c2"/>
    <p:sldId xmlns:r="http://schemas.openxmlformats.org/officeDocument/2006/relationships" id="289" r:id="Rb9a9dc9bc74f45ba"/>
    <p:sldId xmlns:r="http://schemas.openxmlformats.org/officeDocument/2006/relationships" id="290" r:id="R51ae2cedb9bd4b53"/>
    <p:sldId xmlns:r="http://schemas.openxmlformats.org/officeDocument/2006/relationships" id="291" r:id="Rebb4336e78d9472f"/>
    <p:sldId xmlns:r="http://schemas.openxmlformats.org/officeDocument/2006/relationships" id="292" r:id="R43a0a80e4ec34682"/>
    <p:sldId xmlns:r="http://schemas.openxmlformats.org/officeDocument/2006/relationships" id="293" r:id="Re08ba0b3f0a34907"/>
    <p:sldId xmlns:r="http://schemas.openxmlformats.org/officeDocument/2006/relationships" id="294" r:id="Re2283728b44441c1"/>
    <p:sldId xmlns:r="http://schemas.openxmlformats.org/officeDocument/2006/relationships" id="295" r:id="R37bbeb1d591942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92fa0fb1504d81" /><Relationship Type="http://schemas.openxmlformats.org/officeDocument/2006/relationships/slideMaster" Target="/ppt/slideMasters/slideMaster1.xml" Id="R27143ac934514ec2" /><Relationship Type="http://schemas.openxmlformats.org/officeDocument/2006/relationships/notesMaster" Target="/ppt/notesMasters/notesMaster1.xml" Id="R105fe12fd8144f78" /><Relationship Type="http://schemas.openxmlformats.org/officeDocument/2006/relationships/presProps" Target="/ppt/presProps.xml" Id="R27e95e0456304f6e" /><Relationship Type="http://schemas.openxmlformats.org/officeDocument/2006/relationships/tableStyles" Target="/ppt/tableStyles.xml" Id="R6c1d13c14c464ec1" /><Relationship Type="http://schemas.openxmlformats.org/officeDocument/2006/relationships/slide" Target="/ppt/slides/slide1.xml" Id="Rfdc6f3c5e8484e11" /><Relationship Type="http://schemas.openxmlformats.org/officeDocument/2006/relationships/slide" Target="/ppt/slides/slide2.xml" Id="Rac7a53a0cce94e75" /><Relationship Type="http://schemas.openxmlformats.org/officeDocument/2006/relationships/slide" Target="/ppt/slides/slide3.xml" Id="Rbb4d14718fab44c0" /><Relationship Type="http://schemas.openxmlformats.org/officeDocument/2006/relationships/slide" Target="/ppt/slides/slide4.xml" Id="R8b2461305b5f4fb0" /><Relationship Type="http://schemas.openxmlformats.org/officeDocument/2006/relationships/slide" Target="/ppt/slides/slide5.xml" Id="R5431b4d00e9a41f8" /><Relationship Type="http://schemas.openxmlformats.org/officeDocument/2006/relationships/slide" Target="/ppt/slides/slide6.xml" Id="Rc61bddab601f40b3" /><Relationship Type="http://schemas.openxmlformats.org/officeDocument/2006/relationships/slide" Target="/ppt/slides/slide7.xml" Id="R5c29f1652df44c1c" /><Relationship Type="http://schemas.openxmlformats.org/officeDocument/2006/relationships/slide" Target="/ppt/slides/slide8.xml" Id="R458b07885bb4457d" /><Relationship Type="http://schemas.openxmlformats.org/officeDocument/2006/relationships/slide" Target="/ppt/slides/slide9.xml" Id="R4df873c4ae3545f0" /><Relationship Type="http://schemas.openxmlformats.org/officeDocument/2006/relationships/slide" Target="/ppt/slides/slide10.xml" Id="Ref9f91e741c644ea" /><Relationship Type="http://schemas.openxmlformats.org/officeDocument/2006/relationships/slide" Target="/ppt/slides/slide11.xml" Id="Rf4658d2aff124f76" /><Relationship Type="http://schemas.openxmlformats.org/officeDocument/2006/relationships/slide" Target="/ppt/slides/slide12.xml" Id="R3ca71f1a8e204adc" /><Relationship Type="http://schemas.openxmlformats.org/officeDocument/2006/relationships/slide" Target="/ppt/slides/slide13.xml" Id="R3468c81dba474879" /><Relationship Type="http://schemas.openxmlformats.org/officeDocument/2006/relationships/slide" Target="/ppt/slides/slide14.xml" Id="R415ff2ff67cf4ac8" /><Relationship Type="http://schemas.openxmlformats.org/officeDocument/2006/relationships/slide" Target="/ppt/slides/slide15.xml" Id="R19a939c6c4394943" /><Relationship Type="http://schemas.openxmlformats.org/officeDocument/2006/relationships/slide" Target="/ppt/slides/slide16.xml" Id="R81f1a0c00995425a" /><Relationship Type="http://schemas.openxmlformats.org/officeDocument/2006/relationships/slide" Target="/ppt/slides/slide17.xml" Id="Rc9a3115d36e5445f" /><Relationship Type="http://schemas.openxmlformats.org/officeDocument/2006/relationships/slide" Target="/ppt/slides/slide18.xml" Id="R36a9a51fbda3446d" /><Relationship Type="http://schemas.openxmlformats.org/officeDocument/2006/relationships/slide" Target="/ppt/slides/slide19.xml" Id="R344a65bb2f7743f7" /><Relationship Type="http://schemas.openxmlformats.org/officeDocument/2006/relationships/slide" Target="/ppt/slides/slide20.xml" Id="R2589b8a5fb6f4873" /><Relationship Type="http://schemas.openxmlformats.org/officeDocument/2006/relationships/slide" Target="/ppt/slides/slide21.xml" Id="R7344e018f2234f28" /><Relationship Type="http://schemas.openxmlformats.org/officeDocument/2006/relationships/slide" Target="/ppt/slides/slide22.xml" Id="R050108d353464f2a" /><Relationship Type="http://schemas.openxmlformats.org/officeDocument/2006/relationships/slide" Target="/ppt/slides/slide23.xml" Id="R0e26404829db48d5" /><Relationship Type="http://schemas.openxmlformats.org/officeDocument/2006/relationships/slide" Target="/ppt/slides/slide24.xml" Id="Rb8c76cd7a5404493" /><Relationship Type="http://schemas.openxmlformats.org/officeDocument/2006/relationships/slide" Target="/ppt/slides/slide25.xml" Id="R91e9810431b845d1" /><Relationship Type="http://schemas.openxmlformats.org/officeDocument/2006/relationships/slide" Target="/ppt/slides/slide26.xml" Id="R8eea5b9f148c45be" /><Relationship Type="http://schemas.openxmlformats.org/officeDocument/2006/relationships/slide" Target="/ppt/slides/slide27.xml" Id="R1c412ab4c4b1479d" /><Relationship Type="http://schemas.openxmlformats.org/officeDocument/2006/relationships/slide" Target="/ppt/slides/slide28.xml" Id="Rbb8ebc0aec9546bf" /><Relationship Type="http://schemas.openxmlformats.org/officeDocument/2006/relationships/slide" Target="/ppt/slides/slide29.xml" Id="R9bd2f19e897143a2" /><Relationship Type="http://schemas.openxmlformats.org/officeDocument/2006/relationships/slide" Target="/ppt/slides/slide30.xml" Id="Rc55302b9fdbf4179" /><Relationship Type="http://schemas.openxmlformats.org/officeDocument/2006/relationships/slide" Target="/ppt/slides/slide31.xml" Id="Raef18fb24c864494" /><Relationship Type="http://schemas.openxmlformats.org/officeDocument/2006/relationships/slide" Target="/ppt/slides/slide32.xml" Id="Rb5aa16dcd1fa496d" /><Relationship Type="http://schemas.openxmlformats.org/officeDocument/2006/relationships/slide" Target="/ppt/slides/slide33.xml" Id="Rea9930a1c58343c2" /><Relationship Type="http://schemas.openxmlformats.org/officeDocument/2006/relationships/slide" Target="/ppt/slides/slide34.xml" Id="Rb9a9dc9bc74f45ba" /><Relationship Type="http://schemas.openxmlformats.org/officeDocument/2006/relationships/slide" Target="/ppt/slides/slide35.xml" Id="R51ae2cedb9bd4b53" /><Relationship Type="http://schemas.openxmlformats.org/officeDocument/2006/relationships/slide" Target="/ppt/slides/slide36.xml" Id="Rebb4336e78d9472f" /><Relationship Type="http://schemas.openxmlformats.org/officeDocument/2006/relationships/slide" Target="/ppt/slides/slide37.xml" Id="R43a0a80e4ec34682" /><Relationship Type="http://schemas.openxmlformats.org/officeDocument/2006/relationships/slide" Target="/ppt/slides/slide38.xml" Id="Re08ba0b3f0a34907" /><Relationship Type="http://schemas.openxmlformats.org/officeDocument/2006/relationships/slide" Target="/ppt/slides/slide39.xml" Id="Re2283728b44441c1" /><Relationship Type="http://schemas.openxmlformats.org/officeDocument/2006/relationships/slide" Target="/ppt/slides/slide40.xml" Id="R37bbeb1d591942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ec609d24e744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81d7cf58d04376" /><Relationship Type="http://schemas.openxmlformats.org/officeDocument/2006/relationships/notesMaster" Target="/ppt/notesMasters/notesMaster1.xml" Id="R7f3ee0a4f03a4d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3aadd4188f43c9" /><Relationship Type="http://schemas.openxmlformats.org/officeDocument/2006/relationships/notesMaster" Target="/ppt/notesMasters/notesMaster1.xml" Id="R6a75d06100124f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e2e2a413614031" /><Relationship Type="http://schemas.openxmlformats.org/officeDocument/2006/relationships/notesMaster" Target="/ppt/notesMasters/notesMaster1.xml" Id="R1650b9bfe00c4e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f35a00b7dc4d40" /><Relationship Type="http://schemas.openxmlformats.org/officeDocument/2006/relationships/notesMaster" Target="/ppt/notesMasters/notesMaster1.xml" Id="R569b8c51bd0d46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5208cf87484539" /><Relationship Type="http://schemas.openxmlformats.org/officeDocument/2006/relationships/notesMaster" Target="/ppt/notesMasters/notesMaster1.xml" Id="Rd0db1d219f4145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5203fb66d64677" /><Relationship Type="http://schemas.openxmlformats.org/officeDocument/2006/relationships/notesMaster" Target="/ppt/notesMasters/notesMaster1.xml" Id="Rbf540d64b6a64f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92810506724ae0" /><Relationship Type="http://schemas.openxmlformats.org/officeDocument/2006/relationships/notesMaster" Target="/ppt/notesMasters/notesMaster1.xml" Id="R97fd8ab4cbb14a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cd8fa554b04a79" /><Relationship Type="http://schemas.openxmlformats.org/officeDocument/2006/relationships/notesMaster" Target="/ppt/notesMasters/notesMaster1.xml" Id="R44c94803fed648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ee519cebc046f1" /><Relationship Type="http://schemas.openxmlformats.org/officeDocument/2006/relationships/notesMaster" Target="/ppt/notesMasters/notesMaster1.xml" Id="R393289798e41478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98afcfb284c4552" /><Relationship Type="http://schemas.openxmlformats.org/officeDocument/2006/relationships/notesMaster" Target="/ppt/notesMasters/notesMaster1.xml" Id="R495bb21329fb43f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962856606e54b18" /><Relationship Type="http://schemas.openxmlformats.org/officeDocument/2006/relationships/notesMaster" Target="/ppt/notesMasters/notesMaster1.xml" Id="Ref133cab5d8245f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348efc320e545fb" /><Relationship Type="http://schemas.openxmlformats.org/officeDocument/2006/relationships/notesMaster" Target="/ppt/notesMasters/notesMaster1.xml" Id="Rc8c6321f9b2b41c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705c089e7464cac" /><Relationship Type="http://schemas.openxmlformats.org/officeDocument/2006/relationships/notesMaster" Target="/ppt/notesMasters/notesMaster1.xml" Id="Re4c0c6b56f434d8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8d22de9a8e14262" /><Relationship Type="http://schemas.openxmlformats.org/officeDocument/2006/relationships/notesMaster" Target="/ppt/notesMasters/notesMaster1.xml" Id="R3f655069106a4fd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040d584e672425a" /><Relationship Type="http://schemas.openxmlformats.org/officeDocument/2006/relationships/notesMaster" Target="/ppt/notesMasters/notesMaster1.xml" Id="Rad743aa7c3594c4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ea033729f354933" /><Relationship Type="http://schemas.openxmlformats.org/officeDocument/2006/relationships/notesMaster" Target="/ppt/notesMasters/notesMaster1.xml" Id="R96a5a0d0d7614a3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e8179e21e124c6b" /><Relationship Type="http://schemas.openxmlformats.org/officeDocument/2006/relationships/notesMaster" Target="/ppt/notesMasters/notesMaster1.xml" Id="R3775eb0ce4e8489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74e6be8c1cd4efd" /><Relationship Type="http://schemas.openxmlformats.org/officeDocument/2006/relationships/notesMaster" Target="/ppt/notesMasters/notesMaster1.xml" Id="R6681c8fc266e499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cb38a7ab0e343ed" /><Relationship Type="http://schemas.openxmlformats.org/officeDocument/2006/relationships/notesMaster" Target="/ppt/notesMasters/notesMaster1.xml" Id="R04404c392750490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a023c7c1e24406b" /><Relationship Type="http://schemas.openxmlformats.org/officeDocument/2006/relationships/notesMaster" Target="/ppt/notesMasters/notesMaster1.xml" Id="Rcf4927e190fa4f9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212f8d59f734385" /><Relationship Type="http://schemas.openxmlformats.org/officeDocument/2006/relationships/notesMaster" Target="/ppt/notesMasters/notesMaster1.xml" Id="Rba939d37588a4ba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a92a396003d4bad" /><Relationship Type="http://schemas.openxmlformats.org/officeDocument/2006/relationships/notesMaster" Target="/ppt/notesMasters/notesMaster1.xml" Id="R0c1a3c9d813a47a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ab717bb60434935" /><Relationship Type="http://schemas.openxmlformats.org/officeDocument/2006/relationships/notesMaster" Target="/ppt/notesMasters/notesMaster1.xml" Id="Rb2203656ff964ad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ebd68d3d8944dea" /><Relationship Type="http://schemas.openxmlformats.org/officeDocument/2006/relationships/notesMaster" Target="/ppt/notesMasters/notesMaster1.xml" Id="Rdd80fd9763cc4b4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9ff2be4afca4139" /><Relationship Type="http://schemas.openxmlformats.org/officeDocument/2006/relationships/notesMaster" Target="/ppt/notesMasters/notesMaster1.xml" Id="R4239974243ae4cf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c22f441d8134e0c" /><Relationship Type="http://schemas.openxmlformats.org/officeDocument/2006/relationships/notesMaster" Target="/ppt/notesMasters/notesMaster1.xml" Id="R3c88dac1d6f840f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f7f2efaf3a947a1" /><Relationship Type="http://schemas.openxmlformats.org/officeDocument/2006/relationships/notesMaster" Target="/ppt/notesMasters/notesMaster1.xml" Id="Rde88d9824f52408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c509bfd8afe4017" /><Relationship Type="http://schemas.openxmlformats.org/officeDocument/2006/relationships/notesMaster" Target="/ppt/notesMasters/notesMaster1.xml" Id="R04f88fb9c70747a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a3d2caa87c847ed" /><Relationship Type="http://schemas.openxmlformats.org/officeDocument/2006/relationships/notesMaster" Target="/ppt/notesMasters/notesMaster1.xml" Id="R53f9562c69e245e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a7be13df55940ed" /><Relationship Type="http://schemas.openxmlformats.org/officeDocument/2006/relationships/notesMaster" Target="/ppt/notesMasters/notesMaster1.xml" Id="Rb7a084b8eb494bb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0d21fa1fd4d434a" /><Relationship Type="http://schemas.openxmlformats.org/officeDocument/2006/relationships/notesMaster" Target="/ppt/notesMasters/notesMaster1.xml" Id="R1d7ab79dcfc94d4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011e73ab60e42b4" /><Relationship Type="http://schemas.openxmlformats.org/officeDocument/2006/relationships/notesMaster" Target="/ppt/notesMasters/notesMaster1.xml" Id="Raafbb38be1e04d9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537f0caf8394bba" /><Relationship Type="http://schemas.openxmlformats.org/officeDocument/2006/relationships/notesMaster" Target="/ppt/notesMasters/notesMaster1.xml" Id="Rdd739138abac414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2f02681097c4b2b" /><Relationship Type="http://schemas.openxmlformats.org/officeDocument/2006/relationships/notesMaster" Target="/ppt/notesMasters/notesMaster1.xml" Id="R385524e77b0f449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d37fd2b6f45473d" /><Relationship Type="http://schemas.openxmlformats.org/officeDocument/2006/relationships/notesMaster" Target="/ppt/notesMasters/notesMaster1.xml" Id="Rda79452abb1d433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f7df12a577b4eb6" /><Relationship Type="http://schemas.openxmlformats.org/officeDocument/2006/relationships/notesMaster" Target="/ppt/notesMasters/notesMaster1.xml" Id="R17af2af8801b469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a3d3c6106e14222" /><Relationship Type="http://schemas.openxmlformats.org/officeDocument/2006/relationships/notesMaster" Target="/ppt/notesMasters/notesMaster1.xml" Id="R4034b9e7aace408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423cf980d6149df" /><Relationship Type="http://schemas.openxmlformats.org/officeDocument/2006/relationships/notesMaster" Target="/ppt/notesMasters/notesMaster1.xml" Id="R60455fa3f310489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4f4d2d39d08474f" /><Relationship Type="http://schemas.openxmlformats.org/officeDocument/2006/relationships/notesMaster" Target="/ppt/notesMasters/notesMaster1.xml" Id="Rd5054b1a8007419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33a61a58b3b4003" /><Relationship Type="http://schemas.openxmlformats.org/officeDocument/2006/relationships/notesMaster" Target="/ppt/notesMasters/notesMaster1.xml" Id="R918a29193eab44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aac55b988b49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e51e4c18b840ed" /><Relationship Type="http://schemas.openxmlformats.org/officeDocument/2006/relationships/slideLayout" Target="/ppt/slideLayouts/slideLayout1.xml" Id="R3d788512851445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788512851445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8bbb20d3a42e6" /><Relationship Type="http://schemas.openxmlformats.org/officeDocument/2006/relationships/notesSlide" Target="/ppt/notesSlides/notesSlide1.xml" Id="Ra0811cabc73f4a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8f8aab07f461f" /><Relationship Type="http://schemas.openxmlformats.org/officeDocument/2006/relationships/notesSlide" Target="/ppt/notesSlides/notesSlide2.xml" Id="Re8604572220244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20fda99eb4425" /><Relationship Type="http://schemas.openxmlformats.org/officeDocument/2006/relationships/notesSlide" Target="/ppt/notesSlides/notesSlide3.xml" Id="R88e2727d7ebd4f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0e4bd552894cc7" /><Relationship Type="http://schemas.openxmlformats.org/officeDocument/2006/relationships/notesSlide" Target="/ppt/notesSlides/notesSlide4.xml" Id="R433300c24aef40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ba14c3c2a14bb1" /><Relationship Type="http://schemas.openxmlformats.org/officeDocument/2006/relationships/notesSlide" Target="/ppt/notesSlides/notesSlide5.xml" Id="R0b340effff3046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6e54cd2aa74cd1" /><Relationship Type="http://schemas.openxmlformats.org/officeDocument/2006/relationships/notesSlide" Target="/ppt/notesSlides/notesSlide6.xml" Id="R354cb47bd07d43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272a0301043eb" /><Relationship Type="http://schemas.openxmlformats.org/officeDocument/2006/relationships/notesSlide" Target="/ppt/notesSlides/notesSlide7.xml" Id="R4dc696cf46434e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251dee3fe467e" /><Relationship Type="http://schemas.openxmlformats.org/officeDocument/2006/relationships/notesSlide" Target="/ppt/notesSlides/notesSlide8.xml" Id="R708ba6eb9b034f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a8dd8dbc54c0f" /><Relationship Type="http://schemas.openxmlformats.org/officeDocument/2006/relationships/notesSlide" Target="/ppt/notesSlides/notesSlide9.xml" Id="R94aadefba23645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a7cfa9d7734e67" /><Relationship Type="http://schemas.openxmlformats.org/officeDocument/2006/relationships/notesSlide" Target="/ppt/notesSlides/notesSlide10.xml" Id="Rc7e14747efa5438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46e7348b3d4203" /><Relationship Type="http://schemas.openxmlformats.org/officeDocument/2006/relationships/notesSlide" Target="/ppt/notesSlides/notesSlide11.xml" Id="Rbc99e3edd95642d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237342e1d4894" /><Relationship Type="http://schemas.openxmlformats.org/officeDocument/2006/relationships/notesSlide" Target="/ppt/notesSlides/notesSlide12.xml" Id="Ra903a5be94df499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c81670616e40d3" /><Relationship Type="http://schemas.openxmlformats.org/officeDocument/2006/relationships/notesSlide" Target="/ppt/notesSlides/notesSlide13.xml" Id="Rbc865b2cba2b4b1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7d8aa432a4f50" /><Relationship Type="http://schemas.openxmlformats.org/officeDocument/2006/relationships/notesSlide" Target="/ppt/notesSlides/notesSlide14.xml" Id="R52add0c8048244e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80c74bdc6c493e" /><Relationship Type="http://schemas.openxmlformats.org/officeDocument/2006/relationships/notesSlide" Target="/ppt/notesSlides/notesSlide15.xml" Id="R341b6c2df3d4484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0be25cb734b4a" /><Relationship Type="http://schemas.openxmlformats.org/officeDocument/2006/relationships/notesSlide" Target="/ppt/notesSlides/notesSlide16.xml" Id="Rf527ecb3fc6d4e9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af9a74dd334272" /><Relationship Type="http://schemas.openxmlformats.org/officeDocument/2006/relationships/notesSlide" Target="/ppt/notesSlides/notesSlide17.xml" Id="R49798d91d4af47a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36a375091d4dd7" /><Relationship Type="http://schemas.openxmlformats.org/officeDocument/2006/relationships/notesSlide" Target="/ppt/notesSlides/notesSlide18.xml" Id="Rac54f648187e4b7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d7e2ed3ca4af7" /><Relationship Type="http://schemas.openxmlformats.org/officeDocument/2006/relationships/notesSlide" Target="/ppt/notesSlides/notesSlide19.xml" Id="Rb19fbc5baae6477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2b01c357654d2b" /><Relationship Type="http://schemas.openxmlformats.org/officeDocument/2006/relationships/notesSlide" Target="/ppt/notesSlides/notesSlide20.xml" Id="R5ee126ec0b024c6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c192f2cb34a92" /><Relationship Type="http://schemas.openxmlformats.org/officeDocument/2006/relationships/notesSlide" Target="/ppt/notesSlides/notesSlide21.xml" Id="R3b3ec691fa3c415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22a49e4cd40f8" /><Relationship Type="http://schemas.openxmlformats.org/officeDocument/2006/relationships/notesSlide" Target="/ppt/notesSlides/notesSlide22.xml" Id="R46080d9d658642a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783c704c04edd" /><Relationship Type="http://schemas.openxmlformats.org/officeDocument/2006/relationships/notesSlide" Target="/ppt/notesSlides/notesSlide23.xml" Id="R91f73055e613499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4dee104b64134" /><Relationship Type="http://schemas.openxmlformats.org/officeDocument/2006/relationships/notesSlide" Target="/ppt/notesSlides/notesSlide24.xml" Id="R128baaae4c65482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5009a4c0d4d6b" /><Relationship Type="http://schemas.openxmlformats.org/officeDocument/2006/relationships/notesSlide" Target="/ppt/notesSlides/notesSlide25.xml" Id="R5c2b7cdac3f9453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62ce42def940b7" /><Relationship Type="http://schemas.openxmlformats.org/officeDocument/2006/relationships/notesSlide" Target="/ppt/notesSlides/notesSlide26.xml" Id="R29cbaf21c1f14b1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5d97f706d428c" /><Relationship Type="http://schemas.openxmlformats.org/officeDocument/2006/relationships/notesSlide" Target="/ppt/notesSlides/notesSlide27.xml" Id="Rb07905a8581143f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aeb20953844e00" /><Relationship Type="http://schemas.openxmlformats.org/officeDocument/2006/relationships/notesSlide" Target="/ppt/notesSlides/notesSlide28.xml" Id="R309cc44538514b2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c8ba2d1374e07" /><Relationship Type="http://schemas.openxmlformats.org/officeDocument/2006/relationships/notesSlide" Target="/ppt/notesSlides/notesSlide29.xml" Id="R90ce756e6134448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c3eb2baf84a2e" /><Relationship Type="http://schemas.openxmlformats.org/officeDocument/2006/relationships/notesSlide" Target="/ppt/notesSlides/notesSlide30.xml" Id="Rb35dd785b1964be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7b6e0aa2e1483b" /><Relationship Type="http://schemas.openxmlformats.org/officeDocument/2006/relationships/notesSlide" Target="/ppt/notesSlides/notesSlide31.xml" Id="R7ada33e80e8b4ab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3dc30d21a24161" /><Relationship Type="http://schemas.openxmlformats.org/officeDocument/2006/relationships/notesSlide" Target="/ppt/notesSlides/notesSlide32.xml" Id="R14cbdd59e49a434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76142b8434588" /><Relationship Type="http://schemas.openxmlformats.org/officeDocument/2006/relationships/notesSlide" Target="/ppt/notesSlides/notesSlide33.xml" Id="R0654559fa8f94a0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d865e2944464b" /><Relationship Type="http://schemas.openxmlformats.org/officeDocument/2006/relationships/notesSlide" Target="/ppt/notesSlides/notesSlide34.xml" Id="R204366b7f60d477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90ae747ab4ca2" /><Relationship Type="http://schemas.openxmlformats.org/officeDocument/2006/relationships/notesSlide" Target="/ppt/notesSlides/notesSlide35.xml" Id="R703f5fe9ca3f41b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2fab35bea4daf" /><Relationship Type="http://schemas.openxmlformats.org/officeDocument/2006/relationships/notesSlide" Target="/ppt/notesSlides/notesSlide36.xml" Id="Rfbd866306386471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35d698f4454ac3" /><Relationship Type="http://schemas.openxmlformats.org/officeDocument/2006/relationships/notesSlide" Target="/ppt/notesSlides/notesSlide37.xml" Id="R0d773e0883d24da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1c630147c64009" /><Relationship Type="http://schemas.openxmlformats.org/officeDocument/2006/relationships/notesSlide" Target="/ppt/notesSlides/notesSlide38.xml" Id="R13d97bbaae094d5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7c30a5d18499a" /><Relationship Type="http://schemas.openxmlformats.org/officeDocument/2006/relationships/notesSlide" Target="/ppt/notesSlides/notesSlide39.xml" Id="Ra4fe40b7bf5a42b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745addcc84b06" /><Relationship Type="http://schemas.openxmlformats.org/officeDocument/2006/relationships/notesSlide" Target="/ppt/notesSlides/notesSlide40.xml" Id="R5834c1103c804e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38DFBA-3516-4BE5-AC45-B96428F7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D1B51A-006B-46F5-8128-D6C1D155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COMMUNICATION SKILLS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2B496A-904D-4559-A3E4-A68B3517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Communication Skills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1BENGL106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3CA0C-0814-4FB8-8CAF-9019B109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4DD0D-6962-4430-96CD-AA96F6D6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A5A51A-55AA-44F1-BD8F-6169BAF0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88F3E9-C242-457D-BAA5-E96565A6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49EAB3-4EAF-4472-BC66-AD6A43AC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2B7A52-084D-499B-8ACB-CB89AA1A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B312A9-B445-445D-8137-1687B4F3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635ADC-69F6-4F25-BFCB-322A8390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F0E505-6F61-4C87-AB8C-8916AD1D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3636EC-D2D7-46FF-B093-744F09FF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4511796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1680CB-7D49-4E24-AD3D-6C1739E6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D3F4ED-DC22-4FA9-835D-A65829FA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075FC9-0B84-46EA-9826-70A0700C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91F49C-B3C5-4CEC-8AA5-1CA4035C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845407-E911-47B6-ADEC-823B2313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1C5DF1-A6A1-4369-9899-D4822B26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835A58-3488-4FFB-B1EF-840DFD8F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05C278-29EB-4419-95DB-CA2E9C00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F4EC6D-AB76-4016-9A48-6DC9D29E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D92A57-88E1-424D-8355-F907DDD1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D91DBB-BA6D-4DCF-B61E-CFB89517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F22C00-9A57-45F2-90C8-F007C5ED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B00028-AEA3-4310-B62F-35664CD9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BD4FB9-E026-4780-AC5E-C46527E0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E2626D-B20B-4B2C-AD7D-D9B0DF7B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1414252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3696A4-7705-4D90-B141-B46F205F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E96A0E-6FE3-4B67-87CA-1DDCF9ED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100053-CE7B-4E94-AC01-4F0AD22A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B81196-EBFC-4DD6-B25E-41DB6472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1AB28-2176-4E95-8E72-0D8D0A39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C41FE-25E4-4348-A63F-A9C1288B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67B5AF-28DF-4988-94EA-693A34FD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671E5B-FE70-4AE2-9C54-E121CD56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CD7BAF-9F10-415F-A17B-4FE42424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COMMUNICATION SKILLS (3 Hours) Glimpses of Essential Engl...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B7249D-3591-488B-A70E-C55EF806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5F17DC-2E0D-463D-A913-62A5DD07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DFD68A-F574-445D-8C08-0CF96497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Skills: Process, Verbal and Non-Verbal, Proxemics, Chrone...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5B3767-EBB3-43DA-AEA7-E5DB174E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98E6B7-F688-4DAB-A0C5-8191D457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241C19-F8B0-470C-8D66-9D0583A1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Writing: Word Classification - Parts of Speech, Sentence...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5F7417-90F3-4B56-BE66-53364912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A89C48-365A-49E3-9110-63C4DEF6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34AD8A-D088-4E90-BCCE-43B657A3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Listening: Listening to English Pronunciation - English P...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4882C8-31A2-4EE1-B528-FD9E1349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225907-D07E-4F28-B654-C60FD349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1243D1-CE69-476E-84A8-9F6F5AA8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Teaching Methodology TBTL (Task-Based Teaching Learning)...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105E2D-EC93-474A-BBA0-323A7CDD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6740EA-59BA-4038-A6C6-E931F428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629034-8356-463C-972B-42DA813D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AI-based grammar and writing tools (e.g., Grammarly, Chat...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1D5B52-48E1-4B47-A0D9-8C7A6828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377F46-7F4E-44D8-ADA1-24DC33C8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5515DD-EE5F-42F6-A676-051C89A4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AI-based pronunciation tools (Google Speech- to-Text) for...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442858-802D-4B51-88B9-D862D28E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51C403-839A-4F78-A665-0723FAB2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2099932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56464B-77C3-4FE7-914B-1C5BC710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F991A-C1C6-428C-8DF8-39A04E7B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28190C-1A5C-4782-9646-30084259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0B730E-0ED5-4739-8192-D57B6B7A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D3AF7-511A-41DC-8C44-0A165CEA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253F5C-F957-488C-8CE8-256A5027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1ED1AD-1E8B-49BB-8A54-69566B02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1174D1-BC10-4F63-A549-ED256914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COMMUNICATION SKILLS (3 Hours) Glimpses of Essential Engl...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3FBA21-FDFB-4FF2-9403-3C0FF772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2109EC-B3E0-47DE-B467-1794D75E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4C5850-1A91-454D-857B-D1E9B02B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Skills: Process, Verbal and Non-Verbal, Proxemics, Chrone...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5CD294-B6E7-4B72-94C5-2B620098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4F730B-F143-46B8-9FB1-F8914A40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2A6789-628B-4B3A-A026-A0325652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Writing: Word Classification - Parts of Speech, Sentence....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82671F-4100-4E97-BBFA-FBE1D0CD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F46E30-559C-4DAB-B9B5-6B4924E2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4AB679-1D4D-41F9-9B9D-7BEBB207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Listening: Listening to English Pronunciation - English P...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88F8C2-10DF-4A65-A81B-AC1F8B7E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311FF3-FEF4-4AA8-AEC2-702788BC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F5E9D3-5E14-4B43-A038-18659224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Teaching Methodology TBTL (Task-Based Teaching Learning)....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5854D1-CF29-4B9F-B2FC-E29CC7B1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739A8A-A342-452C-A0FC-8927BABF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B3A027-A6D6-41A1-98F4-8C40B401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AI-based grammar and writing tools (e.g., Grammarly, Chat...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FB181B-20E7-405B-A1D0-F420B267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975394-D773-4025-9695-DAD08ACD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E8EB94-29CF-45E5-BCEC-7E591EDE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AI-based pronunciation tools (Google Speech- to-Text) for...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B3A151-90F4-469D-86D3-B0E5BB0E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FDFDB2-F1E3-4465-AF3A-E8BAF81B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FAE726-536E-4132-B704-0C4F17D9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2243681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53661A-8B64-4BF6-9881-05896B61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E90278-CF77-434B-AAED-C73DB6C9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AB9EA1-42B5-444F-8D7F-F667C019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DEC882-12F5-4951-B84D-B1D5A75B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58F617-C8A8-4FB1-BDEB-D912B2B7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COMMUNICATION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2E97A7-DF29-453C-9FD7-F1170932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SKILLS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C09878-0BD7-49DD-B501-C772D7C7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Glimpses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B70567-AE72-4940-9FDD-2479C4D2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Essential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8BEAC-2073-497B-B764-F6D33207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English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8170DE-B9CA-4D46-AE5D-FF8D18C3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Engineers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616550-661A-4CC8-A1C9-F069B077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Overview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EE917B-9F82-4C67-906B-8B199F7A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Verbal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B8ABE9-1E04-4702-BA93-7434FB70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Non-Verbal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70EF7A-3C84-4A15-A468-15F5D12D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Proxemics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4D2AF2-94C7-4D5D-8BDD-D01AF348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CEAF49-9FAC-4B2E-A547-D07DD6E5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5769235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A4483F-5D3F-45C7-8DBD-C3809EE6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5E2C90-96E3-4B5C-8A16-9F2D6EBB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1E0958-6FE5-4F0E-A017-A2BF6179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33CF4E-1641-4646-8987-CB232838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295C5A-BB24-4D9D-8697-0F482C58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COMMUNICATION SKILLS (3 Hours) Glimpses of Essential English for Engineers (General Overview)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2C6E6-E34F-4BAF-A140-F0A8B215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COMMUNICATION SKILLS (3 Hours) Glimpses o...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9452C6-BEC2-432A-86F5-0101CA00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21E37-5B29-4201-ADDA-D6E960A9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7C7A68-35F6-4EEC-88F4-9FD7868C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2B9C83-2D6A-4037-B9A8-AD7D0162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F7B86E-C1B6-41A5-A517-C2DBAEF6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AC33C3-5753-4544-A722-16A6A3CE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984891-72AB-40E9-9EC2-D42AEBEC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9ACE35-159D-4A55-AD71-1E35141C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F0C18B-D808-44AB-ADE8-6C2CC03C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FA172B-F480-4474-8AD0-92DE1171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8008953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67C0AC-C945-4D1D-A059-1568C4C1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B5D822-D981-43C6-AE15-C790FB86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32636-0B8E-42BA-8321-F29A2942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900906-8393-4247-8BF8-49A0BBC2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54A953-7DA6-4CDB-ACAD-18A7A403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0859F1-42DB-41DE-A794-25E19D84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50C0C-DD88-4D56-A48F-16B23517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CD85D5-F6AA-4A34-9EDC-EE416BEE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AB816F-1B32-492A-A14B-1146FA37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COMMUNICATION SKIL...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651BFE-438B-4F1C-B73C-9918F2A5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D99A58-8B44-4515-90D4-D14F2CA5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71FD09-46F7-4EF7-A5E8-C138361F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COMMUNICATION...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2FCD00-9E05-4288-9DDD-148DD0B4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55E744-F089-434D-8A79-588F4284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632606-C879-4DB3-A4C7-B8F6157F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COMMUNICATION SKIL...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2864FD-0CFF-48C5-9EF7-1721E884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4B3E30-AF0C-4D20-AA30-1DAD8064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DB52F7-E761-44E3-AE86-F0434678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COMMUNICATION SKI...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1AD47F-FC8C-4BEC-90D0-14F997D6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616A40-D4A4-4AE0-A8B1-8875DB90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BE1B83-8058-4F17-BCFE-1E7395EE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COMMUNICATION 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AB4881-08EF-4216-A4AE-D282D269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9D6E44-CE30-44FA-B100-3F8E1959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6420103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906B38-09EF-4159-81DD-0988EB3A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460A1A-CDE2-492A-9173-469D94CB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5049E0-4743-488E-AD73-7F1A8B0D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63B81B-DD84-4C7A-8ABC-F684A2DA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680C7-46DC-40E5-B84A-AA574FED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9F1A92-2352-443E-99C4-8D0D1D55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35DCE8-674B-448C-8CF4-5D5E7E9B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3C22BD-94ED-4F2D-B29E-0B3DAAB6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45DB3C-B705-4617-9692-C5FAD9D9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C8F478-8E41-44BB-A238-39B6C649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248FD4-7383-4171-88F4-D3EC82D1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864569-0672-43CB-A16B-40E4281D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764941-52B6-4082-BC38-16DB655F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3DE719-5B29-4944-A241-FE3A02A4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A61E21-EA9D-43A6-A0BB-7394E807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5732718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37F1C3-C280-4291-B371-D63F1714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9C5250-0CB6-40BB-B9FA-E5CC1725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F2776-032A-488E-80E2-81472EDB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047F1-F9CF-4734-9560-9D070EBE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4F7B06-7055-472E-AC0C-445FCAAF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6820F6-DF4D-47B1-AB4F-FFA1285C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COMMUNICATION SKILLS (3 Hours) Glimpses of Essential Engl...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06F8BA-B6A4-4C4E-9C01-658DDAC3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AF4CD2-67C3-4853-AB37-18A76B98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34E33-F285-416C-92FC-36F4D367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A4E095-5F32-404B-89C8-2381085B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1B8DDD-09CF-4B29-BECE-D0F2DA55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5296718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BE6751-4DDF-465C-90CB-F7CC63D7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6D6E5E-C7A6-495B-B513-665B6892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F7DD8-92C0-4E5E-9584-12B77F44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A15B24-2B33-4CC6-B624-86D80F1B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D36DA0-1607-49C1-9F6B-96048713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Skills: Process, Verbal and Non-Verbal, Proxemics, Chronemics and Barriers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1EE326-70AF-4FA1-89F9-5633DC5B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Skills: Process, Verbal and Non-Verbal, P...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B167B9-7137-4706-B932-F1F9ED8B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BA2B5-9D93-4418-9AAA-D41E0B16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A81244-D0A2-4F00-9423-18BCAB10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30E715-B603-4C93-BDAE-23BE35FA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07626A-3575-4026-927C-6913CBAB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16BF30-E600-465E-A1F9-99E26B27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E4FACC-D3A9-4137-9970-28424255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AC7146-B92A-4913-A56A-5123A619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BE7D11-8827-44B4-A9DE-42D537A7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F7F55C-FD4D-4A03-99B7-63208AEA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6315904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D069CB-E73E-4B96-BF47-82F098C9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D8DD0-1A99-4770-B6A2-82C9360E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818152-B940-468D-8572-0DBE7308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499CFB-9E3C-4D8C-A48B-A0530956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957443-DF80-43D0-B4D1-841FB734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37711-518F-4152-B2F1-1ABC57C0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515869-72A2-47EF-A0AB-48A28E44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7EEDBF-CACE-40F8-B28A-F95E572C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6A63C0-405E-4760-92A7-32726803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Skills: Process, V...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8BD685-A4C2-440C-A931-D91465AC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BE43B3-8FA7-474B-82C0-9735DB30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1447BA-7572-4597-8848-CCF75126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Skills: Proces...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1A8D2B-1D1F-43D4-9BC8-D3D4DB95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AE47CE-329F-4154-BBE1-47FFF08F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E36448-B0BB-4112-8A85-5D6CA0FE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Skills: Process, V...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48CCD1-6E10-4476-9E20-9EFC4A20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5766EF-CFCA-4A98-A2B5-FF95E19D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241BE6-61EC-4B2F-8DFA-48EA80C8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Skills: Process,...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602394-5E4F-421B-8805-02F5BCAA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9B9C47-4D71-4549-8249-726C8E49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7D30CF-23D1-4CAE-9D0B-D5C2EA1E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Skills: Process...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FFC6FC-BF52-48A2-ACF4-86FC4F65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EA93D0-30F0-4AF5-BAF3-3F28FEE0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5456027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D270E6-C054-4719-96CC-BAB7B37E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B959A1-D236-4C25-A390-406D42FD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12685-D82F-438B-AC55-6BF19537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BB2924-8A15-48DE-B43E-D31BC8F6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5C866E-B921-4F5C-9F47-C31E994F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11132B-B72A-428B-984B-D08BAC23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EF88F0-39AE-49FA-BB04-568F4327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31D519-6960-49F7-AB64-BDE602FC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AFC531-0575-472A-AA4F-9A71D092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00913E-D357-4BCD-A37C-0C54605F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113BC4-225E-4D01-838B-BBAC67BD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131602-0D0B-4E20-830A-97328CF4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71FB10-E3A4-41DA-8D3F-73C41E8C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7CE4B1-9D8C-4825-B958-3964EFB0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074523-E0D7-4DC8-83ED-8101F548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9947332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39C7CD-5573-4636-A35D-A2C61AF7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149D7-9A56-4C37-9685-5EB9E247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1C445C-0E19-4C12-974E-A0F7E90A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9622BD-AB0D-4560-A6F5-E248F235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39730E-40F3-4E78-8FFA-6BACF860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922B94-019E-4823-B1E4-3E47993F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Skills: Process, Verbal and Non-Verbal, Proxemics, Chrone...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FA3E0-6A04-4A70-B2C7-85BBD313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505613-7C43-4A52-82B8-18489EE7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B435A2-C8EB-4B63-B9DE-816A8382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1118A3-8A43-4B3E-8185-90E227C0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71B9BD-A4DD-4302-AC2C-2D7839BE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98023880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445FD5-D337-468A-9BC5-F419C095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0F5028-042F-4386-A25E-B0B0F3F9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DC1CDA-E706-4D18-8F10-0AEA0DDF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D166B4-CA73-4B63-8D32-3F620738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473C6-4ED7-4303-9795-6907CBD0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Writing: Word Classification - Parts of Speech, Sentence structures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AE8633-3FE7-4D85-B034-BD957FC2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Writing: Word Classification - Parts of S...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05AB66-9D64-4E43-975A-1617A516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31DAFD-158A-4F66-A194-7FE25C16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980FB6-4377-4AF6-8821-8D468713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AC6595-8D10-4739-B64C-3A326DDC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2E4E16-2053-47FA-8051-CF347B03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C33F55-6878-4C22-A8FB-2EF77256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830A0C-15D6-4341-B4FF-85642AD6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314763-9E58-4B6D-85B8-FDAD9ADB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6BFA13-54FE-4067-9206-EF865DCD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98D879-3342-457F-8AFC-3C7267A7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9044366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36A3E3-664B-4941-9DE8-9CA93BCF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432B26-65E8-455A-9666-49831812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E607C-AB62-4C9C-A6AF-980A5C99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C9B08E-865E-452C-9641-BD3CFC5B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16E1F0-C4D3-4220-8082-50CBABD5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BB9DBF-2007-4226-B410-135761F9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BC891E-831F-4F14-97D9-C31D382F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4D805A-D9C0-4AC8-9947-C2F9C884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572E15-ACFD-425B-8D05-94473A6C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Writing: Word Clas...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C747FB-8A82-4DDC-A1E8-ED0E50DE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D4E5DC-30DE-4438-9CE9-F357F273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EC799B-E97F-4DA8-918B-BC4BC411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Writing: Word...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AAB2E3-B3F5-454B-82D6-297BF4D4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76ED65-A201-4ED5-A76E-6FA04A25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9B9E26-62D0-4BD5-A7FE-A2A1B6A7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Writing: Word Clas...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9332A6-EF75-48E9-9D84-CCA45102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C2DCBB-F34F-4FE0-B1CE-01AEE0AB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9CD928-2271-4AD1-9EF5-92518440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Writing: Word Cla...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7942D0-4E3B-424F-8454-D30EBADE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E88361-C1C0-4448-9CD6-E249CEB1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117C6A-0B96-450E-8CE7-417A0A4D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Writing: Word 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37E7FB-0D80-4CF1-88E6-BA44A5FE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50FEEC-2758-44E0-AABA-C35CEDB2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66065526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E3F540-A308-4578-9769-30F74291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A61167-4A28-427A-8A6D-ACC5817E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EC14BF-1992-4312-BFA1-17FFF85B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3B3F63-6F51-442D-A311-C64EA3B4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F25A54-1F9C-4192-9C8B-B5F9FAFA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23A723-3248-4B8D-9C6B-DDF37227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F86819-16AE-4171-AAA9-2900C85C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4A8FD9-0451-49B2-8CCE-3F50F627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9AC983-8192-47F7-9639-16CF3936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26F7B2-91CD-4E4C-89C5-CFE7688B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15A3DB-71D0-47CB-A675-4E06C7F1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02B975-00F7-46DF-98D7-B8112503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2BB796-D38E-4F80-9322-5CA37340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439AB1-8415-4CC5-886D-0CCAFE9A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7CD3F4-1866-4DEF-BE34-B1F3DBB5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34793178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668A81-5D8B-4D27-BD83-1090A576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3CEBD-EE34-46FE-89A8-9D274808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356BAA-E489-4C38-B00B-D8914396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45AEF0-EF69-4FCC-A1CB-8B85D8D4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8B393F-E7A4-4F85-B5F1-D9D3E181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97F526-1D65-4A39-B8F6-CB3B219A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Writing: Word Classification - Parts of Speech, Sentence...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09DC80-0707-4E62-81AC-2211D547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EAA17A-FA88-42EC-A653-D3A4F7FE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D528E-A28E-4C1B-BFBD-6124C0B6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652D4D-EF5F-4351-8CFF-A72527B2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E3841F-3F96-44FA-B4B2-3A7D5927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74102992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1DEE6F-0048-40B3-B82D-2959E3ED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58B48F-7572-4193-B400-4A14B803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E48885-7BA7-4972-A6AA-A55C0B73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6EAA6-E6FA-43FE-A27D-6230AA42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F8278E-C343-4157-9A75-7D4C6BA5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Listening: Listening to English Pronunciation - English Phonemes - Intelligible Accent - Speech Organs- Syllabl...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EE26C0-CE4B-464E-BA99-4ED3CBC9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Listening: Listening to English Pronuncia...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4B20F6-C713-459A-A311-157E0846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481B1-50C7-42B5-A44D-F3956F75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23BEC7-C392-4FB2-B4A2-DFB4A7CD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044EBF-6E47-4945-BE43-959052A5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9B0543-A365-47E1-B45C-C58FB69F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B5671D-6F89-4C29-B870-2C57F9DB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498CB2-D7B9-4C5E-9180-DBEA9B59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73CA3C-EA0D-4BF4-B7AD-5849C59D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2BB747-213D-4C9F-A537-E50BC61C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BE375D-DA0F-40CA-A646-6C7CEEE2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23655833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C3C78A-6FEC-4609-96A2-3325F668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0E2F58-0CDB-4F12-B146-9A862BF6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F4CD3-2A8C-4C4A-8EF4-69B71EB0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2C182-823D-46FD-B41C-CEFAA55C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58EB58-5B48-475D-B37D-C2489E8E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E00300-B679-484D-A103-9A1F88BB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6F663F-C148-4945-9F25-96070110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E07655-4C18-4510-9189-D94F9805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035F9F-5129-4816-B97F-1BABE19B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Listening: Listeni...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192993-C036-4FEE-B787-8CE5A7BD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0A436E-C71C-41C6-8FEC-2CDEC2D8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FFBEE9-715F-4608-8B2D-B6F924E2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Listening: Lis...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70F259-85FA-46EE-8C4F-5C3BBB47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E7D493-DC65-4C61-BB39-D1C87F06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445A22-5AA4-4DC0-92BD-0287D041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Listening: Listeni...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DA8B7A-6D19-4708-BA77-404051DF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B2AF67-895A-4090-8D75-7E28771A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0D2C76-1800-4ED1-9883-F381FDAC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Listening: Listen...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C932BE-8A05-44C9-A98A-B0646266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AF3F46-BD67-4061-8610-EA7EB0A9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3812DB-3904-4692-8E6A-843BF87C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Listening: List...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DAC547-11BE-4229-BBE2-729C76D3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0B6E30-6B10-4BC3-ABBB-4031BCEE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9826490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D4521E-D671-4892-979D-25EA9957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5A6F2F-CB85-46D7-9C3D-E915A8C3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208F10-A617-42FF-A86E-6FC0AE95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3E7996-CD2B-49A9-A5CD-D9C8349D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422E81-95A2-4EE0-AE33-703AE470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CA0298-F7B8-42AF-8834-D02FFD6E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69ECF5-86DB-4276-9323-CD4642D0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5C54F-01FC-4107-86DB-4EDA8C24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E7A50A-C0B9-4D44-AD80-E8810811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DD6778-9452-4E87-87E9-EF858154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1D80F-CF85-4A10-B711-E40DD61D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81337E-770E-42D2-BE0C-D5CDDE8E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155B1C-F7D6-41F3-B018-8B4C4F42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6FDCA2-F376-48C3-B908-B6BB9A72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189DC2-84BB-43E1-B8F1-3AAB3E87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88883210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0C0116-AA54-49DE-B2CF-8158B118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102B5-8DC3-411D-90AC-F9C74131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402ACC-D810-4A6C-804C-1B44D1EE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2683CF-F6E7-433A-973E-32CB8A20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0DDA78-CC14-4777-908E-D4DD5D1B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D2BF12-DC40-4450-BE74-9CC55411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Listening: Listening to English Pronunciation - English P...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F592EF-3E50-4642-AFE9-5F4C9491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87B072-6425-46AA-B5E6-B8341289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142559-D8A9-42D0-92ED-BB13802C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E2088C-5F9E-4855-B7CA-6C195647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7A8A0F-B54B-4EEA-A204-58680EDA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69271875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A3C08A-7CCF-4243-8EDE-1A60F564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54E892-EB95-4BA3-A673-24238C76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8D0EA-30B2-4619-AF89-14A37DC6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BDB1C7-8FC9-47D1-94FE-91715669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AA3786-88EB-4EC1-A729-0071EBFC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Teaching Methodology TBTL (Task-Based Teaching Learning) Language Lab Quiklrn.com Digital Tools ALL 44 sounds o...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90122C-73FA-41EB-91BC-26E98721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Teaching Methodology TBTL (Task-Based Tea...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3CCDB0-62D6-4D84-8052-9BCC9FE4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985CA-538B-4F2E-BF69-5F5556B1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110EEE-FED5-4FF2-97A3-AE248470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BB51EF-63C4-4B67-B8CB-555773AC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511065-6E8A-460C-90D6-8144F304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389D87-C872-450A-9269-1F844119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3C44FE-1A12-4D4C-9FB1-67877701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9307AF-96E7-4FB9-AD44-D2B3693B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8E9D5B-31FF-45ED-BF5E-922DB533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05BDCE-9871-4B55-932E-EF3F1F2B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77757065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75860B-FDE9-4BEF-A071-141CFA69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208F29-49E8-4ADA-ADA8-E75BFF18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69017B-09EA-4F98-8B63-953A8163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F7989-AC33-4A39-BF8C-482218B5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F012BA-E980-408F-B4E4-53A7ECBE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EBF67B-C911-4589-8684-2308EAF9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9AADF1-1E8E-42E4-B6E4-F4CC3BEE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1A3DDE-B22F-4326-8F94-455CA4C5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175B2D-B1A7-4C58-9782-3A4781EB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Teaching Methodolo...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62A3F9-5291-472A-87FB-08B8AF3A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0AA3BB-9DD2-447B-B84D-1271922C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132E0F-7B13-4195-B3AF-86742A93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Teaching Metho...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181AB2-8AB2-47C1-82FB-93368BA9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AA30E8-CB45-4E50-8B43-0780CD2F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B42842-3C36-40CC-9223-352E641F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Teaching Methodolo...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CF073B-DC61-4D9D-94D9-EEA3984A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6B9671-959B-4586-9556-030CB2D7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83FB9F-65D8-4660-8CFC-CF00F0DB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Teaching Methodol...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574B10-E236-48AB-A376-2ABE52E6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1F44DA-7C7C-405A-9F12-F9BDC1FF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60C384-F484-49D6-822C-581FC6A5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Teaching Method...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28B2CF-A5CD-4C91-A42B-F783F32F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2DCB00-ACCD-47C5-8228-F97B4E99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40037507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A0F75C-00B0-460A-9E38-2D72CC9D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9AEEB7-59C6-4379-8835-4F6CAB87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97AAF4-F2BF-4864-8CD6-B4D2E251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B469F7-55FF-40FC-93B4-FDF99F48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743645-61D8-45D3-AECD-C7CED7EE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A4B4CD-DA12-469F-A5AF-1F98B607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36EBA2-4E62-4777-9F5C-F5A5BDDA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B95AD6-5D62-42EF-93A1-B21B24AA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6C4530-61D7-495B-9094-E77C0017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44E80E-BC8B-40D9-BE16-2F831E93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BF6595-57AE-4B7E-8989-FC898F94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576F4F-4AEE-4B8B-96D5-26CE7807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554747-B8EA-4F68-9D7C-BC1333B0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38B33B-5A6B-40FE-B891-73828870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E1EC52-9C11-427F-9D26-EB37897E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79523933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A3DEF0-784C-490B-A687-296FCC11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EE36E2-8FD6-43D7-B5A9-ED3212F1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B935E5-C1EC-4F8A-A8D0-B6F22DD7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81B5D7-69C2-4591-84E9-3472F8F3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680DB3-A5D9-48C1-AC83-41ABEE8A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826F62-7CC9-42B5-AC4F-FB163F43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Teaching Methodology TBTL (Task-Based Teaching Learning)...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7E215-7483-4AAC-856F-1134D6D9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CDE3DC-35B0-4D05-A7DF-1F0570FD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325F16-DE74-4DF9-8C7F-E7FB8B29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822967-7661-4F28-9221-80E3F8D5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3E7A88-0F7A-4EC2-9C93-2D8DB309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65798904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C09CA1-A82B-42D0-902D-7C38C8CA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41C9B-7E19-49A0-8539-94F37555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B0B9FA-E4F6-4103-AAF5-8FBE9DE5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00208F-756D-48A7-BE74-918F3738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FC2603-DE6A-4BA2-9D66-7973200E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AI-based grammar and writing tools (e.g., Grammarly, ChatGPT, Quillbot) to analyze and classify parts of speech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3AD218-A0BB-4BD8-AB86-400B935B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AI-based grammar and writing tools (e.g.,...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075137-6EB1-414F-BDDE-5A4E47AD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7FA9B7-2124-4F8A-A484-09C7F8FD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33FEAC-8F31-4214-ACC6-36BCF8E9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A12A1F-9DA8-4FE1-B22C-FA8C0B0A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D9071B-51F6-43DD-9D88-5A754E6F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DE121F-BF49-4077-8AFC-A85B7CC5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6ABEC7-C06D-47C2-BE75-22E1A25C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C84594-ED04-4BB2-A355-412434DF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962B6D-1CF5-4B08-89E2-5696ED4B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59BC9C-0A1A-4C40-8287-CCE5CBEC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83977791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DC9CFB-D2D1-45CE-850D-03CA5F7E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015AF-E7DC-4795-940B-81D940A6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66D50F-387A-4E10-82A4-33A5312A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ED5E9-A64A-4D02-82B8-EA528ADB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85B4CE-B781-40FF-A2FC-075BA175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2F352-1BE0-41FA-B8D6-C03D4439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209FCD-E5F5-4CE4-9F53-C3103B79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DBBE25-5CC4-41B3-A488-52C1BF8E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280A98-85FD-4FB7-B1D8-20911C29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AI-based grammar 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AA639-136E-47FE-84BD-95877F27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2BB47A-2FDC-493A-ACB4-51F38E81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DDF85D-A69F-4406-8DBA-12D006E9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AI-based gramm...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FBD556-6F38-4517-9C18-DC82EADD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5C1A69-BBF4-4538-99CA-ABB4FCED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1C2513-ADC4-4710-A40E-20C84693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AI-based grammar 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7253F3-F723-4642-ABF5-49C98773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DBC509-19E0-4F18-A705-BF199A02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ED4424-1B69-4560-A5EF-21FAA647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AI-based grammar...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E56903-D2B6-4CB3-95C1-69C7FB78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F3728F-4675-4699-B793-8D483E15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BD3E71-45F3-4BED-9882-DCB5CE27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AI-based gramma...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63966C-2279-4F3C-AB2B-69C47EC4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593250-ADFB-42BA-89B6-8B79DE51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44948878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AC253F-F5B2-46D6-9674-EB1269A2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513BC4-BE90-4095-B1EA-F186B2BF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4E50F5-FEBD-4F86-8009-F44CF4BB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91D0B-5213-4B18-809F-AADED8CA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0A7DDA-6705-40CB-A472-F1D016F7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4FCDEE-7070-45D1-AE93-47369FC2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E9DB99-D5DF-4E19-B135-37DB6F54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9EB4D0-BA31-40E7-9A06-23ED52BB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319FBF-2D17-4065-A59C-5A222C93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9E7503-F679-465E-981A-2A3C0633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FFF349-3345-4183-B95D-EFF72BF7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8AD41A-8DA2-4E38-A69A-6F645554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48C2E2-0038-4F89-9777-19649EFA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D0DA89-2B1A-4168-B902-FDD00DE3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FD17FB-CC27-4C93-A83F-0B99ED85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27024548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BB3929-F692-40F3-A7F4-8B744E01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E8F0A1-C70D-4F6F-8BCA-4E7E637D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AE8F9A-7DA1-4F7E-8D95-63E9CE77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F6250-CCEA-4EF8-A25A-2FC04DBE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0FBF7F-51FE-40B1-9104-35FDB8E9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FD9D89-2047-4E35-858C-D690889A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AI-based grammar and writing tools (e.g., Grammarly, Chat...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DB8EAC-986A-4981-9BE4-E4EF68F5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736DAF-F4ED-4D41-BFE2-29989BE1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D9CB4D-E576-47F1-A7C0-E1A9D28F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FB5A3E-173E-4B5F-B799-0CBED956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6C26A7-3DF7-4509-8ED3-EB6DC49A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76962170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693DA9-AC4E-4974-9A7B-37966401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F83FDD-3846-4F7C-B536-DF2AEB8C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B06111-3C4F-49FA-BEBC-4D4DF725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FA42EC-5783-47E6-AEAA-675F95ED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5DE722-AF02-4397-AC09-24616FC4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AI-based pronunciation tools (Google Speech- to-Text) for real-time feedback Reading Material for Dramatized Re...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1F2E36-BE20-49FD-850E-98BD291D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AI-based pronunciation tools (Google Spee...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7E09F8-82EB-44BB-99C7-CE7ADC09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767ECE-6421-468D-BA3D-4F01CF20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CE8C89-9210-4067-A41B-29B26A9B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83BAE9-6967-4706-A998-3F5FA69E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470651-4CC5-4FA9-A7DA-8AA6B972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4AB054-DE89-45ED-A235-F61346C1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30705C-4F90-41F9-927F-203F5FDE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F7C3FE-9DDF-49FB-8438-5EF26685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74B615-6344-4EDC-A604-67C76177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9DF26E-BDAD-4EF2-ADC2-A772011B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79060266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99CD83-A4A6-43C4-8D40-C48AC4E7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52DB82-0762-451B-905C-07BCF05D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380EC-682C-45EC-A9E7-DC844EFB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1E2453-358C-4F00-B3FB-1A834972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8D2958-A309-4337-AB3A-4FCFD1BC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D8E69D-809D-4622-82DC-D318F420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2D630F-78B4-4F8B-85F4-10471EB5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27BFA-4C53-45DB-99E6-8D8FDEB1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CF6CC7-CCE8-4DF1-A795-3E1901F7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AI-based pronuncia...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C20818-FADC-499C-96EF-67F39AD8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0A83D7-93F5-4522-A2A6-D199C26C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18102-92E2-42ED-AB07-5A67AB89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AI-based pronu...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CE6492-5501-46E0-A98C-FD747E51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1BEC7F-7CD4-42B6-8031-3E166C5D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58BF97-6F5F-4896-9B47-CFAEB2B6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AI-based pronuncia...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0F3DB9-7CB8-4C19-9B61-D75690BF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E7832F-6A66-41C9-B7D1-B5767475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818876-2A20-420E-B229-02C71AA5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AI-based pronunci...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2FEFE1-75E5-4C8A-B74A-5995A321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F849D8-BED7-4C9A-93E5-29619993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7A64EF-ACCB-411F-B92B-D944DE20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AI-based pronun...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7B5F98-B17E-4F72-8F19-51F17D49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F9F819-C008-458E-A141-22B8F0A5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207485887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750D00-27EC-4F4C-820A-5CB870EB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D5A758-DF43-4EBF-B51F-4EA35606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3C81D6-7D5C-40F5-AFE9-D9E921C6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F65E20-F987-4930-AE05-B4D101BB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C6E4CF-35E7-470E-8F1F-85209881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EF6F1D-13A3-43F4-8285-5A765681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87EF4B-1F89-4A20-946E-C9CCB628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79CF2-FC16-4A35-A8A5-05D0A78F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7235F4-DCB4-4854-A995-90D48AED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A02EF4-C0A4-4D1E-AAA0-6EC15474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287D4D-4F67-45E5-9814-B17F7135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7151AC-2DDE-42FB-A8C3-EA560E68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D55F57-DE18-4319-B226-2F8BAAEC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FC7F57-BC96-4C83-914F-F336ED20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057FCC-9C4F-4B40-91E1-6743DDCC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92176698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EAEA74-98CC-4B97-B6A3-6EC16C90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CF7236-5302-43F8-AAF2-FFB6BA39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CC9D6A-A245-46EB-A123-8CFF5CC0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95A9E4-4874-4344-93EB-0CBD54EC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5A37E2-B65A-410C-80C9-B9085CCF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BEA1BA-318F-4F19-8913-4CED07B2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AI-based pronunciation tools (Google Speech- to-Text) for...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E5415-4308-48D5-934D-0C3603EC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9BCB5E-2E8F-401A-8165-E8D4976F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42048B-984D-485E-9B26-76696B18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C45107-9030-4BDC-A36D-D36524BD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6A009E-3D51-4450-A5EF-049E6C9C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59357704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606DEB-8713-438F-A064-5A598830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40EF00-C83C-4716-BC62-77210784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B02E3-01EA-4696-B13F-FD697838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4979ED-669A-45CD-A75E-59E18E96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96DADF-5FB5-4D14-B7D5-7952EF7B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311C90-F3D0-47C7-8535-CE175C27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35929088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357AB4-64DC-47AF-A343-840A9401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174B52-DFF8-4E7E-AD7E-D081EA3E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E2E1F0-D917-4AF6-A746-2B5B9400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1BDF89-8901-4B3B-8AFC-A301D9D7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4DA26C-9C46-4B7B-A67D-3A56963D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COMMUNICATION: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SKILLS: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Glimpses: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Essential: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English: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857ED4-E0BE-4D60-8658-FB3AD896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3811634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F2EA2-3C20-46E0-B824-33DC7909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8037B-6C99-4131-8F11-C24C7F71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6BD4CF-4DE1-4D57-A2C9-4FB5E7F2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DEAE0A-F96D-4672-87B0-BBE8717D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3B8A24-5AD9-4925-B7B7-13D3409A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Context: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Stakeholder: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Concept: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Response: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Reflection: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C6F15D-A3A6-41E3-9BC5-16E75FBE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42101875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42DE9D-27B5-423C-A2B1-13DB5495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D279A3-039F-4018-8C57-911EAB5B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DE3149-9A8E-4926-BB90-03C64B6F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AA9395-0562-46F6-A1A7-87C128EA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8D4E31-025E-4C1A-B49D-0B98867A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Writing abstract definitions without a situation, example, or professional consequence.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52E833-9CBD-4A56-8EF6-27E9D184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210454805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30F88F-7F7F-4A60-BBB9-61275BC7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2C5A38-CE2D-4B5C-8616-3E3FA9DC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89068E-38D8-4908-83D6-BBD2F916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0C3CEF-0327-4C51-9565-C06ACDFB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D28C33-0E67-4CA5-A6CB-CE84DB31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COMMUNICATION SKILLS (3 Hours) Glimpses of Essential English for Engine...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Skills: Process, Verbal and Non-Verbal, Proxemics, Chronemics and Barri...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Writing: Word Classification - Parts of Speech, Sentence structures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Listening: Listening to English Pronunciation - English Phonemes - Inte...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Teaching Methodology TBTL (Task-Based Teaching Learning) Language Lab Q...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951962-4E38-42CE-8EC2-03EE51FE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694261-3B41-4433-974F-5CA07B3C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3D194E-CAA0-4A25-8D26-057DC820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65127348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0714DF-DC00-4A85-9252-0182DACC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6A89B7-7AD0-475F-9ABA-C96BF87D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AI-based grammar and writing tools (e.g., G...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4A54C2-6314-436B-B916-7F57605B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3EA1B-8233-41D0-90CD-B143F3A0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717E87-F869-4468-9965-BB2195D8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BA4036-855E-4CBE-A9D7-1AD37CD4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12A920-D44A-4649-ABA9-7824955A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E5E1FB-C838-4EA3-B2E2-C3344093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93E2C7-0D68-4E75-8C45-C8E17147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321DA4-B780-4F42-9247-A20C5789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86A052-2CDB-470E-9055-C31F07E7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008A1B-F55E-426E-8DBB-C89B689D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7372A8-F420-434B-A499-3EF4EF50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583DA4-8329-4B95-8BDC-52B15F83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EDE3F8-F286-4F3B-BD00-9A969539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384C24-CA42-42F0-81D1-9DBB94D0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7CBBD2-BA93-4535-9C05-17082C23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3CF244-D8AB-4D5E-9DE7-84A81AA2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65FAB7-76D2-4F33-9341-BDE2FB61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09977B-B74A-4B5A-9794-D7034D53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67A6A1-E697-4A8B-8656-89D6A2C9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7762F4-DA46-42FA-9754-8D342B19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B5BD0A-4242-4A13-85BB-534C7DDF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2C448E-A327-4E31-A6AD-D2065015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D8A7BA-9182-4756-BD4C-2F97E4A2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C17419-622D-472C-8EFE-A74BC603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F4C45C-2D3C-41DC-9122-532EB84F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67D587-A757-4EFE-9173-90FEA5DD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AAA444-9625-4582-A267-43D149EC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BD77AD-419E-46EB-A261-1BFEF1E2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FBF163-0F61-489E-A937-7D615278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C944B8-1336-4B95-862F-4EE298D5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56758642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130C87-B7C3-4B85-A35A-77CEAFBD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D605B-F0DF-4B5F-BBC1-85DD3D39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AI-based pronunciation tools (Google Speech...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155B92-D6E4-4DBE-95A7-188F1B99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48F20-BEA7-4737-8C2A-572BF015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4E855-077E-428A-9339-282B52CB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8EAE6E-45B3-4845-8337-95326C33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87FAD-42A5-45FC-902A-4062DF16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E32ED7-2FBD-47DC-BA44-7FB2B7A1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43B1CB-7A3E-46AD-B62F-7A218340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7EE309-5A29-4DE2-A80F-50F3D241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83CCF6-6B89-419E-AD0E-46D8323D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CA6DDD-D1DA-4DF6-B7C2-63F9EBA9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CB63D0-CC4A-4A09-887A-7867DFC2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791A43-678C-4E1D-B97E-03053508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153C85-5E35-4FF1-9A3E-7D7E5D47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5E1B16-4228-4F2D-B18E-BF02D9B7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DC7AFE-82FE-49AC-9A35-138EA827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52DCE6-5C64-413E-8ACC-47EC5FA4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4BFFBE-5FCC-45C7-BFCD-AC2ED0B5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AF1AE0-5BCB-42BF-9453-9A99B1F3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8C9077-4160-4DF0-A527-1CB9D418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F27D2A-6C8F-4368-89C1-CE3CE9D4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6A136E-CDB0-403D-A79F-0F541783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10F142-6877-42FD-ADC9-0B464C22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2C6CE9-954A-4CD8-A121-47F7C143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B13DDB-F20D-438F-9D02-D809ABF5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E1138A-6C30-41DA-8814-033DE69F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03A746-C748-4E63-932D-9156E5D1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FE3D67-BD21-45DD-8E61-6605F880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40D577-963D-40CF-9454-84835016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C7F05D-8D3C-401D-A8C9-21AEE7AF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59F842-DC94-45D7-BD93-BB9A549E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6985178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2026-08-24T16:02:44.4840000Z</dcterms:created>
  <dcterms:modified xsi:type="dcterms:W3CDTF">2026-08-24T16:02:44.4840000Z</dcterms:modified>
</coreProperties>
</file>