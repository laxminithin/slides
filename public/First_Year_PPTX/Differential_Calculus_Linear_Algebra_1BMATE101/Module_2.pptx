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075598049f4d3e" /><Relationship Type="http://schemas.openxmlformats.org/officeDocument/2006/relationships/extended-properties" Target="/docProps/app.xml" Id="R8472dba82f9443a5" /><Relationship Type="http://schemas.openxmlformats.org/officeDocument/2006/relationships/officeDocument" Target="/ppt/presentation.xml" Id="R87a70dedb26845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b11c372a5c48e7"/>
  </p:sldMasterIdLst>
  <p:notesMasterIdLst>
    <p:notesMasterId xmlns:r="http://schemas.openxmlformats.org/officeDocument/2006/relationships" r:id="Rdd89a8addbef4425"/>
  </p:notesMasterIdLst>
  <p:sldIdLst>
    <p:sldId xmlns:r="http://schemas.openxmlformats.org/officeDocument/2006/relationships" id="256" r:id="Rd8dab7def9674e96"/>
    <p:sldId xmlns:r="http://schemas.openxmlformats.org/officeDocument/2006/relationships" id="257" r:id="R566253df6b1b47ed"/>
    <p:sldId xmlns:r="http://schemas.openxmlformats.org/officeDocument/2006/relationships" id="258" r:id="R2f8f36ba91f54a91"/>
    <p:sldId xmlns:r="http://schemas.openxmlformats.org/officeDocument/2006/relationships" id="259" r:id="R06a5efd4c9484789"/>
    <p:sldId xmlns:r="http://schemas.openxmlformats.org/officeDocument/2006/relationships" id="260" r:id="R5ecf1908930842b5"/>
    <p:sldId xmlns:r="http://schemas.openxmlformats.org/officeDocument/2006/relationships" id="261" r:id="R46d382d2e2914443"/>
    <p:sldId xmlns:r="http://schemas.openxmlformats.org/officeDocument/2006/relationships" id="262" r:id="R8983fa4f98034b4c"/>
    <p:sldId xmlns:r="http://schemas.openxmlformats.org/officeDocument/2006/relationships" id="263" r:id="Rb160fba316e54b88"/>
    <p:sldId xmlns:r="http://schemas.openxmlformats.org/officeDocument/2006/relationships" id="264" r:id="R970561d4f3944d95"/>
    <p:sldId xmlns:r="http://schemas.openxmlformats.org/officeDocument/2006/relationships" id="265" r:id="Rdadd5d951d564ccd"/>
    <p:sldId xmlns:r="http://schemas.openxmlformats.org/officeDocument/2006/relationships" id="266" r:id="R21cae47379f74b4a"/>
    <p:sldId xmlns:r="http://schemas.openxmlformats.org/officeDocument/2006/relationships" id="267" r:id="Rba562bcb8dd843e8"/>
    <p:sldId xmlns:r="http://schemas.openxmlformats.org/officeDocument/2006/relationships" id="268" r:id="Rf3e07217a7144cc9"/>
    <p:sldId xmlns:r="http://schemas.openxmlformats.org/officeDocument/2006/relationships" id="269" r:id="R3af377bf59ad47d9"/>
    <p:sldId xmlns:r="http://schemas.openxmlformats.org/officeDocument/2006/relationships" id="270" r:id="R93bc3f290acf40aa"/>
    <p:sldId xmlns:r="http://schemas.openxmlformats.org/officeDocument/2006/relationships" id="271" r:id="R88fd5b3f22f94621"/>
    <p:sldId xmlns:r="http://schemas.openxmlformats.org/officeDocument/2006/relationships" id="272" r:id="R9943bd9b1f044302"/>
    <p:sldId xmlns:r="http://schemas.openxmlformats.org/officeDocument/2006/relationships" id="273" r:id="Rb333131bfabc4899"/>
    <p:sldId xmlns:r="http://schemas.openxmlformats.org/officeDocument/2006/relationships" id="274" r:id="R4bcc35416cc84997"/>
    <p:sldId xmlns:r="http://schemas.openxmlformats.org/officeDocument/2006/relationships" id="275" r:id="R688f0ec375fd4ba4"/>
    <p:sldId xmlns:r="http://schemas.openxmlformats.org/officeDocument/2006/relationships" id="276" r:id="Rd6739356e3b443e4"/>
    <p:sldId xmlns:r="http://schemas.openxmlformats.org/officeDocument/2006/relationships" id="277" r:id="Rae3ce11a609d4abd"/>
    <p:sldId xmlns:r="http://schemas.openxmlformats.org/officeDocument/2006/relationships" id="278" r:id="R239d2a74ee6c49f7"/>
    <p:sldId xmlns:r="http://schemas.openxmlformats.org/officeDocument/2006/relationships" id="279" r:id="Rde4e1d4f94e14940"/>
    <p:sldId xmlns:r="http://schemas.openxmlformats.org/officeDocument/2006/relationships" id="280" r:id="R7b7b388f4ee941e8"/>
    <p:sldId xmlns:r="http://schemas.openxmlformats.org/officeDocument/2006/relationships" id="281" r:id="R1215d1fe0b264abd"/>
    <p:sldId xmlns:r="http://schemas.openxmlformats.org/officeDocument/2006/relationships" id="282" r:id="R78cc4e0720644186"/>
    <p:sldId xmlns:r="http://schemas.openxmlformats.org/officeDocument/2006/relationships" id="283" r:id="R1375ecb87df24912"/>
    <p:sldId xmlns:r="http://schemas.openxmlformats.org/officeDocument/2006/relationships" id="284" r:id="R8e5797ebdf09465d"/>
    <p:sldId xmlns:r="http://schemas.openxmlformats.org/officeDocument/2006/relationships" id="285" r:id="R55b1daaa51b04ccb"/>
    <p:sldId xmlns:r="http://schemas.openxmlformats.org/officeDocument/2006/relationships" id="286" r:id="Rf127c3394d154c19"/>
    <p:sldId xmlns:r="http://schemas.openxmlformats.org/officeDocument/2006/relationships" id="287" r:id="R6f8555e2dab24d1f"/>
    <p:sldId xmlns:r="http://schemas.openxmlformats.org/officeDocument/2006/relationships" id="288" r:id="R64333fd6cb2844ec"/>
    <p:sldId xmlns:r="http://schemas.openxmlformats.org/officeDocument/2006/relationships" id="289" r:id="R9b3f523b76ac403d"/>
    <p:sldId xmlns:r="http://schemas.openxmlformats.org/officeDocument/2006/relationships" id="290" r:id="R7184bd7d80ae468d"/>
    <p:sldId xmlns:r="http://schemas.openxmlformats.org/officeDocument/2006/relationships" id="291" r:id="R445c0d21373640a8"/>
    <p:sldId xmlns:r="http://schemas.openxmlformats.org/officeDocument/2006/relationships" id="292" r:id="R6f7cefac937e4c11"/>
    <p:sldId xmlns:r="http://schemas.openxmlformats.org/officeDocument/2006/relationships" id="293" r:id="R51ee29fc0abd47f4"/>
    <p:sldId xmlns:r="http://schemas.openxmlformats.org/officeDocument/2006/relationships" id="294" r:id="Rde8fc9a35faf483a"/>
    <p:sldId xmlns:r="http://schemas.openxmlformats.org/officeDocument/2006/relationships" id="295" r:id="Rf04c1680ac9b45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06c3a810db43b2" /><Relationship Type="http://schemas.openxmlformats.org/officeDocument/2006/relationships/slideMaster" Target="/ppt/slideMasters/slideMaster1.xml" Id="R5cb11c372a5c48e7" /><Relationship Type="http://schemas.openxmlformats.org/officeDocument/2006/relationships/notesMaster" Target="/ppt/notesMasters/notesMaster1.xml" Id="Rdd89a8addbef4425" /><Relationship Type="http://schemas.openxmlformats.org/officeDocument/2006/relationships/presProps" Target="/ppt/presProps.xml" Id="R20deba11d52c418f" /><Relationship Type="http://schemas.openxmlformats.org/officeDocument/2006/relationships/tableStyles" Target="/ppt/tableStyles.xml" Id="R3340a3c9c6b0453f" /><Relationship Type="http://schemas.openxmlformats.org/officeDocument/2006/relationships/slide" Target="/ppt/slides/slide1.xml" Id="Rd8dab7def9674e96" /><Relationship Type="http://schemas.openxmlformats.org/officeDocument/2006/relationships/slide" Target="/ppt/slides/slide2.xml" Id="R566253df6b1b47ed" /><Relationship Type="http://schemas.openxmlformats.org/officeDocument/2006/relationships/slide" Target="/ppt/slides/slide3.xml" Id="R2f8f36ba91f54a91" /><Relationship Type="http://schemas.openxmlformats.org/officeDocument/2006/relationships/slide" Target="/ppt/slides/slide4.xml" Id="R06a5efd4c9484789" /><Relationship Type="http://schemas.openxmlformats.org/officeDocument/2006/relationships/slide" Target="/ppt/slides/slide5.xml" Id="R5ecf1908930842b5" /><Relationship Type="http://schemas.openxmlformats.org/officeDocument/2006/relationships/slide" Target="/ppt/slides/slide6.xml" Id="R46d382d2e2914443" /><Relationship Type="http://schemas.openxmlformats.org/officeDocument/2006/relationships/slide" Target="/ppt/slides/slide7.xml" Id="R8983fa4f98034b4c" /><Relationship Type="http://schemas.openxmlformats.org/officeDocument/2006/relationships/slide" Target="/ppt/slides/slide8.xml" Id="Rb160fba316e54b88" /><Relationship Type="http://schemas.openxmlformats.org/officeDocument/2006/relationships/slide" Target="/ppt/slides/slide9.xml" Id="R970561d4f3944d95" /><Relationship Type="http://schemas.openxmlformats.org/officeDocument/2006/relationships/slide" Target="/ppt/slides/slide10.xml" Id="Rdadd5d951d564ccd" /><Relationship Type="http://schemas.openxmlformats.org/officeDocument/2006/relationships/slide" Target="/ppt/slides/slide11.xml" Id="R21cae47379f74b4a" /><Relationship Type="http://schemas.openxmlformats.org/officeDocument/2006/relationships/slide" Target="/ppt/slides/slide12.xml" Id="Rba562bcb8dd843e8" /><Relationship Type="http://schemas.openxmlformats.org/officeDocument/2006/relationships/slide" Target="/ppt/slides/slide13.xml" Id="Rf3e07217a7144cc9" /><Relationship Type="http://schemas.openxmlformats.org/officeDocument/2006/relationships/slide" Target="/ppt/slides/slide14.xml" Id="R3af377bf59ad47d9" /><Relationship Type="http://schemas.openxmlformats.org/officeDocument/2006/relationships/slide" Target="/ppt/slides/slide15.xml" Id="R93bc3f290acf40aa" /><Relationship Type="http://schemas.openxmlformats.org/officeDocument/2006/relationships/slide" Target="/ppt/slides/slide16.xml" Id="R88fd5b3f22f94621" /><Relationship Type="http://schemas.openxmlformats.org/officeDocument/2006/relationships/slide" Target="/ppt/slides/slide17.xml" Id="R9943bd9b1f044302" /><Relationship Type="http://schemas.openxmlformats.org/officeDocument/2006/relationships/slide" Target="/ppt/slides/slide18.xml" Id="Rb333131bfabc4899" /><Relationship Type="http://schemas.openxmlformats.org/officeDocument/2006/relationships/slide" Target="/ppt/slides/slide19.xml" Id="R4bcc35416cc84997" /><Relationship Type="http://schemas.openxmlformats.org/officeDocument/2006/relationships/slide" Target="/ppt/slides/slide20.xml" Id="R688f0ec375fd4ba4" /><Relationship Type="http://schemas.openxmlformats.org/officeDocument/2006/relationships/slide" Target="/ppt/slides/slide21.xml" Id="Rd6739356e3b443e4" /><Relationship Type="http://schemas.openxmlformats.org/officeDocument/2006/relationships/slide" Target="/ppt/slides/slide22.xml" Id="Rae3ce11a609d4abd" /><Relationship Type="http://schemas.openxmlformats.org/officeDocument/2006/relationships/slide" Target="/ppt/slides/slide23.xml" Id="R239d2a74ee6c49f7" /><Relationship Type="http://schemas.openxmlformats.org/officeDocument/2006/relationships/slide" Target="/ppt/slides/slide24.xml" Id="Rde4e1d4f94e14940" /><Relationship Type="http://schemas.openxmlformats.org/officeDocument/2006/relationships/slide" Target="/ppt/slides/slide25.xml" Id="R7b7b388f4ee941e8" /><Relationship Type="http://schemas.openxmlformats.org/officeDocument/2006/relationships/slide" Target="/ppt/slides/slide26.xml" Id="R1215d1fe0b264abd" /><Relationship Type="http://schemas.openxmlformats.org/officeDocument/2006/relationships/slide" Target="/ppt/slides/slide27.xml" Id="R78cc4e0720644186" /><Relationship Type="http://schemas.openxmlformats.org/officeDocument/2006/relationships/slide" Target="/ppt/slides/slide28.xml" Id="R1375ecb87df24912" /><Relationship Type="http://schemas.openxmlformats.org/officeDocument/2006/relationships/slide" Target="/ppt/slides/slide29.xml" Id="R8e5797ebdf09465d" /><Relationship Type="http://schemas.openxmlformats.org/officeDocument/2006/relationships/slide" Target="/ppt/slides/slide30.xml" Id="R55b1daaa51b04ccb" /><Relationship Type="http://schemas.openxmlformats.org/officeDocument/2006/relationships/slide" Target="/ppt/slides/slide31.xml" Id="Rf127c3394d154c19" /><Relationship Type="http://schemas.openxmlformats.org/officeDocument/2006/relationships/slide" Target="/ppt/slides/slide32.xml" Id="R6f8555e2dab24d1f" /><Relationship Type="http://schemas.openxmlformats.org/officeDocument/2006/relationships/slide" Target="/ppt/slides/slide33.xml" Id="R64333fd6cb2844ec" /><Relationship Type="http://schemas.openxmlformats.org/officeDocument/2006/relationships/slide" Target="/ppt/slides/slide34.xml" Id="R9b3f523b76ac403d" /><Relationship Type="http://schemas.openxmlformats.org/officeDocument/2006/relationships/slide" Target="/ppt/slides/slide35.xml" Id="R7184bd7d80ae468d" /><Relationship Type="http://schemas.openxmlformats.org/officeDocument/2006/relationships/slide" Target="/ppt/slides/slide36.xml" Id="R445c0d21373640a8" /><Relationship Type="http://schemas.openxmlformats.org/officeDocument/2006/relationships/slide" Target="/ppt/slides/slide37.xml" Id="R6f7cefac937e4c11" /><Relationship Type="http://schemas.openxmlformats.org/officeDocument/2006/relationships/slide" Target="/ppt/slides/slide38.xml" Id="R51ee29fc0abd47f4" /><Relationship Type="http://schemas.openxmlformats.org/officeDocument/2006/relationships/slide" Target="/ppt/slides/slide39.xml" Id="Rde8fc9a35faf483a" /><Relationship Type="http://schemas.openxmlformats.org/officeDocument/2006/relationships/slide" Target="/ppt/slides/slide40.xml" Id="Rf04c1680ac9b45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8e95f6004745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bc163c177f4722" /><Relationship Type="http://schemas.openxmlformats.org/officeDocument/2006/relationships/notesMaster" Target="/ppt/notesMasters/notesMaster1.xml" Id="Rdf1a23bca0724d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354f5167464bd2" /><Relationship Type="http://schemas.openxmlformats.org/officeDocument/2006/relationships/notesMaster" Target="/ppt/notesMasters/notesMaster1.xml" Id="Rcf4772c75c954d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7a2ecd6afe4a3f" /><Relationship Type="http://schemas.openxmlformats.org/officeDocument/2006/relationships/notesMaster" Target="/ppt/notesMasters/notesMaster1.xml" Id="Radb885795b7547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6d4c93e9524059" /><Relationship Type="http://schemas.openxmlformats.org/officeDocument/2006/relationships/notesMaster" Target="/ppt/notesMasters/notesMaster1.xml" Id="R126ab63bf20546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24251bda54406c" /><Relationship Type="http://schemas.openxmlformats.org/officeDocument/2006/relationships/notesMaster" Target="/ppt/notesMasters/notesMaster1.xml" Id="R05f12e4c15f34e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7207eb1b4d4006" /><Relationship Type="http://schemas.openxmlformats.org/officeDocument/2006/relationships/notesMaster" Target="/ppt/notesMasters/notesMaster1.xml" Id="Rff05febabbef40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6792d2bed747c5" /><Relationship Type="http://schemas.openxmlformats.org/officeDocument/2006/relationships/notesMaster" Target="/ppt/notesMasters/notesMaster1.xml" Id="R39225f6589f34a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502bdfb9304c2f" /><Relationship Type="http://schemas.openxmlformats.org/officeDocument/2006/relationships/notesMaster" Target="/ppt/notesMasters/notesMaster1.xml" Id="Rd263657a67504b7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87419fbb3d4a2d" /><Relationship Type="http://schemas.openxmlformats.org/officeDocument/2006/relationships/notesMaster" Target="/ppt/notesMasters/notesMaster1.xml" Id="Rea3bfde4517445a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44c4bdde78742c7" /><Relationship Type="http://schemas.openxmlformats.org/officeDocument/2006/relationships/notesMaster" Target="/ppt/notesMasters/notesMaster1.xml" Id="R744e9ba388704ef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98ecc2ccc844348" /><Relationship Type="http://schemas.openxmlformats.org/officeDocument/2006/relationships/notesMaster" Target="/ppt/notesMasters/notesMaster1.xml" Id="R328337cc638348c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f43294972d145f8" /><Relationship Type="http://schemas.openxmlformats.org/officeDocument/2006/relationships/notesMaster" Target="/ppt/notesMasters/notesMaster1.xml" Id="Rc32625a6a6b04ee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6d763387b4e481c" /><Relationship Type="http://schemas.openxmlformats.org/officeDocument/2006/relationships/notesMaster" Target="/ppt/notesMasters/notesMaster1.xml" Id="R08066b8c75a5403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2fc7e4c1f7f42cf" /><Relationship Type="http://schemas.openxmlformats.org/officeDocument/2006/relationships/notesMaster" Target="/ppt/notesMasters/notesMaster1.xml" Id="Rb4fa75358d2b404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d17c5fd5ec74884" /><Relationship Type="http://schemas.openxmlformats.org/officeDocument/2006/relationships/notesMaster" Target="/ppt/notesMasters/notesMaster1.xml" Id="Rd3d513c728d94ce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43330fce91542cb" /><Relationship Type="http://schemas.openxmlformats.org/officeDocument/2006/relationships/notesMaster" Target="/ppt/notesMasters/notesMaster1.xml" Id="R5c6863eadac7417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7a7d023bff74ce8" /><Relationship Type="http://schemas.openxmlformats.org/officeDocument/2006/relationships/notesMaster" Target="/ppt/notesMasters/notesMaster1.xml" Id="Rf049daea7a1b4d4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c587551ca924764" /><Relationship Type="http://schemas.openxmlformats.org/officeDocument/2006/relationships/notesMaster" Target="/ppt/notesMasters/notesMaster1.xml" Id="R9e22de144ee54e4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6cd929b5862482a" /><Relationship Type="http://schemas.openxmlformats.org/officeDocument/2006/relationships/notesMaster" Target="/ppt/notesMasters/notesMaster1.xml" Id="R26ec260c37e044b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65ad99966c54f24" /><Relationship Type="http://schemas.openxmlformats.org/officeDocument/2006/relationships/notesMaster" Target="/ppt/notesMasters/notesMaster1.xml" Id="R75473012751746e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4f309e80e2943dd" /><Relationship Type="http://schemas.openxmlformats.org/officeDocument/2006/relationships/notesMaster" Target="/ppt/notesMasters/notesMaster1.xml" Id="R076bab36c9e341a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ef7c9ca351740a2" /><Relationship Type="http://schemas.openxmlformats.org/officeDocument/2006/relationships/notesMaster" Target="/ppt/notesMasters/notesMaster1.xml" Id="Rb621ac529c68460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7c09371af764960" /><Relationship Type="http://schemas.openxmlformats.org/officeDocument/2006/relationships/notesMaster" Target="/ppt/notesMasters/notesMaster1.xml" Id="R532123f4c70e4f1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4352d9331e84427" /><Relationship Type="http://schemas.openxmlformats.org/officeDocument/2006/relationships/notesMaster" Target="/ppt/notesMasters/notesMaster1.xml" Id="R66f4b08f963d421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b0618cba3784dc1" /><Relationship Type="http://schemas.openxmlformats.org/officeDocument/2006/relationships/notesMaster" Target="/ppt/notesMasters/notesMaster1.xml" Id="Ra923871603dc434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231a42622104098" /><Relationship Type="http://schemas.openxmlformats.org/officeDocument/2006/relationships/notesMaster" Target="/ppt/notesMasters/notesMaster1.xml" Id="Rc7e1788dbcfc443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a6e5464e8c14652" /><Relationship Type="http://schemas.openxmlformats.org/officeDocument/2006/relationships/notesMaster" Target="/ppt/notesMasters/notesMaster1.xml" Id="R2e0272040a574d1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51824019d3946ff" /><Relationship Type="http://schemas.openxmlformats.org/officeDocument/2006/relationships/notesMaster" Target="/ppt/notesMasters/notesMaster1.xml" Id="R86616499103140d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1b0b6d189b645e7" /><Relationship Type="http://schemas.openxmlformats.org/officeDocument/2006/relationships/notesMaster" Target="/ppt/notesMasters/notesMaster1.xml" Id="Rd5c3242e575b4a9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9007994673e46a2" /><Relationship Type="http://schemas.openxmlformats.org/officeDocument/2006/relationships/notesMaster" Target="/ppt/notesMasters/notesMaster1.xml" Id="R8737e7c589f148a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9c381922fa84fe0" /><Relationship Type="http://schemas.openxmlformats.org/officeDocument/2006/relationships/notesMaster" Target="/ppt/notesMasters/notesMaster1.xml" Id="Rc740682e5cbc442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3723f29db56472b" /><Relationship Type="http://schemas.openxmlformats.org/officeDocument/2006/relationships/notesMaster" Target="/ppt/notesMasters/notesMaster1.xml" Id="Rd24eb83ce07142b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31ddc100d0b4ad5" /><Relationship Type="http://schemas.openxmlformats.org/officeDocument/2006/relationships/notesMaster" Target="/ppt/notesMasters/notesMaster1.xml" Id="Rcc014b7867a34de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6336576f86944bc" /><Relationship Type="http://schemas.openxmlformats.org/officeDocument/2006/relationships/notesMaster" Target="/ppt/notesMasters/notesMaster1.xml" Id="R7cc36246e7ed4dd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694b4bccc2b4c24" /><Relationship Type="http://schemas.openxmlformats.org/officeDocument/2006/relationships/notesMaster" Target="/ppt/notesMasters/notesMaster1.xml" Id="R80298f604b6b4cc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8176c91160e4445" /><Relationship Type="http://schemas.openxmlformats.org/officeDocument/2006/relationships/notesMaster" Target="/ppt/notesMasters/notesMaster1.xml" Id="Ra825730edaa0468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a742ae83dd24613" /><Relationship Type="http://schemas.openxmlformats.org/officeDocument/2006/relationships/notesMaster" Target="/ppt/notesMasters/notesMaster1.xml" Id="Rc08430bc5af444e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38b9cdf896a4815" /><Relationship Type="http://schemas.openxmlformats.org/officeDocument/2006/relationships/notesMaster" Target="/ppt/notesMasters/notesMaster1.xml" Id="Reb7f1599a77c48b9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07c6a4f4b7246ba" /><Relationship Type="http://schemas.openxmlformats.org/officeDocument/2006/relationships/notesMaster" Target="/ppt/notesMasters/notesMaster1.xml" Id="R21a9f9802e7e405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3717be16171464a" /><Relationship Type="http://schemas.openxmlformats.org/officeDocument/2006/relationships/notesMaster" Target="/ppt/notesMasters/notesMaster1.xml" Id="Rc9b5d390a3fe48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126d39d8b744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078cd510b14f77" /><Relationship Type="http://schemas.openxmlformats.org/officeDocument/2006/relationships/slideLayout" Target="/ppt/slideLayouts/slideLayout1.xml" Id="R69d695395d0043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d695395d0043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9401884594e0b" /><Relationship Type="http://schemas.openxmlformats.org/officeDocument/2006/relationships/notesSlide" Target="/ppt/notesSlides/notesSlide1.xml" Id="Rf9c226f503744a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0109d86984ed9" /><Relationship Type="http://schemas.openxmlformats.org/officeDocument/2006/relationships/notesSlide" Target="/ppt/notesSlides/notesSlide2.xml" Id="R28eaf216ab744a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f73f5850f49bc" /><Relationship Type="http://schemas.openxmlformats.org/officeDocument/2006/relationships/notesSlide" Target="/ppt/notesSlides/notesSlide3.xml" Id="R30c2d62397034c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305a363d8d4ddf" /><Relationship Type="http://schemas.openxmlformats.org/officeDocument/2006/relationships/notesSlide" Target="/ppt/notesSlides/notesSlide4.xml" Id="R9053e947d5c845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eafcd3ee94a7b" /><Relationship Type="http://schemas.openxmlformats.org/officeDocument/2006/relationships/notesSlide" Target="/ppt/notesSlides/notesSlide5.xml" Id="R7ed038ee7c4947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2e67097ecf4258" /><Relationship Type="http://schemas.openxmlformats.org/officeDocument/2006/relationships/notesSlide" Target="/ppt/notesSlides/notesSlide6.xml" Id="Rdd0dccdddd6245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30981d68047bd" /><Relationship Type="http://schemas.openxmlformats.org/officeDocument/2006/relationships/notesSlide" Target="/ppt/notesSlides/notesSlide7.xml" Id="R2066e7e1f9884b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e4cbe330f4717" /><Relationship Type="http://schemas.openxmlformats.org/officeDocument/2006/relationships/notesSlide" Target="/ppt/notesSlides/notesSlide8.xml" Id="R12794552be8b40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baeb819834648" /><Relationship Type="http://schemas.openxmlformats.org/officeDocument/2006/relationships/notesSlide" Target="/ppt/notesSlides/notesSlide9.xml" Id="Reba8684afcaa49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c96d0673de48b8" /><Relationship Type="http://schemas.openxmlformats.org/officeDocument/2006/relationships/notesSlide" Target="/ppt/notesSlides/notesSlide10.xml" Id="R9ff7c957c13e4c0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b1b5c712849aa" /><Relationship Type="http://schemas.openxmlformats.org/officeDocument/2006/relationships/notesSlide" Target="/ppt/notesSlides/notesSlide11.xml" Id="R3a117323357640a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ff380fae54f15" /><Relationship Type="http://schemas.openxmlformats.org/officeDocument/2006/relationships/notesSlide" Target="/ppt/notesSlides/notesSlide12.xml" Id="Rafe3becab092469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c6440390fb42c3" /><Relationship Type="http://schemas.openxmlformats.org/officeDocument/2006/relationships/notesSlide" Target="/ppt/notesSlides/notesSlide13.xml" Id="R9186a26cb5be43f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ed76ab6e5049e7" /><Relationship Type="http://schemas.openxmlformats.org/officeDocument/2006/relationships/notesSlide" Target="/ppt/notesSlides/notesSlide14.xml" Id="Rfdab4ee5fc79495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8003dbdc554f65" /><Relationship Type="http://schemas.openxmlformats.org/officeDocument/2006/relationships/notesSlide" Target="/ppt/notesSlides/notesSlide15.xml" Id="Rae480ddb4f704b4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65790e8964d7d" /><Relationship Type="http://schemas.openxmlformats.org/officeDocument/2006/relationships/notesSlide" Target="/ppt/notesSlides/notesSlide16.xml" Id="Ra8b5b520650a40e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0181255323435b" /><Relationship Type="http://schemas.openxmlformats.org/officeDocument/2006/relationships/notesSlide" Target="/ppt/notesSlides/notesSlide17.xml" Id="R05ee1a11866444c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bece50b37f41ef" /><Relationship Type="http://schemas.openxmlformats.org/officeDocument/2006/relationships/notesSlide" Target="/ppt/notesSlides/notesSlide18.xml" Id="R21a1517ab6c14ff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bf9ff7071e4cb1" /><Relationship Type="http://schemas.openxmlformats.org/officeDocument/2006/relationships/notesSlide" Target="/ppt/notesSlides/notesSlide19.xml" Id="Rfeab1f2fd69a491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aa3a44bf7b45e2" /><Relationship Type="http://schemas.openxmlformats.org/officeDocument/2006/relationships/notesSlide" Target="/ppt/notesSlides/notesSlide20.xml" Id="Rcd5ec203ff2444c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ca04ca8764bba" /><Relationship Type="http://schemas.openxmlformats.org/officeDocument/2006/relationships/notesSlide" Target="/ppt/notesSlides/notesSlide21.xml" Id="Raa96815944b9482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598a073b324343" /><Relationship Type="http://schemas.openxmlformats.org/officeDocument/2006/relationships/notesSlide" Target="/ppt/notesSlides/notesSlide22.xml" Id="Rc072450726334de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4bc17f9694c9f" /><Relationship Type="http://schemas.openxmlformats.org/officeDocument/2006/relationships/notesSlide" Target="/ppt/notesSlides/notesSlide23.xml" Id="R46194ffe7fbe48a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1737d4eb8f4e05" /><Relationship Type="http://schemas.openxmlformats.org/officeDocument/2006/relationships/notesSlide" Target="/ppt/notesSlides/notesSlide24.xml" Id="R069e8eb769194bc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75f1bf2ba4703" /><Relationship Type="http://schemas.openxmlformats.org/officeDocument/2006/relationships/notesSlide" Target="/ppt/notesSlides/notesSlide25.xml" Id="R6f16af0b6ca64a6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8623f9dde8428c" /><Relationship Type="http://schemas.openxmlformats.org/officeDocument/2006/relationships/notesSlide" Target="/ppt/notesSlides/notesSlide26.xml" Id="R341c4d00f5284ed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064bb018046a8" /><Relationship Type="http://schemas.openxmlformats.org/officeDocument/2006/relationships/notesSlide" Target="/ppt/notesSlides/notesSlide27.xml" Id="R89e40598aa07471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f96788eeed42ae" /><Relationship Type="http://schemas.openxmlformats.org/officeDocument/2006/relationships/notesSlide" Target="/ppt/notesSlides/notesSlide28.xml" Id="Rf702d039d4bc4ea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e76d759fa436a" /><Relationship Type="http://schemas.openxmlformats.org/officeDocument/2006/relationships/notesSlide" Target="/ppt/notesSlides/notesSlide29.xml" Id="Rfdff6a2aa61e434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f5dced1449434f" /><Relationship Type="http://schemas.openxmlformats.org/officeDocument/2006/relationships/notesSlide" Target="/ppt/notesSlides/notesSlide30.xml" Id="R55f35f1b4ea34e2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4b689b038d4a1c" /><Relationship Type="http://schemas.openxmlformats.org/officeDocument/2006/relationships/notesSlide" Target="/ppt/notesSlides/notesSlide31.xml" Id="Rc34ef39607614fe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18acb4752e4261" /><Relationship Type="http://schemas.openxmlformats.org/officeDocument/2006/relationships/notesSlide" Target="/ppt/notesSlides/notesSlide32.xml" Id="Raff6696806b94ea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0eb49cf544308" /><Relationship Type="http://schemas.openxmlformats.org/officeDocument/2006/relationships/notesSlide" Target="/ppt/notesSlides/notesSlide33.xml" Id="R9d9389b3fd9343a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967306950c4999" /><Relationship Type="http://schemas.openxmlformats.org/officeDocument/2006/relationships/notesSlide" Target="/ppt/notesSlides/notesSlide34.xml" Id="Rbcf907b9139e4ae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c5a8ab87a54cf0" /><Relationship Type="http://schemas.openxmlformats.org/officeDocument/2006/relationships/notesSlide" Target="/ppt/notesSlides/notesSlide35.xml" Id="Rb0db91fab7ff4a1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eed5a1fdfb4db4" /><Relationship Type="http://schemas.openxmlformats.org/officeDocument/2006/relationships/notesSlide" Target="/ppt/notesSlides/notesSlide36.xml" Id="R44a319e15d8c4aa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6c59c91804df8" /><Relationship Type="http://schemas.openxmlformats.org/officeDocument/2006/relationships/notesSlide" Target="/ppt/notesSlides/notesSlide37.xml" Id="R91e786c286ed4b8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9a1ebac82f4b0e" /><Relationship Type="http://schemas.openxmlformats.org/officeDocument/2006/relationships/notesSlide" Target="/ppt/notesSlides/notesSlide38.xml" Id="R5fca9fa6d4974fc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86fc7b26fe4e3a" /><Relationship Type="http://schemas.openxmlformats.org/officeDocument/2006/relationships/notesSlide" Target="/ppt/notesSlides/notesSlide39.xml" Id="Rb2a4b9b180db404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6c60821388439e" /><Relationship Type="http://schemas.openxmlformats.org/officeDocument/2006/relationships/notesSlide" Target="/ppt/notesSlides/notesSlide40.xml" Id="R4e217793788547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C42383-9F23-4535-9C6A-21F8680E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843D86-C345-4E0E-B355-E95D789E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Power series Expansions, indeterminate forms and multivariable calculus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231AFC-AB4C-48B5-A48D-80FC9E4B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Differential Calculus &amp; Linear Algebra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1BMATE101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D89F5-F20D-4802-B38C-BF47BEA3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FD810C-BF5D-488D-940D-D915493F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61EF3C-146D-43F1-A980-44A1A775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1AB767-B174-4591-8E9B-1C3DEDB4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2727AE-6830-4DF4-AE2B-49C0830D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2FA60D-C318-403B-B7E7-DB734911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59BC48-B219-46C6-A122-1EB94AE2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AC6622-1459-4E5E-B133-56BEA8AB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D01622-B2FB-4570-8E30-365AF7CF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42E71D-0109-40E7-938D-CC2AA34F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793060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DD9D87-5B98-4F53-BBB4-6B1EED78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62777E-6C1C-4FFD-A0AF-184C47C4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35CF44-5827-4F7A-A1A2-46D4F841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6199DA-E5B9-4DD1-A5E6-5EE6906A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B49A1B-4AE7-43E4-9E31-8ABF2C33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C460A3-C5EE-4445-89E1-D41E2B45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625EEF-E88A-4771-BFA6-97085B87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79E9E3-996F-4D20-9889-BE30980B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D2C4CE-66BF-4BFE-AE4D-9661634B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4DCF93-7404-45A6-A4F7-BE736292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92F443-9F36-48E0-B40F-DB63179D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924872-4C47-4453-AA1F-82F87488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3ACD1A-4D82-466F-901F-4FAE79C1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8E3131-7067-486E-A793-6021918A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923D7E-F5D7-4A11-83EF-225739E5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3328423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756320-ABE7-4A43-854F-CCAFECF3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2E9434-9708-4388-9645-76E523D8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2B2920-7065-48BA-892A-139F8822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2AAAD-6CF2-485F-B659-C848120C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EB5093-A3FD-4A92-8206-B33D5DDA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60BC5B-0F1C-4ACF-953D-EC8B316E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734296-1007-4474-A5E4-9EF6AB26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B36843-6579-4E8E-941B-CC6DEFF7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7C5B54-FD03-4420-B936-13F54823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Power series Expansions, indeterminate forms and multivar...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7C7B0E-7E44-423D-8870-5397326D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E04A6F-EF3A-4629-A273-D9E36D77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48DFCC-2987-4C47-8234-088C1A1D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Indeterminate forms - L'Hospital's rule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F2D812-593E-427D-A2A8-20AEB7FA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AC3332-3F83-4EAE-A640-1558C924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C1527A-FAF2-4249-93B7-D614D62C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Differentiation: Partial derivatives, total derivative, d...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D71948-0941-47E4-BFEF-75209605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2B5CE8-A05B-4712-9A11-6CC70865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933452-B587-4072-A48C-93360D04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Maxima and minima for functions of two variables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A12407-1E61-43C5-969C-BE3A1000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06EFAA-007D-4EAB-B452-661BB1EA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8FA433-432A-4AF1-8B6C-ABF30270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Textbook-1: Chapter- 4.4(1,2,3),4.5(1,2,3), 5.1- 5.11.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1010D0-ACCE-4A69-B4B8-F9FBCB06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2197D5-98E5-439A-9BC6-001278AB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994393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BD31FC-3BE6-4282-A562-A0E231F6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20DE0E-0ACB-4071-951A-97536E88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AC30C0-4B37-4C2A-8731-3294153D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4866C9-C963-4E5F-A499-4508AA5E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71239A-0AD7-4B28-B049-DBB3B4B4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54456C-5F64-40F0-AEBA-432A2DFC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26B99D-51FF-4D1E-BB7F-214FF1E8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F346C4-51D5-400A-9DD0-B73D557F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Power series Expansions, indeterminate forms and multivar...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2DE206-416D-4C9D-998E-9CAFCB31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EE8D59-35B2-422B-9306-6226A031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5E034-BC47-4C04-9294-9BC02793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Indeterminate forms - L'Hospital's rule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4C60B1-921B-4073-997C-7DD5BE88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55C54D-3C0E-426B-802B-DE70E96E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59E5F3-B671-4EB0-BCD3-F6AD9553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Differentiation: Partial derivatives, total derivative, d...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9F4D6D-43CA-4F4E-AAE0-869F8BD6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704D84-183D-47F6-8617-5FCE0F50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768C5C-6A1A-4CB1-943E-A9971551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Maxima and minima for functions of two variables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BEC9B4-6566-4F90-AFD7-30C2BF5A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CB3F78-B211-4050-AE1B-97CCE641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84C94F-0FB4-4672-9B99-B349A239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Textbook-1: Chapter- 4.4(1,2,3),4.5(1,2,3), 5.1- 5.11.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28AE7D-AA85-4BB2-AA1A-1A5B2171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D1582A-3BB4-472D-AB45-2102BA4A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854111-634B-4A3F-ADDC-BF0D5952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9114767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1B2A3F-9021-4753-B648-BC919830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29DC06-4525-4684-89C2-EC22D770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77C0C1-3745-48A7-B778-233468DF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BF1128-8B77-4829-A89F-A69D2116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4C263C-E7CE-4A6B-B652-FC82933F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Power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F699C9-99BC-4A2C-A538-EC06EA0E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series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6C29E5-00B2-44AF-9B94-317D1AB7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Expansions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8F4924-6942-4F7B-9256-578E9772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indeterminate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7A74F4-1D08-4342-A7F4-B2CE412D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forms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F146C9-790A-423F-BFB7-9EA34492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multivariable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8937CD-A4C9-4692-B9D4-93871EE6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calculus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4CF906-096C-4AD5-8B3A-67EE70D0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Tutorial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561A81-D38F-4093-B695-DBB72394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Statement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15A9E0-47AD-41C3-9F90-89618709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problems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33E56E-D64C-4E8C-81D0-9C5CE4DD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AD93C1-E64D-4ED5-BB83-63DDB184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4612961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FF41AC-8875-4283-AD34-CD03C0AA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D72E86-1813-4E9B-B27E-415ADF79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34E117-06C8-48FC-9E41-0E3033C0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C920EA-843E-4CB3-918F-6568AD4A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AF8837-268E-4305-9F4E-7F92F5D7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Power series Expansions, indeterminate forms and multivariable calculus (8 Hours Theory + 4 Hours Tutorial) Sta...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27E829-8DF8-41DB-9701-26A3A88B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Power series Expansions, indeterminate fo...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BC7EBC-6C66-4A4D-846E-D574BFFA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6321AA-68CC-43FA-9625-3C7BBAEA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91669E-E8EE-482B-86DE-163BC42D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D441B3-26AA-4498-A632-0AEAAD06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93D31A-32C0-4AA0-B22D-4BAFC165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CB4FBC-E972-444A-87C0-8399CC1B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DB7960-595C-4242-825C-837C7A2F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5DCEA3-D2E4-4042-94B7-B534BAEE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CFA456-9360-400D-992C-BF3921E9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C47FE4-89EC-4BEC-8343-00187A51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9751887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1CE834-8069-447F-9E2E-4BDF18CA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4FC732-A1BD-4558-AE0B-C0D06917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980EAA-AEA1-401A-B1D7-300FC8DE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0F62D-2092-450E-BF3A-AEE8456F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C6A2C5-96AF-4974-A8D2-4C1B9FC6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0F56D4-6BD5-460B-8D96-4D8B52D9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68C116-F07C-4FAB-88C5-09DE1FE8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C960DD-0261-4964-A956-1DF06426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8BC0B7-0D95-45D9-B618-FEE6A71F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Power series Ex...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791D69-EF78-42B5-AFA3-B0DE6B9E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78A97B-5498-4D73-A7A3-7DF3D267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B22627-8183-4BC5-8078-775994C9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Power seri...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5D25F0-B9A0-4296-8A67-E1964BA2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DCCDA5-8616-441E-83DC-CC99B772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296337-07DA-45ED-9FDE-8463F261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Power 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F6108E-5309-4EF7-B8B5-7496C5C5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E7F0B7-D760-4698-AA10-6E8CC792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C826A7-2EE8-4890-B3DE-268FA66D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Power series...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732876-4022-4215-B103-471E0D61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F2EADD-E876-4E5C-98F3-6E2B6BCA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7B2CFC-D34D-41CA-8D09-555AE840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Power serie...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2BD1B8-F926-4418-A159-DF1BE2CB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7CC1C3-B7FA-4855-BF98-7DD4AE3E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9944690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AB6275-AD9B-447C-B386-F7C3C4A7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88D5D5-134E-4269-AC9C-551DA661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99194A-C479-4F83-A0C2-1A3029FA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6F2DA4-7C96-4895-94F1-9F4AFDBC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7812BE-84B8-48A0-9CD1-480949E3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D41D43-E905-4F94-97AA-AEA6C412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EADCFA-B8D0-41E8-A474-22C03D68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F6BE3C-B047-491C-90B0-21B83D9A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77921E-C1FB-481C-8D8E-6E7E88E0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B8806D-A24A-4B95-A9D3-387BFAE9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92A4E9-5FD2-4606-9DC8-9E4BE075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D01601-7AD7-44E5-8540-D98FDF06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C5D661-7A49-4710-A699-8659F148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6E87A1-135D-49D5-96B8-1FBA6EF1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17D0E1-3935-4335-AA04-05A00504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9443129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2AA22C-6FD8-45DA-A367-813437D0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187911-92C9-44CC-AF92-411BF16C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AECFF4-5A29-473D-B56D-EEF817B9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9FDFAB-EEF5-44B0-ACAB-156414B7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6123C2-20AB-4A14-90C9-E21EE037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7376E8-0889-4762-93C8-150D1D6F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Power series Expansions, indeterminate forms and multivar...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9F1B3C-667C-45B9-87ED-764CD98E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FB0D78-9AB5-4819-99F0-5D9BB52F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C77A62-9901-4DF3-9112-8851D5C2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08184D-6F04-4F2E-974B-289D1DBA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8377E9-A732-4F0B-BB64-E2016F0B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6222037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B8FEE5-0147-4B51-8D5C-8EEE567F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6B35F1-5974-43F7-9AB1-AF753DE7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8DD98B-BFBE-4D2E-8BFD-572041B1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2D798-524E-4536-815F-0D6366A1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BC939F-2CF1-4AC2-A8D9-81485DE2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Indeterminate forms - L'Hospital's rule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8FEC31-D9CD-4850-AB97-DB4584C5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Indeterminate forms - L'Hospital's rule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4E6F36-37FC-474B-9AE3-3A73F08C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F6566-9EF4-4562-9EE7-C8F8B99A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E0DC0C-2E48-41EC-AF7E-D2726207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7DAC12-E9F5-4888-8F2A-833C5025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D6D6E3-E41E-43DC-85B2-699A2040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1A1844-13A4-48E6-8EF3-B679B780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F59562-558E-4559-BF9D-21117CE3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720F44-2BF1-43CD-8173-1658E611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B0249D-30C6-432B-A08C-7FCE6AD3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8A1258-6843-470D-AB34-988CE26E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4163370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D84D47-CE80-4314-AD9B-A3EBC048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90660B-8292-4051-BB73-BA6B6C75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18A56-8CF2-4662-9573-247DEDD5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89498E-A8FE-45D8-99BD-13DB2F5C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4141AC-B8F6-4CFE-97E9-F83C9770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245089-7682-4324-B528-86FE868A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E1DC3-7F96-42F4-87DD-8BF8E014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65166E-B9AF-441B-B22A-C73A702D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53C2FB-7802-495D-AA1C-178AC59D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Indeterminate f...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9F6C2F-1A0C-408D-8651-5F1B0594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303E2A-DDA9-41CF-A062-255CE12B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F9578D-1BA7-4386-AE66-5548C7AE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Indetermin...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4EF7BB-3785-440A-987F-678A0FC2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4F3239-53AA-46E7-B08B-0619B594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4B5D16-8111-450E-94CD-B1229871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Indeter...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81A378-1267-412D-B4A0-1CB9CB48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539D0C-ED38-44DE-B5DC-896886CA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64381F-6939-4F55-AAB5-2F9A9FA0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Indeterminate...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8B6108-33B3-4481-9314-DA5D47C8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86AFEF-F855-4BDA-99DD-A8C56E13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B6A7B4-BD70-4D62-ADD0-7737C5BF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Indetermina...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F58BEB-BF86-49CA-814C-FC5F57AD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230F0C-B2F7-4EF6-92D2-82BCA47C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0577646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5D2964-4498-4443-8B2A-BAC05483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AD1011-EBB5-45BF-9175-57DE26BD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73742-3504-4A5F-AF1E-8026E46E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195F0-9F5E-42DB-A5E6-5D3C4E7C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4F545E-4AEA-4524-86A5-C6A8DEC8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E100BE-9446-4AD5-A8EE-AE89173A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FB5485-B435-48E4-9828-673C7BCF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F880C5-1D1A-48CB-8842-5CA8184D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D03F0A-371F-4ACC-99AD-660094F5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D45281-FDA4-42EE-B8F6-1106B627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67F758-93D9-43DF-AE14-0A4ED119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E5916A-C6DD-434D-BD6A-76D372B5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692C08-AE33-4835-89A0-B2F07313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1A6EFB-FAFC-4CBE-A28F-1C9A5308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8988E4-5C65-46F3-9FD1-811CDA79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0789118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3D8CB7-81E0-4AE6-B282-DDAA9BDB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6940D-6178-4C32-944E-25791289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33C9D3-E164-427F-8E1C-06B4948C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71C85A-788F-4D43-8A82-9860FC23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47DB33-9F40-40E5-8E6F-F8276D7E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791264-FF75-4023-B8DB-162CFA4C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Indeterminate forms - L'Hospital's rule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A5C699-B1DF-49CB-9DB3-F75C8A5D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52E1EF-5187-46C6-9117-F1C12964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680005-CE9C-430B-AE12-533A23E5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65846D-D18D-4099-ABB1-5F2B7C44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BAD007-DB49-4B09-8AAF-0F12A39D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0805064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095855-6119-44D4-9669-BF7CBE27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C9D24F-FEF9-45D6-B334-CFD54D18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FABEBE-CDAB-4B20-B37B-7CDB45CA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8087D5-1EBA-44AC-84F7-3905A237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2C900E-DB94-4092-B782-F725FE1E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Differentiation: Partial derivatives, total derivative, differentiation of composite functions, Jacobians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3FB01C-FC14-41D2-B8BA-1BA9F561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Differentiation: Partial derivatives, tot...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232356-D80B-4315-9046-61E9629B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B97C16-FBF9-424C-87BE-A959961F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387995-2AA3-40CC-8767-4F97F796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6B6036-23FC-4F61-86DA-BD4E2281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7AFADE-BD66-42E9-A7EF-098B7B95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E45245-D3F7-4C1F-BC67-CD4EF748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653157-5167-4BB2-BEBA-79049F60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647050-C2D3-43EE-90BB-DBA05C49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E9D321-11AB-440C-B1EC-7433F26A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78F49C-5AE8-4529-B161-E9C0F5A7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92434685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C035A7-4F0D-43C9-9382-BF404510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12C053-FC04-49F0-A6B8-951A720C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CC2355-3AEF-4BFF-AF4E-002D8936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EAE5DA-BEBB-4144-B4D3-60A04D7E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3FF357-681E-4A29-81EC-A3812BCB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39F024-4242-4078-A2D6-9F088F7A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9F995C-CBFC-496A-A36E-883AA0E2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1DF4AA-6A10-440D-9879-49E64B8E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AB9165-27BE-48C5-82E6-380F2556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Differentiation...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F736C6-2970-474E-B557-C8CA1D58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B92CFB-3AED-43EF-8B7B-FA37507C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BFFAE0-B4F3-4AB5-BF3E-9005B717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Differenti...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037DC3-04AD-45B5-A5F6-20D21E0F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E13402-5103-46BF-B662-0DDD99E7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24393F-EDA4-4398-981B-2A74A534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Differe...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1562A9-E3C7-4323-A9BE-E09E46AE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0C9A7D-7587-4663-9B9E-867BFC76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D86F8F-B74A-4EDC-A4F9-A5B40009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Differentiati...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6C21D6-3FCA-435A-8AE5-A39559E2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6D8056-9FD3-44BB-B6CA-2D948AEC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8E7299-53B3-40C7-9661-2BD02C3B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Differentia...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ED5393-16B6-4FAE-BE2D-2602E6A1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E3C0C8-6768-40A2-9123-BC215B3D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65410985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16E2A0-127C-47C4-AF57-411D57C1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1CC8C-CB3C-4FE4-BB37-BDD681D0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3E8648-E3B7-4D3B-9137-A11223A9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3EF317-171F-4BBB-A2AD-11890C13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ACD80E-9A96-4031-B0ED-40B3DFEB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AF709-02A7-46FC-AB8C-7B005513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B6B0C7-B645-41F2-B95E-1BA4A325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6E671D-CF83-48A5-AD30-B00CAA00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B8BF87-AC3F-4169-B9D4-1C53E933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7F6E71-653B-4569-AD63-9D56F151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B671D6-2768-458D-8775-D3C0CA54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6A3569-62A1-4FFB-A6C3-57E56037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700590-4115-43A4-A0C7-2D4FD634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DE736E-8723-43A9-A653-4F144453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A4B4D6-7E86-4DE1-88C1-E6089EF3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97946695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A8D0BA-AD75-4750-871F-5EA3EA5A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572A8-DDE0-4693-84E4-6E2BAA1B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576B21-680D-46E1-BDAA-BB5A23C4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B5E7FD-C840-43C3-93CD-F87BC9BA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AB0FB-A344-4E43-920F-DD13E2C8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3DAAC-75FB-4049-92B7-AD46C15C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Differentiation: Partial derivatives, total derivative, d...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B618C3-0019-451F-95F5-446A4439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AFD3C9-4A4A-4F19-90F5-87258A57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61A60F-4459-4F09-940A-1C7CC199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901E9C-34D9-49C5-AB57-18829F4A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78D642-B209-4A04-8448-B8F392EF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67852198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4D8D15-50C3-4D35-BA5C-45A43D97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BF2A1-486B-49C9-A12E-4D507023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CAF29B-7502-42B8-B102-C71CDC0E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9619AD-2030-4EF1-AED6-06AE6656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74850-09DD-466A-9398-C96E245E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Maxima and minima for functions of two variables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2E6C2C-8BF4-4787-A270-9C4788A1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Maxima and minima for functions of two va...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A0C26-FEFD-4161-B513-E5250298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7EC716-A2CC-4C43-890B-2593A205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E6ABEA-5704-4409-990D-47D22345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E2F25C-6637-48F2-AA96-CFAF23CB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155F3B-AA80-4709-965F-7833D0C6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FC671E-AEC4-41FF-B09A-BBC26B46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12B607-A2BD-470E-B25E-CDB36940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1A1E54-9011-4EDB-A101-4CCEC039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9D058A-FB7D-42A4-BEAA-AF2D1DD9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0C6464-415C-47F2-AD99-B21121D1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42207885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3F59E5-0ED6-46E8-A141-038CDCC7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14033-2656-441A-85AC-B054E9C9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37EC29-4F8E-4125-ABCF-4B1F65DE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8EE348-E7D6-4C4B-8918-F834F277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9EE046-2FC6-467F-9FED-9A3E4935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33879F-78AB-43F6-84F9-0E0D8329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727295-08BE-4F33-B6D8-FF0E7748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7C4D21-47CE-4C5A-9D16-1F055D6E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DD0C14-9B83-4B66-8B53-DC7F13CD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Maxima and mini...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7912BF-AB31-4F67-93B2-D62607E8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6291CA-A780-4D65-AE76-0CD875FD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48752D-E9B5-43AA-9584-70DE4C51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Maxima and...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1ABC3B-A704-4041-B457-7BFC1C0B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7BABE7-0F7B-4629-981A-D4B4898F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22B8EA-174B-4AF4-BD19-363768C9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Maxima...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B09334-6490-45BF-9DDC-DD00C38C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C783E9-123E-4D3D-8FDA-0C980427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F6120A-07AF-48DF-93CF-5A99F1F6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Maxima and mi...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996C84-99F7-4423-930F-AF94BB09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7CFBE6-9569-4663-B6DE-8ADBC2BC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0C662C-A40A-4FFF-A4A4-50C4A649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Maxima and...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2CCBA2-BD24-41D4-B5B0-BCB27E76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F9C619-6121-4629-BAFB-FDE6BEBA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37857620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E43588-F1A8-4ABA-8F99-EC30D4C5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AC103E-B80D-4D07-9828-A6758178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5A6C65-410A-469E-95C2-86B05943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EDD1FC-0D0D-4BEB-A0C1-E68A2035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390406-3480-4383-9831-E5C6984E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1BB431-5653-4E1A-8C26-46093BC5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10676B-64F8-4578-B6E6-C0097276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1BB0F1-53BD-48FE-A40B-476FED9C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B6B12F-74A5-48A5-B55F-3048243A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8DB1B8-0734-4C3F-A051-3CCC2774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B6BB26-B90E-41CB-A5EB-F08545E5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176FBA-3E7F-47E1-BF77-17B031FD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C3FE34-B96F-40EC-9B5B-1B794E7B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2EE0FC-1C45-40B9-95A9-BFC0CB80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C4C38B-942C-4C33-9D34-70D35C18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16507662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6C5CBB-4F6B-439B-AE2C-54DEEE20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42E817-F992-4101-AFE0-DB125FA9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8A490A-1DB8-4947-9A47-1E299505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CCD6F-887B-4A93-9851-A412288F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855B75-AA0D-48D9-B485-A937EA2A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E540D5-02FA-4C99-B618-3A7446EC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Maxima and minima for functions of two variables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BD58FD-541E-4635-A261-EDDA7ED9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8957CF-2460-4A6B-9162-1BAD6D4F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DE9F8C-B6D3-4113-95AC-1CFC9258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C2AEBA-2319-4519-8CA7-BC923CE3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A8F789-AA21-4828-A223-4FD33260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90359866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C17665-E215-4616-8A3F-CCCB3941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6CE9A1-04A2-4A74-9134-B85F8212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2B59A3-1CB1-451C-9269-C8206ED0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4ACD9A-682B-4052-88A7-007C5F15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FFED1-5B34-49E4-B54D-224C4938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Textbook-1: Chapter- 4.4(1,2,3),4.5(1,2,3), 5.1- 5.11.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4FC51E-1242-4E6D-8651-771E6D69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Textbook-1: Chapter- 4.4(1,2,3),4.5(1,2,3...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59F332-C042-4015-940D-CFFB22CB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3F5AD3-143F-45AB-A87C-387C2E96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E65F72-655D-4E36-AC78-12C60E6F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7178CC-7835-480B-B32F-FE2FFBAF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A36D7A-54FA-4CC8-B363-A9905ED1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8E8BB3-63C0-46EE-BAA1-74D70B24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44F203-2E59-463D-8E83-F9731D69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4359EE-7BF4-488D-A267-E0371DC3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5466C9-98A4-4120-96E4-057C2C7B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F5F1D5-1183-4859-99EE-644CA8F2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5384331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93A25E-6EDD-44D7-8070-4D82480B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E0D31D-602D-4C0F-9D00-EEB805BE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802EAA-04A4-4979-BCF8-F21612BB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686151-D694-46A1-B2AF-4732821A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8DFE7-3B87-4F65-B358-D366F7C6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B16165-2EA0-41B5-9280-A78C8F53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746B77-B168-471C-8B13-0F8809AE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DCEF49-D148-4143-9867-8004E609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3FC87-C5EF-4AB2-AF1A-F75E86E0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Textbook-1: Cha...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074EFB-76AE-4E0E-A7F2-AC269D60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4A3E0F-69C6-43B5-A43B-5CCE60E1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0F53A8-50E7-43B8-A180-AFEDAA6B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Textbook-1...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3311B8-3990-41F6-92F5-CAD308F1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1FD0D6-3933-4186-923F-A6B85769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BCDECA-F758-469B-8D3C-A13450FF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Textboo...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53FB3E-4586-4C43-8F68-AF63E73D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55A6B4-9608-445B-BED9-70871851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BE341E-C3FD-42D2-BCF0-B924496B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Textbook-1: 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18D1AF-784C-457E-98E9-DA76DDDA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50F838-A641-4029-9A65-926F2949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DD0FBF-8D5A-48FC-8141-2AE96F48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Textbook-1:...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7007FF-76DD-43B1-BC67-C3784BD5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207A96-6605-41CD-9801-82A7222A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3065292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43E6FE-00E6-42B4-9A0E-34131A99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C2577D-65B1-4B6C-86D2-CB404B18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718FC4-5FAD-4CFC-AA09-4A0ECDDB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7D722-BE9A-4FD6-9901-81E97746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E1AED0-DFCF-41FE-9C10-D166CB77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6AB1D6-EE3C-4EA1-AF5F-9F33E9D0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4DEB02-8249-48A1-9D00-B71E1401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1878DA-7900-4C2A-A5EC-44E4FB6F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96EAAA-F086-43D8-98F1-D81DFCB1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D4FD92-E9DB-48D7-AC2D-8096FF0E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F230CF-6B98-4068-B8B7-59CAE7D8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BF87B7-C740-4890-BB45-4E6F4183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326CB-EB85-4E19-9B34-E3BEBD11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9B7701-C262-4D1C-8335-1429A168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32E724-A8A2-4484-AFEC-FC7DBD40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46716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B316A7-1915-478D-9A45-2E9BA88D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323D64-7800-4140-B79F-192BE2AA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D64862-0DF8-4D2F-B919-893EB2E9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E4D1D1-67BE-41EA-91AD-EF86F9C0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203049-D94E-4526-865B-F02F7B90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27884E-CEF0-45E2-A99C-C9862C4F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Textbook-1: Chapter- 4.4(1,2,3),4.5(1,2,3), 5.1- 5.11.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EB3D54-FE69-4DA1-B2DC-0218117A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677D43-8903-4871-8635-84C2074E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1CB9B3-26ED-4663-8401-6B888B7E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DCE1BE-13E8-4C40-AB62-E18635CF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D8174A-A261-441F-B436-C46121A1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90546712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0C7DC6-EF14-4DB6-ABC9-C13F707D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FEAE8A-4610-4F62-851C-53D2B4E6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83BC54-2B9B-4C84-8425-922BA350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1FED2F-38F0-4599-8C1E-EC9BABE1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BA48DF-E5BF-4967-84BA-4224E83D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E8B19E-3B18-4BE4-AEA7-6BA971D1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9464627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ABD5D5-FD0A-420D-B352-04ED116A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1A3AC7-85B4-4B26-B4A5-58410869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C06A7A-E840-48EC-9CBA-7C801AD2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574A79-8E8E-488E-BB7B-61EA0B9B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ACDBE-299C-40DA-8346-3A368F65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Power: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series: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Expansions: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indeterminate: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forms: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F96C04-F545-4D67-B114-82B72EE5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94713546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E9608A-B48E-4FB8-B762-B6D2F075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0FFBC-34EA-484E-9EAA-FCEDC265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EE98AC-CF90-4FA8-9748-4758F5CB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FF240-223E-405A-ABDF-333B8F97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B986DC-BB11-4646-AA4F-C18DC8CF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Given data: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Required result: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Formula or theorem: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Substitution: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Interpretation: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800DB1-9033-48DD-9551-C43DC935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97502768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C84F08-66CB-4F78-9873-8954DB48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A3494B-EE12-4CC5-A30D-258A3EA5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6D8C38-A932-4ABB-B257-6F33FE63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FFAA03-B49B-460C-A780-E56DB3DF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F3C893-35A9-4A14-A652-E64E0720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Jumping from theorem to answer without showing conditions, substitution, or intermediate simplification.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3E91B5-D71C-4E30-B34C-868F52D2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86556323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F0E8F9-9E6B-4508-A9CE-F70D329C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F10F61-D7AA-43B5-8CA1-F28BED10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B92C89-80EF-413C-9F08-3CED837E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112DD-25B6-4C66-B2B1-E356F7BE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DBF8B0-BFA6-42E2-9968-B928312E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Power series Expansions, indeterminate forms and multivariable calculus...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Indeterminate forms - L'Hospital's rule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Differentiation: Partial derivatives, total derivative, differentiation...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Maxima and minima for functions of two variables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Textbook-1: Chapter- 4.4(1,2,3),4.5(1,2,3), 5.1- 5.11.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2A32EC-76C1-4136-99BB-C44C25A6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962800-7EA7-4BA0-984F-7A1AC267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2AE68F-4D8E-4B53-B796-9E0A9BA2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39276507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05D7B9-547E-4924-86F3-F4249CCF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01000E-1628-4517-84F1-10E37CA3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Power series Expansions, indeterminate form...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EB858B-2E32-4D84-9724-8089BDF5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58D4D9-63AD-40D5-9FAB-195A0443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198B0E-5F7F-4BDF-A002-2AFFFD71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F9F13D-EA69-44CA-8506-CFD2DB79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59C277-169C-469C-B2E9-BE491B03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5733B1-6096-497C-B978-A137E422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9CB2DB-701A-4D7E-A314-7EE4CDE3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53080D-4C6A-4DC9-80FE-1633B5C6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FF002E-40EB-4DC7-8B4A-9BDA2370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9AA5CA-241E-4693-AD31-73D6C155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62B5FE-3403-4651-9FA4-E7D5B215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2A8998-5F7C-4AE4-8B89-FE2F6814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169359-BF9D-4BD4-9667-82536D8D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9E32EB-9B5F-4F57-A0BB-718F0D25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9DE110-C590-4C50-957D-7BD28D9E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EACB5B-D68E-44E0-85CA-03A4B616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EE921D-FA76-4CCD-829B-D0E28EC8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B6E7F5-34B8-40EC-AE37-F9C115A8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14027A-AE27-466F-846C-9061F507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B86ED3-5A92-4A3A-9A31-3F0A310E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B747E6-4B56-4ED7-8CB1-90FAADE2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0C4333-9945-47B7-B849-8E4BF1C3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8C78BF-F4D9-4662-9099-ACAA1BE1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72AB4A-D225-4EDA-995A-1F45933B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9D9806-A71F-4290-BC4C-E3663859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7E6E16-F9C2-42C8-840B-EA9E4187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C22715-3888-4858-B715-AF36642B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0BE8AE-BF9F-4F96-9BF2-BF1C3C90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BE2102-7337-45E3-BCCC-9988FE5C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F1DC6E-2A50-4717-B737-FCA46349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07904160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0F8C96-26FB-45C0-8929-AC47A85A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FF4345-0CCF-4930-BDE8-F42E75ED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Indeterminate forms - L'Hospital's rule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2245E-17AE-4D16-B9B3-3AA25CE4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2D461E-0FF9-4660-8885-1D6D3204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75B838-9DD8-45C5-91DF-B507401F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D941AF-8634-4349-B16B-03C9D24D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A00F9D-EA8D-459D-9CE6-D997DDDE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DA84D7-F128-477C-A818-96D34A68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430BDA-C3C5-4D69-B24A-9B567716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0100C7-6EDE-4B3F-8627-B19C4ACC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E099A3-5F5A-4DBE-8875-BD4DC3AD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144817-2D74-427E-ACF4-5EFFFF2D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E47913-F1AD-4A9E-98AC-FCEAD5A2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86BE76-8799-4728-89BD-F48D7C75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10218B-6916-45F6-A72B-E519AC5E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F65BB0-E34C-4AF6-AB7F-7941D159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065312-88C7-459F-B80F-5BB8DA49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FDDB26-37D1-45C7-BF0E-A8230F50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C5DDCA-07A6-4A4E-A2A6-68A8BB3A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BCF9F5-CBB6-41CB-8674-480CC79C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A1E53A-D099-4290-B070-B53EBC2B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B67896-E673-4030-8E7A-221EF01D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065B79-3310-4CB8-BB59-20FA9774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35C7BD-689B-4EAA-87FB-9578807C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5EA3A7-622E-41A6-B8DA-4B525789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D1EF73-4F6A-4CE8-A30C-6DB3819F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E6F1B5-D043-4391-9801-F5F3BA3A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934834-F09C-42DB-AF69-12BF3511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B7688A-CB08-43D7-942B-C891D4CF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A80190-5C5F-4280-8268-75437DAD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84048E-A5BD-4927-9D67-737D8D51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483C94-AC5E-4833-9BA0-3CB4C3BA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39377292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FE1865-0BAA-4EF4-9A1C-B142714A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56A4E-7D88-4E4C-BCDF-90DF78E1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Differentiation: Partial derivatives, total...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DC4F25-72CC-436D-BED4-C1780D71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467580-7504-4A6E-B9F7-36455155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B90527-2BB4-4FF8-BA15-AC6A491A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392606-DABB-4D23-97F3-2A2F2EEE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5B221-CD79-459C-9C04-073D8A3D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E5B4D7-4B48-4E1C-9110-F8378CC6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B1A1C4-5332-4D0D-AF53-A1EA7D52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7F5E2B-936D-4FEC-9584-B9BA68B6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64C025-D058-48D6-AE15-E9EB7823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33C083-1A20-47EF-A776-AEB5701E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E912D3-2196-4645-B678-18C74CA0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8A13F8-3145-4E19-BADE-E3307EBE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48FE8F-0713-40D0-A3E3-1EF8F086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49E40A-7BD0-49DD-9A19-ED6D9AE3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553374-7EAA-48C6-A8CD-11FC5CB4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3F81CA-C6E0-4026-ADD4-9655B6B7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B6F2FE-AE58-4ACE-A66C-883BE6B0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0831BC-24B6-4585-94CA-CDA4CC57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5FF7FF-C68C-4CB3-8CA4-630A9DAE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974FE7-50EB-4774-9A54-69DDF433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113C78-EC90-436E-8451-D7E1B8AB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BDD807-B689-49CF-AC0D-8D943CD1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ED1824-4B97-4B07-B57D-0983B47D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F67780-A4AC-40C6-903B-BE68A30C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74304A-15D5-43C0-A68A-F13D2873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3D187C-64A8-4C67-9FDE-D37676D4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7E7B82-0B22-4D15-9521-9CFE3C25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788796-CE78-438F-BB48-67143708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609252-EFB6-4668-BACB-EABE431E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D1FE19-9ED3-4C64-8C0D-A7BF5FED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30802753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66ABB0-CF94-4AC7-A89B-A3BE7081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760E31-0571-4BAB-B51B-F0C97D4B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Maxima and minima for functions of two vari...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B2885C-3D92-45EA-9266-42B8CFDB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3C8EDA-8A40-4AEB-B018-F7F64997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32E87F-DA90-48B2-BB94-EF216EE2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15B940-B83D-4FC6-99CE-9F2261E7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04A073-1AF0-4B7D-A0EC-97CB2938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0B5982-F5FB-49BF-8A61-54B16A7E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4DAACC-D8E8-43E9-AB02-F1254269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50F549-B3FF-4C79-85A7-6FE6FF1C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C78118-7581-4E39-B727-B33F6D4A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53F429-6D08-4EFE-A776-D36404A1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4CBE01-C0C5-4678-937A-D13F592E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F6CF88-8E5D-4A93-B808-482427DE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E6ADAF-A31D-4275-B0C2-442488B9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EB41A3-C600-425C-A8A4-BD442B30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A99A42-71BC-42A6-9AD7-66D8575E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9EF10F-A3ED-4A13-AD56-E63218C0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4B050C-5EA3-4D66-96C1-09A82B61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965C18-1D4D-4981-92C1-E3362A56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830165-7542-4FBE-AA2A-F750851C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950029-CF35-4839-96E3-F094F7AF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DDE8D7-96C9-44EA-81D6-3B6499B1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4C9292-C632-42AE-BFFA-C92FF895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A54FE8-F99F-40EA-89DC-62075077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01DDCD-EB25-4041-AFEF-509D882A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DFFF1E-CDE9-47A6-A8BF-9DDD6FBD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78DDB5-9947-41E1-8C61-56FE6455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C921D4-E4EA-435C-9431-A5B68822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DBE8D0-2B2B-474A-8526-77D88315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00EFBE-2187-48DE-8EB5-315107FC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37C002-E69F-47AA-97C4-570C5FC0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54262751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CDAFD4-90FA-4E45-9FDE-7CC9A98B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960046-C1FF-4FC8-AD6D-585D5E4B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Textbook-1: Chapter- 4.4(1,2,3),4.5(1,2,3),...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B9E0BE-5193-4062-B6DC-AA72C072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4141EC-1584-4D4C-AAC3-80BF1314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E402E-0BD3-4417-9A76-B3A63482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70A296-232B-4443-9F67-5B1C844D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59D2A4-5000-477B-98BD-262258F1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416CEC-BAC4-4F86-BB40-1AEA52EA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8616E0-E9D5-4FCB-BCFD-8270F7A5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EB4C86-65BD-4036-8ADC-38DA0E04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44BAA0-B5CF-4435-AC8A-E3C95057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DA877B-3ED1-4791-8DE6-DCBDBD62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E3A791-CE28-45BE-AC73-66A3D68E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9FAC30-DF72-4C6D-A111-7F3CFB21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CB50D8-7910-4433-8647-08EF95DB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8428DA-4F9C-405D-88FC-EEC380B5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043E94-4A02-47A4-AAC6-A96E8C40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8D6EC1-2398-444A-AE0B-82A04F33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C02D49-2C78-4E8B-A20E-4C86ADA6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D634DF-B5C6-4030-AAC2-06B814DF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EEE4C8-EEB7-4D5C-858A-8E58172E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E818FF-16E0-4F4A-819D-FFD8A4CD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27BCBB-1B45-4D1E-97A3-2E898967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15F55A-74E4-4565-99EA-85AF4CD3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585F60-3838-4A8E-A84F-251A8650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C0F637-5411-4470-AF64-46B30F58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87A840-78A0-43B9-A821-779F138C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0C1955-67A6-416F-8FBD-CA913D66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AD9597-66D5-47E0-BC1A-8C2EDCDA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6096DC-D002-406A-81FA-D9C5F05A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51E0B3-E59A-430D-8BFB-BF31D373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C7E54A-07E3-4860-BC4D-2E7A0370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43845904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06C8B7-8AAA-410F-808B-80E33E78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FA652D-8A8D-48C2-81A7-37921150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Power series Expansions, indeterminate form...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9F8801-04B6-42AE-AFD2-D1A939DB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342C01-380C-4961-A453-E54E2334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01110-7DBE-4228-95D1-E5FD2C9B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B43027-FFA1-41C0-A83E-0F9BACFA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1599BA-5967-401A-AB84-79F100ED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60AB3C-6AA5-4D3C-B0BE-A0AFBD6D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2BB821-9BC9-4D70-988C-B95E7EF9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10FAF9-BD07-4CCF-A0E6-86DA45CB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5BC238-4BE5-424E-B34E-C259DBF0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6E9373-BD6F-4B3F-8B57-17F2BE60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592216-174C-4D37-A951-6AF958C7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DD7B6F-1D77-4321-AA0A-4FE7B23A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56A905-F183-401A-8C60-58FB296E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634BC7-7D27-4218-AE84-222B886C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A21E7C-BA53-4B9D-8655-92C583CC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5C360D-CE7F-4960-B388-708E737D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46EF11-DCAF-47EC-9F04-3E258251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4C7D56-4B83-45EF-B6BC-2DBB70E4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E189D9-DE96-44F8-9437-DB8A5015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2F268D-5AC3-4636-AB5A-86E31EC5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9A0DC6-1806-4387-B179-0DBDE0BA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7F9DC6-5FE2-4150-BCF1-019C722C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FED77E-55E4-4927-B156-1689B7C6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43DAD9-1837-47A0-9F6E-7F2195AD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321EEF-2F40-4FDE-AE0B-1FEC8CFC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80A08B-ABBE-4AED-92B8-1932B797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D9AE14-CC74-41E0-800C-4FDC7E80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2671FD-D5F3-4AC8-B0D3-BD9BCCCD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1EA27A-8104-4ED6-B5E2-27D9B890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28D20D-5E98-4620-98E6-23CB88C4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60306630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CC32B8-E628-43D4-A10B-91FD183B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E97860-8EA0-49BF-95FB-923D1252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Indeterminate forms - L'Hospital's rule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095715-6A6F-49C2-9725-463B7780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0474FC-E99F-46BF-9B80-8F39574D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AF7BC5-589D-47BD-AAF6-380E5070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ADEF5B-32BA-4918-80FD-2327905C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AD4029-8569-42D7-AE79-DCDD16B4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2587DB-99D6-49A0-A477-DD30054B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20AF71-01DB-403E-A872-E75D4F01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CE47AE-6436-42BE-B73F-72A887A0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8094D1-8B31-42A2-A278-AF51416B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9DC3F5-1A58-4B67-AB12-AFA505C2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61D907-5823-4912-87BC-B7E1A052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E5A1B0-68D3-403C-94D8-763ABE7E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185240-2484-4E76-AC13-84ED2025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96CA4A-3639-46C5-B856-06F6B4F4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822318-6D52-4949-90CB-F9B8B7AB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BCDD73-A398-487A-995D-E92BB413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35989E-515C-4FEF-A8FA-779DD418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88686F-6D7A-4FE1-AB26-75044A3E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37E7B7-27E5-4F24-B6AC-A263326F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BA08A2-C926-436E-9172-B0456055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D53E88-7882-4F35-805F-7E2404F4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A6459C-7201-4CDC-AF89-DC2BA932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648865-DEF6-4609-9FFE-BE696B7E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E2C13A-4995-4C6E-BF17-6A8F8F5A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A74983-6CBD-4C2D-9965-1DE690F3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5A8E8F-59A4-4B06-842B-97C4D7C4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5DF773-E0CD-42E2-AB47-8656B9F1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557CCB-5B62-426C-8C5C-D6DC17F8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F8E8AB-3F18-4B37-982E-9BD7D171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D34D70-BEBE-4AB6-9D80-3DD88982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14343218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C21302-5998-43CC-BDA0-C095CF75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EA2025-3D79-47C1-B97A-AE7BD7FA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Differentiation: Partial derivatives, total...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15A3B7-EB24-48D9-9A14-A78BA691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F3CD71-F649-425E-88D9-BE7D906E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81FF39-7609-4D2C-AB7E-E478FB1B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3B76D8-2EEE-447B-85A7-8675A5D4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BB46CA-2727-4DEF-A10F-7EAA180C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9F9C51-3141-4A86-A82D-D095B12C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5E85ED-72B7-40E0-B1C5-2F7E5C6B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201C5A-B2F8-409E-9C19-05CB0F05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11F206-07AC-454B-8B03-22DFAB0A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853713-7762-44B4-A734-12C7D3ED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B9113F-C70F-4014-A21E-DEB606AA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3A4E21-F6AA-4EEF-893C-383BACC6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436A3D-19B4-4C4B-AB63-C4709DEC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498C1A-F5A3-4F8E-84B6-8FEFE076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B9A160-F9AC-40D0-B852-FD1DDCE2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1BC44B-2876-47BF-93A7-1B85B35B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43F99F-9D41-423C-BFA5-3FA3DA6D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70C81C-B084-4D77-9989-14CE9E3E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D1B4ED-6734-411B-95D4-4D0AD849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5FEF78-A537-4A9A-BE3B-419602ED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7A61DF-7994-4E1D-ACC6-31C80263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5A5C71-3872-44A5-8E38-DCE316B0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38D742-81A6-4A73-AC65-9A4FE8C7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91B804-92E6-4181-B164-AE26F090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0D18A2-D57E-4CAD-97E0-1482FD4B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45A08E-7B24-4188-BCCB-A7319C75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FA578C-A863-48CC-AFA0-B433D04C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8EEB77-0D5D-4642-B756-BB55C318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C0FB25-E7C5-413C-A277-F3A8BB75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F5F434-36D1-438D-9AD2-FB2651E0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53548593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CA4BDB-1E93-4C94-A2D5-EA461A3B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DFB74C-1C40-4606-89EA-00A73D7B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Maxima and minima for functions of two vari...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243D5-EDFB-4E10-9020-A6E222E5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CE2C62-0F85-4F0A-B93D-9AC7D903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E6CED0-3A13-4CFA-B8A9-BDC3A02C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EEBEF9-E898-4036-9FB2-DDEE491B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58C696-E619-4C90-B617-ADFDF1E9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B875BA-94B7-4D4C-90EC-A082DCAE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012077-FE12-40A5-8549-E8F133CC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F9F550-9079-4248-9DE4-1E20AEA6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2F2DD9-359F-444B-95E5-989F966E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E013C3-489F-47BB-B2CD-BFA75B63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A5F006-E77B-4A86-B300-66E02CD0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EB406F-67B6-41F3-B124-276DAAF8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EE09F7-F8FF-426F-BDAB-FB4E6E0A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11DE42-7C57-4BBC-B36A-0E4E0CA1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2F82A6-0C2D-405F-9C5D-254CD440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EADA84-A41A-48C2-AF39-09C5BF1A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D0E45D-3893-4A6E-A2E9-DDEB305A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6F2B4E-15A3-4F2B-963E-5E423D65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44D352-44DF-41E1-8F6E-351523E0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39E0FE-CE39-486A-91D9-AA8FB3E1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E86943-9893-4B7A-BE00-5AE0CF5C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DFEADD-EFBE-4693-B0E2-2D5D1367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C80DC9-B7C5-42DE-8215-E07B3A2B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E24DE1-05EF-49DA-975C-4F7D4DC1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8B7242-D3F1-42AC-8D27-79A8A641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0B70E7-7F0A-44AD-BD81-5B733A10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739F25-219D-4131-B9DA-F55A62D8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DA43EF-1F3A-40F9-95F6-D4900766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E3FA3F-FAE2-4B03-AEEC-34DC034C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D28DA1-5B46-4224-AD41-535D5389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6432222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9BB4D0-38B8-4CF3-A35C-BE69C7BB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89D2E2-E97D-44A2-9F08-9C301544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Textbook-1: Chapter- 4.4(1,2,3),4.5(1,2,3),...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7420F0-986D-4527-B456-FF6839C1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EDCFB9-5127-471F-B5FF-A185DD54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17F34D-0D33-4C5E-83FA-A0016FD5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C3E879-7D9A-4CE1-98E7-D5DA4453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8885E-BE33-4CA9-971E-CE25CDDE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EEBEC2-30FB-4DB6-8252-93BE135A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0BF85F-3E6B-4729-87EA-D3334189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4C04C1-4C7B-43AB-94F9-8CD78801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4D76D5-F4D9-4322-B1B7-BB969A30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26B1D9-A55E-4FF7-A616-B0710B93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4A0B1-928A-4F8E-AB94-19EDC297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1432BF-6E1F-4E28-9E44-7B2864DF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17B885-0C79-4B68-A74E-54F0997E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48077C-2421-4925-A737-DD668209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6D5B05-B0FC-4F3D-84B2-C65B8E7A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5DFB2F-24E8-4AE8-AD31-BA4768E6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2948E4-44AF-4D2A-BA16-3BBFFAE4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1FA48B-7757-44DB-A224-198BAEA2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9FDB5E-41A5-4554-84BF-0D9BAE85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FCA215-4DA5-43FC-BF82-D74B3CE7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BBE267-A511-411D-AAA8-9DEA7DBE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152F2E-EBF6-4144-9FFB-8F1CF313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CD1A12-4B66-47EA-9408-BA089099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FBF111-87C2-4638-B513-3492F1E1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4D3942-5088-4643-86B1-3C6D3F7D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D033CA-EA2D-4B3E-918B-BBFE6B05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F74A6B-AEB3-4C9C-8BBD-DD3F99EE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D89E6C-C8B8-480C-836A-7F8F72BD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532D4B-62F6-44C5-A5A0-13FE3617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A719EC-93F4-41EE-B445-CFEDA069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1093510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2026-08-24T16:02:59.4210000Z</dcterms:created>
  <dcterms:modified xsi:type="dcterms:W3CDTF">2026-08-24T16:02:59.4210000Z</dcterms:modified>
</coreProperties>
</file>