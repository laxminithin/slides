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f71fd5d504e4e" /><Relationship Type="http://schemas.openxmlformats.org/officeDocument/2006/relationships/extended-properties" Target="/docProps/app.xml" Id="R5284f9c957a4426b" /><Relationship Type="http://schemas.openxmlformats.org/officeDocument/2006/relationships/officeDocument" Target="/ppt/presentation.xml" Id="R98fbbe11055d41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95d9d400042d0"/>
  </p:sldMasterIdLst>
  <p:notesMasterIdLst>
    <p:notesMasterId xmlns:r="http://schemas.openxmlformats.org/officeDocument/2006/relationships" r:id="R7b355669360744a3"/>
  </p:notesMasterIdLst>
  <p:sldIdLst>
    <p:sldId xmlns:r="http://schemas.openxmlformats.org/officeDocument/2006/relationships" id="256" r:id="R84e2fab4a9204c31"/>
    <p:sldId xmlns:r="http://schemas.openxmlformats.org/officeDocument/2006/relationships" id="257" r:id="Rad98ed18028b4215"/>
    <p:sldId xmlns:r="http://schemas.openxmlformats.org/officeDocument/2006/relationships" id="258" r:id="R4137a4f003b44ea0"/>
    <p:sldId xmlns:r="http://schemas.openxmlformats.org/officeDocument/2006/relationships" id="259" r:id="Re15835aa25754f21"/>
    <p:sldId xmlns:r="http://schemas.openxmlformats.org/officeDocument/2006/relationships" id="260" r:id="Re8f3275dfb244b91"/>
    <p:sldId xmlns:r="http://schemas.openxmlformats.org/officeDocument/2006/relationships" id="261" r:id="Rdc29c1fae3b947ac"/>
    <p:sldId xmlns:r="http://schemas.openxmlformats.org/officeDocument/2006/relationships" id="262" r:id="R49d53474849440db"/>
    <p:sldId xmlns:r="http://schemas.openxmlformats.org/officeDocument/2006/relationships" id="263" r:id="R5c597e506d2c4ff7"/>
    <p:sldId xmlns:r="http://schemas.openxmlformats.org/officeDocument/2006/relationships" id="264" r:id="Rf5dc32bf596245e6"/>
    <p:sldId xmlns:r="http://schemas.openxmlformats.org/officeDocument/2006/relationships" id="265" r:id="Ra3b5631bb8b74dbc"/>
    <p:sldId xmlns:r="http://schemas.openxmlformats.org/officeDocument/2006/relationships" id="266" r:id="Rd5dc5f3021514ead"/>
    <p:sldId xmlns:r="http://schemas.openxmlformats.org/officeDocument/2006/relationships" id="267" r:id="R31d65f05c8544bcf"/>
    <p:sldId xmlns:r="http://schemas.openxmlformats.org/officeDocument/2006/relationships" id="268" r:id="Rc89929c2a2db4644"/>
    <p:sldId xmlns:r="http://schemas.openxmlformats.org/officeDocument/2006/relationships" id="269" r:id="R583ccde905b0400f"/>
    <p:sldId xmlns:r="http://schemas.openxmlformats.org/officeDocument/2006/relationships" id="270" r:id="R128364a4793549e7"/>
    <p:sldId xmlns:r="http://schemas.openxmlformats.org/officeDocument/2006/relationships" id="271" r:id="R6229ea39c5294688"/>
    <p:sldId xmlns:r="http://schemas.openxmlformats.org/officeDocument/2006/relationships" id="272" r:id="R63cc3a1d8a114af2"/>
    <p:sldId xmlns:r="http://schemas.openxmlformats.org/officeDocument/2006/relationships" id="273" r:id="Refb6d96909d1468a"/>
    <p:sldId xmlns:r="http://schemas.openxmlformats.org/officeDocument/2006/relationships" id="274" r:id="R85feff6e86a047de"/>
    <p:sldId xmlns:r="http://schemas.openxmlformats.org/officeDocument/2006/relationships" id="275" r:id="Rdc130636f38f432c"/>
    <p:sldId xmlns:r="http://schemas.openxmlformats.org/officeDocument/2006/relationships" id="276" r:id="R0a97b65a3194419e"/>
    <p:sldId xmlns:r="http://schemas.openxmlformats.org/officeDocument/2006/relationships" id="277" r:id="Ra15138fc3c384b62"/>
    <p:sldId xmlns:r="http://schemas.openxmlformats.org/officeDocument/2006/relationships" id="278" r:id="R6b99467727dd49b6"/>
    <p:sldId xmlns:r="http://schemas.openxmlformats.org/officeDocument/2006/relationships" id="279" r:id="R523ac4e285da47b6"/>
    <p:sldId xmlns:r="http://schemas.openxmlformats.org/officeDocument/2006/relationships" id="280" r:id="R9058e10138de4539"/>
    <p:sldId xmlns:r="http://schemas.openxmlformats.org/officeDocument/2006/relationships" id="281" r:id="R18df91a767b643d9"/>
    <p:sldId xmlns:r="http://schemas.openxmlformats.org/officeDocument/2006/relationships" id="282" r:id="R740a31a1f04a47a3"/>
    <p:sldId xmlns:r="http://schemas.openxmlformats.org/officeDocument/2006/relationships" id="283" r:id="R0e3a356fe28d4ddd"/>
    <p:sldId xmlns:r="http://schemas.openxmlformats.org/officeDocument/2006/relationships" id="284" r:id="R39865c83b47f4e72"/>
    <p:sldId xmlns:r="http://schemas.openxmlformats.org/officeDocument/2006/relationships" id="285" r:id="R45473c37fa0c44dc"/>
    <p:sldId xmlns:r="http://schemas.openxmlformats.org/officeDocument/2006/relationships" id="286" r:id="R0612ee48430d4c0d"/>
    <p:sldId xmlns:r="http://schemas.openxmlformats.org/officeDocument/2006/relationships" id="287" r:id="R4431b2e512ac477d"/>
    <p:sldId xmlns:r="http://schemas.openxmlformats.org/officeDocument/2006/relationships" id="288" r:id="Rb3bb6435ad7c43c6"/>
    <p:sldId xmlns:r="http://schemas.openxmlformats.org/officeDocument/2006/relationships" id="289" r:id="R7e0b62d9caa14a14"/>
    <p:sldId xmlns:r="http://schemas.openxmlformats.org/officeDocument/2006/relationships" id="290" r:id="R5e89c522c8e84488"/>
    <p:sldId xmlns:r="http://schemas.openxmlformats.org/officeDocument/2006/relationships" id="291" r:id="Rb133eb1c8d9a425a"/>
    <p:sldId xmlns:r="http://schemas.openxmlformats.org/officeDocument/2006/relationships" id="292" r:id="Ree10475490bb4074"/>
    <p:sldId xmlns:r="http://schemas.openxmlformats.org/officeDocument/2006/relationships" id="293" r:id="R16b06116e504456c"/>
    <p:sldId xmlns:r="http://schemas.openxmlformats.org/officeDocument/2006/relationships" id="294" r:id="Rdb8ac2abe83f43d6"/>
    <p:sldId xmlns:r="http://schemas.openxmlformats.org/officeDocument/2006/relationships" id="295" r:id="R317d925946a649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0354090fd4241" /><Relationship Type="http://schemas.openxmlformats.org/officeDocument/2006/relationships/slideMaster" Target="/ppt/slideMasters/slideMaster1.xml" Id="R7b495d9d400042d0" /><Relationship Type="http://schemas.openxmlformats.org/officeDocument/2006/relationships/notesMaster" Target="/ppt/notesMasters/notesMaster1.xml" Id="R7b355669360744a3" /><Relationship Type="http://schemas.openxmlformats.org/officeDocument/2006/relationships/presProps" Target="/ppt/presProps.xml" Id="Re3f8a2836d834d34" /><Relationship Type="http://schemas.openxmlformats.org/officeDocument/2006/relationships/tableStyles" Target="/ppt/tableStyles.xml" Id="R2c4aedb642b44824" /><Relationship Type="http://schemas.openxmlformats.org/officeDocument/2006/relationships/slide" Target="/ppt/slides/slide1.xml" Id="R84e2fab4a9204c31" /><Relationship Type="http://schemas.openxmlformats.org/officeDocument/2006/relationships/slide" Target="/ppt/slides/slide2.xml" Id="Rad98ed18028b4215" /><Relationship Type="http://schemas.openxmlformats.org/officeDocument/2006/relationships/slide" Target="/ppt/slides/slide3.xml" Id="R4137a4f003b44ea0" /><Relationship Type="http://schemas.openxmlformats.org/officeDocument/2006/relationships/slide" Target="/ppt/slides/slide4.xml" Id="Re15835aa25754f21" /><Relationship Type="http://schemas.openxmlformats.org/officeDocument/2006/relationships/slide" Target="/ppt/slides/slide5.xml" Id="Re8f3275dfb244b91" /><Relationship Type="http://schemas.openxmlformats.org/officeDocument/2006/relationships/slide" Target="/ppt/slides/slide6.xml" Id="Rdc29c1fae3b947ac" /><Relationship Type="http://schemas.openxmlformats.org/officeDocument/2006/relationships/slide" Target="/ppt/slides/slide7.xml" Id="R49d53474849440db" /><Relationship Type="http://schemas.openxmlformats.org/officeDocument/2006/relationships/slide" Target="/ppt/slides/slide8.xml" Id="R5c597e506d2c4ff7" /><Relationship Type="http://schemas.openxmlformats.org/officeDocument/2006/relationships/slide" Target="/ppt/slides/slide9.xml" Id="Rf5dc32bf596245e6" /><Relationship Type="http://schemas.openxmlformats.org/officeDocument/2006/relationships/slide" Target="/ppt/slides/slide10.xml" Id="Ra3b5631bb8b74dbc" /><Relationship Type="http://schemas.openxmlformats.org/officeDocument/2006/relationships/slide" Target="/ppt/slides/slide11.xml" Id="Rd5dc5f3021514ead" /><Relationship Type="http://schemas.openxmlformats.org/officeDocument/2006/relationships/slide" Target="/ppt/slides/slide12.xml" Id="R31d65f05c8544bcf" /><Relationship Type="http://schemas.openxmlformats.org/officeDocument/2006/relationships/slide" Target="/ppt/slides/slide13.xml" Id="Rc89929c2a2db4644" /><Relationship Type="http://schemas.openxmlformats.org/officeDocument/2006/relationships/slide" Target="/ppt/slides/slide14.xml" Id="R583ccde905b0400f" /><Relationship Type="http://schemas.openxmlformats.org/officeDocument/2006/relationships/slide" Target="/ppt/slides/slide15.xml" Id="R128364a4793549e7" /><Relationship Type="http://schemas.openxmlformats.org/officeDocument/2006/relationships/slide" Target="/ppt/slides/slide16.xml" Id="R6229ea39c5294688" /><Relationship Type="http://schemas.openxmlformats.org/officeDocument/2006/relationships/slide" Target="/ppt/slides/slide17.xml" Id="R63cc3a1d8a114af2" /><Relationship Type="http://schemas.openxmlformats.org/officeDocument/2006/relationships/slide" Target="/ppt/slides/slide18.xml" Id="Refb6d96909d1468a" /><Relationship Type="http://schemas.openxmlformats.org/officeDocument/2006/relationships/slide" Target="/ppt/slides/slide19.xml" Id="R85feff6e86a047de" /><Relationship Type="http://schemas.openxmlformats.org/officeDocument/2006/relationships/slide" Target="/ppt/slides/slide20.xml" Id="Rdc130636f38f432c" /><Relationship Type="http://schemas.openxmlformats.org/officeDocument/2006/relationships/slide" Target="/ppt/slides/slide21.xml" Id="R0a97b65a3194419e" /><Relationship Type="http://schemas.openxmlformats.org/officeDocument/2006/relationships/slide" Target="/ppt/slides/slide22.xml" Id="Ra15138fc3c384b62" /><Relationship Type="http://schemas.openxmlformats.org/officeDocument/2006/relationships/slide" Target="/ppt/slides/slide23.xml" Id="R6b99467727dd49b6" /><Relationship Type="http://schemas.openxmlformats.org/officeDocument/2006/relationships/slide" Target="/ppt/slides/slide24.xml" Id="R523ac4e285da47b6" /><Relationship Type="http://schemas.openxmlformats.org/officeDocument/2006/relationships/slide" Target="/ppt/slides/slide25.xml" Id="R9058e10138de4539" /><Relationship Type="http://schemas.openxmlformats.org/officeDocument/2006/relationships/slide" Target="/ppt/slides/slide26.xml" Id="R18df91a767b643d9" /><Relationship Type="http://schemas.openxmlformats.org/officeDocument/2006/relationships/slide" Target="/ppt/slides/slide27.xml" Id="R740a31a1f04a47a3" /><Relationship Type="http://schemas.openxmlformats.org/officeDocument/2006/relationships/slide" Target="/ppt/slides/slide28.xml" Id="R0e3a356fe28d4ddd" /><Relationship Type="http://schemas.openxmlformats.org/officeDocument/2006/relationships/slide" Target="/ppt/slides/slide29.xml" Id="R39865c83b47f4e72" /><Relationship Type="http://schemas.openxmlformats.org/officeDocument/2006/relationships/slide" Target="/ppt/slides/slide30.xml" Id="R45473c37fa0c44dc" /><Relationship Type="http://schemas.openxmlformats.org/officeDocument/2006/relationships/slide" Target="/ppt/slides/slide31.xml" Id="R0612ee48430d4c0d" /><Relationship Type="http://schemas.openxmlformats.org/officeDocument/2006/relationships/slide" Target="/ppt/slides/slide32.xml" Id="R4431b2e512ac477d" /><Relationship Type="http://schemas.openxmlformats.org/officeDocument/2006/relationships/slide" Target="/ppt/slides/slide33.xml" Id="Rb3bb6435ad7c43c6" /><Relationship Type="http://schemas.openxmlformats.org/officeDocument/2006/relationships/slide" Target="/ppt/slides/slide34.xml" Id="R7e0b62d9caa14a14" /><Relationship Type="http://schemas.openxmlformats.org/officeDocument/2006/relationships/slide" Target="/ppt/slides/slide35.xml" Id="R5e89c522c8e84488" /><Relationship Type="http://schemas.openxmlformats.org/officeDocument/2006/relationships/slide" Target="/ppt/slides/slide36.xml" Id="Rb133eb1c8d9a425a" /><Relationship Type="http://schemas.openxmlformats.org/officeDocument/2006/relationships/slide" Target="/ppt/slides/slide37.xml" Id="Ree10475490bb4074" /><Relationship Type="http://schemas.openxmlformats.org/officeDocument/2006/relationships/slide" Target="/ppt/slides/slide38.xml" Id="R16b06116e504456c" /><Relationship Type="http://schemas.openxmlformats.org/officeDocument/2006/relationships/slide" Target="/ppt/slides/slide39.xml" Id="Rdb8ac2abe83f43d6" /><Relationship Type="http://schemas.openxmlformats.org/officeDocument/2006/relationships/slide" Target="/ppt/slides/slide40.xml" Id="R317d925946a649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bb8d483624d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6ac62af22436b" /><Relationship Type="http://schemas.openxmlformats.org/officeDocument/2006/relationships/notesMaster" Target="/ppt/notesMasters/notesMaster1.xml" Id="R20906dcd624a45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2f2f0754543cc" /><Relationship Type="http://schemas.openxmlformats.org/officeDocument/2006/relationships/notesMaster" Target="/ppt/notesMasters/notesMaster1.xml" Id="Redffffd5d209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acf6eeb914650" /><Relationship Type="http://schemas.openxmlformats.org/officeDocument/2006/relationships/notesMaster" Target="/ppt/notesMasters/notesMaster1.xml" Id="Rd89865e3a81f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28b0129264a33" /><Relationship Type="http://schemas.openxmlformats.org/officeDocument/2006/relationships/notesMaster" Target="/ppt/notesMasters/notesMaster1.xml" Id="Rf61e16a77cd5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3801eaa2b46c9" /><Relationship Type="http://schemas.openxmlformats.org/officeDocument/2006/relationships/notesMaster" Target="/ppt/notesMasters/notesMaster1.xml" Id="R22fa7c6a2214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0befea08f4841" /><Relationship Type="http://schemas.openxmlformats.org/officeDocument/2006/relationships/notesMaster" Target="/ppt/notesMasters/notesMaster1.xml" Id="Rd1f8ab44e57643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f40ad82714a2e" /><Relationship Type="http://schemas.openxmlformats.org/officeDocument/2006/relationships/notesMaster" Target="/ppt/notesMasters/notesMaster1.xml" Id="R2c3c5d77447247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bff8c4efb4be8" /><Relationship Type="http://schemas.openxmlformats.org/officeDocument/2006/relationships/notesMaster" Target="/ppt/notesMasters/notesMaster1.xml" Id="Ra00e37ebd0ca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51ff2037247fd" /><Relationship Type="http://schemas.openxmlformats.org/officeDocument/2006/relationships/notesMaster" Target="/ppt/notesMasters/notesMaster1.xml" Id="R3796def371f744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f9fc164084504" /><Relationship Type="http://schemas.openxmlformats.org/officeDocument/2006/relationships/notesMaster" Target="/ppt/notesMasters/notesMaster1.xml" Id="R2ad4818984384b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8275647bd54401" /><Relationship Type="http://schemas.openxmlformats.org/officeDocument/2006/relationships/notesMaster" Target="/ppt/notesMasters/notesMaster1.xml" Id="R7a557268435243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7142b8cd334aa4" /><Relationship Type="http://schemas.openxmlformats.org/officeDocument/2006/relationships/notesMaster" Target="/ppt/notesMasters/notesMaster1.xml" Id="R0a9e252835d94e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60705cbcb749e1" /><Relationship Type="http://schemas.openxmlformats.org/officeDocument/2006/relationships/notesMaster" Target="/ppt/notesMasters/notesMaster1.xml" Id="R61dd54c0af7446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3ad7d12e6b409a" /><Relationship Type="http://schemas.openxmlformats.org/officeDocument/2006/relationships/notesMaster" Target="/ppt/notesMasters/notesMaster1.xml" Id="R409a27dd4a7b45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ca252ee63b401f" /><Relationship Type="http://schemas.openxmlformats.org/officeDocument/2006/relationships/notesMaster" Target="/ppt/notesMasters/notesMaster1.xml" Id="Redaea902229d45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3ce9a4749f4568" /><Relationship Type="http://schemas.openxmlformats.org/officeDocument/2006/relationships/notesMaster" Target="/ppt/notesMasters/notesMaster1.xml" Id="R7b2d96b1a88749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074d89cc184839" /><Relationship Type="http://schemas.openxmlformats.org/officeDocument/2006/relationships/notesMaster" Target="/ppt/notesMasters/notesMaster1.xml" Id="Re675d8dd0ac74b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521046d7334d95" /><Relationship Type="http://schemas.openxmlformats.org/officeDocument/2006/relationships/notesMaster" Target="/ppt/notesMasters/notesMaster1.xml" Id="R6864d83bf78441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1a5e492cb74f1b" /><Relationship Type="http://schemas.openxmlformats.org/officeDocument/2006/relationships/notesMaster" Target="/ppt/notesMasters/notesMaster1.xml" Id="R7ec7a6d851bf41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2bf30ae0b54b3e" /><Relationship Type="http://schemas.openxmlformats.org/officeDocument/2006/relationships/notesMaster" Target="/ppt/notesMasters/notesMaster1.xml" Id="Rc95039fc90844e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4c95ed0e4845af" /><Relationship Type="http://schemas.openxmlformats.org/officeDocument/2006/relationships/notesMaster" Target="/ppt/notesMasters/notesMaster1.xml" Id="R273c40d7964d4b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483180d8f5466d" /><Relationship Type="http://schemas.openxmlformats.org/officeDocument/2006/relationships/notesMaster" Target="/ppt/notesMasters/notesMaster1.xml" Id="R86257e187c9444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d6c896da4947a3" /><Relationship Type="http://schemas.openxmlformats.org/officeDocument/2006/relationships/notesMaster" Target="/ppt/notesMasters/notesMaster1.xml" Id="R55787e93837348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2d21c491e540bc" /><Relationship Type="http://schemas.openxmlformats.org/officeDocument/2006/relationships/notesMaster" Target="/ppt/notesMasters/notesMaster1.xml" Id="R549e2e3ee9784d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ea95cd4a37410d" /><Relationship Type="http://schemas.openxmlformats.org/officeDocument/2006/relationships/notesMaster" Target="/ppt/notesMasters/notesMaster1.xml" Id="R6bd6292f9cb244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ed3e12f38342a1" /><Relationship Type="http://schemas.openxmlformats.org/officeDocument/2006/relationships/notesMaster" Target="/ppt/notesMasters/notesMaster1.xml" Id="Red2df4f99fea4d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0c4558e77e445f4" /><Relationship Type="http://schemas.openxmlformats.org/officeDocument/2006/relationships/notesMaster" Target="/ppt/notesMasters/notesMaster1.xml" Id="R47af0fdc408343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d88abad1b840c7" /><Relationship Type="http://schemas.openxmlformats.org/officeDocument/2006/relationships/notesMaster" Target="/ppt/notesMasters/notesMaster1.xml" Id="R5df4b63a266e4c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b7a86f3f814d37" /><Relationship Type="http://schemas.openxmlformats.org/officeDocument/2006/relationships/notesMaster" Target="/ppt/notesMasters/notesMaster1.xml" Id="R10d94354f3fe49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dc164df851481e" /><Relationship Type="http://schemas.openxmlformats.org/officeDocument/2006/relationships/notesMaster" Target="/ppt/notesMasters/notesMaster1.xml" Id="R14299f608f3347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830ee021c04a36" /><Relationship Type="http://schemas.openxmlformats.org/officeDocument/2006/relationships/notesMaster" Target="/ppt/notesMasters/notesMaster1.xml" Id="R8f52e083236d4af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965eca6f5384af1" /><Relationship Type="http://schemas.openxmlformats.org/officeDocument/2006/relationships/notesMaster" Target="/ppt/notesMasters/notesMaster1.xml" Id="R8b9450ea96bc4e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c8d55cff2504efe" /><Relationship Type="http://schemas.openxmlformats.org/officeDocument/2006/relationships/notesMaster" Target="/ppt/notesMasters/notesMaster1.xml" Id="R43ed0dbc14114a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f7d5d5b36bb4c3f" /><Relationship Type="http://schemas.openxmlformats.org/officeDocument/2006/relationships/notesMaster" Target="/ppt/notesMasters/notesMaster1.xml" Id="R42bc69d69fe743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9f46a768b74e54" /><Relationship Type="http://schemas.openxmlformats.org/officeDocument/2006/relationships/notesMaster" Target="/ppt/notesMasters/notesMaster1.xml" Id="Ra314cd26f8024cf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7daddc762046c8" /><Relationship Type="http://schemas.openxmlformats.org/officeDocument/2006/relationships/notesMaster" Target="/ppt/notesMasters/notesMaster1.xml" Id="R39d30d94383541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0bc9891a4d4054" /><Relationship Type="http://schemas.openxmlformats.org/officeDocument/2006/relationships/notesMaster" Target="/ppt/notesMasters/notesMaster1.xml" Id="Rc50f8286064f4e4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1f2fd84aa104137" /><Relationship Type="http://schemas.openxmlformats.org/officeDocument/2006/relationships/notesMaster" Target="/ppt/notesMasters/notesMaster1.xml" Id="R2ff143aa4e25404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01e31f9446a41fe" /><Relationship Type="http://schemas.openxmlformats.org/officeDocument/2006/relationships/notesMaster" Target="/ppt/notesMasters/notesMaster1.xml" Id="R628520f8d9d3423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8a5ed04585d4b08" /><Relationship Type="http://schemas.openxmlformats.org/officeDocument/2006/relationships/notesMaster" Target="/ppt/notesMasters/notesMaster1.xml" Id="R7cca7453420e41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108dbf16544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6f9058c104b69" /><Relationship Type="http://schemas.openxmlformats.org/officeDocument/2006/relationships/slideLayout" Target="/ppt/slideLayouts/slideLayout1.xml" Id="R9e784c9103c3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84c9103c3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7a19aed354913" /><Relationship Type="http://schemas.openxmlformats.org/officeDocument/2006/relationships/notesSlide" Target="/ppt/notesSlides/notesSlide1.xml" Id="R14d7cf13b2284c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a69f3f524ef6" /><Relationship Type="http://schemas.openxmlformats.org/officeDocument/2006/relationships/notesSlide" Target="/ppt/notesSlides/notesSlide2.xml" Id="Re51b9044b8d14b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6e99d92af4a8a" /><Relationship Type="http://schemas.openxmlformats.org/officeDocument/2006/relationships/notesSlide" Target="/ppt/notesSlides/notesSlide3.xml" Id="R89fb137f1065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21274a914c7d" /><Relationship Type="http://schemas.openxmlformats.org/officeDocument/2006/relationships/notesSlide" Target="/ppt/notesSlides/notesSlide4.xml" Id="R53097dbff4094d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5651673ed48bf" /><Relationship Type="http://schemas.openxmlformats.org/officeDocument/2006/relationships/notesSlide" Target="/ppt/notesSlides/notesSlide5.xml" Id="R1fd529e5866d40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872cebe614565" /><Relationship Type="http://schemas.openxmlformats.org/officeDocument/2006/relationships/notesSlide" Target="/ppt/notesSlides/notesSlide6.xml" Id="R4612f20cd01e43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af862641c47f8" /><Relationship Type="http://schemas.openxmlformats.org/officeDocument/2006/relationships/notesSlide" Target="/ppt/notesSlides/notesSlide7.xml" Id="Rfa021b6723d345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786ca90ed4578" /><Relationship Type="http://schemas.openxmlformats.org/officeDocument/2006/relationships/notesSlide" Target="/ppt/notesSlides/notesSlide8.xml" Id="R8e864cf4a0bc47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8d167259c432f" /><Relationship Type="http://schemas.openxmlformats.org/officeDocument/2006/relationships/notesSlide" Target="/ppt/notesSlides/notesSlide9.xml" Id="R386cdcae541f40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8683322e44227" /><Relationship Type="http://schemas.openxmlformats.org/officeDocument/2006/relationships/notesSlide" Target="/ppt/notesSlides/notesSlide10.xml" Id="R46b8bef352fb49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b30c2ae9d415e" /><Relationship Type="http://schemas.openxmlformats.org/officeDocument/2006/relationships/notesSlide" Target="/ppt/notesSlides/notesSlide11.xml" Id="Rf894756205a14f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91e6732734986" /><Relationship Type="http://schemas.openxmlformats.org/officeDocument/2006/relationships/notesSlide" Target="/ppt/notesSlides/notesSlide12.xml" Id="R8aa9b9641ff44b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7b7a43561468d" /><Relationship Type="http://schemas.openxmlformats.org/officeDocument/2006/relationships/notesSlide" Target="/ppt/notesSlides/notesSlide13.xml" Id="Rc9b73e4e2afa4a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4f11b61d042ba" /><Relationship Type="http://schemas.openxmlformats.org/officeDocument/2006/relationships/notesSlide" Target="/ppt/notesSlides/notesSlide14.xml" Id="R42e5f086099c45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5a4b1b74c4f85" /><Relationship Type="http://schemas.openxmlformats.org/officeDocument/2006/relationships/notesSlide" Target="/ppt/notesSlides/notesSlide15.xml" Id="Ra7c6bfc0eab04c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552a4ac59435a" /><Relationship Type="http://schemas.openxmlformats.org/officeDocument/2006/relationships/notesSlide" Target="/ppt/notesSlides/notesSlide16.xml" Id="R562f5abf605845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9d4a61af94cd5" /><Relationship Type="http://schemas.openxmlformats.org/officeDocument/2006/relationships/notesSlide" Target="/ppt/notesSlides/notesSlide17.xml" Id="Ra492be9c68024a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c8b059d084a2b" /><Relationship Type="http://schemas.openxmlformats.org/officeDocument/2006/relationships/notesSlide" Target="/ppt/notesSlides/notesSlide18.xml" Id="Rca4ca1fe65bf43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bb4ab871b4128" /><Relationship Type="http://schemas.openxmlformats.org/officeDocument/2006/relationships/notesSlide" Target="/ppt/notesSlides/notesSlide19.xml" Id="R1fd4c106dd1a4b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143e789e74800" /><Relationship Type="http://schemas.openxmlformats.org/officeDocument/2006/relationships/notesSlide" Target="/ppt/notesSlides/notesSlide20.xml" Id="R3c127ef27dfa4e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0971e59149fd" /><Relationship Type="http://schemas.openxmlformats.org/officeDocument/2006/relationships/notesSlide" Target="/ppt/notesSlides/notesSlide21.xml" Id="R66d546471c3d45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ccf6ae6d94ca7" /><Relationship Type="http://schemas.openxmlformats.org/officeDocument/2006/relationships/notesSlide" Target="/ppt/notesSlides/notesSlide22.xml" Id="Rb9c9aaa1dc2a4c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064a62c294943" /><Relationship Type="http://schemas.openxmlformats.org/officeDocument/2006/relationships/notesSlide" Target="/ppt/notesSlides/notesSlide23.xml" Id="R9873546d974842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f85a062c4a7f" /><Relationship Type="http://schemas.openxmlformats.org/officeDocument/2006/relationships/notesSlide" Target="/ppt/notesSlides/notesSlide24.xml" Id="Rf489cdd3c3a24f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cef5e51d49dd" /><Relationship Type="http://schemas.openxmlformats.org/officeDocument/2006/relationships/notesSlide" Target="/ppt/notesSlides/notesSlide25.xml" Id="R893b99dc899a43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54f436654426a" /><Relationship Type="http://schemas.openxmlformats.org/officeDocument/2006/relationships/notesSlide" Target="/ppt/notesSlides/notesSlide26.xml" Id="Rb153adf5438448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df1c17484bcb" /><Relationship Type="http://schemas.openxmlformats.org/officeDocument/2006/relationships/notesSlide" Target="/ppt/notesSlides/notesSlide27.xml" Id="R35e126acbd9448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492b10194bd7" /><Relationship Type="http://schemas.openxmlformats.org/officeDocument/2006/relationships/notesSlide" Target="/ppt/notesSlides/notesSlide28.xml" Id="Rab8a24114c964e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ea3afaa0b4e5a" /><Relationship Type="http://schemas.openxmlformats.org/officeDocument/2006/relationships/notesSlide" Target="/ppt/notesSlides/notesSlide29.xml" Id="Rf9b3802e05fc47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162264cf14fe9" /><Relationship Type="http://schemas.openxmlformats.org/officeDocument/2006/relationships/notesSlide" Target="/ppt/notesSlides/notesSlide30.xml" Id="R32944ee651f146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8f58ee50d4764" /><Relationship Type="http://schemas.openxmlformats.org/officeDocument/2006/relationships/notesSlide" Target="/ppt/notesSlides/notesSlide31.xml" Id="R5fc7201c7cdd408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d4dc583ae414b" /><Relationship Type="http://schemas.openxmlformats.org/officeDocument/2006/relationships/notesSlide" Target="/ppt/notesSlides/notesSlide32.xml" Id="Rf1e9ad2f69d9443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4b0d802b040db" /><Relationship Type="http://schemas.openxmlformats.org/officeDocument/2006/relationships/notesSlide" Target="/ppt/notesSlides/notesSlide33.xml" Id="R02f4f92b87c94ad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7579c9ef4bc3" /><Relationship Type="http://schemas.openxmlformats.org/officeDocument/2006/relationships/notesSlide" Target="/ppt/notesSlides/notesSlide34.xml" Id="R57ba550d940d4ef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ca8d55f0b4976" /><Relationship Type="http://schemas.openxmlformats.org/officeDocument/2006/relationships/notesSlide" Target="/ppt/notesSlides/notesSlide35.xml" Id="R67a7c4304fa7431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30684a22849d5" /><Relationship Type="http://schemas.openxmlformats.org/officeDocument/2006/relationships/notesSlide" Target="/ppt/notesSlides/notesSlide36.xml" Id="R066d5ab1862b4f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d849da991457d" /><Relationship Type="http://schemas.openxmlformats.org/officeDocument/2006/relationships/notesSlide" Target="/ppt/notesSlides/notesSlide37.xml" Id="R59d35e79d67649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915270b594f7c" /><Relationship Type="http://schemas.openxmlformats.org/officeDocument/2006/relationships/notesSlide" Target="/ppt/notesSlides/notesSlide38.xml" Id="R0ac7674ae4af41b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b6fddd5474e5b" /><Relationship Type="http://schemas.openxmlformats.org/officeDocument/2006/relationships/notesSlide" Target="/ppt/notesSlides/notesSlide39.xml" Id="Re9289bd510d043e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81a70d3b409e" /><Relationship Type="http://schemas.openxmlformats.org/officeDocument/2006/relationships/notesSlide" Target="/ppt/notesSlides/notesSlide40.xml" Id="Rf8a6a89f7a3745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24351-282B-4A39-A47D-315D8D6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E1D4D-049B-4B53-B799-F40503F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(ODE) of first order and first degree and nonlinear 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C3A78-21AF-4AE3-9DCF-D6C325D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DE530-3BAB-4212-9669-410EE7C6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6E778-5010-48D8-B735-651B1EE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21173-03E3-46BB-9CF2-D41F822A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9F2A1-7491-47B1-9A2E-3B7FDA3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95665-B2B5-4793-89FE-7E733EF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2F33B-2CA1-4940-ABD1-66729AE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B4D96-486C-4065-9B58-8019D242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4A706-9DF3-438F-A292-41866FC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DB855-0ACF-490A-A67D-855A798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EF2FD-7F23-4DF8-8697-C299A10B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60357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CCB9B-DF2D-476A-8D30-AACECCC1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5178B-11EC-4B37-8DE3-97E12CB5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82AA6-A3BD-4173-A5A7-DD6C4AC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D02F3-4F3F-48B1-96E1-3581CB7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4D06A-8A30-4707-B4A2-AB18A0C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0A526-A960-4D61-8664-EA49572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FA6C1-92A8-4B3F-A669-03797140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3B9A6-5F7B-468B-99F8-94CDD53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05085-D24D-4923-B9FE-208FE75D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FEF7B-F3DE-4931-A6BB-7420092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B0019-53FF-4399-91B5-BD54599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F85F5-72C5-415C-973B-2AACAF24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B46A7-B229-4620-BD1C-588C9B4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9016-E294-4E4F-8A85-7E5B8667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8A89E-7DFD-4072-884A-44C220F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55362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3DE05-9444-4E8A-868D-95B9B10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96899-C752-4CDB-869E-954BBA4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E31FF-3E4D-4BEB-8D3C-AF1E7978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A90DF-8812-4DA8-9E83-57AB660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5DD44-3A97-49E8-856D-FA4DE20A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10308-0E74-4C55-9C42-2EAC829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EA69F-5B12-4118-8B1A-6796A04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74F86-4AAB-49BC-9B3D-D38947C3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71FCE-122F-426F-9F06-94AABF0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(ODE) of first order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598CE-93CA-43AA-B17C-49712E1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496C-1DB7-4ED7-B3C7-97F7C5CA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86762-A41A-4BB8-AB21-AF396F8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and Bernoulli's differential equations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CECBD-B61D-4F08-8307-9C38E995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B4F7C-BB6B-4672-A225-03F58A4E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16927-7C83-4587-8B7A-5EB49B12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Orthogonal trajectories, L-R and C-R circuits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4BC11-62FC-4892-BEEB-1CFFBBA6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AA624-8C14-4809-914B-4CA670B5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713E-C214-436B-82D0-C79768AD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Non-linear differential equations: Introduction to genera...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A9D98-1564-4211-ACA9-0E2AC69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514D6-B580-4665-8FA7-9B5A59C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17179-4E5C-44AA-8C7B-BF97C6D2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15092025 2 2 Textbook-1: Chapter-11.9-11.14- 12.3,12.5.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B66E7-A195-4E20-8EE9-B66E726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CCE0D-47AC-4CB7-9C3F-9FB04F8C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8743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A89BF-9ED2-45C6-A648-E8179DB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63BDC-8059-4649-B520-172201B2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E64D-D113-4475-AB25-2B939DDD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C3A0-2C04-4EDE-BBFD-021B1CBE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CB171-0588-48D9-8F8C-35C19264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1B12C-DF7A-481E-B113-4E90131A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5EFD-FF9B-4160-8F05-402CF10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BD79A-CB00-4521-972B-4D26A6BD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(ODE) of first order and....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7E21C-96C9-449D-8100-74D0D058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DEE8D-23D2-40A3-919C-489595B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5314A-236F-4F2A-BC55-FBA6474F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and Bernoulli's differential 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F3E3C-950F-48E2-9F6F-763A48D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928EA-5E23-4B83-8A01-BE3BB05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E73B7-CF19-4095-8417-A44448D2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Orthogonal trajectories, L-R and C-R circuits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9DE65-95BB-47E1-BD1D-56731E8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05F21-CB2C-4BF8-8A25-6E3BFC7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59EA2-D21A-4F41-B4CA-8AE9014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Non-linear differential equations: Introduction to genera...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33C9A-6410-4AC7-9188-BDAD667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74EA3-C5BD-48F0-BC19-11AC948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EAECC-18DF-462E-9429-068737BC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15092025 2 2 Textbook-1: Chapter-11.9-11.14- 12.3,12.5.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E057D-0DCF-49CE-9F62-9336E4C6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B3FCC-ABDE-4970-9062-6B192904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0FFF8-5F26-4774-9330-CBCD6B8F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9341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7F889-CD1B-489F-AA06-05E73CF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0998-D2D2-4C9A-B0AA-553F9C0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B9FE9-887D-4B84-AF19-834A774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65C0-6460-47F5-B6AB-4B342C46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16BF4-5C60-45D9-BA63-9FCA4567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FE028-B56B-4D4D-9E70-CCF6F29F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3C9A8-7424-41CF-B7BF-712AEF18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4D693-12EC-4084-BBF7-4823E0A2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B24C6-21C8-4B42-B98F-76587D2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3FBF-54F2-4392-8727-B3F7BE80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30F92-ED76-4E37-B556-F2ED21E7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degree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FB057-350E-465A-864A-2BD6A126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nonlinear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6C0CC-D15E-481F-8650-5AC3555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BAD08-8513-49BC-8EBF-25FD66BD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0FD70-C8AD-4B5F-80D3-DC89E14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2058C-7C93-4E95-BAD3-321BBDC3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740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2ECF0-381E-40B2-863A-FD12F0A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31BD8-D24A-417C-B5F1-04D68FDF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F15B2-3818-4654-BAFE-8A08F62C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7D89-0A4E-492D-933F-C32DF0E3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62A23-C280-4618-BA7D-B977E470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(ODE) of first order and first degree and nonlinear ODE (8 Hours Theory + 4 Hou...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5AB69-3851-48E2-8D85-F3226E3B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(ODE) of...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3A112-313A-4FD8-B196-D958D3C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36D38-84B5-4359-A4FE-FF897057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4D241-8891-40FF-BC1D-EE797A5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25E3D-5065-444F-84BA-612B478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87244-9BED-4C9D-8577-C729494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4B432-72BB-455A-89D2-91A8BD97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7F8F0-C233-4403-9FED-53E9006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DD80D-92A6-4DA1-9B39-93082908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AF8C0-4DAF-4E87-9609-4EF4FD0F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DF3C9-AE8F-4E0C-B0D4-524A73B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8066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EE9FC-76A9-4DFE-BC31-6E55731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45F09-9FD6-4C22-8528-DEDC52A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8F718-FA11-4899-9908-63C01982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9195B-B1A2-4320-A5BD-8345831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6E7D3-8727-45E3-9F54-359E317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7B6BB-D00D-4FDB-BC26-0E7FC4FA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CB906-3284-485A-B538-46ABD7E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16ED3-C846-4283-B32A-991F19B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B4C34-48B7-41C4-86CE-524D23A1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B785F-85C3-4C1E-A715-79BB664A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18B5F-3E05-44FD-8526-646DA433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47726-9E78-45D8-A8FD-906FFB7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6CC64-90FB-48DC-AF4D-6A35D1D5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7C95F-0747-46A2-918D-7D8803A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F771E-4F7F-4BB0-84F3-0678F8D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A9F50-DCF5-433C-86ED-B36B1001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51327-5040-4BBD-A597-20DD66D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2F491-B976-4BCF-A492-B546BAE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290F1-FFD6-41CD-BD1C-C1E1315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C102D-0FA2-4DB3-A0EA-622322C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CFE70-8EFF-4A69-8FCD-45918654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A6414-12ED-42F6-B0F0-DF642FB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8BAA8-281E-420F-8CE0-C3D6141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79967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607E7-F7B7-43AF-8251-C46DFCF2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5FC3-33E8-4FCD-8423-41C0BF3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FE34B-F110-44F8-996A-EC40637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08160-55C3-4994-854E-68B0D3F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99230-494E-4BBA-8D07-B846CAC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E306-E245-49C6-81F4-7DA130A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217B4-B969-4BA8-AFE0-557247D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C1425-7A04-43F7-BA3D-605D3A0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DB7C3-6596-4DB7-9975-EABB03D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A62B4-4CA4-4DB6-8762-391BAF6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B513F-42DB-4447-A0B5-2F40B1E7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9ECE6-FDE5-4CA6-95C2-81D7D318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4FEF4-8CF5-4BF0-8B0B-00B7D83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75C5A-E38F-4CD5-8996-F2D0058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CE770-D9E0-4063-B39E-7BE7E69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7387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09261-8042-41B8-B1A7-DDF5D4CF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B3BD1-8EE8-483D-B0B0-96E274DA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D0CF0-4EDE-4BE0-97CC-7226A747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27F92-1DA6-4A84-928B-4212CA4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8588C-AE23-4345-9047-51492A2E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59EA6-74D8-4031-883C-3ABCFE39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(ODE) of first order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AF36-1A3F-43C4-9E02-5A5E06D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B3D70-2ADB-4053-A919-4997628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06AA2-CEA3-4CBF-9E23-3FF9700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98AA-72D3-4781-BDDB-149D747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FA100-0245-4AF5-97D3-F317A9DA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8198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59D25-B012-433C-97DB-10236E49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4B815-A83C-4944-BD5B-C2E6EE0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004E4-52A1-4F7C-AC2C-D6AD381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E9C57-DACF-44FA-A4F2-D64D5F01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F6383-8F9E-4D10-AA4D-824D20D0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and Bernoulli's differential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DC70F-4EA5-44EC-B380-47CA373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and Bernoulli's differential equat...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4395B-E637-41E3-8914-8C954191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6D4BF-622E-411C-98E7-87DF6BAF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99BB7-4457-485B-92D5-77E2E0B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8D326-05AF-488C-AF98-9ED50EC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FE9CD-61D4-4A2E-B904-8E2522D8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684E8-DEF9-49FE-8040-917AA3D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FDD6E-20CD-4569-929B-4C38C371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ECEEF-2283-4828-9855-170A9C26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48CF4-8CCB-4298-B8F4-3FAE7D1D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C0511-28C8-4878-A11A-CC6B363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05665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8B4E0-9D49-4689-B6B5-981CC72A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30DBB-2251-4F41-8554-AC8475FE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DD99-E1F8-4499-B669-132BB961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21140-B6A1-4924-A35A-1EA99D5E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4F257-F246-4336-ACA7-60B43566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7E88D-F417-47C7-87E1-4802E4D9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00BCC-D695-42D8-ACFF-F10A941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4E6A-88C8-4BD1-96FD-6F2A9D38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509A4-67C4-4E52-AA2F-14E7EA0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and Bern...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1C4CD-B9D5-4B23-99CC-A5DB5EC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6275D-970F-4A9B-A93B-EA12B150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F731D-721D-4E47-8BC6-8C3FE2DE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098ED-D1A4-4B2D-9ACC-7FCFA78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A67DA-09B1-46C9-AFE6-F25436EC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04778-48CC-42E0-977E-92CDEAB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97627-07E4-402B-9A8E-C6921F49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621FE-5817-418A-AF18-4FB3141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796A0-F5E4-4829-AE49-2A42DC89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and Be...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ADD49-CAAF-452B-9E24-EC5D0F21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84A90-B533-46D9-8F44-F4EEEAB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3F659-8C7F-4596-9080-2F16A34A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3C788-3F21-4D5E-9490-199EB25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C920B-2FE9-4681-A004-4A0E1D42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39380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9E5C5-E865-4C56-957B-75CB526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F979B-A219-4559-BCAD-3E0494B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59E19-0142-4643-B512-3701A49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AE70-AB75-4205-BC2A-752E7F8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47774-3B31-4662-9AD7-7CEC388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638A5-7ABC-4F84-8742-F60CDD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9D820-8026-4D97-A149-E381EA30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F131E-2AA5-4F66-876E-A0F7727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1204E-F2A7-40B9-A766-6C66A27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31FC3-E174-4A20-A514-D321209E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5E80D-48EA-4737-A18D-1CFE557A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7803A-CE36-4051-882F-C28AD3DB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1AB67-BCB1-4FD0-87F1-15DBEB3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7D4CB-24F8-400B-97A4-1B1B30C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62337-18CB-40FD-86F0-6D329F05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3344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D2A32-ADF5-4EBA-934F-C768A9A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45122-BD23-4E03-817C-C4EA2D9C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44F47-B445-4CF9-B7C6-0130E23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46AE1-2E94-4DAD-AFF8-EC36B0BF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A6E6B-5E18-4FB5-A449-CA815F61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22532-8B12-4B18-A588-9CB68CEA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and Bernoulli's differential equations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53178-8CF3-48DE-B5F8-049AD96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A5956-A72B-4C2A-B024-1B2E2F3D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B2D77-F9A8-406C-A31F-1FCD502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825D9-DAE5-41A2-89E6-ADAC26E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1FE2D-AB44-4180-ABC7-5B03C65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30485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44C30-16FA-43CB-9B07-90FA7EB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29D1C-57F2-4198-AB8C-141EE9A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45A13-EE8D-4DC6-9597-1A9CA64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31FB-B4E0-4377-AD27-91E8134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FCD7A-AD79-40F4-8091-C6995B8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Orthogonal trajectories, L-R and C-R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83043-19AF-4ECA-A14A-6CE91F5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Orthogonal trajectories, L-R and C-R circ...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EC4FB-E54A-449A-BEA2-04F7F53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DE6A0-7E93-40E7-A50E-377FB96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9236D-593C-41F3-88B9-D8583302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FB19B-BCB2-466B-BAB4-DE26A83E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9CE19-D029-4DA9-8FAC-93792C80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6B0A-7C88-4A99-9D2F-FDFA561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8843-274E-4FF3-A07E-3D3C831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33307-E768-4D87-AC2A-D89DA39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F57C7-0CB6-4946-9BBC-B1D25BD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16A5B-719C-4D0D-98E4-BD1AB10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544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838D9-FDD4-4820-B903-3696118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9CA81-9A05-451F-8693-5FB8640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60CEF-A0A0-44E9-84CC-DC3E6634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852F-F188-451F-9205-3F21AFF0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61A7E-04BE-4002-8E9E-6D770782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3EB29-4DA6-4361-A49E-4F2BE14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FD7DD-029F-4D3F-A082-C5EEF1B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1C21D-3940-46D3-B89A-7E70F16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D0F5B-A677-467A-AD1A-0783CBCF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Orthogonal traj...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A18E6-B3C2-4E02-B000-32B2741F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371BB-24F7-4B12-88E3-62F0EB2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83243-2DEC-433C-AF23-DF5444B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Orthogonal...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F79A3-7C33-4246-860A-89AFB28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567AC-FF0D-4913-B733-3575F8B3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2E0DF-A7C5-4DA4-8900-27B645D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Orthogo...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61354-B937-458E-B63B-47C1F5FF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8B3D8-F397-49A9-94F9-0295BC1E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5E628-3E2C-4527-ABE1-77712BA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Orthogonal 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E385A-F9BB-4972-A4CB-1E7E042F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C8105-BEAE-4EC3-8D29-00D7F9C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27608-F0D6-4AD1-8CAE-0FD9C64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Orthogonal...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FECBE-3544-46D4-9B9E-FD83972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FBCF8-416C-4B88-828A-1432F4C6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4202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1F0EF-05F7-4449-AFAB-06757E06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83AD6-9668-4B47-8E84-ABDFF8F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73DAE-92BE-4011-8A4F-5387A5EF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891D9-11EB-4643-BC83-A10FAD1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2F887-C76B-45B4-8560-48CC0BE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997E-AB67-40EE-B930-7780E356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5FCD5-6797-4A2C-AA65-2C890841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CFEDD-16FB-4C1B-9DE0-4279E4C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04DF8-42DB-4E6E-BA85-A3668991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72554-746D-4236-BAA4-7207890F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EB00-AB6B-4253-BC03-60CE1748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3CE5D-B720-4B34-AACC-80D414F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6F0F5-AE2C-48DA-B505-A6C44C5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7DA4A-33D1-4C37-A777-BE8F7AE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B5641-7769-46F9-ACFB-223532D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09885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DA6CC-6A36-49A9-A239-94DE658A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5201D-BA0E-4289-BAE1-2F75A17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B64B0-9370-45F5-B0C5-7D9F159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20FA2-7068-4359-9D5F-9D187EA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CE37C-9F93-46D1-B48E-27A57B39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559EA-A02A-44C0-B382-9BE4437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Orthogonal trajectories, L-R and C-R circuits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FD08D-2243-4F0D-AC0F-FC683CC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43493-8AC5-40AB-B6C4-A9F7F79C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D850D-33D6-45CF-8979-DBC3987A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DB49B-118C-43F4-9D20-6969508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5510C-E24C-4EAD-A56C-9F6DF2A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431622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0118-3928-4A50-859B-16A72FE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3EB14-4E9A-4660-9B3B-269F3F9C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2205A-50E5-48B5-9F2D-960F5A5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E9761-B424-4E0B-B174-E4DA265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9A86-68F7-491D-81D6-CDBAFA4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Non-linear differential equations: Introduction to general and singular solutions, Solvable for p only, Clairau...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35160-28E3-4FEE-99FF-B2DB1952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Non-linear differential equations: Introd...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83CD2-C697-4CD1-9EE8-202BE1D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14179-C5A0-4E63-867C-EE67C786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C528-1664-47B9-B270-2F19E596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A98BA-572D-416B-9AFB-E640B0C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E6DCE-268C-42BA-96B0-2DC6EC0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81770-9909-4B0F-8822-3A9BAA1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50648-2158-4907-B245-EDB35DF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22A5B-D299-4794-A1D2-36B75F9D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541D0-6463-4B4F-9E80-4944802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87A23-E385-4BD0-B0F3-2952C9C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127932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255DEA-C377-435C-9987-16FDBDF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11B67-A729-4880-94E8-66C6A58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6AE44-362A-4A5E-82DC-92D811D4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1488-550C-4735-9BEC-5E915EC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3E0C8-4DC8-4FAF-9AC2-80E754B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BB604-ED95-4094-9559-F9B1171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00618-37AF-4094-9372-AB00B5C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996C8-9D52-473B-9B25-99DD0DE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D3FAE-DD45-4CED-A5AC-47C4FAB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Non-linear diff...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A84B9-2DA8-43B1-9082-F13BB55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F624D-8F7D-4290-AECB-620A3AE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AADE-0858-4F99-B452-9D12510F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Non-linear...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B67AF-B342-4FA3-AD38-CB62EE96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5A522-C268-42C4-AAE1-0EBD056B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32235-A9C2-4DED-8C90-FF7E0DD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Non-lin...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E601B-970D-4FC3-90CD-22B1B3F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F1DCD-968B-47BE-BE0D-8A6AB2C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04616-0F17-4118-A601-58A584A2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Non-linear di...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5D229-CFBF-4A81-8EE0-69429FE0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94D15-F06A-4AEB-8A30-BA742DE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C8BD2-9BC9-493D-8FDD-9F1D334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Non-linear...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20036-652E-4C0D-86DA-BB9D728E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055B1-5A59-4D1D-B016-19FC724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79737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9165C-F1F1-4614-9ABC-2DFF9C5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B651D-BF92-4DD6-9B17-D297281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4C26B-B4F7-46D1-BC2A-65D0AC9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D185F-AB46-40EF-B8D3-8E48E199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FE67-BE49-49A3-B471-C267FE21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C5ABA-E4E0-47C7-A0E8-8D91BA0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BA711-7F37-4BA3-9846-E4C96BBD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99692-F70A-42B9-AF2A-9466B77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CF30B-E6A6-4B20-A492-14C0F49A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17D80-DDE0-4673-8AE8-2B1C3321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25804-245B-4C87-A314-65DED610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F15D-6F9B-498E-BC78-1622811D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F674C-EAED-4FD4-B0C3-99EED357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1F257-345B-4CCF-8DC2-D5DBE3B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C8E75-6D08-49A3-B71E-F57645E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15393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F865E-A554-40DC-8ADF-E61A94B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78247-E61B-46A9-9DD6-EEEC681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F882D-2C62-45AB-A123-516D7783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CB223-045A-4616-AD30-6C8AE84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CE3B0-0030-43D5-8FD0-EC8AF94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F5B51-9D64-48FA-81B7-B1BB5F7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Non-linear differential equations: Introduction to genera...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AD2B4-A901-4DCB-AA43-5C79FFD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7CF6C-EB49-4371-AA1A-22F833CF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1D829-C99D-45C0-A9FD-53FF32ED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83213-13FD-4115-B74A-D58EFBA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4C705-325B-4D71-A07B-3034C203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576103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F2CD9-E55C-4A4A-B6E4-BD1C4ED6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2F0A8-8489-4363-BE14-58158956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E8825-65A7-41D5-9D2B-FF77F3F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547DC-220F-4F1E-A21F-F032A77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EB38D-471E-43D5-84AE-20234ADB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15092025 2 2 Textbook-1: Chapter-11.9-11.14- 12.3,12.5.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8E78A-43C2-4497-BC09-37247A3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15092025 2 2 Textbook-1: Chapter-11.9-11....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338F4-566E-4041-BFF8-47372F7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B361A-40A2-4C08-A4C2-A9DD7B2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80D1D-71DF-4A6F-A825-2697262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7EEE8-4398-40FB-8B02-DF350D0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B2761-6BC7-4B4E-8504-08B79A6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DFF79-8591-4709-BE76-2D7A204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513E-A333-4236-9B17-3DD9F76C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FAD9B-FC82-45C7-B267-4ECD4DE9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BE7F0-449D-4DBC-9049-BFB3FA4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F8D5E-7FBB-4728-A44E-2C2A15A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32784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62016-C536-472C-ACD5-F205E3C5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6B0BD-D5A4-4270-A1C8-1FDD6B66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BF08F-ECBC-4E73-B86E-D9F45DFD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05EC-A02C-4E31-9AE1-B94D1C7A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C2E0B-F297-42D4-B07B-7C0D52A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F8661-A8DC-40E3-B9EC-94EABB1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AB45A-391A-45F2-A418-9CBDEF5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C8B00-C19C-4248-AF9A-FBC74D8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51937-9B3A-4E96-9AEA-AEAAA3AF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15092025 2 2 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0D5CE-BBDB-4AB1-AC03-5E95F71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E8FC5-B834-4123-8DD7-C1DCC3D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8149C-659C-4A12-8873-CBE22E2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15092025 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D9BD7-1357-4B4B-88E3-735C9447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A9622-A807-4930-92E7-3C71D03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4A45C-72F6-4247-9813-CBEF9B0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1509202...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90727-0AF2-4CFE-BAF6-825B72FD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2D1DF-EA19-42B1-90BB-6258A4D9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EB818-A1F7-452C-830A-D942634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15092025 2 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447AF-EF60-4692-B884-23A08BDE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80951-FB7B-4BCF-A9B3-1575874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E65C6-B22E-40F6-A8B9-1A1194DA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15092025 2...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3E5C5-4CC3-4457-8F77-CC23DD7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9EE8B-2C2D-4E77-8CE8-22388ECE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319313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C352E-351B-4F41-9C23-0FB959A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1E35-0730-4C94-A76F-3C940A8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AD45D-67BF-42E8-925F-147DE4F6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35C51-61E9-481D-8C2C-8671225B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D105F-7D21-49A7-A454-1BF4466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92FFA-50A8-4D4B-A835-856551B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A81A-5782-4573-88D9-D9D5AD0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FCC8-8BCF-4C2C-88FC-0B89C65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4A443-F219-4884-9301-46C20AF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68E2C-F039-43C0-861C-0F00C8B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2F726-0BBC-4820-9431-6638B54F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A90C5-76D3-4072-B55E-3469CE8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7A874-080E-405B-88DD-92FE4CC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AC897-4C1C-4F83-9A5B-B21F595F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BBC28-FD8F-429C-BB7D-81AD1AC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655027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FDBE7-2B79-4A4B-B3C3-D0E9CA2D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BEB38-A910-4D5D-827A-736F7AE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18BEE-E775-4970-AFA9-EAAE001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76457-B201-412D-B6F3-B34DFF00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8FB52-CC17-4E8F-BA33-70CFA3E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14FB-0AA9-4B72-9579-F323573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15092025 2 2 Textbook-1: Chapter-11.9-11.14- 12.3,12.5.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8FD32-43FF-45F8-8B46-ADB913B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89379-6C49-48DA-BBF8-83672F93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2CC31-F947-42BB-9A23-7159DB19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F9785-BDF4-4877-BB72-489025B9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D64E4-2239-4F3B-BA5E-23834F9D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264589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FD84-D3DE-4818-92B2-6CF9EAA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52ED9-706E-4A19-AC3E-FB35D6E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061E5-7361-4B90-BE9A-DA6CC9A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2DA4B-3A16-47B5-BB58-925D8E5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A41D6-8B56-409D-936F-965B9B2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97AEB-FE8D-43DE-BAB7-53227AD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526042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65AD6-9602-4FF2-B724-11E97A8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C3448-B78F-45BA-8B8F-71054CC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D3012-1132-4272-9F19-44B7A63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C0B19-EBDE-409F-8A32-F94766ED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3DF6C-ABF4-4FE5-88D2-33395A98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ODE: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first: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6478A-7F5A-4ACD-88FF-7A767A6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463625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F7F1B-E144-4BFD-BDED-C8B6913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E898D-34FA-4A44-AC88-8DD97B7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ADB1B-624F-4AC5-B459-0AC7BF5D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F28B-42D0-4A4C-868B-0DB4AA4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14709-B5E2-466B-845B-87C8CC3A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8E8D6-377F-48F5-8AE0-A080549C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10787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F24CA-CAB6-42B8-B8C3-316B2D9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0393-2F00-428D-BDAE-83295D0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53C0-F100-4869-BDD1-639A374F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6041B-3458-4ED2-A179-6036281C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57B90-B3E6-4CAC-8934-148DD999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99018-ACC4-4791-B57E-C7260008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103837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2747-6AB9-4991-A9DF-23041AE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DF71C-459D-41A4-A85F-42BC6AE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DBC67-E66C-434A-AEC9-4DC93BC2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7EA8F-BD8D-4300-BB0D-989E1688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704E9-C3BC-4B17-8207-01088EF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(ODE) of first order and first degree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Linear and Bernoulli's differential equations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Orthogonal trajectories, L-R and C-R circuits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Non-linear differential equations: Introduction to general and singular...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15092025 2 2 Textbook-1: Chapter-11.9-11.14- 12.3,12.5.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3BB96-4A36-499D-AA6D-3F3B3AD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4B148-F8E8-44A0-8345-180A6B50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D80D2-362F-4CBF-973D-53083D9D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556355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350CF-72A1-4AD9-B374-3F18922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B398D-0D97-4E0C-A3AA-71C58BE8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(ODE) of fi...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C0AC7-0CE3-4EC8-82EE-532D471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361E4-AD59-4295-8C09-669D1D3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D5B74-DB7A-44E0-83BC-E4C0463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244C8-2922-4EE6-AF64-F5B08E5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30497-A126-48F1-A4F0-C5A307FA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ED49A-040A-4CE0-99B5-4CAF854C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B31A7-563A-4A16-836E-C9D5847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EDC2D-AF62-4846-A2EA-08E1869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E7AD6-DD1B-433E-AFCD-086524D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B0BA6-A9F4-43C8-BC88-6263694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36E6E-D55B-4FB6-9F25-3001A81C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9DF2A-5B69-49F9-A63A-63D7E96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FB584-13BF-4E51-AF4A-EFBC904F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74709-6138-4792-A6F1-1BBF28D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E7D88-69DD-4D8F-BA58-355B6336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CB48F-2439-459A-8507-D58ACDB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5E0E6-D150-47A6-AA7F-F728E72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7D89E-CC65-4284-9D24-CD2BDEF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4D546-28EE-4DB7-8727-653FC27C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8BC2E-8405-4A32-B8A6-B2DDBD4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51A43-EE16-4E5B-B213-6709DF7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121B4-D830-4A48-8620-2E92BED5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566E1-CB23-41E8-8E6F-225F986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6F0AF-9F48-4E31-84C2-9EE482B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71B14-98DA-4468-BF2C-A691A24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8CBA2-5AFD-49B8-BF98-8BB5173A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03669-965A-4A4D-B256-80D34D0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51241-E1D5-456A-9614-A66DC2D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EA6BA-695E-4196-8955-F79AC32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E5FD82-6501-4FE8-A29A-03E88870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58770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3C63E-E29E-4007-85E8-0AACCCE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A7DD-51EA-4327-A3C7-2BD75FA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and Bernoulli's differential equatio...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244F4-8938-44F0-AEDC-7025554C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47E05-589C-465E-B874-257C402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DEC67-C36E-4CC6-AF1F-D7EDB49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23CCD-220B-4A8A-8168-029B39C6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A318D-A6E3-417A-BD95-DFB752CC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1335-F463-46A5-9227-8CFCAAF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178D2-5E0E-4879-8767-32E6B67D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38DED-0392-46F6-B97D-FD0562B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DCC48-33F6-4D68-9BA5-9D963C1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5F054-7999-4232-96B9-250684D4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96038-EC5E-4927-A00E-12EB70E3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70D80-2E60-427C-AC04-20C7C0C9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6F18D-D5C3-435B-A60C-3EC2FE7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D7F32-832B-47E6-8C41-AAD5C0F4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841C7-A79D-48E7-9B15-44FA638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5B98A-834D-4C08-B910-8BD2D649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57666-B6BD-4DFB-8433-4C478463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B0409-B1CC-4447-B914-533EAA90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7BEEC-884B-473D-A90F-F79A8A41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0B1F9-3672-4AE3-8234-AD95507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40FDD-363D-4755-BE52-EDAA052F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D2346-71A8-49A6-8D35-9166FC3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76F03-BFE1-45AC-A4AB-8F731B30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BCAD7-1FC5-4F85-9CCA-EE32379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75BE3-2F09-4640-99E9-718DDDA4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E82E3-C8DE-47BB-AB3D-F21CFA36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3F540-C4CE-4C0F-BCAC-0EB8D025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947846-3982-4EBB-A37C-BB989E51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59577-1155-4E60-A91F-880B4DF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E461B2-A0DB-4C7D-8A28-9B4A5291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565016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4236D-232D-4C6F-8626-741DDAF8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5348-F4C6-4217-AA18-3DFC1DC6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L-R and C-R circui...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E2BF4-37D0-4EA3-A469-0122A32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7DFF3-DF31-4BAB-9509-8E3DEB5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BCD3-D441-4D23-AA52-E5B89F17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49923-DD19-4CAC-AC57-D7CFD8DA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5FD2B-40C1-498A-B569-3162729E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657B1-5788-4ECE-95D0-DB71F90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B6C2-0621-483E-9245-B8E3EC02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B75D5-99C8-4FF8-BDDC-3A83FF4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5CE6B-C07B-49DB-B733-E4CFD9B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7A58C-52BB-474B-AB51-50C8043C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E0541-8512-4D1D-85D1-0FC87D90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2E4BF-F7B7-4EE2-89CC-59EF8ED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27169-EB24-44D9-A369-B6D7463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2FEFA-842C-4D00-A83C-C7913D75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08523-68C7-44F3-9689-AC16E69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C0DDF-B121-4A5C-B0B7-97E43EFB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FCFC6-C24B-4AF2-81AE-6B04FBFC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A44DF-9B49-4733-B059-F321AE0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F7ED8-55A0-4290-B51A-A034FC0A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7D574-3421-4FF4-AA64-D92F441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EA2D0-5CC1-4610-8DE3-ADDE975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9BCE3-5837-477D-848B-603286B2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8C2BE-3D00-42DF-BDB2-AFB3AE4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B6D19-794A-4226-8837-C0D942D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CA32D-DD5C-41B5-973B-C85EA2E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BD6F7-D396-439D-9E25-A9833A03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BF9A1-CDD8-49E2-A459-75913C7E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88C65-E592-4686-B358-77D1D597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69DAB-3467-410F-B5B7-1FBDDBE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2848C-7E13-4F37-B825-F71E3D1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69847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88AA77-89F8-48DC-8866-10442481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B49F2-F74A-4543-AD47-92CBB29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Non-linear differential equations: Introduc...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F5240-FC10-4454-8244-9D8D66C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9DF38-F937-4050-934B-250B914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028FD-733A-40DB-932E-BA70FBF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DBD93-A8C2-448D-9DC1-ABF12364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BC009-DEC8-4D67-925A-D5CE3FB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30670-494D-4A5E-833A-663F38B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890A3-BD47-4F83-A9BD-D3391E04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6051-9057-479C-BD68-FC76F2E1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54FBC-98A6-4DF5-B18D-74E5564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502D4-FA9A-43A1-92E0-354941D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42C81-942F-40C1-91D3-71EB1F29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613D4-63EF-41DD-8400-229D5631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93D7B-394B-4D41-9B91-42FE49E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1E130-70EF-4FC7-8DEF-B6D461F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535FB-72BB-4FBB-B46D-69234E00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6DA52-2610-41B7-B915-6DA2240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F66DE-17BC-4E78-A34C-57A65D1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30ED5-9E54-4C18-8D11-6C26715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64C72-5366-4992-8860-DED5E78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2027C-9D1B-494D-AFE6-1D7654E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92F6A-C58D-424F-BAFA-4A507937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8ECEA-7A92-4DB8-8867-57A8557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9542D-D0BC-415C-A103-199E4E5F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CF245-F8F4-48EE-B445-726A179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1074B-E673-40A3-9777-13B67B3F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EB2A3-8BF3-4782-8126-2A7A530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A3DDE-5763-4CF6-A208-340AA665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4A1D9-D5C4-4136-A591-41936663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B2CFE-8DBC-4E67-8C3A-7A9B71FF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554ED-3649-47F0-BCD9-B9D515BB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75964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1D3E5-1944-4431-804C-BB27214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DD21C-741C-4101-9DD7-86F9A5E5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15092025 2 2 Textbook-1: Chapter-11.9-11.14...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DBF67-1E33-45E6-BB33-A0D21F6C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A1FFF-A16C-4B44-91EE-1238374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681D2-CB0E-46EF-B2E2-0D5A3BA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783B9-7E83-46D4-9A86-32619BE3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8A975-065E-4AA6-A63A-76A64B05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CC788-2E98-4A77-873C-16C9D6C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340BA-F9D9-4EFB-A199-67DCEFA9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21A60-67B0-4BFC-B8D8-AAA490C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EE21B-0C40-48E5-AA52-72DD7B7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3F46D-12EC-4642-A468-E75E1CF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28565-69B4-4416-AFA9-179572E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ECFF5-906C-4ECF-895B-08137DD6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5E832-0EB6-42E5-819A-B932FB5B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4C2A2-2B30-45BF-BDE6-A0B5489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1FEA7-0901-4FD2-955A-6A50EAD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14318-5C51-4062-BA78-3BD8407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7E20E-5ABE-41A7-9365-A1E02DC2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EACB9-04D6-450A-A40E-880A5C55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EEB13-B9B6-4653-AB32-4617B87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CD563-375B-4DC8-808B-FDBC46F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C0CB8-3FC8-4047-9695-C1BC7BE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21DA1-E73A-4DF6-8671-BEEEDA2B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48C46-9C2D-4D17-8329-952AD78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4CF1C-774D-4497-87C2-46953DE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96D88-833A-4927-8D45-FE1D289E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E7F6B-EF99-4F65-A7F6-294303D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A576A-4BA9-4E76-A11A-13A44BB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0568D-0273-4D7D-BF5A-7A411BE4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97CF0-43AE-4D36-B1B4-0B8AA22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D8699-9CF7-46DD-9F71-F0802D4E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64873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3226D-1FA9-45D4-93DC-8C645BF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8A6D5-3568-4018-BD0A-1995A1D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(ODE) of fi...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0CBD-C42B-4A7E-8CEC-D5EB88D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CDFD4-80B3-4FA6-995A-0051BB64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C235C-4F90-4061-8516-5CC9B3B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80D6A-6EED-47B7-B0CD-61730A6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E72E7-C6BD-4099-B054-B049D92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802C0-5BE8-4071-A9BA-240D2018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15D5D-BB28-4846-AF7D-FFEFF4E1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BDAD1-905D-4FFF-AD35-072DDF9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907DD-0BBF-4F5A-A364-F1857A2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AEC5D-8C5F-4DB3-AE86-9675A75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F28CC-BCEB-495B-B70C-CA7FCBD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E572F-9F02-4948-8B97-D5047A5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34092-77F2-472C-BBCE-31D32978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296F3-6D34-4999-907B-DDE8138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CF788-60DA-486C-A2AF-86B16FE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38C49-8C1B-44A1-9892-55F74099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5E221-F2D3-4E71-B9E5-887904D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3C822-EAEE-46D7-B85E-BF3FA7B5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EF246-6025-462E-A2CC-86FCD063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B9248-6EB0-45CD-B765-91B2D33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03084-801A-44F2-8693-C14ACA55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9237F-127E-4755-A43F-D83DFA0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409AA-4610-47EC-9B4B-87B7D74B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22CED-882F-4149-A0C1-770B8AB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58C64-5DB0-4F4F-AB11-6832A265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308D7-2941-4BB0-A142-B71B4A3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32BE9-166F-4011-86E5-7357BF6F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05FD3A-3EEA-4FE9-848B-D003D5A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91FBB-15FF-49D0-908E-17B2BDBF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8ADB5-5ADF-43C0-9D8E-FE06075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349712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D80A3-03E5-49B0-ACDB-4639113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F6369-E1F3-407E-B64B-6D248CFB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and Bernoulli's differential equatio...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3AB32-126F-43BD-B732-3C01CDA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9A71B-AE34-4B51-BA9C-1E091BA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CF7BC-1D92-4256-8ECD-3EF64C85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2566A-CFB7-4BB4-ACD4-4E9FA4C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EF9C8-6B4E-4CE9-81C9-CF8BD7B5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3946B-B64E-40CC-8B08-462881D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44AD3-70E4-4CD6-9DA4-6409767F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ABA3F-FE6D-41E8-959A-BAF214D2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49627-E4F5-4D41-9EF5-2105FC3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95336-B1F1-4788-8FEB-9B06AE53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7A102-7E63-4E4B-9C02-F96AF89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40A0B-9F43-47D0-AF49-2CA6795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4EB43-E6D2-4CB4-9961-C44AB5D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8A873-AFD2-4C7E-BBBA-1644392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E7727-2643-4C78-90E2-BB89615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F9C28-3000-4B10-9FC4-E17C938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857C7-E000-41AA-A0FE-740555DC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E973C-2BE5-4E4C-86EF-4F5D9A64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92931-C156-410F-AE1C-0EA4E16A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FE813-09FE-4005-8211-4401CF5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255E0-1DB1-45FB-B200-34E6D67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52761-1948-4521-BFD7-204BA53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63449-4CA8-46EC-95BB-1F89B1B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3A6F3-7789-413A-9E1E-AAD39DA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AD2E6-F9B7-471D-9624-5563C48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A93A5-5F18-4541-BF79-ED2A07C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45AC7-C5FE-419D-A933-6F074D0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44084-7E84-4045-AF9C-C734968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84643-D2E7-443C-A2B8-AE05F5E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A38B0-0E39-4781-9627-D2386F2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708680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D93722-F3CD-44CF-8595-A1151A1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BAC36-8953-4EEC-A7D4-8E4ECED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L-R and C-R circui...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EC3CD-77EC-4B04-8965-9951EA70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77917-9945-49C2-A4D1-E0DDC1DB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89927-666B-4EE1-8A31-24D2980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33C21-A92B-4E88-A2F3-5D75DA1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B5FF8-C70C-4F77-82CD-B8134B8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71D89-466A-4CAF-B4CD-390378E8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048AD-F3D5-485A-9FB9-4E0BB7F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AA16E-2504-4D90-AC03-1A8364A1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DE32E-115E-4F22-93EF-F6D0DC3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F8474-1D42-4767-9C5F-3CAAF16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83AEA-85E5-4D6B-99FF-8AEF062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BDA25-7636-4560-AADC-27324894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12D68-D367-450A-A499-96863A16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19204-6B01-460B-AF60-76BF1D7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0FEEB-CF8D-40F2-8C08-5CD9FF2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83ED3-8B32-433C-ABA8-09C6B9DC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72B19-2995-4119-B372-670F33D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36F93-51C4-4262-8B95-3CA339F9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854A1-57D7-4315-9DA2-BCC65F5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45A98-5F99-4271-8BB9-23F8EC96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C0AAD-D0C8-496A-9CC5-6EB8500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80352-B901-42B7-A63E-31EA788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65D0B-7348-489F-A984-0C53951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1D098-114D-45AF-A8F1-D8EB830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BDBE5-9332-4817-8398-DA73D65D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C1086-4FBB-4339-AE48-5A329D8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CB46B-2CFA-416D-93F6-94091C9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72EEBC-8DDE-4E92-B30B-C8B5AD7A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95115-3E6E-4F37-9075-66950D04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C5A459-50DC-4E5E-9185-6F5C0E8C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122713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93A46-5CD5-4D9C-82C5-484A9F83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596BA-1D9F-4FF0-89AA-9F033CE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Non-linear differential equations: Introduc...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25B33-98E5-4074-A884-61B54DE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C824-056E-4A36-BC0B-116ACE5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6F382-683D-45D2-9D60-A2D86E3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1B7DF-03C6-4A68-8ED5-8E52CF4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69F92-6F65-45D4-ACE1-62E4872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F2ED5-F7E0-4D8F-A289-0873FA90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2AFD-A3CE-4ECE-BAD0-93E701A0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7C57-2988-40AA-BFF5-89649A6E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E1DFA-10CF-4DF1-98CF-D177B46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FE701-289F-442F-93BD-28188F2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1A2C9-0642-4102-A881-5E10BD1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E806E-8695-44A7-B2C0-38762E52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DF184-B1BC-46D2-8BF3-DC37843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50069-0EB7-4246-8CD1-8952F7B5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C93F7-7874-4817-95F9-058CBF0D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E84DC-2BF8-4EDF-8A6F-98CE794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C4245-46AE-4A21-9C62-45C768A5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CF266-7DFC-4EF9-9DCE-18A8230F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CA97D-A36C-412B-AED2-AFF4872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5D3AA-EDA3-40CB-AC38-7414BC9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0A4FA-E871-49F3-915E-9A415921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BC1A4-2B55-447C-B0F0-039F7662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15484-B474-4D82-89FA-2ADC971F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F9939-690A-4A4C-B5B5-BBECB9E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3A944-1149-43B4-873A-5C1C2847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7E6C6-2585-4BF9-9FE3-5C27C4C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F46B7-81CE-4729-B51F-CADDDF9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DFA95-99AC-41BB-9E2A-D7391651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E72FB-83F9-457F-A70C-9132A84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4E07B-C470-4535-9754-0B6C184E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71902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41402-8CF6-4CEE-9CEF-ED253856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B7D39-3B34-4887-996B-F2197F8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15092025 2 2 Textbook-1: Chapter-11.9-11.14...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1255B-1211-4703-AA0B-0634A51C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1CA5A-D2CD-4E82-B849-7613198D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DF7D5-3905-44BC-9996-47A098F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C9F46-DB17-4FCA-A531-923A03C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A6B9E-029C-4104-A07A-5995BF7B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2E4D8-3B0A-4C19-BB29-2A3BE80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36CAB-01A5-4442-BA95-BE7699A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3F692-5095-468F-B592-BBD99184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31ADE-64C9-448A-95A3-09090C3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1D802-DDA7-4BA4-8F06-7891D282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9F75C-9F2C-4A82-80E0-835CAD8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BF253-ED0C-4086-8C16-80FA5F7C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04250-4666-43E6-9F81-C961AA5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ACE05-DCFD-4B73-B8F7-D997E22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BAFBF-B3A7-43EB-A987-A260B0C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5FA61-9391-4772-8F95-F978648C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61F25-AA85-4C0D-A8DF-F0121F0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2D4F2-E3AE-43EB-8D00-C0DFEB05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DF244-C8A6-4A94-A98F-4BD9BF71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0F342-88F4-4772-8AB8-554E4FD0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8F628-AF0C-4B54-BF7C-ED84C70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3D809-DF81-4F35-A796-382B6A44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8027A-8977-4FA6-8E36-D946AAF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E8A5C-EF93-44EA-9237-77889E0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18C55-D14C-4360-9707-3691B0B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EADA3-2728-49EA-B919-7C063DE7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C4D7F-3B2A-43B1-8B5A-50931F7C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F9679-463F-4D72-A763-0FECACEA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620D2-0103-436D-B2DC-C4DA324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083FE-9A24-4AA7-A33D-D1284BFF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3637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2026-08-24T16:02:59.6740000Z</dcterms:created>
  <dcterms:modified xsi:type="dcterms:W3CDTF">2026-08-24T16:02:59.6740000Z</dcterms:modified>
</coreProperties>
</file>