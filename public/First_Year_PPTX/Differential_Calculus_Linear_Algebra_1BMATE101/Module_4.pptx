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c69312041b4147" /><Relationship Type="http://schemas.openxmlformats.org/officeDocument/2006/relationships/extended-properties" Target="/docProps/app.xml" Id="R08e08dcaba9a498c" /><Relationship Type="http://schemas.openxmlformats.org/officeDocument/2006/relationships/officeDocument" Target="/ppt/presentation.xml" Id="Rb2675a78ceac43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122890a589400e"/>
  </p:sldMasterIdLst>
  <p:notesMasterIdLst>
    <p:notesMasterId xmlns:r="http://schemas.openxmlformats.org/officeDocument/2006/relationships" r:id="R14fea9caf6e94d07"/>
  </p:notesMasterIdLst>
  <p:sldIdLst>
    <p:sldId xmlns:r="http://schemas.openxmlformats.org/officeDocument/2006/relationships" id="256" r:id="Rb6b2d4cacc874c59"/>
    <p:sldId xmlns:r="http://schemas.openxmlformats.org/officeDocument/2006/relationships" id="257" r:id="Rb37dc73ddc654924"/>
    <p:sldId xmlns:r="http://schemas.openxmlformats.org/officeDocument/2006/relationships" id="258" r:id="R86daee9d7a694a91"/>
    <p:sldId xmlns:r="http://schemas.openxmlformats.org/officeDocument/2006/relationships" id="259" r:id="R6eea816c7b264847"/>
    <p:sldId xmlns:r="http://schemas.openxmlformats.org/officeDocument/2006/relationships" id="260" r:id="R597cf8124a2148f3"/>
    <p:sldId xmlns:r="http://schemas.openxmlformats.org/officeDocument/2006/relationships" id="261" r:id="R9f3562bb64c041cd"/>
    <p:sldId xmlns:r="http://schemas.openxmlformats.org/officeDocument/2006/relationships" id="262" r:id="R60c2d6f6dbc84eed"/>
    <p:sldId xmlns:r="http://schemas.openxmlformats.org/officeDocument/2006/relationships" id="263" r:id="Rd40df0dee6f44af4"/>
    <p:sldId xmlns:r="http://schemas.openxmlformats.org/officeDocument/2006/relationships" id="264" r:id="Rb95b849b2910400f"/>
    <p:sldId xmlns:r="http://schemas.openxmlformats.org/officeDocument/2006/relationships" id="265" r:id="R0ea190a84ccc49dd"/>
    <p:sldId xmlns:r="http://schemas.openxmlformats.org/officeDocument/2006/relationships" id="266" r:id="Rc4466364f869415f"/>
    <p:sldId xmlns:r="http://schemas.openxmlformats.org/officeDocument/2006/relationships" id="267" r:id="R80bdd160319d428a"/>
    <p:sldId xmlns:r="http://schemas.openxmlformats.org/officeDocument/2006/relationships" id="268" r:id="R1977ba89fbb841fa"/>
    <p:sldId xmlns:r="http://schemas.openxmlformats.org/officeDocument/2006/relationships" id="269" r:id="R3940b72d62754872"/>
    <p:sldId xmlns:r="http://schemas.openxmlformats.org/officeDocument/2006/relationships" id="270" r:id="R49681d13de324767"/>
    <p:sldId xmlns:r="http://schemas.openxmlformats.org/officeDocument/2006/relationships" id="271" r:id="R0b3d5bed9a5e4fba"/>
    <p:sldId xmlns:r="http://schemas.openxmlformats.org/officeDocument/2006/relationships" id="272" r:id="R6c6e6a6a2755430c"/>
    <p:sldId xmlns:r="http://schemas.openxmlformats.org/officeDocument/2006/relationships" id="273" r:id="R538cf842ff354d92"/>
    <p:sldId xmlns:r="http://schemas.openxmlformats.org/officeDocument/2006/relationships" id="274" r:id="R7ac0b874c5104b34"/>
    <p:sldId xmlns:r="http://schemas.openxmlformats.org/officeDocument/2006/relationships" id="275" r:id="R6c34a329dde14fdb"/>
    <p:sldId xmlns:r="http://schemas.openxmlformats.org/officeDocument/2006/relationships" id="276" r:id="R64dc0d0226264a7c"/>
    <p:sldId xmlns:r="http://schemas.openxmlformats.org/officeDocument/2006/relationships" id="277" r:id="R92e90ffb392f41e0"/>
    <p:sldId xmlns:r="http://schemas.openxmlformats.org/officeDocument/2006/relationships" id="278" r:id="R4d3b091e633b42f0"/>
    <p:sldId xmlns:r="http://schemas.openxmlformats.org/officeDocument/2006/relationships" id="279" r:id="R981b3892d5f0416f"/>
    <p:sldId xmlns:r="http://schemas.openxmlformats.org/officeDocument/2006/relationships" id="280" r:id="R1a3c04f441b248c2"/>
    <p:sldId xmlns:r="http://schemas.openxmlformats.org/officeDocument/2006/relationships" id="281" r:id="R169195775013421f"/>
    <p:sldId xmlns:r="http://schemas.openxmlformats.org/officeDocument/2006/relationships" id="282" r:id="Rf19a9b8a67ba4548"/>
    <p:sldId xmlns:r="http://schemas.openxmlformats.org/officeDocument/2006/relationships" id="283" r:id="Rf37a00a985a048ce"/>
    <p:sldId xmlns:r="http://schemas.openxmlformats.org/officeDocument/2006/relationships" id="284" r:id="R3048e558967c405c"/>
    <p:sldId xmlns:r="http://schemas.openxmlformats.org/officeDocument/2006/relationships" id="285" r:id="R00d2bd18b008412b"/>
    <p:sldId xmlns:r="http://schemas.openxmlformats.org/officeDocument/2006/relationships" id="286" r:id="R133f2ace39394016"/>
    <p:sldId xmlns:r="http://schemas.openxmlformats.org/officeDocument/2006/relationships" id="287" r:id="Rf18d4356404d46f1"/>
    <p:sldId xmlns:r="http://schemas.openxmlformats.org/officeDocument/2006/relationships" id="288" r:id="R9a8f09eb0dc247f5"/>
    <p:sldId xmlns:r="http://schemas.openxmlformats.org/officeDocument/2006/relationships" id="289" r:id="Rc15f36b249a5438a"/>
    <p:sldId xmlns:r="http://schemas.openxmlformats.org/officeDocument/2006/relationships" id="290" r:id="R871fdcf305574328"/>
    <p:sldId xmlns:r="http://schemas.openxmlformats.org/officeDocument/2006/relationships" id="291" r:id="R3b6345b344174031"/>
    <p:sldId xmlns:r="http://schemas.openxmlformats.org/officeDocument/2006/relationships" id="292" r:id="Rac1dead616ef4aea"/>
    <p:sldId xmlns:r="http://schemas.openxmlformats.org/officeDocument/2006/relationships" id="293" r:id="R41d1211ff8e34a10"/>
    <p:sldId xmlns:r="http://schemas.openxmlformats.org/officeDocument/2006/relationships" id="294" r:id="Rdbc60a7a8d824336"/>
    <p:sldId xmlns:r="http://schemas.openxmlformats.org/officeDocument/2006/relationships" id="295" r:id="Rb4cb16c7566140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50a315446e4f06" /><Relationship Type="http://schemas.openxmlformats.org/officeDocument/2006/relationships/slideMaster" Target="/ppt/slideMasters/slideMaster1.xml" Id="R8a122890a589400e" /><Relationship Type="http://schemas.openxmlformats.org/officeDocument/2006/relationships/notesMaster" Target="/ppt/notesMasters/notesMaster1.xml" Id="R14fea9caf6e94d07" /><Relationship Type="http://schemas.openxmlformats.org/officeDocument/2006/relationships/presProps" Target="/ppt/presProps.xml" Id="R8de99b1edd8646ec" /><Relationship Type="http://schemas.openxmlformats.org/officeDocument/2006/relationships/tableStyles" Target="/ppt/tableStyles.xml" Id="Re0e5e84b9d144108" /><Relationship Type="http://schemas.openxmlformats.org/officeDocument/2006/relationships/slide" Target="/ppt/slides/slide1.xml" Id="Rb6b2d4cacc874c59" /><Relationship Type="http://schemas.openxmlformats.org/officeDocument/2006/relationships/slide" Target="/ppt/slides/slide2.xml" Id="Rb37dc73ddc654924" /><Relationship Type="http://schemas.openxmlformats.org/officeDocument/2006/relationships/slide" Target="/ppt/slides/slide3.xml" Id="R86daee9d7a694a91" /><Relationship Type="http://schemas.openxmlformats.org/officeDocument/2006/relationships/slide" Target="/ppt/slides/slide4.xml" Id="R6eea816c7b264847" /><Relationship Type="http://schemas.openxmlformats.org/officeDocument/2006/relationships/slide" Target="/ppt/slides/slide5.xml" Id="R597cf8124a2148f3" /><Relationship Type="http://schemas.openxmlformats.org/officeDocument/2006/relationships/slide" Target="/ppt/slides/slide6.xml" Id="R9f3562bb64c041cd" /><Relationship Type="http://schemas.openxmlformats.org/officeDocument/2006/relationships/slide" Target="/ppt/slides/slide7.xml" Id="R60c2d6f6dbc84eed" /><Relationship Type="http://schemas.openxmlformats.org/officeDocument/2006/relationships/slide" Target="/ppt/slides/slide8.xml" Id="Rd40df0dee6f44af4" /><Relationship Type="http://schemas.openxmlformats.org/officeDocument/2006/relationships/slide" Target="/ppt/slides/slide9.xml" Id="Rb95b849b2910400f" /><Relationship Type="http://schemas.openxmlformats.org/officeDocument/2006/relationships/slide" Target="/ppt/slides/slide10.xml" Id="R0ea190a84ccc49dd" /><Relationship Type="http://schemas.openxmlformats.org/officeDocument/2006/relationships/slide" Target="/ppt/slides/slide11.xml" Id="Rc4466364f869415f" /><Relationship Type="http://schemas.openxmlformats.org/officeDocument/2006/relationships/slide" Target="/ppt/slides/slide12.xml" Id="R80bdd160319d428a" /><Relationship Type="http://schemas.openxmlformats.org/officeDocument/2006/relationships/slide" Target="/ppt/slides/slide13.xml" Id="R1977ba89fbb841fa" /><Relationship Type="http://schemas.openxmlformats.org/officeDocument/2006/relationships/slide" Target="/ppt/slides/slide14.xml" Id="R3940b72d62754872" /><Relationship Type="http://schemas.openxmlformats.org/officeDocument/2006/relationships/slide" Target="/ppt/slides/slide15.xml" Id="R49681d13de324767" /><Relationship Type="http://schemas.openxmlformats.org/officeDocument/2006/relationships/slide" Target="/ppt/slides/slide16.xml" Id="R0b3d5bed9a5e4fba" /><Relationship Type="http://schemas.openxmlformats.org/officeDocument/2006/relationships/slide" Target="/ppt/slides/slide17.xml" Id="R6c6e6a6a2755430c" /><Relationship Type="http://schemas.openxmlformats.org/officeDocument/2006/relationships/slide" Target="/ppt/slides/slide18.xml" Id="R538cf842ff354d92" /><Relationship Type="http://schemas.openxmlformats.org/officeDocument/2006/relationships/slide" Target="/ppt/slides/slide19.xml" Id="R7ac0b874c5104b34" /><Relationship Type="http://schemas.openxmlformats.org/officeDocument/2006/relationships/slide" Target="/ppt/slides/slide20.xml" Id="R6c34a329dde14fdb" /><Relationship Type="http://schemas.openxmlformats.org/officeDocument/2006/relationships/slide" Target="/ppt/slides/slide21.xml" Id="R64dc0d0226264a7c" /><Relationship Type="http://schemas.openxmlformats.org/officeDocument/2006/relationships/slide" Target="/ppt/slides/slide22.xml" Id="R92e90ffb392f41e0" /><Relationship Type="http://schemas.openxmlformats.org/officeDocument/2006/relationships/slide" Target="/ppt/slides/slide23.xml" Id="R4d3b091e633b42f0" /><Relationship Type="http://schemas.openxmlformats.org/officeDocument/2006/relationships/slide" Target="/ppt/slides/slide24.xml" Id="R981b3892d5f0416f" /><Relationship Type="http://schemas.openxmlformats.org/officeDocument/2006/relationships/slide" Target="/ppt/slides/slide25.xml" Id="R1a3c04f441b248c2" /><Relationship Type="http://schemas.openxmlformats.org/officeDocument/2006/relationships/slide" Target="/ppt/slides/slide26.xml" Id="R169195775013421f" /><Relationship Type="http://schemas.openxmlformats.org/officeDocument/2006/relationships/slide" Target="/ppt/slides/slide27.xml" Id="Rf19a9b8a67ba4548" /><Relationship Type="http://schemas.openxmlformats.org/officeDocument/2006/relationships/slide" Target="/ppt/slides/slide28.xml" Id="Rf37a00a985a048ce" /><Relationship Type="http://schemas.openxmlformats.org/officeDocument/2006/relationships/slide" Target="/ppt/slides/slide29.xml" Id="R3048e558967c405c" /><Relationship Type="http://schemas.openxmlformats.org/officeDocument/2006/relationships/slide" Target="/ppt/slides/slide30.xml" Id="R00d2bd18b008412b" /><Relationship Type="http://schemas.openxmlformats.org/officeDocument/2006/relationships/slide" Target="/ppt/slides/slide31.xml" Id="R133f2ace39394016" /><Relationship Type="http://schemas.openxmlformats.org/officeDocument/2006/relationships/slide" Target="/ppt/slides/slide32.xml" Id="Rf18d4356404d46f1" /><Relationship Type="http://schemas.openxmlformats.org/officeDocument/2006/relationships/slide" Target="/ppt/slides/slide33.xml" Id="R9a8f09eb0dc247f5" /><Relationship Type="http://schemas.openxmlformats.org/officeDocument/2006/relationships/slide" Target="/ppt/slides/slide34.xml" Id="Rc15f36b249a5438a" /><Relationship Type="http://schemas.openxmlformats.org/officeDocument/2006/relationships/slide" Target="/ppt/slides/slide35.xml" Id="R871fdcf305574328" /><Relationship Type="http://schemas.openxmlformats.org/officeDocument/2006/relationships/slide" Target="/ppt/slides/slide36.xml" Id="R3b6345b344174031" /><Relationship Type="http://schemas.openxmlformats.org/officeDocument/2006/relationships/slide" Target="/ppt/slides/slide37.xml" Id="Rac1dead616ef4aea" /><Relationship Type="http://schemas.openxmlformats.org/officeDocument/2006/relationships/slide" Target="/ppt/slides/slide38.xml" Id="R41d1211ff8e34a10" /><Relationship Type="http://schemas.openxmlformats.org/officeDocument/2006/relationships/slide" Target="/ppt/slides/slide39.xml" Id="Rdbc60a7a8d824336" /><Relationship Type="http://schemas.openxmlformats.org/officeDocument/2006/relationships/slide" Target="/ppt/slides/slide40.xml" Id="Rb4cb16c7566140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98425aca0e46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f2511d4604415c" /><Relationship Type="http://schemas.openxmlformats.org/officeDocument/2006/relationships/notesMaster" Target="/ppt/notesMasters/notesMaster1.xml" Id="R220cbc1e1c5a41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8a7b9e4ac74872" /><Relationship Type="http://schemas.openxmlformats.org/officeDocument/2006/relationships/notesMaster" Target="/ppt/notesMasters/notesMaster1.xml" Id="R2b79635f936a4c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221ce4e0e3442d" /><Relationship Type="http://schemas.openxmlformats.org/officeDocument/2006/relationships/notesMaster" Target="/ppt/notesMasters/notesMaster1.xml" Id="Rb873a1a9f5b546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eaa275fcb14af4" /><Relationship Type="http://schemas.openxmlformats.org/officeDocument/2006/relationships/notesMaster" Target="/ppt/notesMasters/notesMaster1.xml" Id="R73bc738ef15542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5b799f14cd4e27" /><Relationship Type="http://schemas.openxmlformats.org/officeDocument/2006/relationships/notesMaster" Target="/ppt/notesMasters/notesMaster1.xml" Id="Rc5279e7481984b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d9c9911408486b" /><Relationship Type="http://schemas.openxmlformats.org/officeDocument/2006/relationships/notesMaster" Target="/ppt/notesMasters/notesMaster1.xml" Id="Rd9f32c62a85b4f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add699a1764329" /><Relationship Type="http://schemas.openxmlformats.org/officeDocument/2006/relationships/notesMaster" Target="/ppt/notesMasters/notesMaster1.xml" Id="R8326ac35246942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1b6a7e19144298" /><Relationship Type="http://schemas.openxmlformats.org/officeDocument/2006/relationships/notesMaster" Target="/ppt/notesMasters/notesMaster1.xml" Id="R1a2016976c0946a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999733c2a1467b" /><Relationship Type="http://schemas.openxmlformats.org/officeDocument/2006/relationships/notesMaster" Target="/ppt/notesMasters/notesMaster1.xml" Id="R75b43553f785495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db83b826544e9a" /><Relationship Type="http://schemas.openxmlformats.org/officeDocument/2006/relationships/notesMaster" Target="/ppt/notesMasters/notesMaster1.xml" Id="R7dadaf7ada914d4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262fcfe63124968" /><Relationship Type="http://schemas.openxmlformats.org/officeDocument/2006/relationships/notesMaster" Target="/ppt/notesMasters/notesMaster1.xml" Id="Rb38a6fb204d24d8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91ede6d2a244348" /><Relationship Type="http://schemas.openxmlformats.org/officeDocument/2006/relationships/notesMaster" Target="/ppt/notesMasters/notesMaster1.xml" Id="R069a1b8addf44dc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b7bc6ba7fc54270" /><Relationship Type="http://schemas.openxmlformats.org/officeDocument/2006/relationships/notesMaster" Target="/ppt/notesMasters/notesMaster1.xml" Id="Rf2fe27921d714b9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ff8195e7c774588" /><Relationship Type="http://schemas.openxmlformats.org/officeDocument/2006/relationships/notesMaster" Target="/ppt/notesMasters/notesMaster1.xml" Id="Raff66eaf3e064da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9633de350bb4c3a" /><Relationship Type="http://schemas.openxmlformats.org/officeDocument/2006/relationships/notesMaster" Target="/ppt/notesMasters/notesMaster1.xml" Id="Rc26ca7d2465a40e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ebc7f8a81dc42b2" /><Relationship Type="http://schemas.openxmlformats.org/officeDocument/2006/relationships/notesMaster" Target="/ppt/notesMasters/notesMaster1.xml" Id="R0c539e1d7b004cf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b6cd75cf6a4437c" /><Relationship Type="http://schemas.openxmlformats.org/officeDocument/2006/relationships/notesMaster" Target="/ppt/notesMasters/notesMaster1.xml" Id="R2cc4fa9f1c2046b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825549544e74003" /><Relationship Type="http://schemas.openxmlformats.org/officeDocument/2006/relationships/notesMaster" Target="/ppt/notesMasters/notesMaster1.xml" Id="R0f9850dec633478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b35660e7278455f" /><Relationship Type="http://schemas.openxmlformats.org/officeDocument/2006/relationships/notesMaster" Target="/ppt/notesMasters/notesMaster1.xml" Id="R1cbb285937a24c9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3ae877bd8854e27" /><Relationship Type="http://schemas.openxmlformats.org/officeDocument/2006/relationships/notesMaster" Target="/ppt/notesMasters/notesMaster1.xml" Id="R61ea886dac60485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2f7d1504b6f4518" /><Relationship Type="http://schemas.openxmlformats.org/officeDocument/2006/relationships/notesMaster" Target="/ppt/notesMasters/notesMaster1.xml" Id="R75b027a725b245e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6c850a542b84823" /><Relationship Type="http://schemas.openxmlformats.org/officeDocument/2006/relationships/notesMaster" Target="/ppt/notesMasters/notesMaster1.xml" Id="R1097540b0c2540a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41879a2f5254c21" /><Relationship Type="http://schemas.openxmlformats.org/officeDocument/2006/relationships/notesMaster" Target="/ppt/notesMasters/notesMaster1.xml" Id="R7a66f80e25544ea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2e2c2853d054c56" /><Relationship Type="http://schemas.openxmlformats.org/officeDocument/2006/relationships/notesMaster" Target="/ppt/notesMasters/notesMaster1.xml" Id="R213a9a94970d49b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c27eb3012034a04" /><Relationship Type="http://schemas.openxmlformats.org/officeDocument/2006/relationships/notesMaster" Target="/ppt/notesMasters/notesMaster1.xml" Id="Rb6e52a492b6646d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943b48dd6794d85" /><Relationship Type="http://schemas.openxmlformats.org/officeDocument/2006/relationships/notesMaster" Target="/ppt/notesMasters/notesMaster1.xml" Id="R3eae4f3bc43d4d9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02156e24915473c" /><Relationship Type="http://schemas.openxmlformats.org/officeDocument/2006/relationships/notesMaster" Target="/ppt/notesMasters/notesMaster1.xml" Id="R0ca8c661278f420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cffdec099f7462f" /><Relationship Type="http://schemas.openxmlformats.org/officeDocument/2006/relationships/notesMaster" Target="/ppt/notesMasters/notesMaster1.xml" Id="Rb1dda060b7894f7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ee546fc415c44a0" /><Relationship Type="http://schemas.openxmlformats.org/officeDocument/2006/relationships/notesMaster" Target="/ppt/notesMasters/notesMaster1.xml" Id="R17cd55d68b0943c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96168c52b6a4476" /><Relationship Type="http://schemas.openxmlformats.org/officeDocument/2006/relationships/notesMaster" Target="/ppt/notesMasters/notesMaster1.xml" Id="R414e9638c9b84e0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3dcf85f285c4988" /><Relationship Type="http://schemas.openxmlformats.org/officeDocument/2006/relationships/notesMaster" Target="/ppt/notesMasters/notesMaster1.xml" Id="Rcd3863e3a232428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db6033b5cfd4651" /><Relationship Type="http://schemas.openxmlformats.org/officeDocument/2006/relationships/notesMaster" Target="/ppt/notesMasters/notesMaster1.xml" Id="Ree56abcc4faa412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10ae351ce444c8f" /><Relationship Type="http://schemas.openxmlformats.org/officeDocument/2006/relationships/notesMaster" Target="/ppt/notesMasters/notesMaster1.xml" Id="R41512653183f4fe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0e69595d9ce4cd1" /><Relationship Type="http://schemas.openxmlformats.org/officeDocument/2006/relationships/notesMaster" Target="/ppt/notesMasters/notesMaster1.xml" Id="R4b307d8b5fd7476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5df63fe254f4e84" /><Relationship Type="http://schemas.openxmlformats.org/officeDocument/2006/relationships/notesMaster" Target="/ppt/notesMasters/notesMaster1.xml" Id="R8ecdbaff4585479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2a8255dee264599" /><Relationship Type="http://schemas.openxmlformats.org/officeDocument/2006/relationships/notesMaster" Target="/ppt/notesMasters/notesMaster1.xml" Id="R1e1373dd3b5d436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e55c8829a8c4b1a" /><Relationship Type="http://schemas.openxmlformats.org/officeDocument/2006/relationships/notesMaster" Target="/ppt/notesMasters/notesMaster1.xml" Id="R5f5258673804487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3d07a82c4c24d5d" /><Relationship Type="http://schemas.openxmlformats.org/officeDocument/2006/relationships/notesMaster" Target="/ppt/notesMasters/notesMaster1.xml" Id="R299f914c064148dd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1bb0d2d899d04dd3" /><Relationship Type="http://schemas.openxmlformats.org/officeDocument/2006/relationships/notesMaster" Target="/ppt/notesMasters/notesMaster1.xml" Id="R48d7a3011a1e4df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d97d87160ee14037" /><Relationship Type="http://schemas.openxmlformats.org/officeDocument/2006/relationships/notesMaster" Target="/ppt/notesMasters/notesMaster1.xml" Id="R86a6d3648aa648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57f63f0df34c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1ca1589be7491d" /><Relationship Type="http://schemas.openxmlformats.org/officeDocument/2006/relationships/slideLayout" Target="/ppt/slideLayouts/slideLayout1.xml" Id="Rfcde8504118840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de8504118840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af9e73a8854e8d" /><Relationship Type="http://schemas.openxmlformats.org/officeDocument/2006/relationships/notesSlide" Target="/ppt/notesSlides/notesSlide1.xml" Id="Re03eef90074048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3059570f4c4d5a" /><Relationship Type="http://schemas.openxmlformats.org/officeDocument/2006/relationships/notesSlide" Target="/ppt/notesSlides/notesSlide2.xml" Id="Rf5581d7160834f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dc8ae0b1db43a8" /><Relationship Type="http://schemas.openxmlformats.org/officeDocument/2006/relationships/notesSlide" Target="/ppt/notesSlides/notesSlide3.xml" Id="Rd1739fcfddc548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8bccb4d6a6433e" /><Relationship Type="http://schemas.openxmlformats.org/officeDocument/2006/relationships/notesSlide" Target="/ppt/notesSlides/notesSlide4.xml" Id="R2242409c206141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a6443492fb44b8" /><Relationship Type="http://schemas.openxmlformats.org/officeDocument/2006/relationships/notesSlide" Target="/ppt/notesSlides/notesSlide5.xml" Id="R2d937abe17bf4a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7b553244754528" /><Relationship Type="http://schemas.openxmlformats.org/officeDocument/2006/relationships/notesSlide" Target="/ppt/notesSlides/notesSlide6.xml" Id="Ra877db5c3ea746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f6ea6510464777" /><Relationship Type="http://schemas.openxmlformats.org/officeDocument/2006/relationships/notesSlide" Target="/ppt/notesSlides/notesSlide7.xml" Id="R91b42067989247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beb6ec0d7d4865" /><Relationship Type="http://schemas.openxmlformats.org/officeDocument/2006/relationships/notesSlide" Target="/ppt/notesSlides/notesSlide8.xml" Id="Rfa213f389a304e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bc5c63d6ba422b" /><Relationship Type="http://schemas.openxmlformats.org/officeDocument/2006/relationships/notesSlide" Target="/ppt/notesSlides/notesSlide9.xml" Id="R87901198e63a4b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47f799e43469c" /><Relationship Type="http://schemas.openxmlformats.org/officeDocument/2006/relationships/notesSlide" Target="/ppt/notesSlides/notesSlide10.xml" Id="R37a11c648b35459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e6a7b8123404c" /><Relationship Type="http://schemas.openxmlformats.org/officeDocument/2006/relationships/notesSlide" Target="/ppt/notesSlides/notesSlide11.xml" Id="R0094d3300f8049e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e918c99687466b" /><Relationship Type="http://schemas.openxmlformats.org/officeDocument/2006/relationships/notesSlide" Target="/ppt/notesSlides/notesSlide12.xml" Id="R6055cf37ac5b423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0ef4ffc1f84778" /><Relationship Type="http://schemas.openxmlformats.org/officeDocument/2006/relationships/notesSlide" Target="/ppt/notesSlides/notesSlide13.xml" Id="Rf3a7dbacde34407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5003fa603453c" /><Relationship Type="http://schemas.openxmlformats.org/officeDocument/2006/relationships/notesSlide" Target="/ppt/notesSlides/notesSlide14.xml" Id="R49dbf104058e4a7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291f3f48d4e4e" /><Relationship Type="http://schemas.openxmlformats.org/officeDocument/2006/relationships/notesSlide" Target="/ppt/notesSlides/notesSlide15.xml" Id="Rd45a4753a383458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9a63d3d284fa5" /><Relationship Type="http://schemas.openxmlformats.org/officeDocument/2006/relationships/notesSlide" Target="/ppt/notesSlides/notesSlide16.xml" Id="R087d1ae28f0c415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4a3f2ca52648fc" /><Relationship Type="http://schemas.openxmlformats.org/officeDocument/2006/relationships/notesSlide" Target="/ppt/notesSlides/notesSlide17.xml" Id="Rfbb2f0a9116a4b3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07f9522736413f" /><Relationship Type="http://schemas.openxmlformats.org/officeDocument/2006/relationships/notesSlide" Target="/ppt/notesSlides/notesSlide18.xml" Id="R48aa6fc5c53d4eb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6fc85ab6794dee" /><Relationship Type="http://schemas.openxmlformats.org/officeDocument/2006/relationships/notesSlide" Target="/ppt/notesSlides/notesSlide19.xml" Id="Rb1216f4651834d3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a8892b66b245a8" /><Relationship Type="http://schemas.openxmlformats.org/officeDocument/2006/relationships/notesSlide" Target="/ppt/notesSlides/notesSlide20.xml" Id="R000f65e4efd0497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4e630006d44fbb" /><Relationship Type="http://schemas.openxmlformats.org/officeDocument/2006/relationships/notesSlide" Target="/ppt/notesSlides/notesSlide21.xml" Id="Rd0a88a1dd0724b6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efab870264ceb" /><Relationship Type="http://schemas.openxmlformats.org/officeDocument/2006/relationships/notesSlide" Target="/ppt/notesSlides/notesSlide22.xml" Id="Rac9cf4cff461461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9128be55be4dd2" /><Relationship Type="http://schemas.openxmlformats.org/officeDocument/2006/relationships/notesSlide" Target="/ppt/notesSlides/notesSlide23.xml" Id="R5f9f07c8bb404ad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125a984da14ace" /><Relationship Type="http://schemas.openxmlformats.org/officeDocument/2006/relationships/notesSlide" Target="/ppt/notesSlides/notesSlide24.xml" Id="R2bc428a6f49a4a0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e8dcec62894e05" /><Relationship Type="http://schemas.openxmlformats.org/officeDocument/2006/relationships/notesSlide" Target="/ppt/notesSlides/notesSlide25.xml" Id="R7a7914be0e4a4ce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cdadfdb58d4ba0" /><Relationship Type="http://schemas.openxmlformats.org/officeDocument/2006/relationships/notesSlide" Target="/ppt/notesSlides/notesSlide26.xml" Id="R2960de1653d9450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68b4153e1b46e2" /><Relationship Type="http://schemas.openxmlformats.org/officeDocument/2006/relationships/notesSlide" Target="/ppt/notesSlides/notesSlide27.xml" Id="R0d6c504d7ecd46e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8fe488bf74b20" /><Relationship Type="http://schemas.openxmlformats.org/officeDocument/2006/relationships/notesSlide" Target="/ppt/notesSlides/notesSlide28.xml" Id="R4872992c0f5f41b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eaf888bc944f9a" /><Relationship Type="http://schemas.openxmlformats.org/officeDocument/2006/relationships/notesSlide" Target="/ppt/notesSlides/notesSlide29.xml" Id="R33c77055f4d4481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d950edef814f10" /><Relationship Type="http://schemas.openxmlformats.org/officeDocument/2006/relationships/notesSlide" Target="/ppt/notesSlides/notesSlide30.xml" Id="R1e4a1fdc3a4a45c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a21268c7240c2" /><Relationship Type="http://schemas.openxmlformats.org/officeDocument/2006/relationships/notesSlide" Target="/ppt/notesSlides/notesSlide31.xml" Id="Rdb685a0e43e2496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c21200bc234806" /><Relationship Type="http://schemas.openxmlformats.org/officeDocument/2006/relationships/notesSlide" Target="/ppt/notesSlides/notesSlide32.xml" Id="R4838f508b53f4e2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5684c7328d4364" /><Relationship Type="http://schemas.openxmlformats.org/officeDocument/2006/relationships/notesSlide" Target="/ppt/notesSlides/notesSlide33.xml" Id="R7fc7400d4fa8426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a41df2e28143a5" /><Relationship Type="http://schemas.openxmlformats.org/officeDocument/2006/relationships/notesSlide" Target="/ppt/notesSlides/notesSlide34.xml" Id="R86ee1f7a3a25410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66460e42344311" /><Relationship Type="http://schemas.openxmlformats.org/officeDocument/2006/relationships/notesSlide" Target="/ppt/notesSlides/notesSlide35.xml" Id="R64246d8909ed4bf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2495f5ed44735" /><Relationship Type="http://schemas.openxmlformats.org/officeDocument/2006/relationships/notesSlide" Target="/ppt/notesSlides/notesSlide36.xml" Id="Rcb7da360daee4ad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75d10a6ff94760" /><Relationship Type="http://schemas.openxmlformats.org/officeDocument/2006/relationships/notesSlide" Target="/ppt/notesSlides/notesSlide37.xml" Id="R7e3fdf67773e4d5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1f5d144554c31" /><Relationship Type="http://schemas.openxmlformats.org/officeDocument/2006/relationships/notesSlide" Target="/ppt/notesSlides/notesSlide38.xml" Id="R9471e18a75f94fc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0a3d96aea0418c" /><Relationship Type="http://schemas.openxmlformats.org/officeDocument/2006/relationships/notesSlide" Target="/ppt/notesSlides/notesSlide39.xml" Id="R077824dcaa13471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141aaf1bd84d1f" /><Relationship Type="http://schemas.openxmlformats.org/officeDocument/2006/relationships/notesSlide" Target="/ppt/notesSlides/notesSlide40.xml" Id="R7f3c247d0ef7453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A45CC6-C7F8-46DB-B221-9792E113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68DE5-06ED-4D11-B67B-2646DC45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Ordinary differential equations of higher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CEFCF0-4F77-42D3-B193-D4183623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Differential Calculus &amp; Linear Algebra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1BMATE101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A8DAAF-26FF-4BB4-8DC7-E9EC01AA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C75EF8-E05B-4E81-852B-95B58D00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9B1A31-C460-41E6-8F04-FE841A86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3247B9-2A8C-4EA0-A4A1-E7EE3B84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A0A63F-9C9E-4171-9CC1-D3EBFD25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F59B13-9EF5-426B-9785-62DE634E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F22359-952F-42BB-9B5E-1944BC82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C9C206-E2B9-4C88-9CE6-56D9677B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250A61-E255-49AA-9C0C-75F95860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018245-D1E3-45ED-A769-C30666E3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6987543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F091E3-7457-4AA5-91E7-F9D05AD3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AC9C03-FCEC-42B9-837F-655826EA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78571A-E8A4-4BA4-9F4A-C73DEE07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EABDA9-EF20-4CB4-B48A-D223A6DA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8338B9-3B0A-4795-8D3F-24BE56C3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488029-9699-4ADF-8941-0EDA2C71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4C50BB-363A-4D3B-A8B3-9038D95A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B1386B-3F32-49EA-9EED-029E5DBE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B078E4-2A60-436F-82ED-147D7DF1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F1266C-5650-4EDA-A622-DEFB03A6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C29DF7-CC23-42CC-BC4E-B5CA93C8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14BFCF-569C-4591-9BFF-A9CEF049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041A89-D671-4965-9412-AAA72B74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D609A1-A73B-4F0A-98C3-66AEE1B4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E07C87-2D13-4C6D-9F5A-3DB2E30A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638268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E0CF1E-944D-42ED-9523-25C096BB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A88382-9C37-419D-87DF-E0C61CA6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9729F7-887D-492D-B2E8-98C842EC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E876F2-6790-4A56-9BC7-C3A51CD2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F2D2B6-04AE-42DA-B979-E4AD0714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EFE06D-5709-4792-88B5-5B6B641B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B28C3C-63E9-43E0-9215-212E5CC0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E5F447-E763-428D-9DEC-353166C7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8A5A47-00AF-47C8-9417-7C3CDCEE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Ordinary differential equations of higher Order (8 Hours...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054325-DB72-431C-AFFC-1D475839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356990-9320-41F1-840D-E998C7DD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5E156B-1BB3-4A26-AE28-ED830A2B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homogeneous and non-homogeneous equations -𝑒𝑎𝑥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459C82-BED4-4A16-82A5-B2D264A7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0365F1-A06A-45C1-9FDD-3AF78610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F0C390-8D01-4194-9AC0-477F6D58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sin(𝑎𝑥 + 𝑏)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CE064E-412E-4961-B8D6-6F026FAE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AF76CE-5723-4B43-8B37-CD13B91A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2F3769-9BEC-45FC-A42F-DBAB9423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cos(𝑎𝑥 + 𝑏)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509197-B76D-4A6D-9E41-43679248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B4F1F9-D3B3-4571-BD20-E72D747F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DFC14E-A60D-4D00-B028-4F6E5457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𝑥𝑛only. Method of variation of parameters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563FD2-3996-4CD6-9CF3-E28798CC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972C39-DF46-4DA2-802E-68F8BA48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F4D225-92C8-4353-BFAE-BA3AE64D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Cauchy's and Legendre's homogeneous differential equations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8926B9-BE71-4A8C-8171-C20766C3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636727-609B-432B-8606-162F801A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602E3E-79C0-4DAF-B9BE-EA572A22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L-C-R circuits. Textbook-1: Chapter-13.1-13.9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2FA467-01A4-4A95-90B2-D525B7F2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E838B2-F18A-4949-8958-38EE6701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7152237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41435A-6484-4DE1-AF4B-42D61013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598545-82CC-422F-B9AA-F975532C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1C1882-86A7-4A43-B5E7-699DE5FB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E3D187-F101-4610-AC84-36222372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4FEA4E-0051-4245-B47B-57FD715D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F63147-D1DA-472C-ACC4-425F1870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112328-7E22-448F-BE93-6BA9B0EE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7A587B-ADC1-4A69-B61B-12D4292C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Ordinary differential equations of higher Order (8 Hours....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5A2F58-6811-49FE-A724-044E5033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9CBE83-8B31-42A4-A6C3-E834838A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A6164F-39C0-4342-A839-557765FA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homogeneous and non-homogeneous equations -𝑒𝑎𝑥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D0D496-02C1-4A69-8471-8ECE0D36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F0DFF2-9FF7-490F-B4AF-9DF5D133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9204A6-797F-45DD-90B6-2446E612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sin(𝑎𝑥 + 𝑏)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CE8E06-FFA7-46A6-9445-F842AB7D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102C0-CBFC-48FE-AE63-F9094720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AC6781-905D-4FAB-9FCD-34438B4E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cos(𝑎𝑥 + 𝑏)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E094EA-A8C6-4286-8909-B6283F78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D8AD55-54BD-420C-A94C-FC15FF6C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0BCB3E-64FA-45A6-BFD4-8A676A35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𝑥𝑛only. Method of variation of parameters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24198E-D4F7-4175-9744-29236389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713956-1F9B-47D7-B1F2-C35D9C7D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B9053A-6D8D-4E84-B71B-7C182BB9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Cauchy's and Legendre's homogeneous differential equations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0222DA-B469-4579-888C-92EA07B7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7172D5-243B-4898-B4F7-220B7C69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8E5D6F-8080-478B-B615-06C36451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L-C-R circuits. Textbook-1: Chapter-13.1-13.9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4723BC-6B16-4FF0-8927-E8296880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EA3BB0-E48F-4D5E-944B-D853C337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61D07A-017C-401D-83AE-F87E2951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7950746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6FA799-84F9-4A2B-9384-CD24CB24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447BFD-EE43-4E57-B2A0-F4864405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4BB1AA-E310-41A4-96B2-547F987B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3EAB44-F60E-4A93-A744-4703DCBF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DAE704-C38F-4176-9191-43EFC961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Ordinary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6F7F48-0C8D-4268-829D-4AA50728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differential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CC44BF-0ACC-4F5D-9BC7-E65304A6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equations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2A7F77-AA8D-4E1B-B7D4-CBA48C42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higher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F8D495-EC94-4A41-8383-84EDA731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Order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D94FEB-D40D-4D9B-88A1-F074D843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Tutorial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547610-FD23-4F52-8F45-41699CCA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Higher-order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70EA82-D231-4F45-9D8A-FF79F68B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linear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B98379-5E25-4A27-AAA1-1D436FBE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constant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5EDC56-CADE-401A-99D2-399F9EC1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coefficients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326947-0D4E-4B8F-A371-4652B2A1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80A72D-8EDF-4DCE-A64A-4C4DB7C5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4028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68D899-E0F3-4861-856F-F636A092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9CFB71-C906-4AB4-82B7-90FE5213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58559A-A2ED-4523-88E5-9A584B87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BB7ABE-A44B-4CCE-BD7B-CF738A21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7E3FBF-BFBD-4F84-8E8C-ECAED3C5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Ordinary differential equations of higher Order (8 Hours Theory + 4 Hours Tutorial) Higher-order linear ordinar...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7ADE54-FD0D-4660-A5D1-6145A3A3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Ordinary differential equations of higher...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3074EF-27AD-4581-8994-B2212036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8C4155-E56E-48CC-BE46-8E11BDAC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E636EB-3011-45AA-8357-20D5198B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C88BA6-8A0E-497A-B3DB-D3114F92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1F56DB-6E58-4003-99E2-0748589F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A882FD-597B-4822-9D36-87A0C1BE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B2D0C8-4C18-497F-AD54-F64778CF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29F403-DE55-4316-844D-01FA01BE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74B6EF-A300-40CB-AF7F-7C1EFE7B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5FF20E-318D-4A87-8A23-1DCF17FE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705231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58489B-0A6C-4331-9B4A-3C4A609C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ADE77E-6037-4EA3-949C-60187BAF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AA5559-C2C6-4FA8-9EFD-ECEACEB1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79A4B6-474E-49CF-9A40-4F75F121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2A7E3E-8862-43AB-A123-4196836F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19CF45-24E4-4FC0-8F52-8CC3006F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24AF67-33E0-43FD-873C-CE97E87E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0A24FC-3F4E-4604-932C-825106E4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77D8FE-2F70-4437-987C-E6120BFA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Ordinary differ...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71512A-D063-49FE-8B1F-AE803AE1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9F9274-14A9-4D97-AB12-6BE16A9D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665609-9A24-464B-90A5-C645A090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Ordinary 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05C5C7-4639-4701-AA08-B69B5FF2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642693-7F06-43BC-8E9A-46405C42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C830B6-B7D9-4C18-B9D7-00F9D685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Ordinar...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1A307D-D05B-4625-8280-C4F50A37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DE1106-5C5E-45FB-ABF6-A173AA65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DFBDBC-CC72-4CF0-B663-3535054B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Ordinary diff...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FFFD1B-B359-4654-8073-18DDE6C6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5D7EA8-31DF-4EDF-B6C5-B2569EBB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572AE6-F5CE-4005-B342-97CAE27B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Ordinary di...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627ECD-26D9-4FA9-95B7-5D26A18C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B9B417-2A57-4A01-BF49-BBCFD6A7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6023696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906457-29E8-484F-B659-280DD34B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4CC9B8-A97C-4FE0-98D1-59CB9467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6984A4-12BA-4C59-9626-0C18C09D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E8EBAD-0B63-4F01-834D-37507E5E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67BA94-8ADB-4B46-9096-9FFDB42A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7D37DF-B4BA-4E18-8AC5-3FE76F63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CE2EA1-732C-423B-8C07-3D3DB67B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747A1B-3E4B-4CB5-B973-9D3372D1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EAEFA1-4D35-4692-A757-94AF106A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ADDAAE-8F6E-4257-B2A1-74DAFEDC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4EF491-73E0-41FB-8CF9-AE88D71E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8E1CF0-7DA0-45BF-9324-3FCF1921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4F5DE0-327C-4AE1-9367-FA82B846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4EB01B-41CB-4163-9089-572BF08C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FE203B-8C04-4FC3-80AA-52A01DC3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1374240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F9F656-2DA8-41E9-8C62-AFDBC614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9D7AFF-2E6A-4E0E-9D2F-FBDFFE01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6C5103-4A30-4E11-946B-113EB6D0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CAD3D2-DB8D-4F18-91A3-A6030CF5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7A0A89-2862-456E-9F0C-7529A080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D2D5C3-4EBB-40CB-A646-01F44CBD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Ordinary differential equations of higher Order (8 Hours...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A8BDDF-FCEE-470B-BB80-C0209CAF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F0B839-B158-40FA-BEF8-2C812AAD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7D4AE5-F890-4BA6-833F-851B5F71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E1ADF4-568A-443D-8E41-1D2C91FB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D3870E-44DF-4CBF-B391-E9306029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2092078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68EE33-6742-4AA5-85DA-3BD8A57C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2E97A5-C592-47BC-911D-599F26B1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EB5559-C004-4253-AD7C-B2F34A98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8DD725-925F-4A52-8305-5D9132EA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B3AE82-F072-49E6-B54D-194A885C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homogeneous and non-homogeneous equations -𝑒𝑎𝑥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A3C580-85C4-48FB-B196-B80D939A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homogeneous and non-homogeneous equations...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0AB40C-5992-4A2F-95DC-83D2A806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878DB9-B453-4963-9D68-EABEB93D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1A62C1-A667-4B02-87B4-6CDF1B90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DCF253-7814-41FA-BF71-BA31BBE2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EBEB58-229D-4DEF-81C8-88905EF4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BEC5F5-0998-44D1-B74F-E97C45E3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1CF694-EF03-483A-BD78-C7698210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3A2CB4-F7BE-43FA-A375-E726F0B2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822D08-7D8A-4CF6-91B3-13FF9E3F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C6D2B6-E1D6-4924-AECB-29D759A2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4913254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C7D910-DEF3-4E95-A898-601E50FC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8EA023-DF03-4899-8924-2F7B8CA1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7A0D21-DAC3-4C77-8CEE-7A15F191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59E942-5BD1-4987-9D32-50FD554D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2329F9-6E87-4E11-91A0-73CD6DDE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32378E-5E45-4671-9A21-AD8A1FC0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87F1AC-279A-4EEE-A290-DF8E1888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3FA25A-F942-493B-A170-1168F2C2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949D1E-CED5-4A1B-9A6C-638864BC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homogeneous and...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2D47CC-EAB3-4FBB-87AE-DD31731F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7E8E92-78C2-46C8-9949-713532DC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EC7F1C-FF41-4F57-A727-F37FF16C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homogeneou...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14744A-C4D1-476B-96BC-75A5EA4C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1278CE-C54A-4DED-A0A7-B7ABDA2B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EA2138-A9C7-4BF9-A1B5-F52D6B39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homogen...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C451A1-A6ED-44EC-B3EA-2DD8EAEC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E1810A-E743-44F6-B7F7-23675513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1210D3-1907-4B08-8473-D1ABB145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homogeneous 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E993A2-88C8-41FE-B4FC-816671F5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4888FF-CA94-4F95-A433-AF97FD25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2AB4A7-E1EC-44B7-9317-78AF45DA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homogeneous...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D7599D-0D74-4515-82C6-0C2282A0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FE4CB1-9325-476E-9DBB-9DD9008A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8429716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C42F17-EBF4-4F93-B5E8-8CB84380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0EC6FC-98B5-4C39-8ACF-AFF2950C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C056B9-F651-46B6-B9EC-8E294795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0D024B-276D-4162-A934-5FB31CA8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0C8849-2F7A-43FF-99A2-5FDCEA88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570DE9-CACD-4BD1-84C3-B622B866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B93C84-AAAE-48AA-A253-1FC69A2A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B4E046-1612-4FEC-82E6-FB544816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87DCB2-CA02-47E4-9BB1-56D6CFEB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90F713-712F-4CE6-B157-C391E060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E5C27E-15CE-43B4-8B70-FB9CB880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6F0847-2388-4522-AA4A-9C3C9263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7A3F03-39E3-484A-B875-1A3A0E40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5CC570-5C59-45E2-A843-44635A40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46F57F-0ED1-40B7-A45A-AF86C7EF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8194515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79D41E-104D-4DE5-BB1C-A3453BDA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E74688-5717-4BAB-BF63-6BB12768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1CD940-3D3C-481B-B503-9CECDE6B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7B8CA5-DA03-40DF-B802-382126C5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CD47A6-D330-4D3A-9325-46079D80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036036-6C1F-4657-94C7-1C13A47F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homogeneous and non-homogeneous equations -𝑒𝑎𝑥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44575A-CE52-4880-93B7-EAF8BBC6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ABD0FB-5969-435E-9561-92EB7E80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E96EDA-F923-4B3A-B0D6-3F62F71C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7D2561-3CCB-45AD-B07D-B58B5DE4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BC3A02-40F6-46D5-9D00-69906BCF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96874711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0A3A67-7761-4A66-BEDB-5A80CC48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A33A3B-EBC9-49E2-ABBC-B5382125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7C3244-B439-4F45-803F-BC73C162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9E57AD-2FAD-453D-B974-6A22B966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5708D1-2582-4D7B-8ADB-31D8A8AE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sin(𝑎𝑥 + 𝑏)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808816-D96A-4583-A2B2-E132F26D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sin(𝑎𝑥 + 𝑏)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B04B2C-84A4-42BC-92ED-9CB8A4EB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70769C-5146-4A83-985A-02672530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B6A62C-AE6E-43E9-973A-8C220EEC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AA87F3-CDA1-40F1-9124-12D82BF0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B8578D-AB38-411C-A893-E54D2E08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9C4ABA-8B87-4052-B59B-86D526B2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A023E4-51D9-47F3-8F93-DC21CF3D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B71420-2B3D-471C-B7D1-419DCCE0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410373-7B7F-4031-8211-E3BFF27B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EE26F5-1B62-4CFD-80A1-D50A6A52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61375658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3A7C95-E2DB-4A2D-A542-0F55DEDA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207FD6-8718-43E8-A642-7679249B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0B6E3E-4B3D-446C-8B75-4BB5D582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D60AD7-323D-4157-8A9E-10C65093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3A257E-41F2-4A2C-BC42-6AC7FCB4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E300C1-5862-4362-9FBD-9AEC3FD8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B3E7B3-9AF3-4A0B-870C-13C3EAF5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49083E-1950-4C1D-8565-44AB830F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4BF252-4D4B-4CF8-BAED-23BFEDC1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sin(𝑎𝑥 + 𝑏).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C645D7-BECA-4821-8A0A-706BD903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CE10C2-E0BF-4735-BDB4-24892E6C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1B0C13-0D29-4F5E-A62F-7999506B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sin(𝑎𝑥 +...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22ACAE-E270-4912-8A8B-5B5D8497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19E8F6-1AE2-4CA0-9A7C-E6C4C3C2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5FAE46-340E-47E9-94C8-021D468D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sin(𝑎�...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101160-2D02-4429-ACCD-5CA64C65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4C8B20-31DD-4D38-A873-16B6F016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2B19E0-16D0-4088-8C20-FC736D25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sin(𝑎𝑥 + 𝑏...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2AFA82-14EE-460C-98FB-FCF01E39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23AA49-5A29-417C-A957-AEA6021E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5417DF-566B-4E9F-8D98-0129A0BF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sin(𝑎𝑥 +...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A931D9-B0A6-4942-BDB8-79859018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7BB382-1EBE-4C8A-8CDE-4D066FC0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42348247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BFE17E-22CE-4E96-94BD-CEA47DDC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0AA5DA-5668-4F58-9282-7581D0B6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B82E88-3613-4744-97DB-A5C0B7B6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012C20-7677-4702-9489-B585DCC8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E259FF-C46A-4B63-B2BB-B6D84C37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B60A90-EDD7-4945-B86B-6F3028C6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EE7044-9E0D-4787-B11D-52659116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F13E99-3003-4C01-8E4D-41BBE445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FC74B6-8FC3-4FCB-8C74-D927A578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19BB77-F446-4179-A888-52CF50A5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43B6FC-8C72-4E9B-BEE1-F2422FD3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E461B3-E77F-4570-B132-932E5E9A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154819-0CCE-41D4-8BD7-9FCCACE9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876B24-FD37-4999-A510-930BADD7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C9C916-85D6-4022-A02B-5C36EC03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8163259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091DB6-0B48-417B-A121-FB1848C2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352DE6-599F-47EC-B12F-03CCFF0E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20FEBC-F3BE-43EB-B2E7-115B68EE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AF4E6F-61B8-418A-9346-1C2DA1C3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92C0FF-89C7-4A93-B099-1200F95C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3270E1-37B1-4495-8A61-E14651D1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sin(𝑎𝑥 + 𝑏)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7D2E97-0498-4545-B6F9-9B93B381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F2C453-A206-43AF-BA4B-562A0863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435FB7-E7B9-455E-AEA3-06B8152F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220F26-F0AC-4621-903A-BFF186C1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A0179E-DE3C-43F8-A3AC-464DEEAE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42063241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DAF9D0-243D-4981-9AAE-C8960CB9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3B7A17-EA1D-41C8-ADF8-ACD51A0F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AEF501-693B-4996-A6E7-CE1CE2B3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EE796C-B03A-40C6-8AF3-DD22C593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30DA8B-FE35-4612-ABB2-01614E00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cos(𝑎𝑥 + 𝑏)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4D46C-6003-401F-951D-C0E5D264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cos(𝑎𝑥 + 𝑏)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8B266A-CC09-4930-87FC-69293707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9132AB-972B-432D-8AE2-20EDDB4F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9B0A64-5AB0-4744-86B1-9F3F5CBD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ED1F9E-490E-41E5-8AC1-9DB275E5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3CBD10-42AF-47D2-92A1-7A7783D2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84D638-13B2-488B-BD9F-12E6C143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FF4FD6-9DEC-4C9F-A36A-074D6B45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8AFD0B-2A8D-4D06-AF05-A2569EBA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B97080-AA52-49D7-BA69-5E298A78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1E5F82-38A5-4861-A8D6-EA6D49EE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84888308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BBA433-724B-4416-B0A1-CC17E70A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691E0E-DE07-4AAC-8933-6D00304F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FD8AB3-9080-41B8-9227-BA19E5A4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9AE748-A986-4BA2-AD45-FEA013A6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8BD809-0285-401D-A45C-0ADDBE6B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3BD656-6248-4152-8CD1-B7C3A2C2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C0E396-324A-461C-814C-550A4749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CFB8CE-35DA-49A7-88FD-94412FAC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FC9A5E-B1B7-40E9-9B37-B3128199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cos(𝑎𝑥 + 𝑏).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8ADBA6-7B7E-40A0-8149-C51C67D5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E9083A-CD56-4A76-9CDC-4BC351BC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1E60F0-9981-429C-9AEA-47E3C0DB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cos(𝑎𝑥 +...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AAAC77-7393-441E-A358-EFA7514D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1E8562-52E5-4796-ADEE-BEB12DA6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E6D6B8-8C22-41A8-9283-E1EEAB81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cos(𝑎�...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5439FC-200D-4416-8B44-91268C76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1ECEF2-09CE-423F-A18B-6D1180D2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AF138A-97BF-4F9A-98F5-D0232526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cos(𝑎𝑥 + 𝑏...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35A0D4-FACE-47C0-B936-26E6B20E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B470AB-FEE3-4AB4-818A-E790C0CA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16CBF9-0FE5-478D-AE8E-52423B33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cos(𝑎𝑥 +...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FD1C6B-08ED-454B-8CB2-AAA29A9A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100C91-3FCF-473C-A1D8-59F077CA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84419717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722354-F6A2-4425-9DC9-2B55E232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584C96-44BD-411B-A420-863EA309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BD880E-D442-4F5C-AE37-E39B00EA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9267B3-C383-42E2-9002-1A38589A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362CEA-F63D-45CF-BEE0-A3B94A4A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A608AA-E133-4B0C-BCAD-11D5BF19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5100C4-A488-4C14-8BAD-D89CFD98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9A7E14-E1A8-4D6F-8139-21F375B8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80AB1D-F389-47BE-9560-4215278E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E72E53-D246-4DE5-B44C-CF455FB8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08CF51-9BFE-4ED1-AC79-8BA6C4C7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868C88-7C69-4352-9D51-C7A3A6D6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6427B0-8129-47B4-9207-CA82ACA7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D1E037-84C3-4121-86C1-B6E40846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A33F37-AA9A-4942-84EA-D849D875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77408905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70EBFD-CAAC-4F4B-8011-DCA62701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E66B7B-782D-4244-9768-A64B6C971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9CA71D-97FE-4BE4-8AA2-CF9773C7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0CA7AB-5AAB-4565-87BB-3834B0DA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909BE6-2374-4DAF-B5E2-5B827D18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96887B-F209-4A35-8DB6-0647B3B8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cos(𝑎𝑥 + 𝑏)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03E239-9369-4BD4-BAF7-DB057EF6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0BAB10-2741-43FE-AF8E-7413E48D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39EDC3-0B96-4A19-8C85-22D4C59E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6EBCB8-A5CB-450B-8624-DFC3A6E4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34B545-64C1-4D71-A559-2FCD3BC2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93625660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9507B9-39C4-49F4-8820-1E433D8D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79D5E0-E637-43A2-915A-37A686E2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6EEBB4-7907-4320-B425-DEBE9A05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3024D4-D43F-43C7-B7F1-F5619047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802550-EE08-42EB-9003-DDD2BA96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𝑥𝑛only. Method of variation of parameters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A5CD2E-0AB6-4E9A-B115-73D1AC26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𝑥𝑛only. Method of variation of paramete...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DC70FF-7958-4535-B6B6-A664C83B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DE355A-2A33-4A7D-8991-E7804734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096EEA-4A8A-4FBF-A74B-2B0702FD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565008-570B-4738-9FCC-2EED1292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A2B932-A1CC-488C-9145-808E8125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912AF2-B73B-475C-9785-FD0E5BFC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613CE2-E84B-4531-BF2C-F0C7CE29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F62A7F-54A4-485D-9BB3-78142D35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8A1662-318A-42C2-926C-497B935F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6D8BFB-7540-4F3D-9119-B5E4AFBC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06218375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87E313-238F-4EFC-80C8-2FF4E3F7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2D154E-67A1-453A-8CDC-6CED8E8C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D7BF2A-1695-4D79-A9F8-D8F3584B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2DABCF-3D55-448D-93EB-3BDDFE33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259AE7-CAAE-4461-97DB-67DA5A66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A39028-B901-4CF4-AC8B-5234EC0D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5E8EB5-3217-424E-B1C9-1D83929A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DC31AB-2B6F-4CA1-9F81-47FB5B72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AA4A0B-6696-4CB4-ABEC-66DF6C9C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𝑥𝑛only. Metho...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5872AB-66F3-4817-9727-6C9F7E95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BC2528-B071-4D2B-993F-7BE48E71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A1E799-C340-4E34-A745-AEC32458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𝑥𝑛only....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F6D47F-C50A-424A-BF22-83B58870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CB9607-203C-4D8D-B7E9-61C3BD89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EDAB9B-03F0-4E36-A5DF-4D0F6DA8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𝑥𝑛onl...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CCA6C5-5C2E-4624-B156-B46F8768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DEEE2F-27A7-4761-9A72-90B18A86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BD2781-A68C-4117-BE89-4441C77E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𝑥𝑛only. Met...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3F7852-FF50-4DAE-AA8A-2AC0F7E3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D4FA02-0E2F-4748-9456-1DA3A974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98786C-DC6C-4890-B1E8-AAB668A5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𝑥𝑛only. M...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0D8E1A-AE95-4103-B355-5EC02032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22886B-B78D-4D0F-B5E3-5C3D49E9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1426253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AB3DDB-ED94-4EBD-BD78-B4372D87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2F4B28-C444-4884-94E2-270C07E7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F518B5-AB2A-4163-910D-469BB206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C5D4EE-D93B-45EE-9116-7E955E67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3A2187-7A35-42CE-889C-DD3BDDCE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FD9170-B00D-49E0-8DEB-AC75007C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ADAF62-8E68-4BBB-A850-3024550A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768C17-5146-4F8B-AA57-D3EA1B10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2BE7A9-981D-4879-B97D-5095A956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D183A2-97C2-4F8C-AD10-7B0438D0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627FD4-6F8E-4E4A-A508-737FDA0C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8BCF3D-1EE5-451C-A6FD-E9C1208D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F9949A-927C-40BB-B8E7-F9698452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EF6CBB-00CC-435B-9CE3-FDE84AEC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98EBB8-39F5-4497-A7DE-2B05FAEC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49335586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F1A89B-4AF5-48A8-85D0-67ED1534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6836BC-B907-4A2E-9CCE-191A50A1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DEEEB3-3A6E-49F0-BB3E-92B9E305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B62665-C43F-448E-88C6-C236C3CA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91CD43-75A3-4FDD-9C7D-73BC9B65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AC130A-120E-4205-98AF-4E6ADDA7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𝑥𝑛only. Method of variation of parameters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4F499E-F81D-434B-A2E1-4F7CC07C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3732AF-BE14-44CF-B389-1171499D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C5D8DD-B675-4EDD-8C53-311FB524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798176-3877-4B1A-B99F-901EB442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A15C1E-A427-4566-8B18-0726DE2A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746538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D09373-55D1-435C-8007-15CA39BC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8E60F3-EA6F-4472-A138-1DF40CCB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AE1E13-1340-44E8-BABD-9FCBB1EA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F29D91-DF99-4DA6-B814-C96A614A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B719F1-D04B-46F6-888C-7B40A6EB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Cauchy's and Legendre's homogeneous differential equations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9DA6F-5335-401C-AA41-9999B8A3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Cauchy's and Legendre's homogeneous diffe...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9959BA-27E1-4A04-95F9-21D82F73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34F5BB-63AA-4AE4-B4FC-06B2400D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3BE6C1-F6D4-4EBF-8B93-365E2227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0A5F96-E91B-4DE2-92B7-E603D51A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611006-942F-4C75-8AB1-EF85E5D9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6702ED-B436-471C-A441-70A8C048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51A2F8-B1CF-4456-90AC-77331531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1F1C79-2616-4392-B12B-F5C897BB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C116A3-1B24-45CE-A8EC-C2EC4331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D9A1E3-903C-4EB2-8D36-AC21E0DD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92933563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CE46AF-8019-422F-9BE7-BC1C21CA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A77142-ADF0-428E-8A4E-D765FE65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CACACA-B830-416A-8114-6214E386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616966-6E6E-45B6-BD0A-04C26264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C415CA-26B8-44B2-9812-47C9BBA9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6508D9-95F7-457A-84AC-89C3D370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A11ECE-BCF0-40D0-AF37-A1560A59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D65D2E-C1D4-44E9-9B9E-0DD92DCF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068341-B1ED-4B17-80EE-9502243F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Cauchy's and Le...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26E577-D48E-4414-8278-EAF839BB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F9AED2-A3F7-49C2-8BA0-EC49C60D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372A8E-3E3F-4A3F-A9C3-4C6837C5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Cauchy's 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A93185-CD8C-46A6-8E63-6C06F36F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9448CF-494C-4968-A111-860A8FFA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1BF621-E83F-4336-B621-9B1CE432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Cauchy'...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00A5DB-2ACD-46F4-AE52-AF12F633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E7FC30-3920-4936-9AD6-F5EDF4A8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9D35E7-199A-4DBC-86A1-1BEBD73E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Cauchy's and...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238B49-DCAC-40F4-BC34-4EF796B3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B20582-153B-4106-997C-D69252D4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7AC310-D989-4770-832A-05DE5C2D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Cauchy's an...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58BAAE-9A6D-4A8D-8F8C-8A61DD57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9C1C38-92D6-4970-90D4-240950ED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84036306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5D9800-451E-44E0-A61C-1E38014C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DA1D3E-9EC3-41F7-9FB9-E70C231E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E8E878-49BC-4F6D-AE0C-11D43248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80A19E-31F0-4C40-99B9-EAB6B6F7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15D70B-D59B-4D56-80BC-F12247A6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621E4D-CA6D-4CEB-A281-742EA9C3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03C04D-616E-4190-9F7E-833D8E4B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7474A1-902C-4B62-A4AA-10B9799C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ECBA63-418D-4168-9769-B7604713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F8B523-9724-47BC-8D32-0B7AC823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09B996-396F-479C-889A-83BAFA78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F7E126-7CBF-4E15-BC5B-755E04AD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6301FE-2E56-47CB-9F28-3D67E0A9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55DE39-50B5-49EE-B643-B47268C1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0F182B-8687-4124-B8A7-4E6111F8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02665364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95FB84-4D2F-464E-AD72-6E9AEBA6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0D7578-48C0-448D-91E6-20342EDD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E5DCF9-E562-436B-87B4-C410EB66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95ED3B-06F7-4E54-B841-06A19C54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B40A67-FA1D-4512-BA6A-58DCEECE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946944-A891-4C1C-84BF-29063634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Cauchy's and Legendre's homogeneous differential equations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5C1070-A497-4729-9656-3F99F51D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0E63F6-924D-41D3-8C48-F5675965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6E975B-9418-4F8E-AB4E-6BEB5DCC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44AA92-F9DF-420A-9B03-18C87BA0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977118-C680-497A-8371-F7467D45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90814855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D9CFCB-77DB-4F14-AAEA-1860DEE2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ED3B17-33A6-4552-9899-C484F452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5C3C89-11DB-4413-98D1-ED2EAA0A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25AC0E-AEAD-4F88-89F9-3B487AEB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4EB5AB-E8F4-4831-BFA3-B04E5723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L-C-R circuits. Textbook-1: Chapter-13.1-13.9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082BB7-C205-4691-BD87-8968BD89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L-C-R circuits. Textbook-1: Chapter-13.1-...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D69227-751B-4E26-B72A-52116F25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CCE90B-CC36-4CBF-9EED-A25D69D7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44124B-C9F2-4738-A594-4945E2C1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404DD1-F893-4372-8D6A-35C873FA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D671FD-3C6E-4E89-A796-335FEA91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641254-42D7-40C7-A5FA-5CF2DD55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5B44E8-4946-4575-AF09-4C0FFFF1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545FC6-DE75-461B-A9B6-EB9A487B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9E43B6-1211-4B1B-B57B-9E2CF575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89738B-8BEA-4A1F-BF1C-DFA36448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37097822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B0AA83-F28F-4784-BA58-ACF01660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665575-CFA0-42B7-A513-69E45818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C5AAE8-4264-434D-B0E8-A61FA0FB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33CBD6-6B25-4905-BD2C-A4AE448C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16FFAE-CF06-435A-A8BB-65FEC9B1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B28E68-DEBE-47F1-923A-DFB69975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721346-FE54-43A1-BFAB-9DC4E88D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16B577-3D10-4341-96E3-3DF07DA5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BAB1E6-815F-45F5-960A-E7E30630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L-C-R circuits....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C73C15-3BF6-4745-9822-CEB52AAF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4589EF-591E-4F2A-BAA6-360E449F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8B02BE-1F57-40FF-90BE-83099C25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L-C-R circ...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4E001A-4B25-4A2A-BFDF-C3708EEC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C2146C-BD67-4488-82D6-38ECA016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6965C7-A8B4-4EC7-BC83-32266C63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L-C-R 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31895D-F7A3-4C2A-A168-3F912C32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D6C8A0-DD15-4DBD-80ED-E150FC20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37078D-B022-489D-B8E6-F454CA7C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L-C-R circuit...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DDF1AD-E249-472F-B851-67869C5E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AE332C-E19E-44BD-B3CA-AF9B7192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D37015-52A9-4CCC-8978-7CCB527E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L-C-R circu...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AD4A48-92D3-469F-A831-2AA40ADC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5BA1AF-8A52-46D5-B63D-48A79AE5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61353831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914BDA-46A4-4A84-9B5C-B3399EAA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33DF2D-3AA1-403A-B7C2-2A27E7B5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E4CCE1-3126-4E6B-912C-03E0C485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CDA1AD-7967-4B0F-8CED-E72D41A8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4CC442-643B-4738-844D-2462D090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09970D-BC67-4324-B827-32E168E5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6FC04A-071C-45BC-B4D9-AE6BABCD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FC8E36-DA11-4D2F-8332-82A93550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553E36-CBA2-40E4-B331-79E75371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49EFDA-44FF-4819-A0CB-E4C77DF6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ECFBD3-A7C7-4670-BF23-D9B002A9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8BD3EC-B5F1-4E86-BBAC-A93C97B1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CAF7D6-1729-40B8-9761-7BD78B65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CB2344-CF13-47BE-BEE8-FAC1C086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B4B239-ECFF-4F65-B42D-FE522F9F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60391240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9CA3E5-6CC8-4BD0-AB55-6EEC5F84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00B49D-EE25-47B1-85F3-D2206C72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0D86B9-CCE2-4588-A944-78F059B1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8D5582-435D-4106-B43D-AE8DFB69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ABBCC7-FC24-40EC-A929-CCC19212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33B91-D3D4-441F-95E2-71C32A32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L-C-R circuits. Textbook-1: Chapter-13.1-13.9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86D170-96DA-4FA5-A775-23F0696F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D67D82-1497-4DF3-841E-3B5A4308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001683-6EF4-4273-BAED-9223475B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45446C-789A-417E-A076-4B23C571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04FD4A-012F-455B-98F7-1AD643C8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4075365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23CF54-DC5D-4290-9C3D-436E7EA1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B26486-F805-482D-A0C7-0D488293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6A75D8-94C6-48E8-A7A9-6B43C97E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151BE-E6D1-4CAD-9AFE-3318DCBB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4A35CB-DB99-471A-B347-C6606D1A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981D3E-E516-4F5F-9956-6286431C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67378660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7DE24E-FEBE-490F-AC17-8F173E88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1B5FA6-2C7E-4722-8C5C-7E8DC094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E97984-3AE9-46FC-8F13-C060062E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D5CB36-2E14-41E1-8DA3-FCB3053D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EBEA61-1B19-4760-9084-7FBB9F3A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Ordinary: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differential: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equations: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higher: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Order: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BC5529-FD98-45D9-BDCF-6CE5F548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02390237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86331A-3F52-4CAA-8AD0-80AC4CA4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BF0458-CF6A-4A87-8896-C557973C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A3FF77-34A5-4E5F-B6E3-CB848FC7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7BA39D-AF79-41C1-A94C-BB4780F8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AFC6F3-E60A-44E0-89DD-D767CEF8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Given data: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Required result: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Formula or theorem: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Substitution: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Interpretation: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BD2B25-EDB4-4F6F-9348-BA8A0B5D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04235348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1C88D4-47E0-44C7-8B25-560E1184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7E429-5A50-4712-BDE3-4CB7434E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FC5812-65CA-4B3C-9802-6087E02D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E68FA1-5C2D-4798-B80D-CE878AA4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4DA943-6623-432C-9A99-BD00DA72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Jumping from theorem to answer without showing conditions, substitution, or intermediate simplification.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3C0632-F8B2-4EC8-A3A7-6931492D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5074358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59BFF4-AA85-4AD1-AA78-BCD15108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71F1A3-8919-4473-BCF8-D89BC9CB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064666-618B-4DF0-A632-9AB1119C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F23513-BFFF-4F7D-AF4A-AEBB2AEB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6311FD-0892-4905-B136-3BEF73E4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Ordinary differential equations of higher Order (8 Hours Theory + 4 Hou...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homogeneous and non-homogeneous equations -𝑒𝑎𝑥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sin(𝑎𝑥 + 𝑏)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cos(𝑎𝑥 + 𝑏)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𝑥𝑛only. Method of variation of parameters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1A3912-9641-4516-93CB-55F09D01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502F07-DBEE-4492-98BA-65AAFC948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61AD64-055D-4E89-A92D-177FB9CD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91708903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B91FF6-9484-4793-9B0C-F6016222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9CABEF-76B5-4D85-A4C5-843CD1F8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Cauchy's and Legendre's homogeneous differe...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9C0AD5-31F2-4E32-A2D6-9B7EE3A9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A4AFFB-75E6-421A-8A3B-8178F229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EDE4F6-525E-41A2-876B-6E142525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6681CF-58FE-422A-BF6E-C5418086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875A76-6A8B-461C-9739-E8DA8CC3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8370D3-EB4A-445A-8516-D24F3B5A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C0B53F-E19F-4136-8303-9358A601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D6C796-7ECE-49C5-9770-49B79D0A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BB5FA6-8E1E-4190-A7EE-A4B2B1BD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E60B96-A82C-4ECA-8DC9-D3E02E37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FBC45E-3C84-4F39-BD86-2FF91E97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BC9740-25E5-4BD5-B36B-AE4147EA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97E6E3-B7CD-4BBB-86DB-CD2C0020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7CADDF-E1C8-49C3-8C84-DF2638D4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85AA86-6DAC-418D-9493-FE7B2879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EF35C8-B60C-4159-8574-F74C11B8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8F5336-6C64-447B-84CC-C55A2D47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FE65A8-AF5C-44B6-A1C5-95F7D197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E83E4B-46D2-4CC5-9DC2-2FB371D0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48034E-B2E1-4852-BF82-490287BA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5F800A-9ADF-47FA-94A9-DC51245B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EDBEC2-290C-4C93-9FD6-A73DE081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38CDF6-926A-4BF4-9162-F51096CE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B2958D-6F7C-43D0-A2EC-F4096F21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6E3ED9-7BCE-408E-9377-ABAD71A2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B9501A-6036-4729-BD01-F5ED478F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AAD051-0F82-48F8-B334-B58D3511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D8A22F-D93D-4931-9C9B-DB2CD4E0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2295F6-88BF-4BF6-A354-C5DDB560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AA983E-913E-4377-B341-90273278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2703973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144F7C-2E6A-41AC-BAF3-A9322C47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F8D2AA-8393-4D90-99C5-A0F2373B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L-C-R circuits. Textbook-1: Chapter-13.1-13...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6DF8DB-3105-4371-A5B7-642932B1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5B01AD-65EA-4BB9-990A-1D74EB70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BFF7B5-5309-4205-9E5C-FF7ADCEF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DC26C0-46FD-4928-8BEE-9C817D54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7DCFEE-A013-4CAD-9A97-192FAEBE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614A8F-FA3D-4E67-A452-CF5E1968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C53D17-9B10-4DE8-A5B3-DF0F4FF9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95F8E0-C865-4683-8FBA-7654E0EB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F0C298-494D-41B3-878A-1A65E3B0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E164C3-0322-4254-8720-8EB2BFDB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07C67C-DA1B-4D48-A40B-CF11B709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847E14-534F-46BF-8917-2E05FF0F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E55F86-DE5D-4ECF-AD0E-E846686C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A62DA3-494F-4719-A9CF-44DE3076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5E364C-5B01-4641-94F8-FA75B614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9B4CFF-C373-45DB-BE71-82A31D78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4E7738-A82C-4068-87F0-808696F2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704993-48B4-42ED-82E2-470A1924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B3A88F-D32A-4718-9B90-7B1A010E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1589E9-1DB0-4547-9BB2-C1F95AB5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F6015A-7D99-4520-A868-DE316872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B0ED49-9DC8-483A-A8E5-679D4C69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063859-1DD5-4B78-BCE7-B2249018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4A57A3-BAFE-4F9C-8B3F-4D1F68A6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098578-E114-424D-9090-5EFA6908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EEFB44-0CB1-41ED-AFFA-CFC0CC0E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B0BD7F-A09F-4C11-96E5-B474E52C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17E934-0D2A-4823-9856-E9F0306A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96C529-BB07-48FB-8E51-A9388A77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25A755-E981-4C79-8C98-298918EF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011363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2026-08-24T16:02:59.9330000Z</dcterms:created>
  <dcterms:modified xsi:type="dcterms:W3CDTF">2026-08-24T16:02:59.9330000Z</dcterms:modified>
</coreProperties>
</file>