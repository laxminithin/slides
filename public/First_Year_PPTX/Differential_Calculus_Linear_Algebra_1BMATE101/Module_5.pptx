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f9c0c1afded4227" /><Relationship Type="http://schemas.openxmlformats.org/officeDocument/2006/relationships/extended-properties" Target="/docProps/app.xml" Id="Rbb909af2b64a430d" /><Relationship Type="http://schemas.openxmlformats.org/officeDocument/2006/relationships/officeDocument" Target="/ppt/presentation.xml" Id="Rdfc4b345d5b2467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30547e7540445af"/>
  </p:sldMasterIdLst>
  <p:notesMasterIdLst>
    <p:notesMasterId xmlns:r="http://schemas.openxmlformats.org/officeDocument/2006/relationships" r:id="Rc61196033b464567"/>
  </p:notesMasterIdLst>
  <p:sldIdLst>
    <p:sldId xmlns:r="http://schemas.openxmlformats.org/officeDocument/2006/relationships" id="256" r:id="Rdec046b7b81b4d41"/>
    <p:sldId xmlns:r="http://schemas.openxmlformats.org/officeDocument/2006/relationships" id="257" r:id="Ra6ff7894b4fb47e3"/>
    <p:sldId xmlns:r="http://schemas.openxmlformats.org/officeDocument/2006/relationships" id="258" r:id="R21e7563620a5462c"/>
    <p:sldId xmlns:r="http://schemas.openxmlformats.org/officeDocument/2006/relationships" id="259" r:id="R3ff32bd4e3204ae1"/>
    <p:sldId xmlns:r="http://schemas.openxmlformats.org/officeDocument/2006/relationships" id="260" r:id="Re9a64c613ebc466a"/>
    <p:sldId xmlns:r="http://schemas.openxmlformats.org/officeDocument/2006/relationships" id="261" r:id="Re05dabe7947e4e39"/>
    <p:sldId xmlns:r="http://schemas.openxmlformats.org/officeDocument/2006/relationships" id="262" r:id="R4497cafa4e0542f3"/>
    <p:sldId xmlns:r="http://schemas.openxmlformats.org/officeDocument/2006/relationships" id="263" r:id="R5433491a85824982"/>
    <p:sldId xmlns:r="http://schemas.openxmlformats.org/officeDocument/2006/relationships" id="264" r:id="R277435460a5b4028"/>
    <p:sldId xmlns:r="http://schemas.openxmlformats.org/officeDocument/2006/relationships" id="265" r:id="R91d97b7f3fd241fe"/>
    <p:sldId xmlns:r="http://schemas.openxmlformats.org/officeDocument/2006/relationships" id="266" r:id="Rd9ea3934d90246cf"/>
    <p:sldId xmlns:r="http://schemas.openxmlformats.org/officeDocument/2006/relationships" id="267" r:id="R786e29b60903411f"/>
    <p:sldId xmlns:r="http://schemas.openxmlformats.org/officeDocument/2006/relationships" id="268" r:id="Rf4d9439c82a446da"/>
    <p:sldId xmlns:r="http://schemas.openxmlformats.org/officeDocument/2006/relationships" id="269" r:id="Rd3a00ab13ca643d5"/>
    <p:sldId xmlns:r="http://schemas.openxmlformats.org/officeDocument/2006/relationships" id="270" r:id="R19edcda13f7241a1"/>
    <p:sldId xmlns:r="http://schemas.openxmlformats.org/officeDocument/2006/relationships" id="271" r:id="Rf8c08249e2f44f33"/>
    <p:sldId xmlns:r="http://schemas.openxmlformats.org/officeDocument/2006/relationships" id="272" r:id="R455885a1ac434dce"/>
    <p:sldId xmlns:r="http://schemas.openxmlformats.org/officeDocument/2006/relationships" id="273" r:id="R2fbb6ce38da94cb0"/>
    <p:sldId xmlns:r="http://schemas.openxmlformats.org/officeDocument/2006/relationships" id="274" r:id="R02ca97a956514521"/>
    <p:sldId xmlns:r="http://schemas.openxmlformats.org/officeDocument/2006/relationships" id="275" r:id="R57ad4dfe2a014205"/>
    <p:sldId xmlns:r="http://schemas.openxmlformats.org/officeDocument/2006/relationships" id="276" r:id="Ra67e5f1f2bf9404a"/>
    <p:sldId xmlns:r="http://schemas.openxmlformats.org/officeDocument/2006/relationships" id="277" r:id="Reca97a31aa454256"/>
    <p:sldId xmlns:r="http://schemas.openxmlformats.org/officeDocument/2006/relationships" id="278" r:id="Ra5c9825f15904ce3"/>
    <p:sldId xmlns:r="http://schemas.openxmlformats.org/officeDocument/2006/relationships" id="279" r:id="R74652c1625aa43de"/>
    <p:sldId xmlns:r="http://schemas.openxmlformats.org/officeDocument/2006/relationships" id="280" r:id="Rddf2a9051d3941ea"/>
    <p:sldId xmlns:r="http://schemas.openxmlformats.org/officeDocument/2006/relationships" id="281" r:id="Rd18f79dfaf9244e0"/>
    <p:sldId xmlns:r="http://schemas.openxmlformats.org/officeDocument/2006/relationships" id="282" r:id="R2b5064ce86144773"/>
    <p:sldId xmlns:r="http://schemas.openxmlformats.org/officeDocument/2006/relationships" id="283" r:id="R0972062e90524106"/>
    <p:sldId xmlns:r="http://schemas.openxmlformats.org/officeDocument/2006/relationships" id="284" r:id="R7ead4eb0567041fc"/>
    <p:sldId xmlns:r="http://schemas.openxmlformats.org/officeDocument/2006/relationships" id="285" r:id="R9ac3c069d90044c9"/>
    <p:sldId xmlns:r="http://schemas.openxmlformats.org/officeDocument/2006/relationships" id="286" r:id="R58670bab81d7456d"/>
    <p:sldId xmlns:r="http://schemas.openxmlformats.org/officeDocument/2006/relationships" id="287" r:id="R32b6d12970844042"/>
    <p:sldId xmlns:r="http://schemas.openxmlformats.org/officeDocument/2006/relationships" id="288" r:id="R7116dd9cbb5444c8"/>
    <p:sldId xmlns:r="http://schemas.openxmlformats.org/officeDocument/2006/relationships" id="289" r:id="R9afe1bc5b77a4df2"/>
    <p:sldId xmlns:r="http://schemas.openxmlformats.org/officeDocument/2006/relationships" id="290" r:id="R778c9b005e574cf8"/>
    <p:sldId xmlns:r="http://schemas.openxmlformats.org/officeDocument/2006/relationships" id="291" r:id="Rb08e195338204863"/>
    <p:sldId xmlns:r="http://schemas.openxmlformats.org/officeDocument/2006/relationships" id="292" r:id="R9b2c91807d4d4b3b"/>
    <p:sldId xmlns:r="http://schemas.openxmlformats.org/officeDocument/2006/relationships" id="293" r:id="R2d0f4bc5c40141e7"/>
    <p:sldId xmlns:r="http://schemas.openxmlformats.org/officeDocument/2006/relationships" id="294" r:id="R3a375987b3f54e49"/>
    <p:sldId xmlns:r="http://schemas.openxmlformats.org/officeDocument/2006/relationships" id="295" r:id="R0f326364eda9475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35e57fd3b0a4d6c" /><Relationship Type="http://schemas.openxmlformats.org/officeDocument/2006/relationships/slideMaster" Target="/ppt/slideMasters/slideMaster1.xml" Id="Ra30547e7540445af" /><Relationship Type="http://schemas.openxmlformats.org/officeDocument/2006/relationships/notesMaster" Target="/ppt/notesMasters/notesMaster1.xml" Id="Rc61196033b464567" /><Relationship Type="http://schemas.openxmlformats.org/officeDocument/2006/relationships/presProps" Target="/ppt/presProps.xml" Id="Rd6f729d3e3d74e4c" /><Relationship Type="http://schemas.openxmlformats.org/officeDocument/2006/relationships/tableStyles" Target="/ppt/tableStyles.xml" Id="Rad248dc9b6c44dd1" /><Relationship Type="http://schemas.openxmlformats.org/officeDocument/2006/relationships/slide" Target="/ppt/slides/slide1.xml" Id="Rdec046b7b81b4d41" /><Relationship Type="http://schemas.openxmlformats.org/officeDocument/2006/relationships/slide" Target="/ppt/slides/slide2.xml" Id="Ra6ff7894b4fb47e3" /><Relationship Type="http://schemas.openxmlformats.org/officeDocument/2006/relationships/slide" Target="/ppt/slides/slide3.xml" Id="R21e7563620a5462c" /><Relationship Type="http://schemas.openxmlformats.org/officeDocument/2006/relationships/slide" Target="/ppt/slides/slide4.xml" Id="R3ff32bd4e3204ae1" /><Relationship Type="http://schemas.openxmlformats.org/officeDocument/2006/relationships/slide" Target="/ppt/slides/slide5.xml" Id="Re9a64c613ebc466a" /><Relationship Type="http://schemas.openxmlformats.org/officeDocument/2006/relationships/slide" Target="/ppt/slides/slide6.xml" Id="Re05dabe7947e4e39" /><Relationship Type="http://schemas.openxmlformats.org/officeDocument/2006/relationships/slide" Target="/ppt/slides/slide7.xml" Id="R4497cafa4e0542f3" /><Relationship Type="http://schemas.openxmlformats.org/officeDocument/2006/relationships/slide" Target="/ppt/slides/slide8.xml" Id="R5433491a85824982" /><Relationship Type="http://schemas.openxmlformats.org/officeDocument/2006/relationships/slide" Target="/ppt/slides/slide9.xml" Id="R277435460a5b4028" /><Relationship Type="http://schemas.openxmlformats.org/officeDocument/2006/relationships/slide" Target="/ppt/slides/slide10.xml" Id="R91d97b7f3fd241fe" /><Relationship Type="http://schemas.openxmlformats.org/officeDocument/2006/relationships/slide" Target="/ppt/slides/slide11.xml" Id="Rd9ea3934d90246cf" /><Relationship Type="http://schemas.openxmlformats.org/officeDocument/2006/relationships/slide" Target="/ppt/slides/slide12.xml" Id="R786e29b60903411f" /><Relationship Type="http://schemas.openxmlformats.org/officeDocument/2006/relationships/slide" Target="/ppt/slides/slide13.xml" Id="Rf4d9439c82a446da" /><Relationship Type="http://schemas.openxmlformats.org/officeDocument/2006/relationships/slide" Target="/ppt/slides/slide14.xml" Id="Rd3a00ab13ca643d5" /><Relationship Type="http://schemas.openxmlformats.org/officeDocument/2006/relationships/slide" Target="/ppt/slides/slide15.xml" Id="R19edcda13f7241a1" /><Relationship Type="http://schemas.openxmlformats.org/officeDocument/2006/relationships/slide" Target="/ppt/slides/slide16.xml" Id="Rf8c08249e2f44f33" /><Relationship Type="http://schemas.openxmlformats.org/officeDocument/2006/relationships/slide" Target="/ppt/slides/slide17.xml" Id="R455885a1ac434dce" /><Relationship Type="http://schemas.openxmlformats.org/officeDocument/2006/relationships/slide" Target="/ppt/slides/slide18.xml" Id="R2fbb6ce38da94cb0" /><Relationship Type="http://schemas.openxmlformats.org/officeDocument/2006/relationships/slide" Target="/ppt/slides/slide19.xml" Id="R02ca97a956514521" /><Relationship Type="http://schemas.openxmlformats.org/officeDocument/2006/relationships/slide" Target="/ppt/slides/slide20.xml" Id="R57ad4dfe2a014205" /><Relationship Type="http://schemas.openxmlformats.org/officeDocument/2006/relationships/slide" Target="/ppt/slides/slide21.xml" Id="Ra67e5f1f2bf9404a" /><Relationship Type="http://schemas.openxmlformats.org/officeDocument/2006/relationships/slide" Target="/ppt/slides/slide22.xml" Id="Reca97a31aa454256" /><Relationship Type="http://schemas.openxmlformats.org/officeDocument/2006/relationships/slide" Target="/ppt/slides/slide23.xml" Id="Ra5c9825f15904ce3" /><Relationship Type="http://schemas.openxmlformats.org/officeDocument/2006/relationships/slide" Target="/ppt/slides/slide24.xml" Id="R74652c1625aa43de" /><Relationship Type="http://schemas.openxmlformats.org/officeDocument/2006/relationships/slide" Target="/ppt/slides/slide25.xml" Id="Rddf2a9051d3941ea" /><Relationship Type="http://schemas.openxmlformats.org/officeDocument/2006/relationships/slide" Target="/ppt/slides/slide26.xml" Id="Rd18f79dfaf9244e0" /><Relationship Type="http://schemas.openxmlformats.org/officeDocument/2006/relationships/slide" Target="/ppt/slides/slide27.xml" Id="R2b5064ce86144773" /><Relationship Type="http://schemas.openxmlformats.org/officeDocument/2006/relationships/slide" Target="/ppt/slides/slide28.xml" Id="R0972062e90524106" /><Relationship Type="http://schemas.openxmlformats.org/officeDocument/2006/relationships/slide" Target="/ppt/slides/slide29.xml" Id="R7ead4eb0567041fc" /><Relationship Type="http://schemas.openxmlformats.org/officeDocument/2006/relationships/slide" Target="/ppt/slides/slide30.xml" Id="R9ac3c069d90044c9" /><Relationship Type="http://schemas.openxmlformats.org/officeDocument/2006/relationships/slide" Target="/ppt/slides/slide31.xml" Id="R58670bab81d7456d" /><Relationship Type="http://schemas.openxmlformats.org/officeDocument/2006/relationships/slide" Target="/ppt/slides/slide32.xml" Id="R32b6d12970844042" /><Relationship Type="http://schemas.openxmlformats.org/officeDocument/2006/relationships/slide" Target="/ppt/slides/slide33.xml" Id="R7116dd9cbb5444c8" /><Relationship Type="http://schemas.openxmlformats.org/officeDocument/2006/relationships/slide" Target="/ppt/slides/slide34.xml" Id="R9afe1bc5b77a4df2" /><Relationship Type="http://schemas.openxmlformats.org/officeDocument/2006/relationships/slide" Target="/ppt/slides/slide35.xml" Id="R778c9b005e574cf8" /><Relationship Type="http://schemas.openxmlformats.org/officeDocument/2006/relationships/slide" Target="/ppt/slides/slide36.xml" Id="Rb08e195338204863" /><Relationship Type="http://schemas.openxmlformats.org/officeDocument/2006/relationships/slide" Target="/ppt/slides/slide37.xml" Id="R9b2c91807d4d4b3b" /><Relationship Type="http://schemas.openxmlformats.org/officeDocument/2006/relationships/slide" Target="/ppt/slides/slide38.xml" Id="R2d0f4bc5c40141e7" /><Relationship Type="http://schemas.openxmlformats.org/officeDocument/2006/relationships/slide" Target="/ppt/slides/slide39.xml" Id="R3a375987b3f54e49" /><Relationship Type="http://schemas.openxmlformats.org/officeDocument/2006/relationships/slide" Target="/ppt/slides/slide40.xml" Id="R0f326364eda9475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34e525009c743d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b1ad72a29714ff1" /><Relationship Type="http://schemas.openxmlformats.org/officeDocument/2006/relationships/notesMaster" Target="/ppt/notesMasters/notesMaster1.xml" Id="R9952c8ba8d1148f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6cf552500974fb0" /><Relationship Type="http://schemas.openxmlformats.org/officeDocument/2006/relationships/notesMaster" Target="/ppt/notesMasters/notesMaster1.xml" Id="R10252b964c4145c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024bd2fda4e4b67" /><Relationship Type="http://schemas.openxmlformats.org/officeDocument/2006/relationships/notesMaster" Target="/ppt/notesMasters/notesMaster1.xml" Id="Rb010c76cb1134da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53a926041554dc5" /><Relationship Type="http://schemas.openxmlformats.org/officeDocument/2006/relationships/notesMaster" Target="/ppt/notesMasters/notesMaster1.xml" Id="R1befcf5aa2af48e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c9054f936ef4aa3" /><Relationship Type="http://schemas.openxmlformats.org/officeDocument/2006/relationships/notesMaster" Target="/ppt/notesMasters/notesMaster1.xml" Id="Rc606be1ef42f44c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8b759114f0d4f75" /><Relationship Type="http://schemas.openxmlformats.org/officeDocument/2006/relationships/notesMaster" Target="/ppt/notesMasters/notesMaster1.xml" Id="R0e2d3eb4f3024a4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0c9e56aa1de4fe8" /><Relationship Type="http://schemas.openxmlformats.org/officeDocument/2006/relationships/notesMaster" Target="/ppt/notesMasters/notesMaster1.xml" Id="R2585b03245e94ad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f1efac26db44459" /><Relationship Type="http://schemas.openxmlformats.org/officeDocument/2006/relationships/notesMaster" Target="/ppt/notesMasters/notesMaster1.xml" Id="R440e80baa67146c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004c1558de04893" /><Relationship Type="http://schemas.openxmlformats.org/officeDocument/2006/relationships/notesMaster" Target="/ppt/notesMasters/notesMaster1.xml" Id="R1a2fc5e516824da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2d6f2ef29d14803" /><Relationship Type="http://schemas.openxmlformats.org/officeDocument/2006/relationships/notesMaster" Target="/ppt/notesMasters/notesMaster1.xml" Id="R60205677d0d9446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0a6ce82a00b4083" /><Relationship Type="http://schemas.openxmlformats.org/officeDocument/2006/relationships/notesMaster" Target="/ppt/notesMasters/notesMaster1.xml" Id="R10c67e5c01e2416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fa6ee7351794bff" /><Relationship Type="http://schemas.openxmlformats.org/officeDocument/2006/relationships/notesMaster" Target="/ppt/notesMasters/notesMaster1.xml" Id="Rfb94d07021bf40b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fa5de0ade694fb4" /><Relationship Type="http://schemas.openxmlformats.org/officeDocument/2006/relationships/notesMaster" Target="/ppt/notesMasters/notesMaster1.xml" Id="Re13fbd3933324f8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e18dbbe6d474218" /><Relationship Type="http://schemas.openxmlformats.org/officeDocument/2006/relationships/notesMaster" Target="/ppt/notesMasters/notesMaster1.xml" Id="R3068b6c765c24af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ed036650f094882" /><Relationship Type="http://schemas.openxmlformats.org/officeDocument/2006/relationships/notesMaster" Target="/ppt/notesMasters/notesMaster1.xml" Id="R01702c7d470043e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bfb2b042ffa41cf" /><Relationship Type="http://schemas.openxmlformats.org/officeDocument/2006/relationships/notesMaster" Target="/ppt/notesMasters/notesMaster1.xml" Id="R7e5cbf2f55e6469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48dbef528f64b9f" /><Relationship Type="http://schemas.openxmlformats.org/officeDocument/2006/relationships/notesMaster" Target="/ppt/notesMasters/notesMaster1.xml" Id="R5e53bc65020c400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1a0b3899cf64d3e" /><Relationship Type="http://schemas.openxmlformats.org/officeDocument/2006/relationships/notesMaster" Target="/ppt/notesMasters/notesMaster1.xml" Id="R587544341a03450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745b1c3e12e4c53" /><Relationship Type="http://schemas.openxmlformats.org/officeDocument/2006/relationships/notesMaster" Target="/ppt/notesMasters/notesMaster1.xml" Id="R29d3fff996764ad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1158c0fcd754607" /><Relationship Type="http://schemas.openxmlformats.org/officeDocument/2006/relationships/notesMaster" Target="/ppt/notesMasters/notesMaster1.xml" Id="R7423bd18bbd34ca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12fae0ddd344e08" /><Relationship Type="http://schemas.openxmlformats.org/officeDocument/2006/relationships/notesMaster" Target="/ppt/notesMasters/notesMaster1.xml" Id="R01bfbb62bdc64ed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fc8afa524e64d2f" /><Relationship Type="http://schemas.openxmlformats.org/officeDocument/2006/relationships/notesMaster" Target="/ppt/notesMasters/notesMaster1.xml" Id="Rf34f4c76b94e44d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06eefd6211d4f29" /><Relationship Type="http://schemas.openxmlformats.org/officeDocument/2006/relationships/notesMaster" Target="/ppt/notesMasters/notesMaster1.xml" Id="R067a25bb7ec6456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6463b1d7f1e4e25" /><Relationship Type="http://schemas.openxmlformats.org/officeDocument/2006/relationships/notesMaster" Target="/ppt/notesMasters/notesMaster1.xml" Id="R8ba95beced3f4853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59dd11ef2ad4a07" /><Relationship Type="http://schemas.openxmlformats.org/officeDocument/2006/relationships/notesMaster" Target="/ppt/notesMasters/notesMaster1.xml" Id="R601d0b714f8c428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5be6f935d3e48b4" /><Relationship Type="http://schemas.openxmlformats.org/officeDocument/2006/relationships/notesMaster" Target="/ppt/notesMasters/notesMaster1.xml" Id="Rbe628dc9403d462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22515e785a0a404d" /><Relationship Type="http://schemas.openxmlformats.org/officeDocument/2006/relationships/notesMaster" Target="/ppt/notesMasters/notesMaster1.xml" Id="R45419bc77f00467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e75a41ef6624aa0" /><Relationship Type="http://schemas.openxmlformats.org/officeDocument/2006/relationships/notesMaster" Target="/ppt/notesMasters/notesMaster1.xml" Id="R0eb45ff0897d46d0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fcd04db2d2544e96" /><Relationship Type="http://schemas.openxmlformats.org/officeDocument/2006/relationships/notesMaster" Target="/ppt/notesMasters/notesMaster1.xml" Id="R55f24d4c15a0482d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02b15e73d47e45e1" /><Relationship Type="http://schemas.openxmlformats.org/officeDocument/2006/relationships/notesMaster" Target="/ppt/notesMasters/notesMaster1.xml" Id="Rb7e36177dd494872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162c3430197e4b54" /><Relationship Type="http://schemas.openxmlformats.org/officeDocument/2006/relationships/notesMaster" Target="/ppt/notesMasters/notesMaster1.xml" Id="R3d2d0778a6974d46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bf34ee48c1344bd3" /><Relationship Type="http://schemas.openxmlformats.org/officeDocument/2006/relationships/notesMaster" Target="/ppt/notesMasters/notesMaster1.xml" Id="R4d79a618869e477b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65b4747d639e4c6e" /><Relationship Type="http://schemas.openxmlformats.org/officeDocument/2006/relationships/notesMaster" Target="/ppt/notesMasters/notesMaster1.xml" Id="R40f9debeb4884316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57ae5c459f064b58" /><Relationship Type="http://schemas.openxmlformats.org/officeDocument/2006/relationships/notesMaster" Target="/ppt/notesMasters/notesMaster1.xml" Id="R283fc707fc544e94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6786d2c5e59745dc" /><Relationship Type="http://schemas.openxmlformats.org/officeDocument/2006/relationships/notesMaster" Target="/ppt/notesMasters/notesMaster1.xml" Id="Rde734f5fb2184632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c34b88deab104391" /><Relationship Type="http://schemas.openxmlformats.org/officeDocument/2006/relationships/notesMaster" Target="/ppt/notesMasters/notesMaster1.xml" Id="R086f8c2226ae4b0f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8043855532aa4304" /><Relationship Type="http://schemas.openxmlformats.org/officeDocument/2006/relationships/notesMaster" Target="/ppt/notesMasters/notesMaster1.xml" Id="Rea372d0b1c9d499e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282ec4d32082486b" /><Relationship Type="http://schemas.openxmlformats.org/officeDocument/2006/relationships/notesMaster" Target="/ppt/notesMasters/notesMaster1.xml" Id="R2dfc5c51b8f749f1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d397caf187ce44a4" /><Relationship Type="http://schemas.openxmlformats.org/officeDocument/2006/relationships/notesMaster" Target="/ppt/notesMasters/notesMaster1.xml" Id="R636b7a2879a745d3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a2c5688df0bb41ed" /><Relationship Type="http://schemas.openxmlformats.org/officeDocument/2006/relationships/notesMaster" Target="/ppt/notesMasters/notesMaster1.xml" Id="Ra16898e6aeec4a0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b8be2e8a13477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9582f5cbe504e54" /><Relationship Type="http://schemas.openxmlformats.org/officeDocument/2006/relationships/slideLayout" Target="/ppt/slideLayouts/slideLayout1.xml" Id="R3b799b9c7652459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b799b9c7652459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e8da3a54654000" /><Relationship Type="http://schemas.openxmlformats.org/officeDocument/2006/relationships/notesSlide" Target="/ppt/notesSlides/notesSlide1.xml" Id="R3b3cd8a403b8403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53f63305474591" /><Relationship Type="http://schemas.openxmlformats.org/officeDocument/2006/relationships/notesSlide" Target="/ppt/notesSlides/notesSlide2.xml" Id="Rbd7f8e289d104f5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b3b880aa114f58" /><Relationship Type="http://schemas.openxmlformats.org/officeDocument/2006/relationships/notesSlide" Target="/ppt/notesSlides/notesSlide3.xml" Id="R45fa95aa9f9e4f1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c879e9d4dd4784" /><Relationship Type="http://schemas.openxmlformats.org/officeDocument/2006/relationships/notesSlide" Target="/ppt/notesSlides/notesSlide4.xml" Id="Rad457b7a55884e1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abaa46f5814c36" /><Relationship Type="http://schemas.openxmlformats.org/officeDocument/2006/relationships/notesSlide" Target="/ppt/notesSlides/notesSlide5.xml" Id="R8cff03e2aec7465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d3520fc254419f" /><Relationship Type="http://schemas.openxmlformats.org/officeDocument/2006/relationships/notesSlide" Target="/ppt/notesSlides/notesSlide6.xml" Id="R09befaad9b7445f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dce379b9e14b8f" /><Relationship Type="http://schemas.openxmlformats.org/officeDocument/2006/relationships/notesSlide" Target="/ppt/notesSlides/notesSlide7.xml" Id="R7a059e1eed504fe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83f3996deb4372" /><Relationship Type="http://schemas.openxmlformats.org/officeDocument/2006/relationships/notesSlide" Target="/ppt/notesSlides/notesSlide8.xml" Id="R28189046092647c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7a56a67bcf4b31" /><Relationship Type="http://schemas.openxmlformats.org/officeDocument/2006/relationships/notesSlide" Target="/ppt/notesSlides/notesSlide9.xml" Id="R39fc1cf7117b436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d35855fb4c45af" /><Relationship Type="http://schemas.openxmlformats.org/officeDocument/2006/relationships/notesSlide" Target="/ppt/notesSlides/notesSlide10.xml" Id="R5681e824a0a946e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301a5fd94141fb" /><Relationship Type="http://schemas.openxmlformats.org/officeDocument/2006/relationships/notesSlide" Target="/ppt/notesSlides/notesSlide11.xml" Id="R579c183ed881425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f5913ff20f493a" /><Relationship Type="http://schemas.openxmlformats.org/officeDocument/2006/relationships/notesSlide" Target="/ppt/notesSlides/notesSlide12.xml" Id="Reebceddb0ac649d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6ad04a194a4ef6" /><Relationship Type="http://schemas.openxmlformats.org/officeDocument/2006/relationships/notesSlide" Target="/ppt/notesSlides/notesSlide13.xml" Id="Re2b0b3ad63204c2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54b625f4744101" /><Relationship Type="http://schemas.openxmlformats.org/officeDocument/2006/relationships/notesSlide" Target="/ppt/notesSlides/notesSlide14.xml" Id="R79884752adcb461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bdacaec1564d13" /><Relationship Type="http://schemas.openxmlformats.org/officeDocument/2006/relationships/notesSlide" Target="/ppt/notesSlides/notesSlide15.xml" Id="Rdbb93d1ea4874a8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1f1bf76934418d" /><Relationship Type="http://schemas.openxmlformats.org/officeDocument/2006/relationships/notesSlide" Target="/ppt/notesSlides/notesSlide16.xml" Id="R7b0a7daea7fd4b0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2be5425ce7434c" /><Relationship Type="http://schemas.openxmlformats.org/officeDocument/2006/relationships/notesSlide" Target="/ppt/notesSlides/notesSlide17.xml" Id="Rfebfa7ae5ad5433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36d1ddee1649d8" /><Relationship Type="http://schemas.openxmlformats.org/officeDocument/2006/relationships/notesSlide" Target="/ppt/notesSlides/notesSlide18.xml" Id="R23c611da37bc418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2d234ec0cf45c8" /><Relationship Type="http://schemas.openxmlformats.org/officeDocument/2006/relationships/notesSlide" Target="/ppt/notesSlides/notesSlide19.xml" Id="Rf021e85071bc44e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f2d5e124784415" /><Relationship Type="http://schemas.openxmlformats.org/officeDocument/2006/relationships/notesSlide" Target="/ppt/notesSlides/notesSlide20.xml" Id="R617674652ff3478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645acc01df4ea0" /><Relationship Type="http://schemas.openxmlformats.org/officeDocument/2006/relationships/notesSlide" Target="/ppt/notesSlides/notesSlide21.xml" Id="Rbc0fe9cf44fd49e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0c1f6c8394408d" /><Relationship Type="http://schemas.openxmlformats.org/officeDocument/2006/relationships/notesSlide" Target="/ppt/notesSlides/notesSlide22.xml" Id="R9573d3fdb068480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c13e2d623c4836" /><Relationship Type="http://schemas.openxmlformats.org/officeDocument/2006/relationships/notesSlide" Target="/ppt/notesSlides/notesSlide23.xml" Id="R44f9af452ac0491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5e4e5d6f234a33" /><Relationship Type="http://schemas.openxmlformats.org/officeDocument/2006/relationships/notesSlide" Target="/ppt/notesSlides/notesSlide24.xml" Id="R46fa041928c9453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33d1d0de2145c1" /><Relationship Type="http://schemas.openxmlformats.org/officeDocument/2006/relationships/notesSlide" Target="/ppt/notesSlides/notesSlide25.xml" Id="R9378ec01dfb84d9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051f493a3a462e" /><Relationship Type="http://schemas.openxmlformats.org/officeDocument/2006/relationships/notesSlide" Target="/ppt/notesSlides/notesSlide26.xml" Id="Rb406fda2158e43e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479abd85654f60" /><Relationship Type="http://schemas.openxmlformats.org/officeDocument/2006/relationships/notesSlide" Target="/ppt/notesSlides/notesSlide27.xml" Id="Ref945de3e5c443dc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36feb59d5c4e48" /><Relationship Type="http://schemas.openxmlformats.org/officeDocument/2006/relationships/notesSlide" Target="/ppt/notesSlides/notesSlide28.xml" Id="Ra00ddc6f7cc9485b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9b79a38a76450e" /><Relationship Type="http://schemas.openxmlformats.org/officeDocument/2006/relationships/notesSlide" Target="/ppt/notesSlides/notesSlide29.xml" Id="Ra0a151c9bab847af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d7976ba7c04e75" /><Relationship Type="http://schemas.openxmlformats.org/officeDocument/2006/relationships/notesSlide" Target="/ppt/notesSlides/notesSlide30.xml" Id="Rc3dfa496eac94f62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8ce6e92c7c49c6" /><Relationship Type="http://schemas.openxmlformats.org/officeDocument/2006/relationships/notesSlide" Target="/ppt/notesSlides/notesSlide31.xml" Id="R1600365d815941fc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ea76f5b26e49f3" /><Relationship Type="http://schemas.openxmlformats.org/officeDocument/2006/relationships/notesSlide" Target="/ppt/notesSlides/notesSlide32.xml" Id="Rec236a91664b48eb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1de4b1323f46ac" /><Relationship Type="http://schemas.openxmlformats.org/officeDocument/2006/relationships/notesSlide" Target="/ppt/notesSlides/notesSlide33.xml" Id="R333d86ff26da4651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ab4c6ce44f46f5" /><Relationship Type="http://schemas.openxmlformats.org/officeDocument/2006/relationships/notesSlide" Target="/ppt/notesSlides/notesSlide34.xml" Id="Rc0aef72621514fd8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37bff7f32e4b73" /><Relationship Type="http://schemas.openxmlformats.org/officeDocument/2006/relationships/notesSlide" Target="/ppt/notesSlides/notesSlide35.xml" Id="Rb349c1dc5b454621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aee893f9bc42e7" /><Relationship Type="http://schemas.openxmlformats.org/officeDocument/2006/relationships/notesSlide" Target="/ppt/notesSlides/notesSlide36.xml" Id="R8d39a4527d0642e3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8d75bc54bc4f71" /><Relationship Type="http://schemas.openxmlformats.org/officeDocument/2006/relationships/notesSlide" Target="/ppt/notesSlides/notesSlide37.xml" Id="R48bdcd9b4b7c4494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e6b4f3920944a7" /><Relationship Type="http://schemas.openxmlformats.org/officeDocument/2006/relationships/notesSlide" Target="/ppt/notesSlides/notesSlide38.xml" Id="Red5a0f530a3d45f1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b3e363b3b24ef7" /><Relationship Type="http://schemas.openxmlformats.org/officeDocument/2006/relationships/notesSlide" Target="/ppt/notesSlides/notesSlide39.xml" Id="Ra4f793badb064a2f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54a1141d854c97" /><Relationship Type="http://schemas.openxmlformats.org/officeDocument/2006/relationships/notesSlide" Target="/ppt/notesSlides/notesSlide40.xml" Id="R7f2d88fa698f43b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708017-FB0A-4043-AB1E-B447F2964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8D2DC2-8F30-484E-AF15-2BAC28139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Linear Algebra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F44CDA-D18C-4794-9877-DC761B6E2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Differential Calculus &amp; Linear Algebra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1BMATE101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494BFD-3109-4A9A-BD5B-F2FFBD3A3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129CF7-7C16-4776-98D9-7B77DFB93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3976D0-1F58-402C-A564-B8DF26ED8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FE0E7B-71CC-4FFE-AE9D-44FBB1114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B27458-B1AF-470B-A207-4C437A0EE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EBEEA8-50A0-4333-BD8C-63285C051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663B26-7034-46FB-B86A-AB1DFA6CA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12C5D1-B298-4C21-AB5C-5CBD3681C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DF5BCA-DC73-4FCC-AC98-1A25A4513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9D2FD0-91C6-4884-862D-29F2DCB0D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6377957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DB0160-0354-454B-801A-43B0A7A5F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342317-850C-4FC6-AF6F-71707C980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18EA15-4CF3-4A06-875C-A8A8DF4FE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459A04-E994-4C85-A276-C9CD7D602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12B5D0-AB50-4EFA-AACD-BD99B1C2B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03DC93-995F-4743-9779-48023C47C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9CA834-E7C3-400F-A07E-F46F37403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D796F2-3350-4640-BD6A-93662A2C2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6B4940-BEAA-4321-85D3-D4781C1AD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2BC6BC-4B7D-482C-A39F-F51551716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1E5168-BBA1-471B-9441-065B27C7F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CEBD78-3A4D-4DAD-8C74-D4F2D070F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55B5B1-227C-4BAB-918E-31CCA484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D73C4D-38B7-465F-8AFC-C884824FB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9452B2-4DB9-4C1D-8FE9-4E2349B81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9042588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D8F36C-EB22-4A91-AD73-21D7541C3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9B8313-30FF-4B0F-8F55-5F13593D6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4C2FC8-C384-4026-91E0-C564F44DB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34B470-7114-44B5-99AA-313B7C124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44B222-F41E-475E-B5CF-ECAAA6E64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FACECA-DAFD-4B60-A940-0E623AB34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F6DAC7-53FF-4B4B-83C3-5075C7555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4E45D5-EA86-429B-8C80-EBDC3D1F1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070133-6A34-4336-B257-0A6B29194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Linear Algebra (8 Hours Theory + 4 Hours Tutorial) Elemen...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F4B326-3EA2-43CF-8287-D47CA3976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190EA4-AE04-44FF-BC9D-306657F98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B20AAF-8952-45FD-BAE9-5794CCE2A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Gauss elimination and Gauss -Seidel method to solve syste...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A89E33-49D9-4F9B-893E-3C5DD2297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825730-9872-488A-B28B-5E0F7F815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2B7F89-CECF-49AA-B420-46421AEE8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Eigen values and eigen vectors of a matrix, Rayleigh's po...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BF6BB6-3E53-4E73-B543-96707FB97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814F2C-E527-4F7B-ABA7-B8F3EBC2C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A5612D-E3AA-449C-8D6F-38705D0F1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Applications: Traffic flow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BCA92F-D213-4BD5-B81C-ACE293A8F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C9715D-27A5-4B98-AC90-22CFB75E9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3AE23A-85BF-4E70-BA29-2C48F7496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Textbook-1: Chapter-2.7-2.13, 28.5,28.6(1),28.7(2),28.9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DF352B-C1BA-4EBF-9CB6-12533E0E1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05566A-4B65-4985-AAA2-8943A072B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AA036D-6191-479F-8D31-4CF9F6DC3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Textbook-2: Chapter-7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163206-A220-4598-B998-39345EFF4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958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BAEFD7-CB0D-400D-9161-01A6C51B0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2889681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A2C58A-C030-4946-A759-9AF087A74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528173-25CD-4D17-9F29-E406A7D8F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CB3EF0-6BB6-4633-AF65-FAB74D2FD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F6BDB8-EA9A-42EA-90C0-28B41725B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91FA8E-8757-4C7E-8B7A-FB2C878AA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2D0AB2-C044-49DD-A6FF-9B38CF27F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C4C31F-E0E2-431C-BCD1-D8DC21D6E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FEA43C-C144-4DE2-B991-D4EA1FB8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Linear Algebra (8 Hours Theory + 4 Hours Tutorial) Elemen...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D2F777-082D-4EA0-A1CE-308B9DB25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8E7E06-53B2-4515-A9E8-8837F4EC2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A18863-DCD1-4E24-8DBE-38DA1B28A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Gauss elimination and Gauss -Seidel method to solve syste...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77B816-B1C0-4EA9-B618-AF8BB5916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AA85D9-999A-492C-B660-EBF8FE876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4860C8-8FC4-49AC-B1C0-B5737140E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Eigen values and eigen vectors of a matrix, Rayleigh's po...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660A47-B7C7-465F-BC6C-298974500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C5D24B-0771-486D-AA39-F32B5029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AB3972-30C3-460D-991A-052C324F6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Applications: Traffic flow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0938D3-0084-487D-A620-99BC02346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16EF0D-3269-4DEB-B2E6-A31236549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C5B586-1172-4307-BD6C-59975270C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Textbook-1: Chapter-2.7-2.13, 28.5,28.6(1),28.7(2),28.9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175AD0-8418-492E-A1B4-136B9BB2E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3C38F1-F9D6-4CCF-9E32-5F93DB9A3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A1C495-FA09-4224-95C1-E8F47E57B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Textbook-2: Chapter-7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4D465F-08D7-44B9-A903-5B0036E55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B98106-5310-42D0-BB8F-207BE3B8B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96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78EBA4-9DC2-4C34-B81F-610D57BDB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9063539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E43F1B-5C13-4081-920C-F3C689F3B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AB79CB-1A10-4D91-8A94-3EF6794E3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0D624F-8E99-4313-9058-161529A72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0B4E29-C64F-45A0-84EC-3DC3193D3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35FB47-E981-4F9F-A2FB-2D88B0C89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Linear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9792A0-4BBD-4B8A-83E1-7252C9DD4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Algebra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06B367-DD86-459F-9F40-E13630550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Tutorial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C6077E-8748-4515-AE84-104CB18A4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Elementary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4A5EDE-7CBD-4CE6-9379-4487D4DFA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transformations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58F627-F4B9-4F83-896F-9BE02759C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matrix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8D9C1A-F1E1-4355-ABD9-1F7D8C76C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Echelon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463202-057D-42BA-B62B-205A6120F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form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E5FAA8-D2B8-4451-AF1E-0A96A6C34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rank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376D44-68EA-4FEA-AE23-250F8CE96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consistency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7F9955-3D5A-45C0-B00B-4D8ECA93F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D830B9-99B3-4499-B2DE-F1E6494FC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6302266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928246-E53A-4EE9-899B-BCF192A8B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F85CEB-8FB0-44A8-8058-2E1089E90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2B37B9-35F3-4528-896C-BE26482BC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9B11E9-DF19-4549-AC51-23DEA3BA0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6ED412-4542-4918-80FD-87A6A78AB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Linear Algebra (8 Hours Theory + 4 Hours Tutorial) Elementary transformations of a matrix, Echelon form, rank o...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49E01B-DFEF-4D34-A023-68D561FC4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Linear Algebra (8 Hours Theory + 4 Hours...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A74876-33A3-4AE0-ADA0-DCF60DDD4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DA9597-A86F-4A71-969D-AC56B5B7A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7A66F6-7FED-417C-8AD2-160D740F8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86763E-E8A0-4D4E-9EFF-6A0CA463F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75AE2F-AEA8-4130-B15C-94599117A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FDC1D9-7969-4C57-9172-A924D7A17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5484AF-2E0C-4AD6-805C-F0C07701A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7EEDBF-5A99-4620-8537-C40454DF8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F6BF1A-74CF-4017-96DB-F063E2090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F66D12-60A1-497A-BE59-EB31040E0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81713312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C62FBD-1530-482F-836C-BACEB2426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CC6EDA-301D-48E8-9200-CE6B6B9CF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36919F-1DEB-46B3-BBCB-A0D9663AC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C273F6-1DF4-441D-A8DD-44DD4C9E1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9665EA-D2DF-429C-99D5-DCAB6BEE3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ECC385-F3A9-4030-982C-9D34F73B5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9C2F79-E954-4E33-AD88-EDFFE4D74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9B9484-362B-4B91-9B81-CE99E6DFD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6BE613-E8F2-4507-8562-6AC03BA26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Linear Algebra...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4A304D-4595-4251-B373-F3599768F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B7DCD1-19A0-47F1-94F3-406C86167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B04003-E2DC-41DB-B876-D40B38339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Linear Alg...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7BC911-B862-40AB-83E9-B41D007BC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0851A6-98ED-41AE-B68C-CAB355223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BDF9F4-C9DF-49A8-BA19-B15C19616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Linear...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4D5826-2432-42C2-9EB6-CE79907B9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A405D7-E0C0-47FE-BA6B-9DEDA46BD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4E9F0F-A093-4C5A-A5B7-3B42E9723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Linear Algebr...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A7A99B-8967-4504-86A6-56206C0B1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5D8E1B-3EEF-4E4C-AD16-4C6B9626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DC2058-1A3F-4595-B6E5-84B08ACDC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Linear Alge...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4528F9-2080-4F07-9402-C2468BA69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13A8C8-50AA-4B2C-B5FA-CF379D93F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1719949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E978A9-2D79-41E5-B0EC-CE4E12F49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4690E7-492A-4E01-8A56-7A53F238B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2D7758-D74A-4B43-B827-F70E7280E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098E8A-2F1F-4BA6-9A9B-C5BD4AE6B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9D8B55-AA02-44A8-8BD8-B7785F62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613F21-4219-47C7-A78E-7752B55B2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CE5930-CEF9-41FC-95DE-B6CAF3CD8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BC8A4B-1308-4003-915B-24AA312F1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B76212-5D15-4219-A454-A94EBBA75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5B3206-BBCA-45B7-8326-7A953FE2F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AE2F0D-8755-4F7E-904E-CF1BF3B44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6609F5-ABCC-49A0-8084-3BFC1BDEF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24C327-B710-4D38-9EEE-5886B4007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1E9000-683A-4ACE-9E21-6F8A0DE1E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7B22C8-4D14-4C3E-96D9-9A0790D53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23082596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4E269A-AD92-4195-9062-E977907C9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65495E-7F0D-4FF0-81B2-55C87B7F2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F852FD-6CFC-4DFA-AEB2-76488DDD4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C042D4-99FB-426D-BD82-C69C00862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97A0A5-6D69-4F6A-A452-33CB418AC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8DE8BC-DF9A-4C4D-8AE5-B0FD5AA20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Linear Algebra (8 Hours Theory + 4 Hours Tutorial) Elemen...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F77BAB-192A-45E4-B034-B4A0FD4DE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906E6F-0978-45EA-8B1D-C9B61386E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1FBF47-7236-4CF2-B775-17141CB09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795B4F-5E39-42EE-B35C-39338B0B2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F0B159-8CF6-48A1-AEA6-53D51E49C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40687365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C341F0-E803-484F-8592-89DF1370F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F327AB-47EB-4E13-9B53-6AECD4E81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FB119C-477B-47FC-95DF-D1FBB4290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57327F-8A16-493B-A43F-6E12C0365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ABCA5B-60F9-448E-A8C9-937CA699B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Gauss elimination and Gauss -Seidel method to solve system of linear equations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7C8B9D-B44E-4C04-88DC-DFE15A904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Gauss elimination and Gauss -Seidel metho...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C345BA-9F5B-46B1-A515-A8334B0EA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550D7D-2C56-434F-9548-D3ED6FD0B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C7B510-F340-48AD-8A0D-D34BF8ED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EEBADE-CFD1-4C6C-9B68-875DF8EE9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7662CA-948E-457A-9EFD-5C0126F7C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CAD84D-496D-4827-8DC7-0FA0610D0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D6D20A-B85C-49D3-BABB-189228218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B65616-0588-45FB-980A-B6E10747A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4B7E47-D49B-4FD8-8556-17516C88A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11E901-7FAE-4CD9-A4ED-488AA1E11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3974161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CD75A8-A193-4B10-B06D-414FB74F3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44EA09-23CD-453D-9E7D-2F63AF33C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D920A9-3214-440F-8B90-618C639EC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60EADA-7879-4C33-B3C5-7490337A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6C0561-6809-46AF-BC1F-61AD1057E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80187D-4AC6-45F4-A3F5-9F3107CD1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1E7127-8F6A-4946-AF89-1C357C8B1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EED2E6-70C2-47E1-A81E-D5AE2633E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6C0FE7-3B93-4BE3-A2DE-5180FF407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Gauss eliminati...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DAEDA8-F287-488D-8B4C-02992065B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B384A0-7014-4425-81B4-288E63FBA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E1F7EB-5875-46BC-9B17-7307F3276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Gauss elim...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2AA4D1-2486-46F7-831B-72BF6A02F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0220E0-8BB8-4422-A18C-9334355BA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1FF3FE-DB44-49CF-B289-E187E0882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Gauss e...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B4DFDB-CDA2-4175-8CD3-A5F2C08F7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0A7F97-7DC7-41B5-AEA4-8BF5F205A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17B1A7-4A92-49BE-A0CD-EEE1D7529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Gauss elimina...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A67481-5C83-4BCD-A204-55D4A610B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42804B-CA67-4733-B611-826030BF3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78368E-DA6C-4E58-B070-44C6CA9E6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Gauss elimi...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098209-C23C-407C-BB98-2EC474CB6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DBF480-430E-4ADC-8FA7-42C9E6DAD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94442478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B6D469-E723-446E-8E09-68A4A991C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63E60B-271F-4809-8762-5A44ECA70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B2FCB7-58D9-4810-A3CD-75F96BE55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2DE49F-75A8-43A1-9721-4935C5AA9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1874B0-85D8-41B8-BEA5-FD43F370C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6D9AE0-C95E-4577-AC06-77B02E62D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18D224-3603-44F6-83DE-FB413017E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505AC6-64B2-41EF-AC40-A7DD748B2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B5E54C-34FB-4EEE-9B78-B102C69F0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957E8F-7871-451C-A015-62C133C93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80CA11-BF3D-4DD5-82B3-6C60AF990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C75907-01E7-450A-83D0-1FA8C9A14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26DF54-1704-44A5-945F-836FE21AC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BA63D8-4510-43F6-B05D-13B0B16F0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D77822-8575-4AA6-9BB8-4BC154A6B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14305983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4A5E46-8029-4800-AB72-45EBB952D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588385-1193-41F0-9A27-50F2D767B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B892D8-10C8-4068-8D46-3AD7086BF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08FD7A-5207-4016-8FC7-9232A1210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367E0D-F3C3-4096-AD0D-A96137971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C487C2-25FC-43B9-B0E1-A75D4F31A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Gauss elimination and Gauss -Seidel method to solve syste...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3B7B44-57C0-4CBD-AB54-0998BA774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A067F8-FA86-4EEB-96A1-3E505DCC0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54D5B9-64C2-48C8-9B3D-BC8460D6E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E4114B-F6E7-45F3-B64B-D9C16F5B7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246892-F2D5-47C5-9853-E40561A5C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91608141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FE005F-28C0-47B6-BB21-FABF98F3E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54B99C-6F5A-4237-840B-5A8C6BFD8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3EB444-2FFE-4674-ABA0-D6A171BFF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EE0031-717D-463D-B1C8-E795D5AB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E22B83-CBC4-4690-AA8D-420A17AAD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Eigen values and eigen vectors of a matrix, Rayleigh's power method to determine the dominant eigen value and c...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AF3036-B066-4D26-9FDD-C934B658B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Eigen values and eigen vectors of a matri...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9E42F0-055B-47FE-9CD7-054606173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062FF6-1A56-42D7-9C11-9DA47DCC9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3DA398-6EB6-4A5D-8855-DCF16D75C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84628E-E419-42EA-9213-0C25263D1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9AE542-769A-4DDE-8D87-6A274DF32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1580A1-5D7C-438A-964E-9F2788E73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6AFBC7-9A66-4740-8777-E2A82CB6D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5CCA2C-A030-43A5-89BD-4D68A676A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C9E6C2-3976-4568-B4F7-1F1CB7E79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B0AAC2-2B7C-4F3E-8EE9-D6DB004D8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60031017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FF436E-6832-4CBE-89F8-3519B3B08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8335FE-FF4B-4B63-9EF0-8AA10419A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A183DE-B67A-430F-9186-2A6299BF4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DEC917-87AE-4F29-BBF1-5E15231EB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FFEF60-9CD2-499D-9666-921D3E57C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2E6C26-30B0-4458-AA3C-E59BE8391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3A1AA1-2323-46A3-86C4-7B9183E66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233070-7F29-417F-A6A5-40194DD3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F8D5EC-410F-4DC9-9559-8B4266E2A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Eigen values an...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871CE2-D2F9-4F21-8508-280FFF264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6DAF21-7B19-4992-AFAE-C12D6AA60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7F0F1E-DDB6-421E-9CAC-5E0DCE52E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Eigen valu...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559DDA-A0E9-4A6E-8C4F-08B8D3F9B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6F0591-EB9B-4D40-BDC4-8785E2B53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3B1346-E6A4-40FC-B33B-28E8D8B94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Eigen v...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2B98B2-4E11-42AD-B755-ED53D60A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8506F6-A5B7-4961-A598-5B03DF32E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2E7CB0-B391-49B0-B014-6E9D89745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Eigen values...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BC9793-26E9-4002-B646-A160378DA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305BA5-A3A4-4DD1-BEE1-EE2F4B6ED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FE2350-CA96-454D-8538-4B9FE3564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Eigen value...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535450-05E9-493D-AF9A-A5AD28656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557B6C-7B2B-4B2E-91C1-19A63D221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37147904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E1CE07-FACB-41D4-B936-E8C19533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EF3943-5346-44B2-931D-10043EA0D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5651F5-E46B-40E0-AFF1-D0078C8C9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959F21-5765-4080-BCD7-9A7A390BC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23893C-27C5-4A49-A456-604FC70D2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FED57E-FF93-4E02-8CF8-B3BB2211D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7183F9-8BD5-4938-A4B7-70A94BE0E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C2FCA5-FFDC-4156-81B8-637DDC169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38DCA0-B814-46A5-9639-4687083EB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7A2468-DAA3-4E02-B928-7404EFC4A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549D2D-A13B-4F07-A39F-57054B709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6BAF3D-C59D-4036-8255-4E8D43B3C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D1CF5E-18D9-4157-99D6-794D985E2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D03256-542E-4202-82AC-AEE89E2D9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69FEF1-E45C-4E20-BF17-F56C648B4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24736626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B3769E-DECD-4A52-80A7-FBF2042D5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F1E028-DC44-46E3-B4D4-DE30D333A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01B071-3F2F-4221-84F2-D5AD1A588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F3A652-E735-4317-9BF4-ABAC16FC1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42B368-2E60-4874-A7D4-C8DD259AB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9DA253-12F7-4B0F-B575-B2C5EF8EE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Eigen values and eigen vectors of a matrix, Rayleigh's po...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68EB82-619A-4D50-8940-D16B01C6A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56905C-104C-4846-8076-C1E104384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BA2FFF-7309-43DB-8896-E97CC8420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C9B10C-1613-4B6D-84C0-C1C282610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6F96AC-9E09-4AA0-A22F-E940D8583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65297227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F6F715-0259-4A76-965D-D0508EC4F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40B4C6-AFCA-494A-B960-28AD3C64D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8F3C27-3341-4380-B2EC-C71E39F68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DA0D5D-0664-4575-BFB5-10BC7DAEE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E6EA83-BEF7-4E3E-853A-5E33BFBE6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Applications: Traffic 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19F928-8EEA-422C-A0D8-D4F581F71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Applications: Traffic flow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CAAF42-8E35-4DF7-94FB-51E80698A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FDD316-D3E5-42ED-BF1C-BB859242B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30871B-6D2F-4B45-BFE5-DDE8BC5F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85A0E0-4F83-4684-949A-FB0171D24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A510D5-C117-47F9-9E5E-1DD7B9EF3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BBE517-7FDF-49D8-9DFB-472A3353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197275-4FF2-4FB7-9523-EBFF6B48B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4946B3-927B-48B4-8FCE-8245E53B5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5F3DF8-2B79-4421-B3D5-FA65C5C6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2551DA-3AB0-4166-ABFE-334D97846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02018499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0E0A6F-4E59-4974-B148-B39F725FB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9001A3-B0B2-4697-AFFF-31281AD51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012D2B-4A26-4E77-9D28-77FF6709C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531C9E-4775-4322-85CB-830211529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AABDA2-5E6F-4F0B-B1E5-97E7E46A9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8EB647-E78A-45E0-A605-92A0475AC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85BBCC-4F46-4B9A-BECC-03804EDBF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99FF1E-CD53-4700-95B3-ED4BA5C9B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F0DC52-2711-472E-9420-3A58FF328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Applications: T...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C4425B-7371-4F1B-A580-CB0005A6A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30412B-B7A7-467E-AE1C-B8B222DEB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A375A3-4603-4FEC-810C-8419FFB20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Applicatio...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679B5B-C4AD-4813-8D27-C7E80FE8B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F86134-41D4-45FF-AF28-0717A3197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24B359-9B1E-4D5A-B2F8-8794AFB3F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Applica...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62A719-7645-473C-8C68-85B7B2060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7E2EFE-9D08-4372-A207-3BC206A64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F5700D-F9E1-4512-8B4A-07F31689C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Applications:...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08CDFB-C15A-4B5D-BDBE-07F5FD0D8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1116AF-D048-41DE-A83C-E03050FAF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01A0B9-2ECA-432A-B333-546055453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Application...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9FB06C-CF9E-4D01-BD3F-2A5FDDD67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C6E997-035F-4A7E-A405-1982C7527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51993421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5D6ECC-9B46-4DF5-82C9-61B1BEA0C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AFC645-6F67-42F0-BCA3-E587A1BC4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4BDAB7-87C6-49B3-A068-3A3C69457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61FADC-DCAD-4E46-B6B6-2510C1464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63CA63-B8CA-4BE0-8565-791CDECAF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DC09FE-8000-44E3-9B94-89BB901BB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D943DD-BD31-4016-BC45-39D457499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D22A0C-94F6-4ABB-935B-4FA602665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99112D-3BD4-4733-B154-8A8E27160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AEC3C5-33B1-40CF-B349-344E9456D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9149FC-3D1A-445B-AA59-8EF988A91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D1DE56-BAEC-4BAE-96F7-36221E6F0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718E1A-26E4-43EC-989B-612314D95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B7C1D8-32FD-47AF-B721-B0CADB024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602A64-6CD4-4F27-8818-26B387651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5276052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B039DB-8B61-45E6-826F-3328E3C13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E5CD99-5F1D-4847-9416-1CD7A2BCE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CDD83E-29B4-4EC5-ADF8-989BFBFF6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C1BE0B-08BF-4AB9-9996-238CA5E6A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ABA10C-0072-404F-BCB8-8346845F4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F26D52-A097-4BC4-B711-644673B29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Applications: Traffic flow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D9E529-8CF3-4568-83D6-44D269167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A04BCE-7749-450D-8CC7-834BC9057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E29F48-BE5E-4BF9-9CAA-818114BD2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610A07-911B-471D-B25E-C22D68C6B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F52C87-41D4-4117-8CA9-F734E217D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43329728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EF36E0-5428-424D-A5C7-04461643F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28E091-713E-4707-A528-B212DB893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B74D69-2C25-4C2C-B1E6-A5CDD27C7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E4B263-7D4A-4542-89EB-A8D649D3F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9B945B-60D3-40BD-AA66-128288D52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Textbook-1: Chapter-2.7-2.13, 28.5,28.6(1),28.7(2),28.9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A4E5AD-65FB-4EF1-9731-B51F91DAD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Textbook-1: Chapter-2.7-2.13, 28.5,28.6(1...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4CB4B1-A4DE-4845-9B72-027013461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B0C92F-6CE4-4FEC-A042-1D3FD393C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C58DCA-C61D-4513-9388-162B3142E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0C617A-9AAE-49D3-B0A1-F93E4A383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2CE30F-C786-455E-9D5C-408030F70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C95C87-B29D-4BF6-97BF-0A5296B54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D9C657-051E-43A4-8D85-BC8185049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C759B6-B779-4D6B-810C-D34425301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8AF7DB-4E7F-4AD6-A540-D003456EE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A72171-EA46-456B-AB78-36DEF106C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202581907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CEBD2E-1321-4C46-892B-4708AA86F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7424DD-1548-4781-B75A-2800A4CAF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8051CB-038D-4B24-9F2C-D1CD0E88D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B720B3-6FCF-4B76-B816-6288EEA62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D08EEC-BA70-4EED-92B1-DA64663B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0B8E3E-C628-4DF4-B6E4-42406C6A7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5872D1-B7CE-45D9-BA38-4A02633D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0FC327-FCCD-4492-BD98-A14C83585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4E0353-19EC-4858-AF5A-8CC70FC73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Textbook-1: Cha...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B92212-3F29-4C81-9336-7883DF552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7DECBF-85B9-4AC7-B8AB-C64465133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9D54B2-6BA7-4342-B8D1-928A55325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Textbook-1...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9E4212-B465-4509-9BF4-F798A77FA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D38742-42E0-4845-A86B-5B1B7B4CD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F369A2-23EA-4F30-BD3E-734927CAE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Textboo...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74CD81-5D1D-40A7-AF87-B1EFBDEAE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53674D-B56A-4AEC-B17E-FCB5E0FA0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6E1932-AED3-43B8-B8F9-748A880E5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Textbook-1: C...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0A57E9-C766-412D-BC4B-69AC25CF4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F49732-A467-4CC5-807A-8746D6651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004045-BDA3-4BA6-A2C4-1EB4B0020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Textbook-1:...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9ACF72-9DA1-49F9-9604-68C8D479F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F42011-F88A-4A0B-885C-032C549C8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31749527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A43A02-C1EA-421D-9886-DDACB7D60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A18C2C-C441-445D-9B66-9FB7E0598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70C7CC-1DCA-4569-81BB-98CE13DF7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209132-532B-4137-B51F-466763144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2C5936-6336-4177-B2C6-3A7D40D17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EC6AD2-516C-4AC4-B370-5CBBD7458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1CF376-018E-412D-AAB2-48486C8EF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7EE793-96F0-4F15-8972-DD2CE5E73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873C8E-4B76-4000-905A-F404889DB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8E678A-639D-4E89-8E34-D22876DA9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93273A-A0BA-4526-8208-C0A9B88A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4298F8-F803-44EE-AAF2-B8A05565B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5CB4A5-29B3-4A0F-B911-46268E206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84A5CC-1628-4250-AAA5-BC9F9B4D6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F0D1FA-460F-403E-85D4-7F6352B73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94900163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18CDB5-63BE-48FB-982D-8C412ECCD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C4017E-BAA4-4282-9BEA-71AFDA70C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1FE15D-BDCD-486E-9D71-686504800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F51CF6-F889-4192-BFDA-7E3C298B3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3EDC51-2183-491C-A120-DD23EF4A1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512229-9BC0-4098-8277-9A9CD9BF3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Textbook-1: Chapter-2.7-2.13, 28.5,28.6(1),28.7(2),28.9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FC19F0-0750-436D-A4CB-688A26DF0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8B0E2B-8A28-4DE2-BD96-68F1A6D47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A0CE59-4DCC-4D7E-A1D4-20E79F0EC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9B774E-457D-4187-A21C-04038C4D1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D3F8B5-CEE2-4562-BA8D-AA34126DD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29006791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5390D3-87A2-4BC2-A59D-676AEF2A4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497929-CFFC-420A-9142-BC9F1A04D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9A464E-7E29-4F18-8E7C-846992474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AAB620-2346-41FF-B050-C414A15EB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50D556-C0B2-4A0D-B27E-C4248227B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Textbook-2: Chapter-7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3EED41-79A1-400D-90FE-5A27DFAA3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Textbook-2: Chapter-7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AEEA84-5872-4CD9-A48C-FBB24D48A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FF6C2D-815A-43BE-B2A6-C0E145CF4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FE26E7-420A-419B-88C3-700FB0A56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5774F2-B209-4EBE-9163-E18883568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4351F6-2B9C-48D7-8542-059FD6E35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C3A761-2BFE-447C-BBAC-E940F4002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37908A-5B2C-463A-81F9-E6C803A01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670560-EB06-420F-9188-76DF8CED2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978DB9-5750-401A-98BF-01E6AE51B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B4E53A-4BD8-49D3-B453-A93FB382A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34096121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7FA037-5B98-437D-B8FB-05E0CCA88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174254-5CF5-4569-BC44-DD140778D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94F2C0-AB61-481A-929B-F0423F8A3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E148DA-3063-45F3-BF63-05F7E2EE6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6CF5E5-4CD9-4C5C-B020-A131D882C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66363B-BF34-4F98-812F-96BFE81F9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979C05-71F7-4E11-927C-51CFCC03E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21C6AB-D70C-4309-9E0B-04CD27D36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336821-6B79-46AF-A749-3D43253CB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Textbook-2: Cha...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37AC51-8012-480D-BBA4-AEFA36A70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4FD806-0025-45DE-9685-5DAD31D2D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0CA323-A83C-477D-975A-C1B1B1641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Textbook-2...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95FA04-FC2C-4616-94D4-DCEC05BE9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66E367-CCC8-4036-8F22-5640FB33D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B5EB56-F1A4-4F3F-8BB5-86D3A3D76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Textboo...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F7DBBE-FBC4-4FFD-BA49-FA6369884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53B341-65A8-4B79-9A78-4236FCF66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4C66EB-9359-45E7-894D-798DB4949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Textbook-2: C...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678626-11D7-486A-9B22-32E116214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D14D7A-EF31-4FA9-B505-10F605CE9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01E055-6553-4D97-83DC-6FF815E74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Textbook-2:...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0171B9-5CA2-43D9-A519-14694DD6B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315A7D-D214-4F0C-9627-9CA03236A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205449914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DEA4CF-346E-4C8E-AE59-2D2305683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55803F-A314-4626-92F9-9DCA3BD93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F386B9-6DC4-4996-A1B3-636E135AC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B40872-6ECD-4C71-817A-7B9D69D5E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637616-DCD8-4332-A4D0-314F239D1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3CA667-F90D-4F8A-B123-72D9F4B8C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86F1F8-9E87-4A5C-AC7B-DA0E70DFE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679FE0-CC25-4239-BDF1-B4A76BA2D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7D7B39-98F4-44EF-AF12-8D37EBBB0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3A957B-BAF2-44C7-B6BF-F940627ED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DF779B-4038-4D76-AA72-240F554ED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B2C566-5FC9-425E-821C-833DFD25B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177593-EFC0-454F-A284-610CE26E4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373C9E-70FF-421B-A5D9-43E0BE1A0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8C8B9D-0DD6-45EB-AE7E-8BA4F8435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15545608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230E04-DA1E-449D-BE5B-115D37B68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78C430-1233-4AB3-AC65-38F905081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9BA149-E8FD-4054-B773-AC61DB42E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0DF595-7CBD-4ED1-9B1A-E94E70DA8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2208BC-0C68-4EDB-8E73-7A5A9E086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B0C725-3206-49AF-BBF1-FE179508C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Textbook-2: Chapter-7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E3820D-5B51-4C69-946B-141BAC88B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DBA685-8148-4828-9B45-2F7C1DBE0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114BAE-DDE8-441F-9E39-4AAA677DD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C86146-82BD-4436-900F-27BB53991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426798-701D-45D7-9122-2C2AF6CC5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57909202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2E6FA3-0906-4704-8A14-2F02FA192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CD8B5B-EA44-4263-8473-DBC42E037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D801A8-581B-4650-9204-4C8896826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E23632-23A4-4C9C-8F5C-52B17168B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76284E-BEED-4509-AC8F-D9B9E4544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2600BC-2150-4052-A2BE-7C470ADBE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975309606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1CB6A6-8435-4BD3-AC0F-562524268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73FCFC-7517-493D-ABFA-8A081A20F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43D2B5-ACFE-45AE-92E2-7984644F4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40D8F1-8392-48B8-91EC-B4D001DB9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1DF212-994D-4B08-ADC9-6936C30F4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Linear: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Algebra: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Tutorial: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Elementary: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transformations: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F6D6C5-E04C-4D43-B506-B674CF6E7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40591759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979F35-C644-4467-9014-49F2D6FAE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5A38A5-B9F1-4F9A-88AA-A0FC3B6AF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FC9164-EB59-467E-8273-D542B3155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5C695D-3F56-4A2E-B1CC-AAACC9BB5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456AFE-EB2E-4946-8677-9E3888E58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Given data: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Required result: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Formula or theorem: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Substitution: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Interpretation: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5764D1-471E-4491-8975-4710AAFE7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936771764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7D3438-0567-43D4-876A-36C8D06C2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45E81D-47A9-4F8F-BBAD-5E83B3A64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9951A1-D5DD-4146-9FA1-11D118E17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D5DEF9-8BA9-468B-99FE-A71B0C83A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ABF790-F16F-4C57-92C5-FE7262ADF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Jumping from theorem to answer without showing conditions, substitution, or intermediate simplification.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49E663-785E-4D3B-9B86-5026F5530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073327647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14CA3E-2106-4317-A5F3-21C45B08A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CBEFC1-7ED1-4EDF-9971-2AD91E206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DC6A57-B588-4E3D-9C39-A8159A06D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4730C2-4D77-418C-8E21-4B989541F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3ABC89-2B23-4793-AEF3-B92700B23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Linear Algebra (8 Hours Theory + 4 Hours Tutorial) Elementary transform...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Gauss elimination and Gauss -Seidel method to solve system of linear eq...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Eigen values and eigen vectors of a matrix, Rayleigh's power method to...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Applications: Traffic flow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Textbook-1: Chapter-2.7-2.13, 28.5,28.6(1),28.7(2),28.9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DB39B6-89A4-4831-B5C2-61DAEE943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52AD6E-F9EF-4A18-9F12-B4BF0CCF7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25E3BF-26D7-43F0-A221-3A5D0A598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620111449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95C780E-3C5E-4E66-8ABA-3A03CA066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4FBEA9-9409-4ADD-8C7C-6F64E9FD6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Textbook-2: Chapter-7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D52EBE-FAE8-4499-815A-70C9AF99E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05A8D4-780E-402F-A468-C2379B12A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073B1C-53E9-424C-9ED4-33D83ACAC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17B045-25C0-4FB0-AE2E-8A5667FCD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C78713-AFB1-4AEC-85E6-4F124FEA7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357C8B-53DE-4F63-9181-DDF5CA22B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7BA9CF-0C0B-41C8-904C-43CA5DB8D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FE9AC7-5133-4BB3-902B-ADEF2402C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0AA6B9-249A-4078-87E0-7F2C39CD8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95304E-6BF7-478B-BAB8-8498D2D41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164ACF-2AA4-43A4-9750-017FEE120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D8EBC7-11A4-4B5D-AF05-099FE2FF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BD3E73-68C7-404D-B7ED-837AA6410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816118-5FAC-44F4-AB1B-82208758B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B1C69F-3351-4253-8FBC-B81D0F620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FC49BA-1B15-42E1-8CA2-C752EA36D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7C403E-070B-4DB5-9C9E-FC5514D0A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4E11ED-5B0E-4827-BFC9-3AF483E89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FFC87B-BC70-452E-AFED-F041FB47E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5D29C6-E5AC-4893-AD48-D181FFF7D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B32256-8865-4B44-B94E-67E0F1AD5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38C9A0-07AE-47E7-87AD-271FF6404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B1493E-C578-430C-BA39-1E3021E80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CF8DA8-18A5-45C6-881F-DA6A2543D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2FB9081-415A-4454-97C7-F42DDAACF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24C801-32D1-48B4-B7A7-F1119D546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4E37BF-D887-4E09-99E0-2B36D30DB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82E94A-A0EB-433A-9006-80556854D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E731AFA-1C5E-42A8-BB5C-48474029D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729888B-7BDE-4F62-8D6D-FEE5AE18E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2079704768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A42CB67-6518-41A1-BDF7-B5B81E4FC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181B2D-1739-4382-8B08-6CE94B966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Linear Algebra (8 Hours Theory + 4 Hours Tu...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2574A0-51C0-4EC8-AA32-A19648718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076DE1-A889-49AD-81FF-44D68E964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E58424-D046-4E61-B3BE-13F84C8B0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DE8116-1A90-4C95-BE93-6CF7C81D7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D5DDC3-015C-4878-8AA0-CA0177B03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753D68-FA7A-42A0-9E1C-9EA34F31A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5DE0A6-08CF-40E7-B372-2427EA962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A55AAF-4163-4FA3-BEB2-50B35C924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707221-3395-4EE8-BB47-900557E30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94142B-A2E9-4FF8-983E-924B9BA7F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7BA321-591F-4469-90E0-E17DEF815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2129E2-FEA4-4B71-8C0B-3611B9AAB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355033-BD26-416C-8716-05C8A36FD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1DF252-0F88-4D0B-B674-A2573FFCC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9E6350-D3DA-4EA2-8DC7-DDCB7F537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2EB31B-03A5-4434-9DC8-56C87CBEC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6B8AAE-A982-473B-9BCB-6AFE6526C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94531C-F52E-4536-A088-4CBC6C8DB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986DBC-C6A8-4015-B33E-D7733F91D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0B4D14-8F23-4979-B3F2-31A791BDF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9C764D-AC1C-4223-92BC-8C7F3CDB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98EFF0-8198-48CC-B1CF-AE6C9A4A3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757A66-F851-46E6-A824-3DD64BC9A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44F638-51BC-4022-8843-F06093B57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28E24D-A0B2-400B-A088-2D0E5A240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DE8767-A6CC-4BAA-A593-E481871C6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A84864-58F3-42B7-A09A-44335AD94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790FC42-181E-41C4-A917-DD775A1A1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02295D4-4AEB-46F7-8298-A803B02B8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FDDE0BC-1AE5-4CEF-BD22-CB13D152A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718592491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5F6C502-47E0-4839-B6E7-A7ECF1307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0AFD29-CB83-4D6A-B230-FAF18B5B0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Gauss elimination and Gauss -Seidel method...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A76644-71AC-4324-8E5B-E3F5D4DA0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42BFB9-62E9-414E-B1A9-4028010AE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D8869C-F2F9-4164-AF13-2614EC67F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5F4537-28A7-4C24-B005-306E67380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53CFE0-5C4D-4FEE-8C6B-CACF228ED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898EB4-DFCC-42FB-9D5F-93676937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D3FE8E-E6B9-49FE-8621-335D37B11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181E1A-7F9A-452B-B902-C929691B4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8CFF2B-1D3D-4A12-8D10-9F957FAA7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28EF1F-F163-4EEF-A870-3E1D287DB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0DC1A2-5077-4D14-86C1-4A8514A39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574CB2-2F00-4B7C-BF35-61244A0C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3FBE50-87CF-4D21-9EAD-E51418C21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58F21A-F313-40FA-8F82-3CDD7BA46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1916B6-75F0-4BA6-B0CB-7EFE88E8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4D342F-29BB-4E98-8499-D7B48A81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448E15-D5AF-45F2-89E9-27125DE02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9E09A6-61B0-4CD4-8CE2-7B746A6FD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B2B1A8-0A53-41A4-B4A4-C6984D6E2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3DCF3F-B5D1-4C33-AC1C-8E705A00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37EA55-EA23-4D20-B97D-DE8FE7179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227540-C2EA-48C7-AE9F-E8D9CFB97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EDAE3F-EF66-46CB-911A-0B53EFAEC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2AF0CD-15C7-40F4-9CC9-F382468A9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8B1DB9-C92B-4E56-95DE-557F8DF79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E66C79-7A9E-48F4-8F36-D183230F3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A2C16B-0BB3-4024-9B83-2BBBD18D7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E6226E-F33E-4C9F-A271-BB4BACB1D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2FACE23-D832-49F4-856C-83EA9311F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057A9E2-CCD2-4FA7-AAD8-F986B610D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947399497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AA459F0-43B1-475A-9BCA-984590635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C6817F-9B63-4895-A56D-8FD9614DF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Eigen values and eigen vectors of a matrix,...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FC3B16-8C1E-4655-A9C1-16CEFDC3F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30A074-2902-4649-B458-A06CAB2D1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F7A415-5845-4F19-AF95-E07F9A69F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24BA56-D481-4873-B1C4-76BC4FC0F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27B4BB-B905-4CAA-BB79-AC0E9A881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B628B8-EE12-44E7-8163-FDB2D923E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C641D6-B2E2-4BB5-9791-BFE5D5B51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B30840-0AD1-450F-BBAF-E4085CF56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3C0BB2-AD39-4D44-A0DD-3FAA7FC04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7B8309-29CD-4E9D-A73D-7C19227C1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8A06A7-24D3-4166-A143-B0EF1A873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1ED8F0-8F6B-4C67-998B-FC2413A4B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954FB7-5EC7-4AEE-BA29-C409552A6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81C903-2458-4CBC-9892-32582AB60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8EC49D-BCCA-4BB1-9042-C57A5A7ED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AE7750-5706-4912-BE66-F2487F416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637303-0C1C-4ADC-A6DE-3A4F4D3CB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A7B487-BA4E-4C4C-B5E6-FC3B0EAF0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849C47-C3E7-452A-B805-2A2F9E102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E4443D-0E51-4C20-8896-61902590F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4C4572-D287-4A3F-B759-55A5B6BFE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6F2186-B72B-4A55-86F6-4A639176B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F2F055-B2E1-4C50-96F8-50685E44E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0A67AE-1DAE-4DCA-9BAC-45805F830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564723-C9C6-44FE-8AF7-62DA98709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4B4DCD-5728-4981-9700-E75B830FE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78BCBE-6414-4BAE-9739-970F3489E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DC633B-B914-4A8A-B28F-AFAF37522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7AF6CE-8B14-43A8-B996-A1B173BF8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BA6CE72-D59C-4A0E-8351-7081462ED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401350791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9368610-DFBC-44DF-A21F-5AB16F44A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F82CC5-453F-47AA-BBAC-7A07016B0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Applications: Traffic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1AA000-5B91-4B5B-8591-1047BA54C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0B565B-DC3E-48EA-B5EC-7430A161D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01ADAE-1ACB-4CA6-841B-DAE68A7CA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2562A4-F75A-431B-87F5-09B30C567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C978CB-11F5-4CBD-B33D-15FFC3B1F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B8604E-DD6F-4DF5-8271-C059093E9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3BF8FF-9F46-4C67-8C9C-CDBC09B73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B7B6AF-B715-4DB8-B75A-42FC663D8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968949-CA92-498F-B224-4C02BD2DA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6233DD-AAE1-4829-9F9A-032B552EE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E44946-C822-4B7D-871B-6E18947A3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4A024E-F283-460A-B071-4CE94A2E6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EA4D90-D4A4-4374-9447-10DB246AE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A11C9E-224C-4570-A541-9AA9640D8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10F508-9347-4981-8C07-BABA8346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0DCFE1-0548-4FFD-B81B-0A58B47EA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CDFC69-478D-4990-97C3-8BEA4D047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97EB78-F0A3-439F-A5FF-C045ECEB5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AFF027-3258-40DF-A527-ED9A73B72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7502B8-790B-44FD-8401-C79F635B9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8A039C-54FA-4A7F-AB59-896A9970C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1F52A1-1C8E-42FB-AE36-040D3D8DD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0415D6-CE18-41C4-AE51-8D2F744E9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A9F8B3-FC87-4284-8171-C3CF6592B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40128E-1971-48E3-BE57-D2FD4029A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EB4B3C-2E00-4EBD-AE20-FF3D21E2E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E22B89-E8D9-40CB-9C73-F3F56D9DB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F35E19B-845B-42C6-842C-D360EB32D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8DF516-85A0-4C1B-A2DD-ABC066142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4CC0AAB-94B2-442B-BCF2-18552F5E3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000880562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90E7D62-7606-440C-8A1A-0F5628FBB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2D793F-6C5B-4EB7-AB2B-DD1465838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Textbook-1: Chapter-2.7-2.13, 28.5,28.6(1),...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2BCB39-39EA-4A16-922D-33710B0CE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073D08-8B13-4E45-81D0-5B15DE5AF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AAD05F-0E4A-4A3A-9824-3C5E2FBF2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8FB960-2997-4E7A-B047-EA9B24BC8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8BB2DD-ABC0-4D51-AAB9-2D3EA8210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D0D9AC-C66A-4BE7-AB18-92BF45087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76B692-CA5D-4D38-9C8B-BF59E238D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C01937-51BF-4BBC-87E5-41FC4E98C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5253A2-FDF6-4E56-99DB-C3399968B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89A5A8-C466-4FF2-8CBE-510FEDE79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2E0C85-E11C-494E-8104-5104C23A9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E6CF65-3751-4C96-B96A-6E725649B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995AEF-248A-431C-A598-008716798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559F95-CC3D-4B34-B545-1374391DE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9C431C-D536-41FD-896B-32811CF90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9DCF80-D32D-4183-BD52-DCCC6221C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15B848-2D1A-4727-AC89-DD8E8D42B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616132-3279-45E9-8ABB-4D735272A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FA62FB-4D85-41D3-A32A-D71EC4DDD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3CB3B8-46E6-4651-98DF-AC694277B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B44436-3983-4294-958D-B4190FA6E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6993FD-7218-4A64-979A-E41E9E2E9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26C6A9-AEBC-4875-B305-DDE57A8EC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3ACEE3-32B6-4D0D-9352-509490AD2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412D07-5D90-46BB-A53E-90EB2B816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9BAF46-74D4-42BF-B325-49E4BDB96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596104-1F83-4686-BCB2-3CA874E47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EA97FF-BE78-4796-8376-91A712084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3466C7-3093-460C-9AE4-4D2F7D466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63CE34E-0E34-4514-BF42-CB028C1D0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2407921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2026-08-24T16:03:00.1610000Z</dcterms:created>
  <dcterms:modified xsi:type="dcterms:W3CDTF">2026-08-24T16:03:00.1610000Z</dcterms:modified>
</coreProperties>
</file>