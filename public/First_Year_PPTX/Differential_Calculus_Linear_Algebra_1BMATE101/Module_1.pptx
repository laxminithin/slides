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92439c2ad4810" /><Relationship Type="http://schemas.openxmlformats.org/officeDocument/2006/relationships/extended-properties" Target="/docProps/app.xml" Id="R1154ddbb91e64cf6" /><Relationship Type="http://schemas.openxmlformats.org/officeDocument/2006/relationships/officeDocument" Target="/ppt/presentation.xml" Id="Rc756232cb73a40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addc21cee04cd7"/>
  </p:sldMasterIdLst>
  <p:notesMasterIdLst>
    <p:notesMasterId xmlns:r="http://schemas.openxmlformats.org/officeDocument/2006/relationships" r:id="Rae65ddce709d41d1"/>
  </p:notesMasterIdLst>
  <p:sldIdLst>
    <p:sldId xmlns:r="http://schemas.openxmlformats.org/officeDocument/2006/relationships" id="256" r:id="R83a478b1644c4a2e"/>
    <p:sldId xmlns:r="http://schemas.openxmlformats.org/officeDocument/2006/relationships" id="257" r:id="Rcbee683aedb4433b"/>
    <p:sldId xmlns:r="http://schemas.openxmlformats.org/officeDocument/2006/relationships" id="258" r:id="Rf36a46a533bd44cf"/>
    <p:sldId xmlns:r="http://schemas.openxmlformats.org/officeDocument/2006/relationships" id="259" r:id="R67b6ed8c326642e1"/>
    <p:sldId xmlns:r="http://schemas.openxmlformats.org/officeDocument/2006/relationships" id="260" r:id="Rad74ccb356264719"/>
    <p:sldId xmlns:r="http://schemas.openxmlformats.org/officeDocument/2006/relationships" id="261" r:id="R38416e18752349cd"/>
    <p:sldId xmlns:r="http://schemas.openxmlformats.org/officeDocument/2006/relationships" id="262" r:id="R7ab98012dcc348b7"/>
    <p:sldId xmlns:r="http://schemas.openxmlformats.org/officeDocument/2006/relationships" id="263" r:id="Rb5ab4945e5494cd5"/>
    <p:sldId xmlns:r="http://schemas.openxmlformats.org/officeDocument/2006/relationships" id="264" r:id="R90e5fa7efc004fb2"/>
    <p:sldId xmlns:r="http://schemas.openxmlformats.org/officeDocument/2006/relationships" id="265" r:id="Rc5b09f90e8844b69"/>
    <p:sldId xmlns:r="http://schemas.openxmlformats.org/officeDocument/2006/relationships" id="266" r:id="Rc4ca31e0b11247c5"/>
    <p:sldId xmlns:r="http://schemas.openxmlformats.org/officeDocument/2006/relationships" id="267" r:id="R7e3ec1378b884da6"/>
    <p:sldId xmlns:r="http://schemas.openxmlformats.org/officeDocument/2006/relationships" id="268" r:id="R7e8792bd27a349a1"/>
    <p:sldId xmlns:r="http://schemas.openxmlformats.org/officeDocument/2006/relationships" id="269" r:id="R9124e3136340469e"/>
    <p:sldId xmlns:r="http://schemas.openxmlformats.org/officeDocument/2006/relationships" id="270" r:id="R92b5c920dd5242c7"/>
    <p:sldId xmlns:r="http://schemas.openxmlformats.org/officeDocument/2006/relationships" id="271" r:id="R566962c4baf04b2d"/>
    <p:sldId xmlns:r="http://schemas.openxmlformats.org/officeDocument/2006/relationships" id="272" r:id="R09d5f0c49d914370"/>
    <p:sldId xmlns:r="http://schemas.openxmlformats.org/officeDocument/2006/relationships" id="273" r:id="Re50b86c1b8684d91"/>
    <p:sldId xmlns:r="http://schemas.openxmlformats.org/officeDocument/2006/relationships" id="274" r:id="Rdc6daf7948284abf"/>
    <p:sldId xmlns:r="http://schemas.openxmlformats.org/officeDocument/2006/relationships" id="275" r:id="Rf32d60221c6d48cc"/>
    <p:sldId xmlns:r="http://schemas.openxmlformats.org/officeDocument/2006/relationships" id="276" r:id="R6e410729d09040db"/>
    <p:sldId xmlns:r="http://schemas.openxmlformats.org/officeDocument/2006/relationships" id="277" r:id="Rf593f83bf1d6449c"/>
    <p:sldId xmlns:r="http://schemas.openxmlformats.org/officeDocument/2006/relationships" id="278" r:id="R13d4a4457b144c44"/>
    <p:sldId xmlns:r="http://schemas.openxmlformats.org/officeDocument/2006/relationships" id="279" r:id="R6077724c6b9f4887"/>
    <p:sldId xmlns:r="http://schemas.openxmlformats.org/officeDocument/2006/relationships" id="280" r:id="R9116bcb5580e4f55"/>
    <p:sldId xmlns:r="http://schemas.openxmlformats.org/officeDocument/2006/relationships" id="281" r:id="R9b474f1797704cc4"/>
    <p:sldId xmlns:r="http://schemas.openxmlformats.org/officeDocument/2006/relationships" id="282" r:id="R74490f7c16ca4eca"/>
    <p:sldId xmlns:r="http://schemas.openxmlformats.org/officeDocument/2006/relationships" id="283" r:id="Re372ce80cb154bfc"/>
    <p:sldId xmlns:r="http://schemas.openxmlformats.org/officeDocument/2006/relationships" id="284" r:id="R84f103d274b24da0"/>
    <p:sldId xmlns:r="http://schemas.openxmlformats.org/officeDocument/2006/relationships" id="285" r:id="R4c4e4bbf41c34a2a"/>
    <p:sldId xmlns:r="http://schemas.openxmlformats.org/officeDocument/2006/relationships" id="286" r:id="R5f6cd708313e498e"/>
    <p:sldId xmlns:r="http://schemas.openxmlformats.org/officeDocument/2006/relationships" id="287" r:id="Re1e54d55492d4d38"/>
    <p:sldId xmlns:r="http://schemas.openxmlformats.org/officeDocument/2006/relationships" id="288" r:id="Receb3662de5e4d8d"/>
    <p:sldId xmlns:r="http://schemas.openxmlformats.org/officeDocument/2006/relationships" id="289" r:id="R643d7332900745e9"/>
    <p:sldId xmlns:r="http://schemas.openxmlformats.org/officeDocument/2006/relationships" id="290" r:id="Rab937e71260e484e"/>
    <p:sldId xmlns:r="http://schemas.openxmlformats.org/officeDocument/2006/relationships" id="291" r:id="Rd798fd1f7ca5488d"/>
    <p:sldId xmlns:r="http://schemas.openxmlformats.org/officeDocument/2006/relationships" id="292" r:id="Rb324171c1868420c"/>
    <p:sldId xmlns:r="http://schemas.openxmlformats.org/officeDocument/2006/relationships" id="293" r:id="R52d40a0341ff4c7c"/>
    <p:sldId xmlns:r="http://schemas.openxmlformats.org/officeDocument/2006/relationships" id="294" r:id="R57b6d43ec7384ea7"/>
    <p:sldId xmlns:r="http://schemas.openxmlformats.org/officeDocument/2006/relationships" id="295" r:id="Rc0c9ebbad7934f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71c9edaf1748ec" /><Relationship Type="http://schemas.openxmlformats.org/officeDocument/2006/relationships/slideMaster" Target="/ppt/slideMasters/slideMaster1.xml" Id="R38addc21cee04cd7" /><Relationship Type="http://schemas.openxmlformats.org/officeDocument/2006/relationships/notesMaster" Target="/ppt/notesMasters/notesMaster1.xml" Id="Rae65ddce709d41d1" /><Relationship Type="http://schemas.openxmlformats.org/officeDocument/2006/relationships/presProps" Target="/ppt/presProps.xml" Id="R3ebbb92b3b024729" /><Relationship Type="http://schemas.openxmlformats.org/officeDocument/2006/relationships/tableStyles" Target="/ppt/tableStyles.xml" Id="R7241db74343a496b" /><Relationship Type="http://schemas.openxmlformats.org/officeDocument/2006/relationships/slide" Target="/ppt/slides/slide1.xml" Id="R83a478b1644c4a2e" /><Relationship Type="http://schemas.openxmlformats.org/officeDocument/2006/relationships/slide" Target="/ppt/slides/slide2.xml" Id="Rcbee683aedb4433b" /><Relationship Type="http://schemas.openxmlformats.org/officeDocument/2006/relationships/slide" Target="/ppt/slides/slide3.xml" Id="Rf36a46a533bd44cf" /><Relationship Type="http://schemas.openxmlformats.org/officeDocument/2006/relationships/slide" Target="/ppt/slides/slide4.xml" Id="R67b6ed8c326642e1" /><Relationship Type="http://schemas.openxmlformats.org/officeDocument/2006/relationships/slide" Target="/ppt/slides/slide5.xml" Id="Rad74ccb356264719" /><Relationship Type="http://schemas.openxmlformats.org/officeDocument/2006/relationships/slide" Target="/ppt/slides/slide6.xml" Id="R38416e18752349cd" /><Relationship Type="http://schemas.openxmlformats.org/officeDocument/2006/relationships/slide" Target="/ppt/slides/slide7.xml" Id="R7ab98012dcc348b7" /><Relationship Type="http://schemas.openxmlformats.org/officeDocument/2006/relationships/slide" Target="/ppt/slides/slide8.xml" Id="Rb5ab4945e5494cd5" /><Relationship Type="http://schemas.openxmlformats.org/officeDocument/2006/relationships/slide" Target="/ppt/slides/slide9.xml" Id="R90e5fa7efc004fb2" /><Relationship Type="http://schemas.openxmlformats.org/officeDocument/2006/relationships/slide" Target="/ppt/slides/slide10.xml" Id="Rc5b09f90e8844b69" /><Relationship Type="http://schemas.openxmlformats.org/officeDocument/2006/relationships/slide" Target="/ppt/slides/slide11.xml" Id="Rc4ca31e0b11247c5" /><Relationship Type="http://schemas.openxmlformats.org/officeDocument/2006/relationships/slide" Target="/ppt/slides/slide12.xml" Id="R7e3ec1378b884da6" /><Relationship Type="http://schemas.openxmlformats.org/officeDocument/2006/relationships/slide" Target="/ppt/slides/slide13.xml" Id="R7e8792bd27a349a1" /><Relationship Type="http://schemas.openxmlformats.org/officeDocument/2006/relationships/slide" Target="/ppt/slides/slide14.xml" Id="R9124e3136340469e" /><Relationship Type="http://schemas.openxmlformats.org/officeDocument/2006/relationships/slide" Target="/ppt/slides/slide15.xml" Id="R92b5c920dd5242c7" /><Relationship Type="http://schemas.openxmlformats.org/officeDocument/2006/relationships/slide" Target="/ppt/slides/slide16.xml" Id="R566962c4baf04b2d" /><Relationship Type="http://schemas.openxmlformats.org/officeDocument/2006/relationships/slide" Target="/ppt/slides/slide17.xml" Id="R09d5f0c49d914370" /><Relationship Type="http://schemas.openxmlformats.org/officeDocument/2006/relationships/slide" Target="/ppt/slides/slide18.xml" Id="Re50b86c1b8684d91" /><Relationship Type="http://schemas.openxmlformats.org/officeDocument/2006/relationships/slide" Target="/ppt/slides/slide19.xml" Id="Rdc6daf7948284abf" /><Relationship Type="http://schemas.openxmlformats.org/officeDocument/2006/relationships/slide" Target="/ppt/slides/slide20.xml" Id="Rf32d60221c6d48cc" /><Relationship Type="http://schemas.openxmlformats.org/officeDocument/2006/relationships/slide" Target="/ppt/slides/slide21.xml" Id="R6e410729d09040db" /><Relationship Type="http://schemas.openxmlformats.org/officeDocument/2006/relationships/slide" Target="/ppt/slides/slide22.xml" Id="Rf593f83bf1d6449c" /><Relationship Type="http://schemas.openxmlformats.org/officeDocument/2006/relationships/slide" Target="/ppt/slides/slide23.xml" Id="R13d4a4457b144c44" /><Relationship Type="http://schemas.openxmlformats.org/officeDocument/2006/relationships/slide" Target="/ppt/slides/slide24.xml" Id="R6077724c6b9f4887" /><Relationship Type="http://schemas.openxmlformats.org/officeDocument/2006/relationships/slide" Target="/ppt/slides/slide25.xml" Id="R9116bcb5580e4f55" /><Relationship Type="http://schemas.openxmlformats.org/officeDocument/2006/relationships/slide" Target="/ppt/slides/slide26.xml" Id="R9b474f1797704cc4" /><Relationship Type="http://schemas.openxmlformats.org/officeDocument/2006/relationships/slide" Target="/ppt/slides/slide27.xml" Id="R74490f7c16ca4eca" /><Relationship Type="http://schemas.openxmlformats.org/officeDocument/2006/relationships/slide" Target="/ppt/slides/slide28.xml" Id="Re372ce80cb154bfc" /><Relationship Type="http://schemas.openxmlformats.org/officeDocument/2006/relationships/slide" Target="/ppt/slides/slide29.xml" Id="R84f103d274b24da0" /><Relationship Type="http://schemas.openxmlformats.org/officeDocument/2006/relationships/slide" Target="/ppt/slides/slide30.xml" Id="R4c4e4bbf41c34a2a" /><Relationship Type="http://schemas.openxmlformats.org/officeDocument/2006/relationships/slide" Target="/ppt/slides/slide31.xml" Id="R5f6cd708313e498e" /><Relationship Type="http://schemas.openxmlformats.org/officeDocument/2006/relationships/slide" Target="/ppt/slides/slide32.xml" Id="Re1e54d55492d4d38" /><Relationship Type="http://schemas.openxmlformats.org/officeDocument/2006/relationships/slide" Target="/ppt/slides/slide33.xml" Id="Receb3662de5e4d8d" /><Relationship Type="http://schemas.openxmlformats.org/officeDocument/2006/relationships/slide" Target="/ppt/slides/slide34.xml" Id="R643d7332900745e9" /><Relationship Type="http://schemas.openxmlformats.org/officeDocument/2006/relationships/slide" Target="/ppt/slides/slide35.xml" Id="Rab937e71260e484e" /><Relationship Type="http://schemas.openxmlformats.org/officeDocument/2006/relationships/slide" Target="/ppt/slides/slide36.xml" Id="Rd798fd1f7ca5488d" /><Relationship Type="http://schemas.openxmlformats.org/officeDocument/2006/relationships/slide" Target="/ppt/slides/slide37.xml" Id="Rb324171c1868420c" /><Relationship Type="http://schemas.openxmlformats.org/officeDocument/2006/relationships/slide" Target="/ppt/slides/slide38.xml" Id="R52d40a0341ff4c7c" /><Relationship Type="http://schemas.openxmlformats.org/officeDocument/2006/relationships/slide" Target="/ppt/slides/slide39.xml" Id="R57b6d43ec7384ea7" /><Relationship Type="http://schemas.openxmlformats.org/officeDocument/2006/relationships/slide" Target="/ppt/slides/slide40.xml" Id="Rc0c9ebbad7934f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546bddd82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114cac95724c1e" /><Relationship Type="http://schemas.openxmlformats.org/officeDocument/2006/relationships/notesMaster" Target="/ppt/notesMasters/notesMaster1.xml" Id="Rc26c815ad51445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815d94f3e146dd" /><Relationship Type="http://schemas.openxmlformats.org/officeDocument/2006/relationships/notesMaster" Target="/ppt/notesMasters/notesMaster1.xml" Id="R7af24a38ee8146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3a9b41feab45be" /><Relationship Type="http://schemas.openxmlformats.org/officeDocument/2006/relationships/notesMaster" Target="/ppt/notesMasters/notesMaster1.xml" Id="Ra2ad202093a041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9de8d8f9a34ca4" /><Relationship Type="http://schemas.openxmlformats.org/officeDocument/2006/relationships/notesMaster" Target="/ppt/notesMasters/notesMaster1.xml" Id="R702db295ccd648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5094223f0d47e2" /><Relationship Type="http://schemas.openxmlformats.org/officeDocument/2006/relationships/notesMaster" Target="/ppt/notesMasters/notesMaster1.xml" Id="R9a7ac3fc18c548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97a4b5403f4b68" /><Relationship Type="http://schemas.openxmlformats.org/officeDocument/2006/relationships/notesMaster" Target="/ppt/notesMasters/notesMaster1.xml" Id="Raad3257ab70b4c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13a7a2dde6466f" /><Relationship Type="http://schemas.openxmlformats.org/officeDocument/2006/relationships/notesMaster" Target="/ppt/notesMasters/notesMaster1.xml" Id="R717bccc1ded342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93271c51ca4c31" /><Relationship Type="http://schemas.openxmlformats.org/officeDocument/2006/relationships/notesMaster" Target="/ppt/notesMasters/notesMaster1.xml" Id="R4dbd1da54dd942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1309239c864424" /><Relationship Type="http://schemas.openxmlformats.org/officeDocument/2006/relationships/notesMaster" Target="/ppt/notesMasters/notesMaster1.xml" Id="R2f49b9b0173f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81b01471eb4905" /><Relationship Type="http://schemas.openxmlformats.org/officeDocument/2006/relationships/notesMaster" Target="/ppt/notesMasters/notesMaster1.xml" Id="R2a597a14746b4f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fa06fff73b4409" /><Relationship Type="http://schemas.openxmlformats.org/officeDocument/2006/relationships/notesMaster" Target="/ppt/notesMasters/notesMaster1.xml" Id="R46c9a6de62894e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d30bbb38694e0e" /><Relationship Type="http://schemas.openxmlformats.org/officeDocument/2006/relationships/notesMaster" Target="/ppt/notesMasters/notesMaster1.xml" Id="Rb2559ce8ac664d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abb7baac7c4151" /><Relationship Type="http://schemas.openxmlformats.org/officeDocument/2006/relationships/notesMaster" Target="/ppt/notesMasters/notesMaster1.xml" Id="Rcd49f82a26ec4a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3c12dfb5f44ed8" /><Relationship Type="http://schemas.openxmlformats.org/officeDocument/2006/relationships/notesMaster" Target="/ppt/notesMasters/notesMaster1.xml" Id="Rbded8c7da9064c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29ab904a4a4cd3" /><Relationship Type="http://schemas.openxmlformats.org/officeDocument/2006/relationships/notesMaster" Target="/ppt/notesMasters/notesMaster1.xml" Id="R1082eab20dba40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0df230bda34b87" /><Relationship Type="http://schemas.openxmlformats.org/officeDocument/2006/relationships/notesMaster" Target="/ppt/notesMasters/notesMaster1.xml" Id="R18d1e3cb53c442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3b8e3621534c78" /><Relationship Type="http://schemas.openxmlformats.org/officeDocument/2006/relationships/notesMaster" Target="/ppt/notesMasters/notesMaster1.xml" Id="Reb1932d293eb41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3aa1d5033c543d2" /><Relationship Type="http://schemas.openxmlformats.org/officeDocument/2006/relationships/notesMaster" Target="/ppt/notesMasters/notesMaster1.xml" Id="R968d1f49456148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1aa8605d5e44d8" /><Relationship Type="http://schemas.openxmlformats.org/officeDocument/2006/relationships/notesMaster" Target="/ppt/notesMasters/notesMaster1.xml" Id="R8dc7c2f6cd3946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d7735b11c24b2b" /><Relationship Type="http://schemas.openxmlformats.org/officeDocument/2006/relationships/notesMaster" Target="/ppt/notesMasters/notesMaster1.xml" Id="R0aabf171cf84422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6a702ee2ce4829" /><Relationship Type="http://schemas.openxmlformats.org/officeDocument/2006/relationships/notesMaster" Target="/ppt/notesMasters/notesMaster1.xml" Id="R62b3c9c848c941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1f573cfd5ca4cb7" /><Relationship Type="http://schemas.openxmlformats.org/officeDocument/2006/relationships/notesMaster" Target="/ppt/notesMasters/notesMaster1.xml" Id="R0a9a6737395e4c1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1d7195cf05e406d" /><Relationship Type="http://schemas.openxmlformats.org/officeDocument/2006/relationships/notesMaster" Target="/ppt/notesMasters/notesMaster1.xml" Id="R7517c57aa7bd42a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4837a7be9d04954" /><Relationship Type="http://schemas.openxmlformats.org/officeDocument/2006/relationships/notesMaster" Target="/ppt/notesMasters/notesMaster1.xml" Id="R0846edd4625f4d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34db64ee4d4cc1" /><Relationship Type="http://schemas.openxmlformats.org/officeDocument/2006/relationships/notesMaster" Target="/ppt/notesMasters/notesMaster1.xml" Id="Rc47a12bd603e4bd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f29f8d1826346cc" /><Relationship Type="http://schemas.openxmlformats.org/officeDocument/2006/relationships/notesMaster" Target="/ppt/notesMasters/notesMaster1.xml" Id="Rca5458f713f84fe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3702e9aad974778" /><Relationship Type="http://schemas.openxmlformats.org/officeDocument/2006/relationships/notesMaster" Target="/ppt/notesMasters/notesMaster1.xml" Id="R92abd2b6843044c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7d626d272a8482d" /><Relationship Type="http://schemas.openxmlformats.org/officeDocument/2006/relationships/notesMaster" Target="/ppt/notesMasters/notesMaster1.xml" Id="R1639c0b7d2db4dd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070b9151274451f" /><Relationship Type="http://schemas.openxmlformats.org/officeDocument/2006/relationships/notesMaster" Target="/ppt/notesMasters/notesMaster1.xml" Id="R86f0fbb50c00426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c1e8c66c0794c4c" /><Relationship Type="http://schemas.openxmlformats.org/officeDocument/2006/relationships/notesMaster" Target="/ppt/notesMasters/notesMaster1.xml" Id="R2837dec6ffe2415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309532519d74f69" /><Relationship Type="http://schemas.openxmlformats.org/officeDocument/2006/relationships/notesMaster" Target="/ppt/notesMasters/notesMaster1.xml" Id="R669cac983936420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969f8de2ef04970" /><Relationship Type="http://schemas.openxmlformats.org/officeDocument/2006/relationships/notesMaster" Target="/ppt/notesMasters/notesMaster1.xml" Id="R33ca9ffb0e9044d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7489a582bae47d6" /><Relationship Type="http://schemas.openxmlformats.org/officeDocument/2006/relationships/notesMaster" Target="/ppt/notesMasters/notesMaster1.xml" Id="Rcec91734d68643d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89b5ccf222f49ca" /><Relationship Type="http://schemas.openxmlformats.org/officeDocument/2006/relationships/notesMaster" Target="/ppt/notesMasters/notesMaster1.xml" Id="R7231ff91c40649e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a1e0b7de0644993" /><Relationship Type="http://schemas.openxmlformats.org/officeDocument/2006/relationships/notesMaster" Target="/ppt/notesMasters/notesMaster1.xml" Id="Re684b42b31254af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03020646a74295" /><Relationship Type="http://schemas.openxmlformats.org/officeDocument/2006/relationships/notesMaster" Target="/ppt/notesMasters/notesMaster1.xml" Id="R51cec2a138f44f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eca7e05bac434b" /><Relationship Type="http://schemas.openxmlformats.org/officeDocument/2006/relationships/notesMaster" Target="/ppt/notesMasters/notesMaster1.xml" Id="Rb3a4caf3f22e4e1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f08aa94bd544040" /><Relationship Type="http://schemas.openxmlformats.org/officeDocument/2006/relationships/notesMaster" Target="/ppt/notesMasters/notesMaster1.xml" Id="R96a80b2ec8fe4d0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bafbc2ce82a456c" /><Relationship Type="http://schemas.openxmlformats.org/officeDocument/2006/relationships/notesMaster" Target="/ppt/notesMasters/notesMaster1.xml" Id="Re5450f24bb92455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2d4d822648e4404" /><Relationship Type="http://schemas.openxmlformats.org/officeDocument/2006/relationships/notesMaster" Target="/ppt/notesMasters/notesMaster1.xml" Id="Rb03a034d240d44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46797a17948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728254945c4480" /><Relationship Type="http://schemas.openxmlformats.org/officeDocument/2006/relationships/slideLayout" Target="/ppt/slideLayouts/slideLayout1.xml" Id="R83e8c46f25cf49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e8c46f25cf49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00ccfaf354b2f" /><Relationship Type="http://schemas.openxmlformats.org/officeDocument/2006/relationships/notesSlide" Target="/ppt/notesSlides/notesSlide1.xml" Id="Rfcf53cebbb89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33be7449a4a32" /><Relationship Type="http://schemas.openxmlformats.org/officeDocument/2006/relationships/notesSlide" Target="/ppt/notesSlides/notesSlide2.xml" Id="R835262760061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b9b02dd4949eb" /><Relationship Type="http://schemas.openxmlformats.org/officeDocument/2006/relationships/notesSlide" Target="/ppt/notesSlides/notesSlide3.xml" Id="R784150b6dedf45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d67b24736478c" /><Relationship Type="http://schemas.openxmlformats.org/officeDocument/2006/relationships/notesSlide" Target="/ppt/notesSlides/notesSlide4.xml" Id="Rc469662507c24b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ed9dadfed4dd0" /><Relationship Type="http://schemas.openxmlformats.org/officeDocument/2006/relationships/notesSlide" Target="/ppt/notesSlides/notesSlide5.xml" Id="R4c535cbabd0d4f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31311ad964724" /><Relationship Type="http://schemas.openxmlformats.org/officeDocument/2006/relationships/notesSlide" Target="/ppt/notesSlides/notesSlide6.xml" Id="Rb1d70d7f479343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425c5184d49a9" /><Relationship Type="http://schemas.openxmlformats.org/officeDocument/2006/relationships/notesSlide" Target="/ppt/notesSlides/notesSlide7.xml" Id="Rb277f728efe14a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39e11bffa45bb" /><Relationship Type="http://schemas.openxmlformats.org/officeDocument/2006/relationships/notesSlide" Target="/ppt/notesSlides/notesSlide8.xml" Id="Ra557ff32004f40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e80b1c5c4434a" /><Relationship Type="http://schemas.openxmlformats.org/officeDocument/2006/relationships/notesSlide" Target="/ppt/notesSlides/notesSlide9.xml" Id="Ra54f46242ea4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0d75c3b0e4cc0" /><Relationship Type="http://schemas.openxmlformats.org/officeDocument/2006/relationships/notesSlide" Target="/ppt/notesSlides/notesSlide10.xml" Id="R7458976026954f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856873def4482" /><Relationship Type="http://schemas.openxmlformats.org/officeDocument/2006/relationships/notesSlide" Target="/ppt/notesSlides/notesSlide11.xml" Id="R8923b7e9377c41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f325e85394ee1" /><Relationship Type="http://schemas.openxmlformats.org/officeDocument/2006/relationships/notesSlide" Target="/ppt/notesSlides/notesSlide12.xml" Id="R92c3b9567be24b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145958b74e57" /><Relationship Type="http://schemas.openxmlformats.org/officeDocument/2006/relationships/notesSlide" Target="/ppt/notesSlides/notesSlide13.xml" Id="Raf72272069fa4a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8a14494ca4d0d" /><Relationship Type="http://schemas.openxmlformats.org/officeDocument/2006/relationships/notesSlide" Target="/ppt/notesSlides/notesSlide14.xml" Id="Rf7177075f48943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7ad00711e4983" /><Relationship Type="http://schemas.openxmlformats.org/officeDocument/2006/relationships/notesSlide" Target="/ppt/notesSlides/notesSlide15.xml" Id="R4604f9e5cb7a4b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3c687397d49ce" /><Relationship Type="http://schemas.openxmlformats.org/officeDocument/2006/relationships/notesSlide" Target="/ppt/notesSlides/notesSlide16.xml" Id="R2d47e6273cf7475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4064056094bc9" /><Relationship Type="http://schemas.openxmlformats.org/officeDocument/2006/relationships/notesSlide" Target="/ppt/notesSlides/notesSlide17.xml" Id="R94400c9824b043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3e207ca2e4184" /><Relationship Type="http://schemas.openxmlformats.org/officeDocument/2006/relationships/notesSlide" Target="/ppt/notesSlides/notesSlide18.xml" Id="R34e3cf56d6584d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072b181794cb0" /><Relationship Type="http://schemas.openxmlformats.org/officeDocument/2006/relationships/notesSlide" Target="/ppt/notesSlides/notesSlide19.xml" Id="Rc43280896d1740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9be5abd094ac9" /><Relationship Type="http://schemas.openxmlformats.org/officeDocument/2006/relationships/notesSlide" Target="/ppt/notesSlides/notesSlide20.xml" Id="R3e92be648bf54c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425bcd16540d0" /><Relationship Type="http://schemas.openxmlformats.org/officeDocument/2006/relationships/notesSlide" Target="/ppt/notesSlides/notesSlide21.xml" Id="R59a23b3017e640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05f98c13d4790" /><Relationship Type="http://schemas.openxmlformats.org/officeDocument/2006/relationships/notesSlide" Target="/ppt/notesSlides/notesSlide22.xml" Id="R1b72ff9f01dc42b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81b00b6064368" /><Relationship Type="http://schemas.openxmlformats.org/officeDocument/2006/relationships/notesSlide" Target="/ppt/notesSlides/notesSlide23.xml" Id="R72b2a7a3ff194e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6f8f6307843be" /><Relationship Type="http://schemas.openxmlformats.org/officeDocument/2006/relationships/notesSlide" Target="/ppt/notesSlides/notesSlide24.xml" Id="R51635f672c31421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47a79e2144f9c" /><Relationship Type="http://schemas.openxmlformats.org/officeDocument/2006/relationships/notesSlide" Target="/ppt/notesSlides/notesSlide25.xml" Id="R4ff6fd5048d24c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f6845b17a4f84" /><Relationship Type="http://schemas.openxmlformats.org/officeDocument/2006/relationships/notesSlide" Target="/ppt/notesSlides/notesSlide26.xml" Id="R7f030470d9964aa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f6b2dfffc4f95" /><Relationship Type="http://schemas.openxmlformats.org/officeDocument/2006/relationships/notesSlide" Target="/ppt/notesSlides/notesSlide27.xml" Id="R4fdb6acdc22e4a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8b8e25b0f4087" /><Relationship Type="http://schemas.openxmlformats.org/officeDocument/2006/relationships/notesSlide" Target="/ppt/notesSlides/notesSlide28.xml" Id="Rb1bb43484ee840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440ddc08b45d8" /><Relationship Type="http://schemas.openxmlformats.org/officeDocument/2006/relationships/notesSlide" Target="/ppt/notesSlides/notesSlide29.xml" Id="R2f7a00750c5145a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4ea8424814585" /><Relationship Type="http://schemas.openxmlformats.org/officeDocument/2006/relationships/notesSlide" Target="/ppt/notesSlides/notesSlide30.xml" Id="R957d2303ddb74b6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737cbdbd54f1b" /><Relationship Type="http://schemas.openxmlformats.org/officeDocument/2006/relationships/notesSlide" Target="/ppt/notesSlides/notesSlide31.xml" Id="R755ad37836f040b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40972163c4a96" /><Relationship Type="http://schemas.openxmlformats.org/officeDocument/2006/relationships/notesSlide" Target="/ppt/notesSlides/notesSlide32.xml" Id="R29ec389d58904f6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1ff6225274d26" /><Relationship Type="http://schemas.openxmlformats.org/officeDocument/2006/relationships/notesSlide" Target="/ppt/notesSlides/notesSlide33.xml" Id="Rbc24974eea36471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70fa37a5e410e" /><Relationship Type="http://schemas.openxmlformats.org/officeDocument/2006/relationships/notesSlide" Target="/ppt/notesSlides/notesSlide34.xml" Id="R857ed577f0f04f0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5c4b9f2264e7a" /><Relationship Type="http://schemas.openxmlformats.org/officeDocument/2006/relationships/notesSlide" Target="/ppt/notesSlides/notesSlide35.xml" Id="R35ecc5969c6d4d9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59f43d0814d93" /><Relationship Type="http://schemas.openxmlformats.org/officeDocument/2006/relationships/notesSlide" Target="/ppt/notesSlides/notesSlide36.xml" Id="R3f6fad39f1754ab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17c75843643d3" /><Relationship Type="http://schemas.openxmlformats.org/officeDocument/2006/relationships/notesSlide" Target="/ppt/notesSlides/notesSlide37.xml" Id="R560e379dcea34b2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4f3a15ca5430b" /><Relationship Type="http://schemas.openxmlformats.org/officeDocument/2006/relationships/notesSlide" Target="/ppt/notesSlides/notesSlide38.xml" Id="R50ec3f978ed54f2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1e485568d43c8" /><Relationship Type="http://schemas.openxmlformats.org/officeDocument/2006/relationships/notesSlide" Target="/ppt/notesSlides/notesSlide39.xml" Id="R8e7b490e9d0244f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c4b8f58c94007" /><Relationship Type="http://schemas.openxmlformats.org/officeDocument/2006/relationships/notesSlide" Target="/ppt/notesSlides/notesSlide40.xml" Id="Rc257b5f123df4d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6DA23-CFDC-4BFD-A999-83FDE6FB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207C1-A6C6-4E0B-8DC8-75F5E967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Differential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30E3-32DA-44D9-8A2C-C8291142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1FBBB-2776-4E9E-8C8F-DECF772D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3EB25-E51E-4DF9-98C0-DCA74D42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E122B-1129-4D5F-B42B-94C3D7A2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1256B-B97F-44C1-AAA1-F145DF6B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B7760-3A39-4C5D-8E60-44CF4E8C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47567-C53D-467D-9AFD-51B0D277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92268C-7353-4912-AAFE-DD867F0E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99C2D-EF34-4522-90E9-733D1142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AD848-9FBE-4186-9CDC-F5D6BEA5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9CEC2-E1CA-42F3-866F-423C9869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09512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305D8-1B6C-4DB4-B5B6-8EA5B8A9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ED2E9-7EFC-4926-9538-CC2EE564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EB826-1718-433D-B09E-B79BC303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0B4ED-9206-4177-92B6-256E853C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B6464-BC55-40DD-B5FC-F3C32F06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8E0D1-67CD-42BB-9E9B-20DB2429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E7AEE-C177-4586-8FDE-0C141D8D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00559-A5D7-4951-B78E-DF006A20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6226F-75F4-4D10-974B-D705ABE1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F9BD1-96F2-4465-8229-E38AF46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B8416-ACB9-47D3-9F73-C3292852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5E04C-8CEC-4814-8FC8-B028A872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FD1FA-1A18-424E-B676-5888AB3B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DDA2A-B246-4E3B-9CB0-DDABE488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BA337-AFA8-4261-A50F-10D74F3D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05923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49931-DFF8-4CD5-8549-71F7059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C23A7-410E-4563-807F-75CDF476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1D114-8D92-4ABE-B573-E186C4A1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B82A7-30CC-4D8F-9E54-A9A89DF3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DCCC4-6861-4603-9988-36AF7A1F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8053D-48DE-4B34-BDA5-5340B689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3E555-5F4A-4C64-8C62-486F867F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63217-E95E-4A69-A9FB-657E7B98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75980-41CC-4D3A-B41C-948B2159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Differential Calculus (8 Hours Theory + 4 Hours Tutorial)...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8A106-C1B9-4BBC-B3EA-33E8EE72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CB013-E904-4EA1-9DD4-19CA7CDB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1C9F1-151A-4F3D-973F-5E5A77E4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E7109-75CD-4261-8891-1BBFD409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3E7DC-E0ED-4C79-B3A2-E288D16B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91F61-0D61-4ABC-9B91-98980FB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angle between the polar curves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F8EFB-71F9-4C38-805F-8A73669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1ED1B-996E-4142-A85F-73F49037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73D31-7C6E-4FEA-BC0E-B1AA5C95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Pedal equations. Curvature and radius of curvature in car...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A787C-9FF7-4177-BF14-04EC1A4C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83C7E-086C-4EA9-8280-991CAA33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82287-A6CB-4877-8554-4ECBDA3C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parametric and Pedal forms. Textbook-1: Chapter- 4.7- 4.11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6F070-9F7B-4819-8F0C-2DB82939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17AD3-BC31-4479-AE03-D9CD836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24719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92553-F14B-4005-B329-07670A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29460-69E0-4F08-B6C6-A6AA49EF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7C95-AE42-4CAF-B2C1-31588D37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CFE4D-A59A-430B-9366-D4502CF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D94F3-F78F-4BF1-8CF1-DA2238AD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EB536-8813-46E9-9FE1-C0CD8DD0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C6471-A5C8-4C5D-AB21-EE1890EA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070D9-EE20-4E29-9B41-1E8DAFF3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Differential Calculus (8 Hours Theory + 4 Hours Tutorial)...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31FAD-40B1-45D7-96DA-F1F72C64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38E81-667D-47A2-BA56-4CFE883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A346F-9CE7-4EC2-9A44-C3348511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569A3-AFBE-4DAC-BCB8-182174C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37EEA-41DA-4D25-9F4A-6482BE91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EB852-3E9C-47B0-ABE7-08961A5C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angle between the polar curves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F1F4C-AFE8-480E-B81D-FEF8F9B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3826E-90AE-4488-89A9-C80C78F7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05C87-A45F-4348-B27E-970776E5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Pedal equations. Curvature and radius of curvature in car...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22549-F4A0-42FE-B251-0A5270AD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7FC50-007E-4FAE-9299-48FB98B5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7E2D8-8D44-4468-AE0D-D07F2117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parametric and Pedal forms. Textbook-1: Chapter- 4.7- 4.11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E11D4-C5FD-48E6-87FB-6C73E78C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761D2-2E6C-4018-B199-67EC52DC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C4304-98EE-41B7-90BF-2A39B8C8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82704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44531-D652-4192-9414-B6AC3E51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E7310-DAF3-4112-B511-CBFCE28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4AE73-C64C-44F4-874D-C2F2739B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BFE66-261C-4E13-980A-ED49D937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340DD-EDFD-4DF8-87A6-DB27DD5F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FEE82-A02A-439A-986A-3719DE5B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Calculus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A0EFA-EA45-42A0-97D1-3FD34EEF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0E469-A4C7-4365-A553-6F49272E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BE1E5-E131-4825-96F1-5E1F809F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38319-B75F-4302-A096-D214A940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9B403-48E7-482B-BF6F-E425B334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radius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E625C-023F-46AC-917D-D473F07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DF5FF-AFE7-4C2D-BAA1-85ED6854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tangent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FEEBCB-8D9E-406D-A868-61C88363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F9A2E-7621-4842-B954-91B4EC9F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CF3D2-D337-4A89-82AA-A74E690F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33322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370AC-F5B6-449C-BA4B-CDD6F487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269E0-8F29-4CCC-B2D4-8EA8916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DBA05-4214-42DD-BD16-DA0DF57B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1A057-6A77-4F92-A89F-F32DAD3C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D227C-A591-4C4B-BFB4-CB8E0A51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Differential Calculus (8 Hours Theory + 4 Hours Tutorial) Polar 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44E2E-93C1-4DAC-A64C-9539F6FE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Differential Calculus (8 Hours Theory + 4...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97143-C43E-4BCA-9B9D-A3E63E0A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3246D-2DB8-4C29-A289-35AE22DF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482B8-A06C-4FFB-A468-99CE09DA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4357D-5D5D-43B4-AD8B-16F22A2B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99287-ED4C-4E46-ADCC-7979C434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BFA92-6017-415C-97FE-DAD99677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C8550-249C-4793-ADC5-18D2EC8C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F09EA-F534-49F9-89BB-933A5744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00D88-CCB3-4EED-B272-71420E2A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A5C43B-C735-413D-A7C8-1DC90FB4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90458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8AFD3-AA09-4322-9B8A-35F43BC1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A74A8-C5E9-4A56-90FC-43CC6C86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1BF0B-C9A5-4807-94C6-9F0EBDDF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38E0A-F437-49C2-81D4-5F3CF7D6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6EB72-14AF-4EC4-BC8C-E9ABFA7D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CC35D-AFE1-4AFA-A091-F9E9F816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04F51-FB35-4CBA-BEA0-313C7150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77E7D-59FB-4805-8CFC-403BD703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579A1-3B34-4679-A452-ACC5665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Differential Ca...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534B6-4C28-4636-964B-00EE6A08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4931E-E0B2-4EA1-9574-75E267C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B632D-479B-4E53-BF63-3DEE5554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Differenti...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440E7-4EB9-4779-81C1-20EA4EC4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98B59-D486-433E-AA4F-71D926A2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771B8-4166-4E77-B6A8-857721C6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Differe...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A16EF-C0B6-4F82-B146-1362B180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23A58-2EA1-4CA6-AC52-E68F921A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7759B-FEDC-4E7E-AC2F-B1B9BE2A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Differential...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CA9A0-1AF1-4B4A-9788-A61A4173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2D3D72-5489-45CE-8BA0-C74319B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74922-2A7E-4C7D-938E-A7055F2C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Differentia...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20707-B2D7-4B68-B5D4-F643CED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43DACA-CCA7-4C27-A517-A772608E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06023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880EB5-15C9-469C-BFC5-A7B80D04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D9CF7-873A-4473-8E54-14B50A67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0D6BE-1DDA-453C-B855-9C50848B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1E404-7C62-4CBC-99D4-01A1A93A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421C3-44A9-480C-A90B-2A599AA9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3D6B9-F120-4E71-A2C6-DDD0F53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F4875-5AE3-4414-BD73-DEEB9CE0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93863-CC43-48B6-AD69-812CF038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2FA61-077C-4DE6-B7B3-CB4920A8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FAC9A-FEC2-406C-ACB6-187C11D1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817F1-2D9D-4437-8E88-36F44818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40E26E-40EA-45F7-87EC-985B5209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D5A18-D3FA-4F23-B80F-F9BDD566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73318F-87AB-4462-88CB-E245239F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BEAB8-A761-4F2D-A823-3AF5F5AE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056115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40AAE-ADAE-47C5-AC38-6C83B66D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79DFA-4DDF-4604-B6B1-00E0B728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1519-E1FC-4468-823B-B429D404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2FC6D-E2D4-4417-B6CA-BC1905B4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D6F2F-99D7-4B76-80BD-ABB67CE9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F25A8-95C9-474A-BCFA-5853D03E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Differential Calculus (8 Hours Theory + 4 Hours Tutorial)...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3FF63-5EED-4CC6-824C-99ECCE7B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8C547-BBB8-4906-A594-477BB265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D3ED2-802A-43AA-8CD2-B0C3D7D2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7AE83-A7FE-4058-9199-5311D3D9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52A5F-59C7-47CE-B3E6-3E951D3E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58708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8DDF7-DD82-449C-80BD-24CCF916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4CBF4-18F1-4311-8DA2-5EE4934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CFE4F-F687-4137-8CEF-5BB06C8C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2DF0F-C678-4560-A2B6-16E27EFB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75DAA-9D91-4ED3-99A8-B98450D8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AF807-8E98-4C0B-A666-B55678D4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angle between the radius vector and the 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58710-5AC9-4102-8534-B2A593B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F10A8-3B19-4D52-8AA5-0A96D929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DC514-B8A2-4D93-8B10-B3C018BC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C7533-E1C1-4BC1-AA7E-A44465F8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58E1F-0BF9-4928-9040-B5099D1B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BEB71-2CBD-4072-8964-9F032102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E5502-A979-4B7C-9FA8-957CFF6D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08975-A869-4927-A6E6-DA2D62FC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5BE9F-272A-4099-978B-1A062446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B954A0-C8D0-4280-ADD0-77F6802A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633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9BCE7A-0765-4444-8E1F-7ACF9A0E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7AB71-6F29-48E4-AB79-F3B24039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1D446-FE15-4B81-8724-E6949D3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70D78-EBBA-4979-ADD1-E83CA858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FE97C-70F0-42CD-8476-933AF6AA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B13D7-7929-4101-B174-AFD2C176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C3D66-E03F-4CE8-B9FE-5EE8051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18250-F68C-4BC7-91C9-74CA33B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77CBD-B5F4-448A-9547-718DAEE4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angle between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422ECD-81DD-4FB8-BF83-7595CD5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50F70-574F-408B-8EE4-340D0664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F5D8D-DE3D-47DE-BD06-AB73802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angle betw...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2E450-1C79-493F-8589-07CE7C1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3B0BC-61B8-4E56-B77F-DDC2A003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52070A-3D62-490A-933A-2355932A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angle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D2015-2981-4E3B-AF2D-B284FC43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29F2C-81B7-4AF3-83A1-E74762A6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78B6F-D07A-434A-9F4D-BDDE4AB2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angle between...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FA66F-102D-4C20-A380-BD6BF89C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DD392-38E9-498A-8EDE-8356DE9A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EFFD10-BEB6-4B49-A9D3-E43E8A9E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angle betwe...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27803-1CF7-413B-B85E-414AB9D2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C69A5-046D-46E3-884D-18F0AFFB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708645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240F0-7E4C-45FF-BBEF-98CDA53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35072-25F6-480C-97C5-3DE7FB3E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7E7A6-2065-4B7B-8F8A-7E6545F3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E4620-49E1-4076-807F-73A1513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070C7-7679-4FEA-BF15-6A59930B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25393-A15A-41B1-A7DC-D0D06568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EA56E-33C2-4287-9675-E2DF294E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C3D54-18F9-438C-901B-FC862FA8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A1856-051F-46AB-97A3-713E76D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E3125-DD97-4064-B0F8-6565D03D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1F2D0-7A68-44D1-AC17-7044ABE5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D1D45-6271-41C2-88CE-0657BA9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CD249-2AA2-4CD3-AEE7-5A75C28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4C313-89EB-4D5E-93CC-E767FB3F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CC5A2-569D-40B7-9A52-AA0A56A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105188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D51F5-4286-4DB4-AE81-B6B87A9B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76E20-F05F-442E-B26D-1DCA800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ADC57-CBF6-4571-AF6B-2236DF46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47B5F-B06A-4BB1-9E4C-F9AED1C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57827-F623-41EB-9810-DAA830CE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E2CE6-6BDE-4ADD-BB4B-74A7849F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angle between the radius vector and the tangent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2EC39-2ADB-4E65-8796-9BB3BF28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F1C5D-E5C1-4313-9E30-5BD61554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E0A24-67F1-4D3E-A6B0-1BCEA9D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8B3D5-E7C4-476E-9C41-1F0E0097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6F8AE-5E42-48B0-91C4-1EB43729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646965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58152-5190-4DDF-9AE8-14CF0454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DA25C-AD31-47C5-9A7C-35C8ED34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1F024-E051-48DF-97B4-9CFB330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7C7BD-05D1-4474-963A-EFFC7AA6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67250-472B-4F1A-BAE0-972922B5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angle between the polar 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A6895-BDFC-4400-B8B5-843B8CB9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angle between the polar curves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E9065-C387-42D3-B8AF-39B7424D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E585E-988C-4739-9213-F84CC06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4936C-D8F7-4BBA-AF53-7DB91B8B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398A0-9FB0-4155-B586-5A282FDE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C09D7-07A9-40C1-B48E-6137E8F6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CB76C-D54E-4CA2-BA04-CB399E1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061F2-FC2A-4A61-A415-8A602FA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974B4-7E1D-4187-B3F2-ABF10CEF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54F03-EC25-4CB2-8B86-C1CAC67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1865C5-A784-4CDD-850E-6E2AB96C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818521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D0D1F-8C97-47D2-AE1F-F965D78A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1A6C8-9D28-41FB-AA9F-E0E4E61F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821AD-5195-492E-A2C9-E46E48A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5AEA1-BB7D-4DFB-83EE-48BBFFB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FC039-E1BA-4704-9B5A-9F001C1C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D9AF2-837D-4C4D-981B-3D46516A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96EA9-C756-4DF2-BC0E-2CCBA1F7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E85F2-31C6-4DB4-8DE9-FA7F6667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940F0-F3EB-4B3F-A969-D859BB3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angle between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8AC24-63E3-483B-AFE6-F07FAF37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B71D9-3F51-4C92-A06D-57DD650C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E0921-BAEB-4CB8-9D90-AFC44448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angle betw...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CAC85-CF40-4E75-8E52-FCB5DFD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FEA18-8D2A-4B5E-A219-DFB349D3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638ED-957B-4CFE-9D6A-9E20A259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angle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7F0E6-40B7-48D3-A87E-3BAFD203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F47B7F-8C26-4525-BBC5-72D54505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0F73B-85FE-4399-93CF-2DDD340E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angle between...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6DBF9-7E97-4BA4-93EA-90F1356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8D389-10C6-45CF-A912-27A61F2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9F205-E599-4282-89EE-78EE2150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angle betwe...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38DFE1-9A8B-403C-A276-A02526F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BC7C0-A5ED-4A04-965C-45E1718E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777896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B24E0-BC8E-41E6-BC16-A7A6F4C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CEDD9-D3AB-4328-A777-B6225E92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F0A340-1A3A-4916-A822-D1D0A215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9E369-0A6E-4B7C-8128-499C0692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47406-7824-468D-A7A9-F227CECD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A6F52-F16B-4527-A32E-5DD1622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31E42-FEC3-4F03-A5A4-276C5720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09893-C853-4AFF-84EC-5E59CD51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124DD-19F8-4930-B0FA-7664FE57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C39207-819D-449B-9E67-28E0D6AE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8F18D-66B7-4BEB-A877-1A912092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2DC9C-0327-4943-9691-35A19FBD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41204-6516-42AE-B4C3-9847409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4F1C1-0337-4C6E-AA1C-3C5D1939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D3328-C02C-4907-8CFA-9766A2D2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281746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04426-3C1D-434E-A557-9104E73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F5E42-8409-4EFE-B4F6-3F27FBEA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9AFF4-7E5B-4871-A4B7-50807C7B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5A34A-986A-4905-B652-63C2AED2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C7C32-2B96-4F98-940F-501EE16A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BDCAC-96FD-4020-89CF-CE26F1CC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angle between the polar curves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C2643-D0C1-4BB8-B481-AA6C830E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F09CA-18DF-4D9D-9873-80EF8F8A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5D032-8D89-4B03-BBA0-3A3A08D0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942A2-2293-4436-BDD5-841F2877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38AA5-CA16-41C4-82D2-A17C77E9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526341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2E52A-18BF-4A72-8156-CB192542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15385-6B03-4F06-BB78-0C9FD991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9DFB2-C32D-49ED-859D-92A425B7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50061-AA33-4E8C-AF8F-737CE52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CF455-3E63-427A-AFFC-C0D5B5D6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Pedal equations. Curvature and radius of curvature in cartesian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A2574-1080-43DF-BC2B-131F59EA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Pedal equations. Curvature and radius of...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5B0CD-DA5C-4922-A660-AE64E07D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E4744-6689-4BC1-A3D5-84E04D55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A7B79-1AB4-42C2-BC87-4CB55B29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3953E-046C-4A02-BB21-0B77BB84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661D8-6934-46CB-8539-0248B02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C98E1-1168-43A3-90C6-A48CBE34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1DF14-8A42-4102-BA89-30F09D71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CF3A8-AF90-4F84-90FF-2832E89A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90EA9-7E89-42C2-B493-AE6DDFA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71B6B-8C1F-462C-B1C9-535DDE4A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986885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FE2E1-9DFF-493A-9ED5-0EA32ECF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5536F-4B12-40ED-8477-1FBF9D1D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279CC-CF32-43DB-9C6E-6D806031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E66D5-C758-46AD-A043-4D96A3AB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157AB-8D13-47A9-B190-828BE65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285FF-2AF6-412F-8D81-7A06CDD9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27C2A-F278-4DB2-8E1D-12144CBC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4E4690-B0AA-423D-BC95-45A9BAC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680C6-3F56-4B5D-AEE7-B40B84BC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Pedal equations...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C7A13-848C-4DD7-B4FE-017B95F1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5191F-F142-4519-A78F-ABBB7AC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7F426-C313-4580-8611-AC031F3C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Pedal equa...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A7D14-35EA-4BB3-978B-64FD289D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3CF30-F2F6-46EF-94E0-5E2E5C6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6726B-7280-4D8A-B41D-5A5A6954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Pedal 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B6213-124A-493D-8271-9C44C99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4E9F8-B253-487D-BEA8-6D43E82C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3549B-392C-43B6-93CE-145187D9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Pedal equatio...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66E40-00EB-4742-9930-C2EC8CCE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24D80-99EE-4BB8-9E41-48767371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0CBB3-07CE-4489-BAF4-04F65113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Pedal equat...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3D01B-3671-495F-8DE1-A17FF93A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5F596-821C-43C1-9211-8AA0B33B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617679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6D1E8-DE60-48BD-96F4-2F24B2EE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BA3D7-65D1-4498-A990-E0D7FA7A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04124-C32B-4E8B-919C-3C5CDF22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162EB-BC56-44C6-8E44-78B13F85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6940E-4EA6-4AD3-83D6-EE288A41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043F5-7AFC-4084-BF42-8A9587E6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B8AE6-7054-49ED-A211-EEF3A906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3E789-B47D-4235-A6CD-F84773C3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5293C-2BFD-489F-B06C-53A81617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CF645-A5F6-4198-8E71-0FF10E04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A3007-58EC-48F5-BD6A-491B1D79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C255B-08AF-4A80-83AE-DC229219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52638-EB9F-41DF-9B7E-F0A21F5A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F6CC5-88C3-48A1-A410-4A6A8453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6E69A-7F82-426C-B5B7-D8B54B61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970493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6F16A-5CBF-4B2E-8541-816A397F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C58B2-A1BF-480E-BC81-74A9CA89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F5C9D-91C1-4BD4-9A58-9B830368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5EE51-FA89-4F52-83B5-1E1084E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522AC-ADF8-468A-B165-F4910113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6AA6D-74D5-4E03-A6D7-75E0BB74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Pedal equations. Curvature and radius of curvature in car...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40F96-30E0-48C6-BBEE-B732DD28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96F65-CA45-42E8-B77B-6634B358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48FF0-114B-4426-8383-F0FD01AA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87CCF-0C70-414F-BB28-38D34F47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1F40E-31D2-4950-99FC-435193D1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758399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FC4E0-4C2F-49A0-8B22-6DA917A1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9825C-444D-4671-B978-1BCF98C3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28B71-07EB-4519-A6AF-96481CFF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27405-97F2-42EB-8909-26E304A8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8FDAD-8A8A-4546-AC5A-7963689A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parametric and Pedal forms. Textbook-1: Chapter- 4.7- 4.11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8BA91-5B75-4B4A-A37C-42329484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parametric and Pedal forms. Textbook-1: C...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646AD-FF3A-4F3D-9EBA-DDB2EBD9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E28AC-6594-438B-89DC-81CAF280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45E09-30A2-408E-895E-E64C596A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18250-AFF9-4FE1-936E-199DCA09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1765C-BE73-4591-AE2C-E51BC05A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806C2-2103-44C5-A433-8A639AD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7F553-96E1-46BC-B0E6-D0A7E617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1441C-2F32-40C8-A7F6-FA167AAF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A92F2-E3BB-4592-BBBA-6AE4DD7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F106D-7552-42BD-B76B-D6B24C0E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606723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87DFA-ECB5-49FF-AC41-CAE3A120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02D0E-ED3C-4129-A022-DBB484AC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F8151-B862-4CE1-8644-9B426EEF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F463-DCE7-436F-A5B0-37C0C3B5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57A75-E3A9-4295-84C0-E22C8CCA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2D4DD-7802-45A8-B694-E6A23A76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17B66-AF5E-433B-9720-07188FCD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80A6-D73F-48C1-B214-BBC701F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2786A-3430-462F-A947-F87652D8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parametric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67689-D609-4671-8144-699F2FCA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C6BB9-E2F6-4A38-ADB6-66124ABB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C3278-AFC6-487C-BBBF-7B8EE1A9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parametric...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4A02A-79C4-409A-9DE2-6F5C368E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4DE87-86B7-4800-940D-84C97C49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3D4D3B-1E80-4058-89E2-9B4651C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paramet...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0CE8-58CB-43F9-9A1B-D7A31588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686C9-8AEB-4692-9382-5F18B8B9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08B3F-0437-4A28-BC02-735D4972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parametric an...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BE0AA-9E7B-46F0-B6AE-DF455F5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4708D-9462-401D-9796-6C226DA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44C32-2C4E-45FA-9858-FEDB95B7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parametric...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A6BED-63C2-4E1C-A01B-B5A2A2F0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5E1D0-5CE6-4651-A593-39434506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32378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B1895-96B3-41F0-A42A-CA6C91D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2776-D302-4076-93E1-5791CF62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4F3EB-5AA1-4C44-863A-34894E80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5335F-56AA-450C-AB8D-5D0B51B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B3B3C-1405-4F65-8B1A-AB535283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7B46D-4640-485A-9623-7C3CE139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0DF6C-C52D-48A8-A7F3-FE41385F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09CE8-B8F4-441D-A8FE-ECA68306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D8D24-7917-4CB3-A6DC-729D7A3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61797-61E0-4415-A0B8-58082AB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C37B1-0954-484D-8DF3-4D3F025A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5962C-D0EE-4765-8276-6DDA8F4C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C52AD-1154-4890-A577-D1448F96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15F04-26EC-4038-8038-015C74DF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69BEB-A362-4870-A9F6-30749BD2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744430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29580-D975-481D-8414-722A2B2B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186B2-910E-4498-9DD5-0ACB11B0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8F336-9B7F-4C72-BFF0-BC5E4CE4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B802B-BF1C-44F9-A9A6-DF002E0D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25497-CE51-4B3B-927E-2DBF7AAC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46177-4FFD-44F4-A971-D4614173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parametric and Pedal forms. Textbook-1: Chapter- 4.7- 4.11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C0CF8-6D1A-4A86-AB31-0FDA1BD1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6BFF3-C72B-475A-9499-C54E4AD3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07FE7-7580-4FBE-9004-E96ABA77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80051-F83F-487B-81D8-9BA19A1B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1F6F2-74CB-44A2-A6C7-7215A550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121807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FF1A1-40AC-4395-B516-122BC303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EFAF6-250B-489D-B69A-C4D41791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77633-64B3-48D8-85BC-00D1C467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388F4-EBA6-4986-9FE3-D7131EB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5244D-D06D-4621-BD7D-00E648A5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B2BA1-10C7-47AD-8AF3-F6782180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616551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0D845-9E52-4131-B8CF-44FC864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124F9-A250-4490-B8FC-3B01836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AB417-0798-477D-95D7-DF9E7553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DBE7F-0131-4D7D-85E2-476ACE7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1C019-6CEF-4D92-8050-0439562A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Calculus: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curves: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C02CA-7188-4DDB-9F94-A3D183E3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19529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47C9E-D245-4B36-BC3B-3EC3A111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6F286-CD80-4E3C-8BDA-0E8A93B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C3D7E-2005-466F-A7BB-A2156D01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A47C5-4FC2-455E-AE0C-E84BB71D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7E06D-DD3A-4E75-A2E5-B985CBB6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CCF2F-1FD5-464F-8027-B7B5E4FE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242321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1966E-B723-4D93-B325-D2AA3D08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47DF0-9AD5-449A-87A2-A548801E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C8BC8-C176-440D-8201-559406C7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8E72F-BCF8-44C3-95D0-99EE76E8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3A7A7-8F37-43E6-BAE0-906155C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E9654-E680-4385-B010-ECB404CC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228432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36933-66C9-48A2-8DD4-FBC2FC1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F9570-DDB1-4DAB-9A12-C99211CA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AA3AE-BDD0-408F-B059-DAA212CD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ECBBB-491D-4E7C-87B7-3BFB075E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4CBEB-91E6-4ECD-9F4D-43A87B39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Differential Calculus (8 Hours Theory + 4 Hours Tutorial) Polar curves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angle between the radius vector and the tangent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angle between the polar curves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Pedal equations. Curvature and radius of curvature in cartesian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parametric and Pedal forms. Textbook-1: Chapter- 4.7- 4.11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12AF6-68BC-4492-B358-E87DB709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73D82-0070-4F68-AA30-1DDDDD24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FF863-41ED-48C9-805E-F73D251F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4795857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16405C-A278-4271-A28E-21E3A4E8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4089D-4E15-41D5-98CA-8FD39A0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Differential Calculus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57203-4E43-4338-85C7-046D26AF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CD4E6-DFB4-4721-8403-57F4E84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F6EDD-1CD6-4CE4-B6BA-EE31BEC6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F9D78-4E3E-4B7F-B563-66D80F2C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70EBA-7DA7-4356-BBEF-DB7B5ECE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12E49-74B9-4047-8E32-EAA665A6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C7D97-1BD4-4CB0-BAB1-01E7FE1A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7AE42-0244-4DAC-B9A9-6D00FA5F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E5338-AA41-4002-85D7-1F09B882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93A08-FEB7-49B3-97B8-A0E6B98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0AD90-5804-4D17-B683-76755DD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9080E7-D6F3-4467-BCF6-029B6AAA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B63D2-2E72-4D0D-948A-FA4A2DA4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7A3BC6-D3CA-4EE4-B83A-731744C4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E9919-A8A1-4BC6-9DA8-CD51D48B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1D5AA-52E4-49E2-8EAA-9A1285FC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D54131-02A1-4765-9DB7-5B7ECB70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7E053-7F24-4EB5-B8BD-CA8870B7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D9F45-652F-4E6A-B327-25947D50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48608-D19B-4A87-901B-9ACD188A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0ABB7-F14F-428B-ADE5-28CF44B6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D97BF-C318-4EE4-9D79-C851490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F9F28-772D-49C5-A38C-03E0296D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10B8E-86E6-4DC9-9794-ABC4C32D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25A62-69DB-4383-B7AE-BB6852C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402734-3913-42D2-AC32-2AA62604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DEFEA3-5DE0-484D-995E-0F585364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88072-7C1B-486D-BECF-C25C2370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28FC3-FC50-4D79-8D16-2F2ADAC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0D5F91-96FE-4C86-A376-01C8EA0A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726048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01D6F9-55B5-4222-BFBF-B3A5A2D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7287-709C-412B-9AF5-7F92C870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the radius vector and the tan...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C3C3A-5428-4384-9CBB-1EB9290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94F99-CD02-42E3-9BCB-574D21A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29E00-CBEF-4424-8F03-D4716C16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1CC96-6C1E-4694-917F-BA58B68A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D5C6D-1928-446E-9071-A77A35A4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6D33F-BBFF-49BA-928E-60A4B5BF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7EE4D-9CBA-46BF-9347-7F94119D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A9E67-0A94-4C3F-BF66-15074E77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2BB5D-DC63-4C22-9104-EC4F12FF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7E158-1004-4D9C-BB00-E705EE6C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98A52-6955-4232-94DC-80EB760A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1B35F-6C55-442D-9735-776BCA33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1708B-8CF3-4AC1-BD86-A27BED3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B322A-BAEA-4750-868F-0973A7B2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17C51-D203-4A42-B401-FB8F07A6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0F97F-08C0-42DD-ADA4-E0FC366C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237B7-8EE5-4051-8510-A1D583B2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C394F-EED4-4FD4-A56F-C5C82BF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8B06C-2041-461A-A396-3BB016BC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DA725C-9ACD-4443-B426-EDFDE918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D1FCB4-473C-4322-802D-22001A88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0B42ED-9480-4C25-A90C-6C94BDA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71425F-92C9-4546-BFB9-91383E7B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416FA3-DA81-4815-8494-6CC70EC3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CA65F9-A860-4CD7-9D4D-0FF8CDB2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A6CE0-CBAB-4FB3-8216-61FEE1FE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14316D-DF38-43B6-9677-147571A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DF4FA7-1740-47B9-BF6C-8F5D0661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CB590C-4AB7-428B-866D-4007D3EC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D77139-831A-4AC2-83AE-23A2455C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9552329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42B906-935B-42D8-8036-B914198F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8F1C4-3E56-452B-B268-A504A879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the polar curves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5704E-AE44-45A1-B25F-58A7B83D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30CF9-A70F-43E2-87CB-322129F5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0B426-AC51-4E8B-9CB3-1CE71E43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8E9FD-159B-4E84-8272-ABC7F779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DBE60-DB31-4DAB-937E-B638F884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368DB-B1AF-422A-A56F-223BDDC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FEC1D-81EC-4C88-9FF7-BAD08D1E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63481-EF43-4B05-A4FE-A2EB98EB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9E7DC-11A2-441E-996B-C2E16CB8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C95BD-8CEB-4B20-A7D4-5D5C67E2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0519D-511B-4C36-B828-5F3625C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2AE09-D8B4-4A17-8533-18FA45C8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25ABE-0A05-48BB-8E82-959161C4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9153CB-3B43-4CAC-BF0B-1E911E52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5502C-FA2E-4985-A198-08DEFE00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714E5-3A8B-4B87-8620-59786CCD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6E4D4-8068-4BC9-9D7D-C55BEDA5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71C73-217F-4E06-945A-64A9AB2A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A49BF4-64E9-4D69-A6AB-7E0B0183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25485-491E-4583-9DCD-7FE3E224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1150A-048B-4C90-A1C6-5A612AC0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7D953-4524-463F-A65D-9D3384D0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A6D85-0481-4127-84C4-6B1486A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EAFD3-D42A-47CF-83D2-FC1913CB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32C2B3-FD20-4EC7-B863-4F4175D4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4EC99-53ED-44DF-A790-01315B7A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A703E-EEFD-4632-8F0D-438DC4D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1394A-C5DE-40CE-B83D-5B318C91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BB077B-2FCE-4ED9-9961-B1A9CBA6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FC28A-4E03-44AE-892B-3EE7050A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965111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F99FF-B52E-4E93-9E6E-1A84129F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BFE31-5735-4C25-B45D-9363280C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Pedal equations. Curvature and radius of cu...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A51DDF-3C59-40E1-8A45-7B576417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4B815-586C-42DF-81EC-380A0C43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6A59B-984A-404C-9A5D-94815154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C7DBC-0E8D-4C5F-A0FA-12C587A2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D9356-D1B0-4DB6-8498-C7DAA18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CBB1B-58C3-4AE1-B8EA-74A8A24B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06C6D-988E-4840-9502-8FDC27B4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A3171-849B-49BB-979A-3E94AA9D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7497D-7A8F-4A32-8C8B-92C84A32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407E1-1696-492C-9F3B-DFD33C2C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3C93E-86E2-43CA-B581-07492F7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07B91-98F5-45C2-A381-FE7C427D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28CF9-352D-4C70-A1E3-98676D5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76B4E-0431-4A37-8736-DBF11B4A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15695-8C90-4C07-86F4-9645C55E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BC29D-43EF-4827-A822-CBA568BB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81D4EF-40DA-4BCF-8DF8-2DF0C6B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7D8C1-226C-4410-952C-A188E8CE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40CCB-E5CC-472B-9A9C-9388295D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6AB3E-CFEA-4FFD-89C3-D5270FEC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62AAC-B49C-48A5-9ED6-4418688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6B6D3-4D21-49BA-83D4-41AE0992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18E3A-157D-4C5C-8957-F9FAF391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8FDE8-009B-4AEF-8B34-4B4AE861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B596D-BF6E-4B8C-91BA-23C0AA5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94590-28D6-48E3-8352-88C8B18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3E0B28-E176-499D-8C8A-4B67B242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7C1CB-9979-41D6-9535-6C71C95D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31CC20-3619-4AA3-8616-30D7B3AB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5E92B4-59CA-44EA-B1E0-E0CDB8EE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85485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A2A7F1-5FDE-41BD-A870-1F72F593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0E4F1-C88A-4F63-A903-C70CA033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parametric and Pedal forms. Textbook-1: Cha...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49C24-5A8B-4478-950A-8DD73CF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4279F-B523-4717-9978-4A2A9A80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A4E9D-1860-4532-82C0-247D0785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0B372-2EFF-47B1-860C-B07D4835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E0937-9792-48D6-9DD9-BCE62971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DFBB-2F63-4929-BC99-A4B5F8F8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A28B9-6AB9-41C1-B3FF-F687CAAB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BDA98-A56F-42A1-A64B-28430B5F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5FA19-E192-47A2-B071-DC72624D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AFB0A1-3C92-4F54-9141-F1FC24B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D09FE-834F-4192-98E0-DFC9B65E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AEDD6-AA4A-4E28-938E-2F559F68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4001B-4521-49BD-BE30-52A8648A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4B9125-E280-4AA2-B8B4-FA8E01AB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04D46-020E-497B-8316-F3831F4F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6CB1B-0519-4D63-9F79-D86302DF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79B64-7C2A-4033-AB6B-4D574D8D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207BF-A0F3-449A-83A0-567DBB96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DA4ED-8627-4464-899A-FCD3ED1E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80420F-716A-47FA-B8D7-64A60992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D55EF0-0AD9-4F7B-BF99-969F0763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E415E-27F1-4C8C-A83B-39954F18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25C96-1B12-475E-B526-9AE154FA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543EC-49B5-431B-9D7E-951558BD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11C6F1-B8E2-4669-85CD-52D0C55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B9FC7-FE9E-45E2-84AF-63496AD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83E52-4259-434D-8CCC-D5E81BC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21B106-5EBD-4E52-87D2-018C47C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36AE36-6067-440C-9CC8-5A0F9115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9FE13-227C-4746-B8B3-41AB3EBE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824142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09C132-B7FF-423C-9F86-51FBB264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B049F-9D6D-4B8B-9DCD-FA5603C4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Differential Calculus (8 Hours Theory + 4 H...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0E89-CF54-4B21-B52B-BE5D5BA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B24F3-6406-446D-A30D-F08B8147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4FC25-E0A0-4FD0-B804-56E832A7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93675-3768-4AC4-9A0B-1DA2D12C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BAB99-5C1F-4203-9949-102E7367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2671E-7651-4524-B20C-9EEE6B1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294D0-E1C6-4315-B5D0-EB5A9174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812B2-5535-4360-9410-FCC5F45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F999B-33CB-45A0-A8AD-5B4A87A9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A7EC8-FD27-4CED-AFAE-C7B3F5F9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DDB21-7B1B-4648-A69F-FFD697DF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0DCD2-DA58-4253-B6D4-BF5CF5B3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5E9E6-FDB5-4667-807F-3270E9D4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3894DC-576B-48AF-A037-51664931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5E3FC-6B09-4B17-A278-572800FF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68C44-6439-44C1-A83F-B80DE11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FB25E-CB79-4B15-BC7A-7772674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C94D7-74E0-4A57-A7C4-49157588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4A62C-9A66-4E02-905C-28C7173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A7B90-66D7-4DB2-8FFB-DF40072D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4F5C4-15CA-4D74-9C14-2C940FE1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AD2BD-7110-4C79-A819-D57C2F4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DC7AE-02A2-4DC6-B957-4903F29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935707-5BF4-4731-B9E7-9C21FBA3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4E25BC-F1CE-459C-9F12-4A7D6879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ADD2C-EDAF-4051-AF82-1F95B0BF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EDAB6-E519-4B5B-A914-B994DEA4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0F8D2-CC17-4474-B88F-CC868208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67874F-6A2F-406E-96D6-EC656F5A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58E4F4-519F-4457-ADAB-14781378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774584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7A8372-051C-4E91-A44B-F53A07E2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4A1AD-72FD-408E-A1C6-3DBADDFE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the radius vector and the tan...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B9D04-5DB6-4878-9F72-849348D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5B543-EAE4-4E1D-886C-A7607FEA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49277-EB12-4ABC-83D1-CFE57AA0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EDB3C-1091-4637-BEA3-032D9963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8825D-6337-4EC3-8059-9404E1EE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5B9D-3703-4F28-B0AB-31B78E97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490C0-BE62-4874-94C6-C60F19CF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F308E-9BC1-42F2-970F-D2390F6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B42CA-2317-49AD-A9E1-9CB4E7B8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CF71D7-B6E0-43B9-AA48-975058A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302E9-FFA6-471A-A3ED-392019DE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A8E4E-74AC-4707-98B1-E392F8FA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4D238-C79C-4D30-8B05-C875F9F8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2A0D7-C54B-4E5F-9F9B-2B91AFB6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2F35C-70D5-4503-8266-455FE309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473F9-8871-4624-9C07-F0BB983B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DF90D-3316-4B73-937B-8305741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6E19A-C04A-4D59-B698-F407D32F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DF108-5D89-4E4D-8059-FB617207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E3A4C-A1A5-4647-9722-9A3A24E3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45D55-4F2E-4078-9F06-CEE06B3E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18DFE-C99A-49E1-B12F-111D5F07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75CC7-2ED0-4DD4-B816-0D913C5D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B4E63B-89A3-4715-AB68-6BDCEB1D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627C8-FCA7-4635-BB10-9A89AABD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7FC79-8807-445E-A8E4-36CDF6B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E0DFD5-7197-4AF3-A046-183EE2E4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1E2755-6B8E-41C7-A0E4-04CD0064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8DF43D-C891-4659-AA02-6A345BA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DEDE9C-466B-4488-A462-F1A71E9B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266668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49E7C7-B88E-4A43-A3C2-E11FA89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88479-04B4-4FF5-97A5-FAB51D16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the polar curves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46024-AF56-419B-8FA2-C1F242B8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00D7D-8DC6-4CFC-94CB-3C051430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7DDFD-916A-4440-8D55-D44FC159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46CE2-9DB6-400C-8C3B-29AABD12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82C28-9653-4AD1-B9CB-002D316C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6AA64-44B6-412B-BA50-CCF916CF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4AAE3-26D8-4C0B-9779-C85F1137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FF80E-630C-4187-B0F4-CE74862F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945F3-32FB-48DB-9970-639EB6D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E90C7-276D-4828-9825-57B9537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50780-F760-40E9-A7CF-B5009052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DE6E2-69E7-457B-B950-33049C91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09AC9-4371-4EF0-869C-D4B44484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EBC73-33BE-4C31-B757-B68CC2DA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EA2673-0984-4CD8-B65F-098DB99E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286F3-9B1F-495A-BD7C-05D7B1C1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0D4F0-BCC8-4841-A218-2D1F1861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6A5C7-2E13-419F-84E5-24A409CA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C84B7-683A-4852-8955-459EB715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17481-FCB9-4EB5-813C-83FFE8EE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B840D8-005D-4231-9A29-F2D2A893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322C3-2FB2-449F-AE58-4329EEF5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3412A-E9D4-4EB7-9055-02C2C0F6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32FC64-AA69-4234-A95D-C8C92C58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DF6F41-442F-4232-95FA-1515D952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AFD96-7E1F-480C-816A-EEAD85F9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9DFC3-5D9C-48E8-9599-C6573BB6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0148BE-230D-4B03-9CA4-5E045B6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52CFB-EFCB-4D5F-B427-81A3131B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3C07CB-0908-4D45-8A6C-1D17D649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3153437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998043-DF3D-4FA2-B33A-6927623D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1DDE8-9AE9-4FB9-B2A7-C31353C5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Pedal equations. Curvature and radius of cu...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58A6C-2389-4F35-A896-95338DE8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6E972-8DC4-43A1-857A-E0249D99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F0B1D-F9A4-4CF2-974B-840A696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61897-5DFC-461F-B4DD-6547F833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206F0-502F-4209-9ABD-D6651A4E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9AE18-A399-4398-B34B-7F08239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0BDBF-5DF0-4DB5-B0D9-8ECEF47D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3719B-F515-4172-B3AE-70C11F2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0E0E7-81D2-4668-A4D4-96DFB94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A859D-BD54-4E4C-9606-671D02F9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FA438-A7EC-4FA4-B5AD-4FA7BA9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A0E53-1555-4074-A0C1-4059D393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7F278-19A9-453B-B157-4D712C96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42FD4-E626-45BE-BDD6-1D3A7C6E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BE5B4-2D75-4B5B-9FCC-F0105D23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F522E-6DEE-444C-943C-4CB2B86A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36742-B229-4423-83B9-FB5E47BF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E1E74-8594-4AD7-8678-6C2D6182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D25B5-4FAC-46DC-B6A0-D41BDC16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998F7-D2D8-4AFE-ACB5-0259C419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62DE4-E857-4B13-A9BB-88EAC989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7489B-D509-4174-97FA-790EA225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35B97E-7C45-460F-8DF8-8F6371A7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9A1F9-9F03-4FEB-A344-3BE5FBCB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C42B00-D261-4B9F-8A56-33F33B6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143CE4-C651-4607-AAB3-2940D05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25012C-B3CC-4FFE-BC48-0114B1C3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3CD12-3B18-4086-8ED2-81FA003B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2EF968-2F05-4175-9897-DF705BA0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6C3D9E-26A3-4304-9966-81804B09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469288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1410D1-ED18-4328-B2A8-62F71B58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0D321-7D69-439F-93AB-43C75B1F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parametric and Pedal forms. Textbook-1: Cha...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1512-A748-4C73-9677-F90C7AC1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8C654-9CED-4B90-8566-2F0ACB98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0DB3C-AE54-4059-B5BB-3588A98F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20C0E-2212-4BA3-840D-EAA108CD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31237-A2A6-421B-BC98-E08356E4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B6F0D-F543-4814-8127-5B1D9EC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83C09-D1CA-473F-AEBE-9B831ED7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04EB0-BB65-445A-B8FF-49D5E49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F0F73-501F-446E-B816-7AB0F2F2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156C0-32BF-4254-9E7F-E1EAB603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05231-80CE-49B3-8C3D-726C8872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EAC44-20E9-4025-B5A0-520867B8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704F9-C388-4469-9897-D34C5F71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8F208-8172-4276-96B3-8CE10EF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254ED-ED82-424E-AE1A-BFFF33A5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7133D-AC7D-4AEA-B3CC-7FD07369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6B47F-9DBE-48AC-A10F-D35BA6E1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FA5DA-7331-4489-8EDD-B040E21A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3C495-5C44-4515-84BB-0B1808A7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524ED-4A6A-49E7-9666-E0276320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38A37-E1B1-4AD4-937C-56F82ED2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2CE9B-D52A-46C7-BF2D-9E99D96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3DD06F-DB76-4187-B3F1-7F9DBB36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D8547-345E-4116-A657-6BF5AB9D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7E805-7189-42B8-BB4E-71C91A0B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CE7A28-7D3E-48D2-A86B-FEC933EE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68741E-BE74-4DDC-AD38-F6C08D2C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A2546-826D-4222-81B1-33AEF591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427910-F1E7-47C5-8908-6E0FC00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B1C86-800D-4F9D-BD58-92C9EBFB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&amp;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55816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2026-08-24T16:02:59.1660000Z</dcterms:created>
  <dcterms:modified xsi:type="dcterms:W3CDTF">2026-08-24T16:02:59.1660000Z</dcterms:modified>
</coreProperties>
</file>