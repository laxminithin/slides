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3f57e37f44629" /><Relationship Type="http://schemas.openxmlformats.org/officeDocument/2006/relationships/extended-properties" Target="/docProps/app.xml" Id="Rb1275ce87d0c49d6" /><Relationship Type="http://schemas.openxmlformats.org/officeDocument/2006/relationships/officeDocument" Target="/ppt/presentation.xml" Id="R74e381509ca6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a2f93943554cc8"/>
  </p:sldMasterIdLst>
  <p:notesMasterIdLst>
    <p:notesMasterId xmlns:r="http://schemas.openxmlformats.org/officeDocument/2006/relationships" r:id="Rc42b680d5353492a"/>
  </p:notesMasterIdLst>
  <p:sldIdLst>
    <p:sldId xmlns:r="http://schemas.openxmlformats.org/officeDocument/2006/relationships" id="256" r:id="R7e7b8f600d034381"/>
    <p:sldId xmlns:r="http://schemas.openxmlformats.org/officeDocument/2006/relationships" id="257" r:id="Rfff53aeda8d24fed"/>
    <p:sldId xmlns:r="http://schemas.openxmlformats.org/officeDocument/2006/relationships" id="258" r:id="R5f01950071304c61"/>
    <p:sldId xmlns:r="http://schemas.openxmlformats.org/officeDocument/2006/relationships" id="259" r:id="Rab9bfeefab444c3d"/>
    <p:sldId xmlns:r="http://schemas.openxmlformats.org/officeDocument/2006/relationships" id="260" r:id="Rcd68dccaa7a64c9a"/>
    <p:sldId xmlns:r="http://schemas.openxmlformats.org/officeDocument/2006/relationships" id="261" r:id="Rffe1e4468b0640a4"/>
    <p:sldId xmlns:r="http://schemas.openxmlformats.org/officeDocument/2006/relationships" id="262" r:id="Rcd2f3c3575ec431f"/>
    <p:sldId xmlns:r="http://schemas.openxmlformats.org/officeDocument/2006/relationships" id="263" r:id="R6f07e6ce46114bee"/>
    <p:sldId xmlns:r="http://schemas.openxmlformats.org/officeDocument/2006/relationships" id="264" r:id="R13a79e3b9d1a459a"/>
    <p:sldId xmlns:r="http://schemas.openxmlformats.org/officeDocument/2006/relationships" id="265" r:id="R07b9d903d9f94bad"/>
    <p:sldId xmlns:r="http://schemas.openxmlformats.org/officeDocument/2006/relationships" id="266" r:id="R558dcbd45ab0474c"/>
    <p:sldId xmlns:r="http://schemas.openxmlformats.org/officeDocument/2006/relationships" id="267" r:id="R0ea2a4140c714171"/>
    <p:sldId xmlns:r="http://schemas.openxmlformats.org/officeDocument/2006/relationships" id="268" r:id="Re95e4ca33d4a41ed"/>
    <p:sldId xmlns:r="http://schemas.openxmlformats.org/officeDocument/2006/relationships" id="269" r:id="R070ae3388ee34502"/>
    <p:sldId xmlns:r="http://schemas.openxmlformats.org/officeDocument/2006/relationships" id="270" r:id="R34267f6809c04cd0"/>
    <p:sldId xmlns:r="http://schemas.openxmlformats.org/officeDocument/2006/relationships" id="271" r:id="Rfec913d28b6b4e6c"/>
    <p:sldId xmlns:r="http://schemas.openxmlformats.org/officeDocument/2006/relationships" id="272" r:id="Rca973957e6094a4f"/>
    <p:sldId xmlns:r="http://schemas.openxmlformats.org/officeDocument/2006/relationships" id="273" r:id="R0e6b978ed4c0489d"/>
    <p:sldId xmlns:r="http://schemas.openxmlformats.org/officeDocument/2006/relationships" id="274" r:id="Rb30ed01a48e0440d"/>
    <p:sldId xmlns:r="http://schemas.openxmlformats.org/officeDocument/2006/relationships" id="275" r:id="Rb9d35b01bd214803"/>
    <p:sldId xmlns:r="http://schemas.openxmlformats.org/officeDocument/2006/relationships" id="276" r:id="R63401fb38ab0470a"/>
    <p:sldId xmlns:r="http://schemas.openxmlformats.org/officeDocument/2006/relationships" id="277" r:id="R58a8805fc2124863"/>
    <p:sldId xmlns:r="http://schemas.openxmlformats.org/officeDocument/2006/relationships" id="278" r:id="Rb2f83fda75f54ff7"/>
    <p:sldId xmlns:r="http://schemas.openxmlformats.org/officeDocument/2006/relationships" id="279" r:id="R6f4c1f2993bb45da"/>
    <p:sldId xmlns:r="http://schemas.openxmlformats.org/officeDocument/2006/relationships" id="280" r:id="R722c1b8a6b814cbc"/>
    <p:sldId xmlns:r="http://schemas.openxmlformats.org/officeDocument/2006/relationships" id="281" r:id="R5354f9d7d5b640dd"/>
    <p:sldId xmlns:r="http://schemas.openxmlformats.org/officeDocument/2006/relationships" id="282" r:id="R22063285c78b478b"/>
    <p:sldId xmlns:r="http://schemas.openxmlformats.org/officeDocument/2006/relationships" id="283" r:id="Rafa3caef8d1c4311"/>
    <p:sldId xmlns:r="http://schemas.openxmlformats.org/officeDocument/2006/relationships" id="284" r:id="Rd4c65e6c058a45a7"/>
    <p:sldId xmlns:r="http://schemas.openxmlformats.org/officeDocument/2006/relationships" id="285" r:id="R977ff836717243cd"/>
    <p:sldId xmlns:r="http://schemas.openxmlformats.org/officeDocument/2006/relationships" id="286" r:id="R529c1f4a0d514eea"/>
    <p:sldId xmlns:r="http://schemas.openxmlformats.org/officeDocument/2006/relationships" id="287" r:id="R63238f942a2f4bc3"/>
    <p:sldId xmlns:r="http://schemas.openxmlformats.org/officeDocument/2006/relationships" id="288" r:id="R3543e67efc7f48bb"/>
    <p:sldId xmlns:r="http://schemas.openxmlformats.org/officeDocument/2006/relationships" id="289" r:id="Rf7f3f989a24c4187"/>
    <p:sldId xmlns:r="http://schemas.openxmlformats.org/officeDocument/2006/relationships" id="290" r:id="Rb919d1a5559b4f8f"/>
    <p:sldId xmlns:r="http://schemas.openxmlformats.org/officeDocument/2006/relationships" id="291" r:id="R4e1002a6a17a4533"/>
    <p:sldId xmlns:r="http://schemas.openxmlformats.org/officeDocument/2006/relationships" id="292" r:id="R915b21f5789d47b6"/>
    <p:sldId xmlns:r="http://schemas.openxmlformats.org/officeDocument/2006/relationships" id="293" r:id="Re096aa1713e74017"/>
    <p:sldId xmlns:r="http://schemas.openxmlformats.org/officeDocument/2006/relationships" id="294" r:id="R46a263584ebf45e6"/>
    <p:sldId xmlns:r="http://schemas.openxmlformats.org/officeDocument/2006/relationships" id="295" r:id="Rde378a50776d4256"/>
    <p:sldId xmlns:r="http://schemas.openxmlformats.org/officeDocument/2006/relationships" id="296" r:id="Rb2eaa80cffff4b31"/>
    <p:sldId xmlns:r="http://schemas.openxmlformats.org/officeDocument/2006/relationships" id="297" r:id="R952366a0ef5549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ec1978fb140e1" /><Relationship Type="http://schemas.openxmlformats.org/officeDocument/2006/relationships/slideMaster" Target="/ppt/slideMasters/slideMaster1.xml" Id="Rd5a2f93943554cc8" /><Relationship Type="http://schemas.openxmlformats.org/officeDocument/2006/relationships/notesMaster" Target="/ppt/notesMasters/notesMaster1.xml" Id="Rc42b680d5353492a" /><Relationship Type="http://schemas.openxmlformats.org/officeDocument/2006/relationships/presProps" Target="/ppt/presProps.xml" Id="R070bd4a6f5c04b62" /><Relationship Type="http://schemas.openxmlformats.org/officeDocument/2006/relationships/tableStyles" Target="/ppt/tableStyles.xml" Id="Rf5d32c5803d84f97" /><Relationship Type="http://schemas.openxmlformats.org/officeDocument/2006/relationships/slide" Target="/ppt/slides/slide1.xml" Id="R7e7b8f600d034381" /><Relationship Type="http://schemas.openxmlformats.org/officeDocument/2006/relationships/slide" Target="/ppt/slides/slide2.xml" Id="Rfff53aeda8d24fed" /><Relationship Type="http://schemas.openxmlformats.org/officeDocument/2006/relationships/slide" Target="/ppt/slides/slide3.xml" Id="R5f01950071304c61" /><Relationship Type="http://schemas.openxmlformats.org/officeDocument/2006/relationships/slide" Target="/ppt/slides/slide4.xml" Id="Rab9bfeefab444c3d" /><Relationship Type="http://schemas.openxmlformats.org/officeDocument/2006/relationships/slide" Target="/ppt/slides/slide5.xml" Id="Rcd68dccaa7a64c9a" /><Relationship Type="http://schemas.openxmlformats.org/officeDocument/2006/relationships/slide" Target="/ppt/slides/slide6.xml" Id="Rffe1e4468b0640a4" /><Relationship Type="http://schemas.openxmlformats.org/officeDocument/2006/relationships/slide" Target="/ppt/slides/slide7.xml" Id="Rcd2f3c3575ec431f" /><Relationship Type="http://schemas.openxmlformats.org/officeDocument/2006/relationships/slide" Target="/ppt/slides/slide8.xml" Id="R6f07e6ce46114bee" /><Relationship Type="http://schemas.openxmlformats.org/officeDocument/2006/relationships/slide" Target="/ppt/slides/slide9.xml" Id="R13a79e3b9d1a459a" /><Relationship Type="http://schemas.openxmlformats.org/officeDocument/2006/relationships/slide" Target="/ppt/slides/slide10.xml" Id="R07b9d903d9f94bad" /><Relationship Type="http://schemas.openxmlformats.org/officeDocument/2006/relationships/slide" Target="/ppt/slides/slide11.xml" Id="R558dcbd45ab0474c" /><Relationship Type="http://schemas.openxmlformats.org/officeDocument/2006/relationships/slide" Target="/ppt/slides/slide12.xml" Id="R0ea2a4140c714171" /><Relationship Type="http://schemas.openxmlformats.org/officeDocument/2006/relationships/slide" Target="/ppt/slides/slide13.xml" Id="Re95e4ca33d4a41ed" /><Relationship Type="http://schemas.openxmlformats.org/officeDocument/2006/relationships/slide" Target="/ppt/slides/slide14.xml" Id="R070ae3388ee34502" /><Relationship Type="http://schemas.openxmlformats.org/officeDocument/2006/relationships/slide" Target="/ppt/slides/slide15.xml" Id="R34267f6809c04cd0" /><Relationship Type="http://schemas.openxmlformats.org/officeDocument/2006/relationships/slide" Target="/ppt/slides/slide16.xml" Id="Rfec913d28b6b4e6c" /><Relationship Type="http://schemas.openxmlformats.org/officeDocument/2006/relationships/slide" Target="/ppt/slides/slide17.xml" Id="Rca973957e6094a4f" /><Relationship Type="http://schemas.openxmlformats.org/officeDocument/2006/relationships/slide" Target="/ppt/slides/slide18.xml" Id="R0e6b978ed4c0489d" /><Relationship Type="http://schemas.openxmlformats.org/officeDocument/2006/relationships/slide" Target="/ppt/slides/slide19.xml" Id="Rb30ed01a48e0440d" /><Relationship Type="http://schemas.openxmlformats.org/officeDocument/2006/relationships/slide" Target="/ppt/slides/slide20.xml" Id="Rb9d35b01bd214803" /><Relationship Type="http://schemas.openxmlformats.org/officeDocument/2006/relationships/slide" Target="/ppt/slides/slide21.xml" Id="R63401fb38ab0470a" /><Relationship Type="http://schemas.openxmlformats.org/officeDocument/2006/relationships/slide" Target="/ppt/slides/slide22.xml" Id="R58a8805fc2124863" /><Relationship Type="http://schemas.openxmlformats.org/officeDocument/2006/relationships/slide" Target="/ppt/slides/slide23.xml" Id="Rb2f83fda75f54ff7" /><Relationship Type="http://schemas.openxmlformats.org/officeDocument/2006/relationships/slide" Target="/ppt/slides/slide24.xml" Id="R6f4c1f2993bb45da" /><Relationship Type="http://schemas.openxmlformats.org/officeDocument/2006/relationships/slide" Target="/ppt/slides/slide25.xml" Id="R722c1b8a6b814cbc" /><Relationship Type="http://schemas.openxmlformats.org/officeDocument/2006/relationships/slide" Target="/ppt/slides/slide26.xml" Id="R5354f9d7d5b640dd" /><Relationship Type="http://schemas.openxmlformats.org/officeDocument/2006/relationships/slide" Target="/ppt/slides/slide27.xml" Id="R22063285c78b478b" /><Relationship Type="http://schemas.openxmlformats.org/officeDocument/2006/relationships/slide" Target="/ppt/slides/slide28.xml" Id="Rafa3caef8d1c4311" /><Relationship Type="http://schemas.openxmlformats.org/officeDocument/2006/relationships/slide" Target="/ppt/slides/slide29.xml" Id="Rd4c65e6c058a45a7" /><Relationship Type="http://schemas.openxmlformats.org/officeDocument/2006/relationships/slide" Target="/ppt/slides/slide30.xml" Id="R977ff836717243cd" /><Relationship Type="http://schemas.openxmlformats.org/officeDocument/2006/relationships/slide" Target="/ppt/slides/slide31.xml" Id="R529c1f4a0d514eea" /><Relationship Type="http://schemas.openxmlformats.org/officeDocument/2006/relationships/slide" Target="/ppt/slides/slide32.xml" Id="R63238f942a2f4bc3" /><Relationship Type="http://schemas.openxmlformats.org/officeDocument/2006/relationships/slide" Target="/ppt/slides/slide33.xml" Id="R3543e67efc7f48bb" /><Relationship Type="http://schemas.openxmlformats.org/officeDocument/2006/relationships/slide" Target="/ppt/slides/slide34.xml" Id="Rf7f3f989a24c4187" /><Relationship Type="http://schemas.openxmlformats.org/officeDocument/2006/relationships/slide" Target="/ppt/slides/slide35.xml" Id="Rb919d1a5559b4f8f" /><Relationship Type="http://schemas.openxmlformats.org/officeDocument/2006/relationships/slide" Target="/ppt/slides/slide36.xml" Id="R4e1002a6a17a4533" /><Relationship Type="http://schemas.openxmlformats.org/officeDocument/2006/relationships/slide" Target="/ppt/slides/slide37.xml" Id="R915b21f5789d47b6" /><Relationship Type="http://schemas.openxmlformats.org/officeDocument/2006/relationships/slide" Target="/ppt/slides/slide38.xml" Id="Re096aa1713e74017" /><Relationship Type="http://schemas.openxmlformats.org/officeDocument/2006/relationships/slide" Target="/ppt/slides/slide39.xml" Id="R46a263584ebf45e6" /><Relationship Type="http://schemas.openxmlformats.org/officeDocument/2006/relationships/slide" Target="/ppt/slides/slide40.xml" Id="Rde378a50776d4256" /><Relationship Type="http://schemas.openxmlformats.org/officeDocument/2006/relationships/slide" Target="/ppt/slides/slide41.xml" Id="Rb2eaa80cffff4b31" /><Relationship Type="http://schemas.openxmlformats.org/officeDocument/2006/relationships/slide" Target="/ppt/slides/slide42.xml" Id="R952366a0ef55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39d7e6bd1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adf5c4d264c75" /><Relationship Type="http://schemas.openxmlformats.org/officeDocument/2006/relationships/notesMaster" Target="/ppt/notesMasters/notesMaster1.xml" Id="R28005882cd92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b0726ef2f42de" /><Relationship Type="http://schemas.openxmlformats.org/officeDocument/2006/relationships/notesMaster" Target="/ppt/notesMasters/notesMaster1.xml" Id="R2c8ff6f23d19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bb660198444eab" /><Relationship Type="http://schemas.openxmlformats.org/officeDocument/2006/relationships/notesMaster" Target="/ppt/notesMasters/notesMaster1.xml" Id="R3c2fba0fa071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99ccdd2c64558" /><Relationship Type="http://schemas.openxmlformats.org/officeDocument/2006/relationships/notesMaster" Target="/ppt/notesMasters/notesMaster1.xml" Id="R16bb09016ddc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2520016b03444b" /><Relationship Type="http://schemas.openxmlformats.org/officeDocument/2006/relationships/notesMaster" Target="/ppt/notesMasters/notesMaster1.xml" Id="Rb698425c6ff5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f23e16144488e" /><Relationship Type="http://schemas.openxmlformats.org/officeDocument/2006/relationships/notesMaster" Target="/ppt/notesMasters/notesMaster1.xml" Id="Rd31d4621ebff47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6418e8805b4042" /><Relationship Type="http://schemas.openxmlformats.org/officeDocument/2006/relationships/notesMaster" Target="/ppt/notesMasters/notesMaster1.xml" Id="R60a97ca3be71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350000cf184bfd" /><Relationship Type="http://schemas.openxmlformats.org/officeDocument/2006/relationships/notesMaster" Target="/ppt/notesMasters/notesMaster1.xml" Id="R14a7c0548c364b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f921f47fe4706" /><Relationship Type="http://schemas.openxmlformats.org/officeDocument/2006/relationships/notesMaster" Target="/ppt/notesMasters/notesMaster1.xml" Id="R97e85bb2830841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8513b295f64e6a" /><Relationship Type="http://schemas.openxmlformats.org/officeDocument/2006/relationships/notesMaster" Target="/ppt/notesMasters/notesMaster1.xml" Id="Rc0481199134547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a34f177164b3f" /><Relationship Type="http://schemas.openxmlformats.org/officeDocument/2006/relationships/notesMaster" Target="/ppt/notesMasters/notesMaster1.xml" Id="Rbfe49cac16d341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eed98baeed4502" /><Relationship Type="http://schemas.openxmlformats.org/officeDocument/2006/relationships/notesMaster" Target="/ppt/notesMasters/notesMaster1.xml" Id="R165b5fbb5bd141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8d0aa982f84dd4" /><Relationship Type="http://schemas.openxmlformats.org/officeDocument/2006/relationships/notesMaster" Target="/ppt/notesMasters/notesMaster1.xml" Id="R52b69d3e8cf64d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f7683d00444ebd" /><Relationship Type="http://schemas.openxmlformats.org/officeDocument/2006/relationships/notesMaster" Target="/ppt/notesMasters/notesMaster1.xml" Id="R504fdb02c6d14e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c151541ef24b3b" /><Relationship Type="http://schemas.openxmlformats.org/officeDocument/2006/relationships/notesMaster" Target="/ppt/notesMasters/notesMaster1.xml" Id="R173bd33866f74c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ba888684124ef2" /><Relationship Type="http://schemas.openxmlformats.org/officeDocument/2006/relationships/notesMaster" Target="/ppt/notesMasters/notesMaster1.xml" Id="R916ef37eafea4d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5002d7773841d8" /><Relationship Type="http://schemas.openxmlformats.org/officeDocument/2006/relationships/notesMaster" Target="/ppt/notesMasters/notesMaster1.xml" Id="R5c0b4d53d29646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21c8767105472d" /><Relationship Type="http://schemas.openxmlformats.org/officeDocument/2006/relationships/notesMaster" Target="/ppt/notesMasters/notesMaster1.xml" Id="R03eab840a0b34a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0b538deb7f4edb" /><Relationship Type="http://schemas.openxmlformats.org/officeDocument/2006/relationships/notesMaster" Target="/ppt/notesMasters/notesMaster1.xml" Id="Rcb1c99d01c7049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e4030f542d42b3" /><Relationship Type="http://schemas.openxmlformats.org/officeDocument/2006/relationships/notesMaster" Target="/ppt/notesMasters/notesMaster1.xml" Id="Rb2d7fee6a40b42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3f93c86d9b410e" /><Relationship Type="http://schemas.openxmlformats.org/officeDocument/2006/relationships/notesMaster" Target="/ppt/notesMasters/notesMaster1.xml" Id="Re018f660438e4b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fba55a190b48ca" /><Relationship Type="http://schemas.openxmlformats.org/officeDocument/2006/relationships/notesMaster" Target="/ppt/notesMasters/notesMaster1.xml" Id="R3f198b8ec63045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b9f72f601348cf" /><Relationship Type="http://schemas.openxmlformats.org/officeDocument/2006/relationships/notesMaster" Target="/ppt/notesMasters/notesMaster1.xml" Id="R81219609678e4a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3e4690a0db4aff" /><Relationship Type="http://schemas.openxmlformats.org/officeDocument/2006/relationships/notesMaster" Target="/ppt/notesMasters/notesMaster1.xml" Id="Rccd8e8ce78a642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1dbf7fa15445fb" /><Relationship Type="http://schemas.openxmlformats.org/officeDocument/2006/relationships/notesMaster" Target="/ppt/notesMasters/notesMaster1.xml" Id="R9d12892a6b2a4c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6d52669eb845af" /><Relationship Type="http://schemas.openxmlformats.org/officeDocument/2006/relationships/notesMaster" Target="/ppt/notesMasters/notesMaster1.xml" Id="R163a2c66dea24c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6031c7a8204428" /><Relationship Type="http://schemas.openxmlformats.org/officeDocument/2006/relationships/notesMaster" Target="/ppt/notesMasters/notesMaster1.xml" Id="R95d3300968b644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04d0a21533d4ec3" /><Relationship Type="http://schemas.openxmlformats.org/officeDocument/2006/relationships/notesMaster" Target="/ppt/notesMasters/notesMaster1.xml" Id="R6c05b079eb2d4f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f95cc4ade9460e" /><Relationship Type="http://schemas.openxmlformats.org/officeDocument/2006/relationships/notesMaster" Target="/ppt/notesMasters/notesMaster1.xml" Id="R2eaf42dc1ab448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62f0fa88144283" /><Relationship Type="http://schemas.openxmlformats.org/officeDocument/2006/relationships/notesMaster" Target="/ppt/notesMasters/notesMaster1.xml" Id="R6a193d4c0e2f41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7c64a607c642c7" /><Relationship Type="http://schemas.openxmlformats.org/officeDocument/2006/relationships/notesMaster" Target="/ppt/notesMasters/notesMaster1.xml" Id="Ra8078481f19f45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2cc225453a447d7" /><Relationship Type="http://schemas.openxmlformats.org/officeDocument/2006/relationships/notesMaster" Target="/ppt/notesMasters/notesMaster1.xml" Id="R8449536223894c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b50f6e006da4cde" /><Relationship Type="http://schemas.openxmlformats.org/officeDocument/2006/relationships/notesMaster" Target="/ppt/notesMasters/notesMaster1.xml" Id="Rb17040a556b245b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6e9f8ca250e4350" /><Relationship Type="http://schemas.openxmlformats.org/officeDocument/2006/relationships/notesMaster" Target="/ppt/notesMasters/notesMaster1.xml" Id="R73d1443186fa4f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da8f598ed844bd" /><Relationship Type="http://schemas.openxmlformats.org/officeDocument/2006/relationships/notesMaster" Target="/ppt/notesMasters/notesMaster1.xml" Id="R0868b4d2695d4a9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8220cb70d63407a" /><Relationship Type="http://schemas.openxmlformats.org/officeDocument/2006/relationships/notesMaster" Target="/ppt/notesMasters/notesMaster1.xml" Id="R8508140b9ef742e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e3a653523b45ee" /><Relationship Type="http://schemas.openxmlformats.org/officeDocument/2006/relationships/notesMaster" Target="/ppt/notesMasters/notesMaster1.xml" Id="R8c342280a20940a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013d5dd27c4dcb" /><Relationship Type="http://schemas.openxmlformats.org/officeDocument/2006/relationships/notesMaster" Target="/ppt/notesMasters/notesMaster1.xml" Id="R652f968980da4f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f680cfd2114901" /><Relationship Type="http://schemas.openxmlformats.org/officeDocument/2006/relationships/notesMaster" Target="/ppt/notesMasters/notesMaster1.xml" Id="R87d951460efb4da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a98d2c7be344c51" /><Relationship Type="http://schemas.openxmlformats.org/officeDocument/2006/relationships/notesMaster" Target="/ppt/notesMasters/notesMaster1.xml" Id="Ra1dafa698611407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dd4fbe33ddb4d19" /><Relationship Type="http://schemas.openxmlformats.org/officeDocument/2006/relationships/notesMaster" Target="/ppt/notesMasters/notesMaster1.xml" Id="Rfd91be31d83943f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977d8725f844f57" /><Relationship Type="http://schemas.openxmlformats.org/officeDocument/2006/relationships/notesMaster" Target="/ppt/notesMasters/notesMaster1.xml" Id="R4b8af9bc3d9545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29e2517f74d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46e833b7a401e" /><Relationship Type="http://schemas.openxmlformats.org/officeDocument/2006/relationships/slideLayout" Target="/ppt/slideLayouts/slideLayout1.xml" Id="R7e9fae42e0c1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9fae42e0c1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4c447123c40df" /><Relationship Type="http://schemas.openxmlformats.org/officeDocument/2006/relationships/notesSlide" Target="/ppt/notesSlides/notesSlide1.xml" Id="Re7c209ad5a09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4ba1c6294110" /><Relationship Type="http://schemas.openxmlformats.org/officeDocument/2006/relationships/notesSlide" Target="/ppt/notesSlides/notesSlide2.xml" Id="Ra87cda5bb9a6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d3b8278946f2" /><Relationship Type="http://schemas.openxmlformats.org/officeDocument/2006/relationships/notesSlide" Target="/ppt/notesSlides/notesSlide3.xml" Id="R2207f4c32cce46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e1856912b403f" /><Relationship Type="http://schemas.openxmlformats.org/officeDocument/2006/relationships/notesSlide" Target="/ppt/notesSlides/notesSlide4.xml" Id="Rca7151cf09ad40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12bc12dc14d1a" /><Relationship Type="http://schemas.openxmlformats.org/officeDocument/2006/relationships/notesSlide" Target="/ppt/notesSlides/notesSlide5.xml" Id="R345112113029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1674b332645a5" /><Relationship Type="http://schemas.openxmlformats.org/officeDocument/2006/relationships/notesSlide" Target="/ppt/notesSlides/notesSlide6.xml" Id="R1d1f0ac589d24d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b9c4b99f74ae3" /><Relationship Type="http://schemas.openxmlformats.org/officeDocument/2006/relationships/notesSlide" Target="/ppt/notesSlides/notesSlide7.xml" Id="Rbbe34c4fe7c1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e912f9d54404" /><Relationship Type="http://schemas.openxmlformats.org/officeDocument/2006/relationships/notesSlide" Target="/ppt/notesSlides/notesSlide8.xml" Id="Rd0103dcc87f341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15dbd90cb45a2" /><Relationship Type="http://schemas.openxmlformats.org/officeDocument/2006/relationships/notesSlide" Target="/ppt/notesSlides/notesSlide9.xml" Id="R14a0c5d8f53e4e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ed883c824d3e" /><Relationship Type="http://schemas.openxmlformats.org/officeDocument/2006/relationships/notesSlide" Target="/ppt/notesSlides/notesSlide10.xml" Id="R0fd6f519e05148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c549883fa47f9" /><Relationship Type="http://schemas.openxmlformats.org/officeDocument/2006/relationships/notesSlide" Target="/ppt/notesSlides/notesSlide11.xml" Id="Rb22b43d55e4f4e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4e6f57d5e4938" /><Relationship Type="http://schemas.openxmlformats.org/officeDocument/2006/relationships/notesSlide" Target="/ppt/notesSlides/notesSlide12.xml" Id="R8689ff8637e447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25ab8bce84b91" /><Relationship Type="http://schemas.openxmlformats.org/officeDocument/2006/relationships/notesSlide" Target="/ppt/notesSlides/notesSlide13.xml" Id="R6520ca427dc841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c0ae4f6f44bd3" /><Relationship Type="http://schemas.openxmlformats.org/officeDocument/2006/relationships/notesSlide" Target="/ppt/notesSlides/notesSlide14.xml" Id="Rb68b80acc4c343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e0dd15d94fbc" /><Relationship Type="http://schemas.openxmlformats.org/officeDocument/2006/relationships/notesSlide" Target="/ppt/notesSlides/notesSlide15.xml" Id="R96d1c1dfe9474a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81b5a513404f" /><Relationship Type="http://schemas.openxmlformats.org/officeDocument/2006/relationships/notesSlide" Target="/ppt/notesSlides/notesSlide16.xml" Id="Rc9477821d86a44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f356ad37340f3" /><Relationship Type="http://schemas.openxmlformats.org/officeDocument/2006/relationships/notesSlide" Target="/ppt/notesSlides/notesSlide17.xml" Id="R75c6e7ae01e347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c349fcd654cba" /><Relationship Type="http://schemas.openxmlformats.org/officeDocument/2006/relationships/notesSlide" Target="/ppt/notesSlides/notesSlide18.xml" Id="R769f3979b66f47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ce3d3ce164410" /><Relationship Type="http://schemas.openxmlformats.org/officeDocument/2006/relationships/notesSlide" Target="/ppt/notesSlides/notesSlide19.xml" Id="Rec78d87dc49449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9fc0155f640d9" /><Relationship Type="http://schemas.openxmlformats.org/officeDocument/2006/relationships/notesSlide" Target="/ppt/notesSlides/notesSlide20.xml" Id="R4dcafca8719a45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5865095504499" /><Relationship Type="http://schemas.openxmlformats.org/officeDocument/2006/relationships/notesSlide" Target="/ppt/notesSlides/notesSlide21.xml" Id="R4bc3a906b3324e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551ccc1a8419e" /><Relationship Type="http://schemas.openxmlformats.org/officeDocument/2006/relationships/notesSlide" Target="/ppt/notesSlides/notesSlide22.xml" Id="R4edbbeb4f1d947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01892eb744bda" /><Relationship Type="http://schemas.openxmlformats.org/officeDocument/2006/relationships/notesSlide" Target="/ppt/notesSlides/notesSlide23.xml" Id="Ra4f1f582666142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0e74f3df74c6c" /><Relationship Type="http://schemas.openxmlformats.org/officeDocument/2006/relationships/notesSlide" Target="/ppt/notesSlides/notesSlide24.xml" Id="R3105e6798dca43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36ffcb7294d6e" /><Relationship Type="http://schemas.openxmlformats.org/officeDocument/2006/relationships/notesSlide" Target="/ppt/notesSlides/notesSlide25.xml" Id="Rc67452d191c541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c5a2153dd4de3" /><Relationship Type="http://schemas.openxmlformats.org/officeDocument/2006/relationships/notesSlide" Target="/ppt/notesSlides/notesSlide26.xml" Id="Rf9cb09880cad49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cd2a3086478a" /><Relationship Type="http://schemas.openxmlformats.org/officeDocument/2006/relationships/notesSlide" Target="/ppt/notesSlides/notesSlide27.xml" Id="R3e5985f0b97745c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34f07a584464" /><Relationship Type="http://schemas.openxmlformats.org/officeDocument/2006/relationships/notesSlide" Target="/ppt/notesSlides/notesSlide28.xml" Id="R51bd46f7de1746c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3a70cfddd4e4c" /><Relationship Type="http://schemas.openxmlformats.org/officeDocument/2006/relationships/notesSlide" Target="/ppt/notesSlides/notesSlide29.xml" Id="Reb832aa45e8c49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b4772cef4fdc" /><Relationship Type="http://schemas.openxmlformats.org/officeDocument/2006/relationships/notesSlide" Target="/ppt/notesSlides/notesSlide30.xml" Id="Rb0a9c01b222844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3b135b78d41d1" /><Relationship Type="http://schemas.openxmlformats.org/officeDocument/2006/relationships/notesSlide" Target="/ppt/notesSlides/notesSlide31.xml" Id="Rc7fa93c1f9c1418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4173628fe4201" /><Relationship Type="http://schemas.openxmlformats.org/officeDocument/2006/relationships/notesSlide" Target="/ppt/notesSlides/notesSlide32.xml" Id="R3ba72a76bdfb47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a79183133456a" /><Relationship Type="http://schemas.openxmlformats.org/officeDocument/2006/relationships/notesSlide" Target="/ppt/notesSlides/notesSlide33.xml" Id="R4be346c146f342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8eac4cf3e44a1" /><Relationship Type="http://schemas.openxmlformats.org/officeDocument/2006/relationships/notesSlide" Target="/ppt/notesSlides/notesSlide34.xml" Id="Rd0043e1530324eb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61a2bc0e4bf7" /><Relationship Type="http://schemas.openxmlformats.org/officeDocument/2006/relationships/notesSlide" Target="/ppt/notesSlides/notesSlide35.xml" Id="R0913173035f44c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113aa0f1a44da" /><Relationship Type="http://schemas.openxmlformats.org/officeDocument/2006/relationships/notesSlide" Target="/ppt/notesSlides/notesSlide36.xml" Id="R22a2934dae8a43e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dfde3ee8044e9" /><Relationship Type="http://schemas.openxmlformats.org/officeDocument/2006/relationships/notesSlide" Target="/ppt/notesSlides/notesSlide37.xml" Id="R4130a724528145a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5e3ff2b574c69" /><Relationship Type="http://schemas.openxmlformats.org/officeDocument/2006/relationships/notesSlide" Target="/ppt/notesSlides/notesSlide38.xml" Id="Rb2fbb58c5f1b46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b689b8f474e06" /><Relationship Type="http://schemas.openxmlformats.org/officeDocument/2006/relationships/notesSlide" Target="/ppt/notesSlides/notesSlide39.xml" Id="Ree5e68fd51d6408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cf2c16e1748e6" /><Relationship Type="http://schemas.openxmlformats.org/officeDocument/2006/relationships/notesSlide" Target="/ppt/notesSlides/notesSlide40.xml" Id="Raf4a524ccd864bf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a8937b8b4ad0" /><Relationship Type="http://schemas.openxmlformats.org/officeDocument/2006/relationships/notesSlide" Target="/ppt/notesSlides/notesSlide41.xml" Id="Re805d7b382b549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4bee1fca049c8" /><Relationship Type="http://schemas.openxmlformats.org/officeDocument/2006/relationships/notesSlide" Target="/ppt/notesSlides/notesSlide42.xml" Id="Rf10761f98f034d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53695-CDBC-4F62-BE64-9561C20B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F0E4E-7FAC-42B6-BD56-D9B1694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Quantum Mechanics: de Broglie Hypothesis, Heisenberg's Uncertainty Principle and its application (Broadneing of Spectral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8126B-A19F-4B28-AFD5-4F37BEB2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DB1E8-1BA4-4191-90B6-96C3B8B5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E3F30-DC73-441C-A9CD-B052A38B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FBACA-A6B9-4589-BD06-2EE3EE7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1E3C1-8F08-4072-A189-D7715F29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5B5D3-9BCC-41D9-9784-A479545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45EB-6043-4FBE-9C11-7AAC677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B2A38-340E-4638-8159-F6EFEE2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299F3-77E4-4C9C-8BDA-5A3C5695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A06E1-42E6-4247-ADE2-3A9D3E0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31207-C6A6-4D0B-A486-E72FBB75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12886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1ABBB-C5A4-4C51-B979-30977DB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28C1C-8F18-430B-8E93-A5F1E24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224EF-297F-41A3-B78E-8CAB4E41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E6FB-2A61-42BD-BA93-61E4C557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F8276-D15A-44BF-A69C-C6E4ADB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CFE77-8730-4B8B-B4B9-BA63574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5EC55-7627-4FC8-96F2-B709ADE3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6FC75-75FD-4034-9A9A-C9DF6E8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31B13-A8FD-483A-A1E4-8DBB64C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76F1F-AC48-4952-93E7-96CB0C1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EA41E-EECE-4464-AB1A-197C79A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CE318-98D2-415A-B92D-94CA73D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50D45-01F6-4496-8267-520E8FE5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55E9F-C99D-409A-A02A-9BFCB05C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37777-A51B-4D45-ACF7-552557E9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4851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91BCF-993B-40C2-9F06-0FE34BBE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7366E-32E0-41A6-B5E9-80E2D89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328E6-4912-47AC-B7FF-B8392CF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EED7D-722D-43D9-A932-BD6FA2CD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A14FE-0056-438D-A484-0824BD29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60A14-03B9-4478-97AD-A1541B4D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E22CD-3536-4671-A36C-235524B2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845B6-37C9-439D-929C-29ADF4B1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B8A94-B4EF-4F43-AE23-846DDE2A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Quantum Mechanics: de Broglie 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38750-D9AB-4BC4-BA64-3716066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A88EA-1728-49E6-BBC0-B497650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73932-886D-4609-8AE4-E24005FF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Heisenberg's Uncertainty Principle and its application (B...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76FD-44B0-412C-80F8-2302FB4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F5428-ED49-4E25-8883-6E5DE59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B0395-C188-492B-9E5D-54FBC8D8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72449-4114-4361-9082-57B7158E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262DB-C240-4FA2-8C12-68A40BCB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4FEF2-1C04-4B55-8F67-1F8BE926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B76A8-D76B-403D-8CF9-DC0EDE6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048D1-F7E6-4071-9800-8143274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F4DC7-BDC9-4302-8A40-56B244E8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523D8-7B5F-4CAF-92FC-4AEA18C3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F9408-DA9C-460F-BE9B-470B022A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CEBF6-6E0C-4D0C-87CC-9C6F1B9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Physical significance of a wave function and Born Interpr...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16110-72B7-4E8C-BEF7-7ED493F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E3F288-5FC3-41DC-B543-4B5715F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E2A77-1FFD-4473-9024-1D74BBA4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Expectation value and its physical significance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07C7B-0AF2-45A1-987B-DD50F22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B4CDD-6512-4C6F-9C43-BE99660E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A0B8AF-1A16-4511-8C9B-CDBE1B2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 functions and Eigen values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B6076-E40A-47F0-BD66-AB98B2A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63991-8ACB-4E9D-AD2C-1354B237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49713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3D003-4E14-467B-814D-7CF1AD4A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E35F8-4587-4E42-B658-45A934B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9C1D0-E7C4-4DD0-B898-1AC7EC0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32429-5089-401C-A5C2-30BDCADB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7290-F2A8-48B6-BDE5-37E0CF5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A8343-57B8-42F2-BF93-9626FF9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55890-FD0B-44B9-8488-6628FAC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672C0-EB0F-4EA3-87E3-14E02E6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Quantum Mechanics: de Broglie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B06CF-9975-4865-9E64-4D1D733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81792-50EA-40EC-9C1C-3CB91615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59CB1-F97B-4A18-8957-AEE8393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Heisenberg's Uncertainty Principle and its application (B...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B1A09-36C3-4E60-B2BF-EEA2237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3A2D3-9D37-46F3-A8FA-851D5A2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A8314-68BB-4A1F-B398-D8F141D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DA08D-F125-4996-829E-19535A3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4B19B-E786-4018-B1BB-E26DD0A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B38EB-D411-4155-877D-764BDE7E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9E9D-B128-4590-BCF2-EC193689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D860E-9063-4F0D-BDE1-FFA946E8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ADBB8-4E49-492B-AAB2-90D1807E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5117-490E-4BCF-AA96-55E39923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D281B-339C-46B6-9E5D-64EF9C9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4CC75-93E5-426A-9387-93287C69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Physical significance of a wave function and Born Interpr...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9EBB-1B14-4A43-82C5-6FD55FE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0A301-30A3-46EC-BB77-126DB90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F46EA-8E86-487E-B72A-2135A37D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Expectation value and its physical significance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43C39-9374-4B72-9B3E-FBC1A96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626EF-9976-4112-8743-5BA35AC3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9B805-CE6E-4BA3-B119-7A4D4EA7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41785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068DD-8E00-4DE4-BBE9-AAEBED64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BB23A-D484-4686-873C-753E935A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4E3E8-57FE-4ED1-A29C-23D25993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D4B4A-F43C-48A7-9B85-6158C7C4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58DB4-616F-461C-A01C-8EEBC197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99574-889C-40D7-838B-63472283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Mechanics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DC598-C802-4929-B59A-2435CBA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Broglie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6FA6C-5325-4FE8-8BB0-25FC3EE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CA1DF-172D-417B-807F-D072E83C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Heisenberg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2A0D9-4079-45FE-90F5-20014503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6E0D2-5199-4EC7-899A-D0F6D71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Broadneing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59810-93FB-48BE-B9E6-475E819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Spectral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AEAB5-1585-40B3-B080-90166A1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BEE3B-C12B-45E5-B303-5A6194E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Complementarity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7042E-25AE-4171-8A98-ABED1AB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4F082-0A71-4A0F-B29E-046A2803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0968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5A7B5-292A-4A1A-BE4D-0D18FD2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58C60-59D9-4B5D-BF97-38090F8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BDE64-32A9-4E32-8DA4-5734F648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33B4D-17FC-4AD1-837E-17F2F915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C66A9-9C22-46D7-829C-0826D496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Quantum Mechanics: de Broglie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FE921-83E5-41A3-9938-FCF75DF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Quantum Mechanics: de Broglie Hypothesis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D0860-FE5F-49F0-8F0D-A577105B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E7000-EF1A-4AF9-A84D-FCF7FBE4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B9F91-329E-4C4F-9E1C-5030C0C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80CC2-15E0-475B-B013-7F90BBD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736F2-9B7C-48DF-9605-558DED92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65B57-17E6-4732-80FE-A9BFF59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54AB4-7A61-4C64-8D4C-22B29E44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08D06-4E0D-4E8B-BC1A-8538AF0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5DAD7-2DD0-4729-B185-194D411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66F79-E80F-416C-8E13-4AFCF17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90449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F1A98-4B3E-4309-A184-6A2BB5D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C16CC-B1EC-4550-B182-E14CF198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79DB5-E1DA-4362-BDF9-4BCD599B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2E387-EDDE-4993-AC0B-EFA18E2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2B860-D5D9-4038-B19C-52A6D7AF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F8A29-4013-4FB8-97E1-3507684A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C530C-B948-42E2-B098-CE93D1D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6A58B-E50E-47E8-8FE1-A75FC5A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54B9E-5363-4412-BF3F-8F9AEA7C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Quantum Mec...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68F35-BD30-4C55-BCC6-B4E71A39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E56ED-B743-4B63-BD3F-3033F62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4FC4B-150B-4D6B-924E-4B08A4D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Quantu...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D3D42-D1AE-4CD9-A60A-DADF7DC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D9EE4-4021-42E2-973A-111E863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5F08E-928D-4954-8357-2E312966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Quantum Mech...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0CEE7-3671-4D52-B73D-2000646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946BF-2679-45BF-9638-F8EF7E2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C766C-C0AA-4612-B1C8-CFC7CCF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Quantum Mec...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5930B-EB0A-450B-9D8C-7B52725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9CD41-7060-4427-9FBB-74ABD2B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E9B78-D5B5-4F6B-BAF9-184F9D3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Quantu...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F240E-DFF6-49F6-8175-5B43787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437E5-5336-470F-8966-6DB63A5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48031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90739-B8E3-4082-9E01-64316A5B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E9CA9-B8B7-4417-926A-3C53D148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1FE55-A036-4F96-BCE5-B998166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20C98-9A3B-45B4-9C85-B4A8E4F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59005-3772-45E8-8526-B31F45A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93764-FF28-4A6A-8B60-F885D5A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7C276-5A82-4236-BB0A-296B96F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712D-FFCB-4E99-A8ED-02A21B6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77EFE-F8DB-47D1-A2E2-3C44499A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3D71A-E443-46EC-AF8C-25D71C94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BA733-91D1-4D95-81BD-E6B0572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5280D-E412-43F1-89F2-1D6BD78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D1F33-A80E-495B-A602-AD40E2E1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4070-0A10-40EC-9543-39D1319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DF3A7-4D80-4509-9BEA-D7E37394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39719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A43F2-0AC5-4E90-87AB-CF9EFFC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23768-4B2F-4060-86D5-F17A98DC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8F935-5699-47C9-A5F9-2B890D0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71916-C5B9-49B6-8A79-10946C57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7345A-AB03-4D59-AB45-03F10593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A9120-9157-4842-B3E3-77661B7F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Quantum Mechanics: de Broglie Hypothesis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8CCD1-16C6-4ED6-A33E-39092602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94E2E-F61B-47C0-95B8-24A4E973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1678D-D37C-4F00-9CD7-BE1AB6E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8BC57-082D-4642-9A4F-526BAA33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DAB02-ACED-47A1-A821-5FA5A2FB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20504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5CA63-56B5-4A71-BA14-3FA8EB3E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06D6A-EDDB-4FF4-816A-49B3BE2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15361-023A-44CF-8407-8878B8B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D882E-F3A5-48CB-BC53-07B8D8B0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D50E0-2C86-48F0-A1D4-B98D3352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Heisenberg's Uncertainty Principle and its application (Broadneing of Spectral Lines)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8091E-83E1-4BEF-B7E5-0DBCC16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Heisenberg's Uncertainty Principle and it...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D6908-201D-4579-8633-18BEE2B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33F80-4BA1-4A24-B47C-77D1AB1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9AB4F-75EE-4E02-8E12-64A9633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2CB0-DB23-433B-A3C3-2169BA85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99767-1A8F-4872-97AA-C1961903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6C24C-FB07-4545-984C-5EC70F8B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C7F60-07C4-4CEC-9BAB-4FCC064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A91B2-F81B-469F-9C63-EB46DA91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5CE32-854C-4E26-BAE3-EDBD77CB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2BDAA-6EF6-4E40-A453-10A7998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46149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52084-2402-43C2-8ED4-D733E62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D3645-F08E-490E-A708-441E318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EB50B-8785-4F38-9C9E-EA0EEDC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923CF-FEA8-469A-9E4E-4DEA7426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20368-62B9-4D6C-A596-42048507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479CF-00A8-4AB8-920F-81E5741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EAFE3-52A7-4441-BDFF-CF86D66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DB136-DA04-4CB2-812C-8A625580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ABD4A-9606-42BB-82BF-5E9DB08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Heisenberg'...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F61B-201B-4DFC-900D-A8D99CF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9082B-CF2B-440C-911A-B08E68BF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1BF1F-C5C9-492C-A10B-9F9785E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Heisen...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426FB-9DDD-4FD9-A6D9-DE830ED6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6C17C-B11F-4373-89EA-19E05B34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4E2B5-63EB-42F4-8CB1-088CEBD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Heisenberg's...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9B8EE-3623-4C14-B7EC-4F9C9E8B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62338-052B-42FD-AE79-C9F6C18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6B437-4E7F-4B50-A5C2-60FC04E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Heisenberg'...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A1AC9-E3B9-4E2F-90D3-47B2975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8211D-6E45-4BAC-BAF9-A41509F0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F68AE-91ED-4683-AB20-4F39EA81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Heisen...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2DE7B-2CD2-4A5A-A21E-2F31BD95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0BBFC-6A72-4C78-A015-A0DD0627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744731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2357-9C04-495D-A25A-08860C28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008D-D213-420E-A1EC-B2CB3FE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C1C30-6E0A-4B6B-8710-D294D651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DFCAB-07DD-488A-A11E-6625FD17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CF3A-F3EE-4779-9281-6947D9AD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44CC-1376-4F80-8D29-0E625F9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CD945-8D1A-4E21-A26F-851CDFB9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02CF0-D0BD-4821-B484-CE8E2EE7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9E020-FACB-405C-B62B-F3CA5B51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854A9-EF3F-4A61-BF65-9FFF648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A6E4E-DCE4-4240-925B-CE60EE60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8DC08-ACCC-4D62-8AD8-28A1D2B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1B78A-BAB4-4F09-B955-341491D1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BA62-7B80-47D8-8730-DC37B74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74AF0-8D96-4CF4-ABAE-A02A046A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49038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D8B43-8C66-40B3-80DA-9B8509DB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D87BF-1F57-4D6C-BA7C-85901A9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1A0DE-B89B-41A5-AAC4-213AC298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D9D62-C05B-4CB9-A532-490F06E0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58408-6EEF-4FBF-8D1E-19007F0D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B9451-BDE9-4701-AA8B-386F0894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Heisenberg's Uncertainty Principle and its application (B...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FCD42-A9EB-4DFB-A650-D8D55B1E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3D04-63DD-4648-BC1A-DDDDC94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56D1E-B951-4922-AC7A-493CB755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F130-B6C5-47E4-8B97-AB311780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872CA-BFCC-43A4-A45F-2A53ED7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6998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CCF2F-634F-439C-A91D-DBFF3FC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2B5EC-303E-4DDD-AF08-A1EEE26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F0D71-B417-4EE3-9972-50386AAC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08242-9B0D-4F85-A0D2-CBAEB54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6A327-99BF-4440-A48D-2096F558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 of Complementarity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6A7FC-ED1D-444C-884F-60AAC57A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Principle of Complementarity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8BA51-8509-4C1F-9CC8-0C8144B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3A4C3-9BE9-42FC-8EED-078D8A07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4FB3-7A3F-4227-AE7E-7B16D43B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F4810-4476-4FE5-AF1D-A763CAA2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3F770-FD19-4FF2-A41E-AF76D013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7223C-112E-448B-AF01-9837960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ED259-D085-478B-B939-04C92EF9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51B87-67A1-4145-B84B-8F2D5A1F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23E93-1A7C-4684-A0A2-56C5330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B4DBC-B585-4631-B4AE-DF5337D6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448758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1B005-B198-4244-8F8D-DE24E2D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7FADC-7615-4ADC-8C4A-EF5CCF85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D15D3-7608-44F1-A9CF-DF318BE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92E6A-F058-4585-8F6C-D5DD6C6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AB3BF-3840-48DD-BDBA-DBD676D5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D73D-6240-4905-8366-F623DDC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BA7B4-C31E-4F8B-82C2-F3B1F9D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4F9C5-33A1-4E85-B715-F274918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3F23F-BBB9-4D18-A3DE-5207EB3D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Principle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942C7-D082-4E19-8094-787075B6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D3186-4D80-4EBB-B981-715598D5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28041-6792-4872-86C4-883B6872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Princi...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1E1D6-886F-42D2-871E-6EA0A23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43D24-E5B9-48DD-93A3-456A183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055BD-E483-4D17-A56F-BCC5E412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Principle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CBF43-D280-43AB-B136-533EB3EC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4AC49-0E96-4F41-A352-52C66441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ACCB3-9253-434D-B2D7-6ED43F2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Principle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D7FC-6FE6-4BCE-BFE5-F1BB7841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5B5BF-24C8-437B-B7B1-0574F4F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33AF2-7C5C-4116-A3A8-04DFDAE5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Princi...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8A4AB-60FD-4542-A7C3-CE21061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88C0F-BD82-4A71-B09E-BE9E4E0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7128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C81A8-2364-4716-A420-0C985BD4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1C204-8254-4E7C-9746-F47021EF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4B175-47A9-4B87-845D-CE38246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AB9AA-FCF7-448D-B07E-A7B01074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5F5E-C64D-41D9-9C99-27C15594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CC945-E057-4FAC-AD79-7FE496B3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F861C-6003-4931-A238-6572BF4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350DF-88C8-4588-8A61-263BBD9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8CB13-1F99-4D9F-8C9C-9462C69B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44234-D164-47E0-B6A5-3ACFAF03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75CC0-43EA-4FE1-BFEB-A67F570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9AF97-5789-4B86-A491-3D033DE9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ED7F8-92A9-45B8-B6B9-8CF32B5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E0929-0DBB-47D7-888F-DA654705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A5DDD-20A0-47E6-B35D-40FB17C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386789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2CDD4-2E6F-4C90-997B-3AC56D6E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B0F53-489E-4269-9C5D-C451114A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79031-412A-4399-A95D-C5EADC0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6F8E-D9DA-4CB9-9EC7-9F3463C8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7EE34-2EAC-41F6-BA64-B86EEE7B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35BD8-0E92-4D15-8998-BCA9E09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 of Complementarity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66313-FEB6-4D2A-A925-73513EFE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56EC6-CFFC-4773-89D7-E925E07E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C217A-5A2E-4DEF-9F9D-AC23489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8635E-09D4-4BE2-B95A-B74E1B1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41D6E-4D4F-4546-B16F-73A201A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18601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49CDA-7B26-4BA9-9675-7CD8B8B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B51C5-D660-4195-8F05-60626499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3A324-D6AA-46C7-82A5-3272DA6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5D5F2-6AD9-4363-AAE3-0EA41A2A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0BB2A-E448-4D2D-8343-98E0CF7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Wave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1A49F-60B9-4D4D-A07A-EF16D9C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Wave Function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199C-810F-4C2A-ACC1-7FF12F29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242C2-B229-4CD8-AA24-CEB548DD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118A2-2E3E-413C-844E-5CFB299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D70B5-3B2E-400C-B65F-CD273B41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4A74B-97E2-488C-A887-D28D6EFB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1F560-1FE7-4D4D-BC00-D069285A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62208-3D4E-4CE2-A8D6-699F197C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B4FAD-5257-4824-BB4F-BED9843C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3BD68-8B92-48C8-A73F-D3C059AA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61864-12EE-414D-8C25-E8BFC03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88241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4D110-F99A-4253-B327-54E0187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F6D92-6EBC-404E-B250-29A30A2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18EA2-AA80-43D0-90FE-3600809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4A8E8-4B1E-434A-9E25-C085E76C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416DC-70D1-46BA-8D95-D0540C7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540F5-611A-4CC3-B87D-1A478550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C96CF-529A-4450-99D9-C6F0385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23A20-27B4-4254-8C97-CF89478E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F4BF8-F9ED-4CF4-8D9E-86BBABF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Wave Functi...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5E0BC-96FA-49B6-A5BD-C388AA4C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AD1C0-DEA3-4E8D-93F0-06358ECE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6C40A-63DC-42E3-87F8-7BFDDF2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Wave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42AA0-37D0-4D68-B65A-14857A32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3A725-A492-45D1-8BB5-AABE461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1116B-4EC4-4E6B-9035-4D7FC4D5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Wave Functio...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EEDB3-A1B2-4724-BA7B-3E34146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5FBC6-6FA7-400B-ADAB-3032041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CBBEA-8D31-4B23-ACA6-3F4E692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Wave Functi...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E6F77-F73D-4A10-A37A-D3B3FB5D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8A34-B1AD-472B-8594-965D2E8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16501-E2A4-485A-997E-F7AA95F1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Wave 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49AB3-1F82-4AC6-B058-8B2EBA33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3C50D-4EB8-4142-A30E-76827C9D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721289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1E052-1611-42A9-85CB-D88FD201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35647-47CF-4E3E-8329-DBF00B2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E4F99-F42F-4B81-9303-6D539ACF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2E7A2-9609-4F55-A251-E6AAF88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4BCF7-77CE-453C-9C41-1454F958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C82FC-3E9D-4158-9BFA-104550DB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F1EE9-544C-4BCD-9F73-F8DC208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E95CF-BD62-4621-950C-F31664C1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52492-4511-4B48-80C0-9BF6985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A3A2F-F034-447F-860D-C4FEA12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A9395-C621-4E22-8273-503FCF3B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02324-938B-4547-B08C-AF3D370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DCCA8-10AB-4644-A077-EAF2AB8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DCDF3-AFF2-4A0E-8A61-39BC4125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43B4F-0F59-4EBE-A7C1-168D4CBE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163157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17649-CD25-472C-91FB-2C696E7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21F14-D00F-42C0-840F-858E566D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3AC52-8B4C-4D57-A90E-4693053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4F444-A4CB-41D3-B633-C22B1820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DF45-A08F-4CAA-B042-9FB5AB61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4CBD3-21F3-40D5-BFAD-B666CA41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Wave Function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74EBB-0241-4FA2-936A-48B3B55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FF15B-ED9D-4995-BEBD-A7D89DD1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67C5A-589C-454B-8629-C3AC436A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17856-FC25-49A5-A1CF-A42989F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CBE61-F789-44EF-9E18-A9EF55C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534256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95012-D740-4B40-B61F-E6BC4F1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24CA0-0DAF-4A4F-A036-0C49030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FD2C6-63A5-4419-9246-F54A2E67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381AF-5CAE-4006-9895-0D95076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0939D-4B1D-42D5-A155-F4E4B53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Time independent Schrödinger wave equation (Derivation)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289F-2C9D-45ED-B47D-73B5ABD8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Time independent Schrödinger wave equatio...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7A931-9A39-438D-B187-E3A3219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28F1F-EC6A-49B8-9604-E275145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A326A-ED04-4AF6-8C50-682292E3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24DC6-DA42-4DCA-8B9C-00E293B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C1E3E-8D55-4743-9170-488786B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66741-44E7-4B75-ADFF-1239CD8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1C544-0B0C-46F1-B08A-89EB061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4DA5D-0853-45BD-B36C-B155959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886F8-99BC-454C-A3B3-43F23217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0FD61-CD2A-47A9-93D3-61176D1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209334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B6FE0-505E-46F7-A579-3D2A37BA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BD44C-BBD3-4D96-84DA-57B76976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7E19E-FC79-4A2F-80D5-FB9AD9E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AED45-7F03-41C2-AB41-88B62589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4A64C-53BD-4364-A92F-F93A7BD2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CA59D-5A12-4332-8E35-2857D3B8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EF0CA-B7F4-4C59-B660-8CA206E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B0144-CE16-49CC-8707-C4AC20E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E1A79-D2BA-4B17-B080-1013E6C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Time indepe...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7729C-786F-4D32-9BF4-1E82007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3E457-0453-45CE-87D4-DECFA74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77C3C-3AFE-4C12-B78B-05C4AABF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Time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AB445-00EB-4E4A-8127-29143CF0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27459-DB2A-4766-BE22-2E86AC5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D2D6F-B515-4E05-B7AB-F59B1B61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Time indepen...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A858A-894F-45D2-9FFA-29B32A38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59E18-8F80-4876-BCCA-D6B0B6A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88855-ACFD-44A5-8932-4993A888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Time indepe...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4582C-B838-46DF-BE1F-F75F1E6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FECDA-8ADF-4C71-8D8D-A34A27AB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3FDE7-F245-4C2B-BEF2-6A6CC42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Time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C4BD6-EE61-4C7C-A615-8886660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6A807-9D16-4A7E-935F-266884C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259024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CC639-4BA7-46E8-9B50-BEF9FE9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0FC27-89AC-4933-A9DA-0CFC52C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0B1D1-BFCD-465B-B1BC-05D470B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8DD8-A8FE-4954-B220-603ADCA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D92F-5593-47FF-A5CD-48131CA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A9CA9-ACD4-4ACD-A3DB-D63C046B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D693A-D8BD-4BD1-B647-0827062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FC4C4-311E-4050-AD62-9113545C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392E5-6A30-40B3-87BA-33E2303E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DA34B-251E-419F-93ED-EF3679C9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87FF8-51C4-400E-93C0-3782137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C49F2-40A9-4856-8E9B-34853EA2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FF74F-FDEB-4A14-8CC9-AEAD6B46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7C769-CE10-4DF2-80C1-49D435E6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0D0DB-31B8-4A30-B090-3BD251E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48251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813F0-A915-4523-8788-4209B9D9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03CB8-95CC-4903-9A43-E89C338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162B7-C28F-4BA6-BED6-846AF4E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FB345-EE3A-4E7D-96DD-DAE9834E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B7A87-83A7-4D17-A74C-CEDF1820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BE487-D85D-480C-98B9-B03E53F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Time independent Schrödinger wave equation (Derivation)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F15C7-4E05-4109-9299-F497FA4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24E34-9E45-4E8D-9DD7-8BB562F8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C415B-65F4-45A2-8FB5-3C46FF66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1D2D9-C069-41C9-B56B-24E54D37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5A1AC-9353-4D84-AD45-1648A1E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80228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42A5F-B2CE-442D-ABE2-9655B294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DEEE3-CDA2-450E-9A3B-5A3F7CE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09C45-B001-414C-80BC-38D810A8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1EA33-9C18-44A7-8838-749B7CF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A5333-165B-42AC-911B-34BC3CF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Physical significance of a wave function and Born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F1514-CA62-4F0B-944B-63B8221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Physical significance of a wave function...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E0F39-7AFF-4342-9B79-3402CC04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B57D2-1C83-4216-9450-ECB6BC9E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F964A-A6A4-404F-A69F-CE4A310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FA58E-FA21-44DF-B4DC-094ABFB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CDDCC-438D-4BD7-9BB8-0122E63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FD683-5C6F-442D-931D-CB06DF3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AD21F-A93F-4EA4-A387-C355A65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0E366-FDB7-470A-AD08-E1D0545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8CBD1-9CC6-492B-A153-90527E8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60B42-0495-41A2-9FA8-35F5DC6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26805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42DFF-B011-4FFC-BF82-614ED6C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7E2A8-04D6-49A8-BF62-15D6483B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A1F78-BFFA-4BFD-9953-9EDF139E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0FE7-2C75-482F-B9CE-3B829298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DF411-90AB-4336-9EC2-4F89985A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19EB-A470-4966-A0DC-7E29A7C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90C68-3CAE-47EC-BC8F-EAEC6CD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6DEDD-2F9C-4ED8-B817-8016631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0AC91-8575-42FB-AD66-708EFF8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Physical 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3A4C7-0C50-4935-BCC1-4D1EE475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3ECC-4B9A-4B55-A522-0A094D3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518B-53BC-4CC2-8E25-FA5651B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Physic...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30968-B4D0-4AB2-852B-7FC2C98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BAB6C-22D8-4969-BD56-92C0E21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983D9-359F-4112-B4FD-4312807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Physical sig...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026E1-57DC-4D09-AFDF-1B892B5D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AE799-93C6-43A7-A012-8894E5E1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2B218-8407-4F2E-BB44-E50CE9D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Physical si...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BCFC1-3AC8-43D7-905A-09F7DBC6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E087D-ECEE-437C-B52F-3DB168B7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42EEC-EEE4-465C-B169-00D892DB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Physic...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BD563-768D-4722-B1FC-A364FF02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BD267-ED26-429A-A426-15751FA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32460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C910B-E7B4-4E04-9E8D-B044915C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FAEE-7D68-42E5-96DA-860D416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E4C31-6242-489A-B71F-8ADA179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4B85B-8CA3-4E23-BDA9-FD0547C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8313C-D25A-4FEE-959F-DFC71B2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1B36D-80B0-4680-8A24-53B881E4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1E9CE-5CE5-4F37-957A-9ACFB79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5CD3E-822B-4BBE-85A2-8670D063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EA408-D9EF-4EA7-8533-E03FD79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36206-97E0-46F1-8974-23CF52E5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EA740-AFC6-4DAE-BE25-CF5B9BC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4F3DF-E5CA-4BE5-B649-D5F82507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72E78-94A4-42D1-AB31-3A817C0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C03C6-0A51-4878-BD4F-E0E92EE6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6549C-FB72-4BA9-9265-4CC64B8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042225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9168-560D-4264-93BC-9A1A43F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1EF52-2885-4617-B63E-E22DC8C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0A1EB-96E9-4E5C-A6FF-EA8AAD5F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9BE99-57F9-4B23-8EC6-464AFE39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EC0C-F8BE-4E67-B911-CCF22E73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90B28-A8D4-4FF4-8B3D-CE16D974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Physical significance of a wave function and Born Interpr...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EB401-0DC4-4080-81E5-175961D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F4B05-BEEF-459F-80A0-E71433C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6BD5F-190D-4CEB-A0A9-643D5BA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91043-A957-4D20-AC23-EF4ECA4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CBD3D-7269-4E46-8992-EBE6212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68626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D21A4-4B58-4CAB-8021-7FCCE60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08748-BB2A-4B8C-98E9-7405334A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A1FB4-D2B1-4922-91CD-2D6E1ACA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4A383-49BD-49F1-B3AA-E93AD802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99CD9-349A-48A6-AFA8-BCB8B68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Expectation value and its physical 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11482-9610-4BE1-9FC5-389EC15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Expectation value and its physical signif...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2C26C-1AF4-4BC7-8989-362B0CA7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66A00-7E58-4645-B052-BC28FED6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48297-E913-43CE-A9E5-834264CC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43E95-D7E7-4B4A-98DD-19D7A7A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78453-3878-4B70-A8CF-5CA4A409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F4BC0-0F72-4556-8055-3C5D366D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0CC2D-7417-4BB2-B1A8-AD51D7A6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E916F-96C2-4F72-98A6-580BBB0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A3E0F-9B38-4EA8-A573-00E07315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B2107-BAEB-4298-8D83-FAC438D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62410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A91CF-0B8B-4CA4-B990-E60B614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FD009-B1C1-4258-A44C-5DDD9493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10DED-91E0-467A-86CE-2969C74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9D7D5-62F1-445A-A1CF-A1947B3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70A10-5290-41DA-AD49-8891E59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697D7-530A-4627-B0C2-300AEC6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9F377-BD80-4227-8258-78B5565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10E6E-E669-4343-AD55-3F1F4E6A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F9AD9-4335-4E67-8A49-F655D6A9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Expectation...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7E9E8-B2BB-4EB3-BE53-33C0BA0F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636A7-55C9-49D7-803D-6CA7504F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95DF0-840F-4F34-93F4-4B23FDF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Expect...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5306F-A739-48F7-9FF8-2F5BFA02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6CE83-F6F7-449C-9105-9709C7FF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46D01-0E3B-41E9-95CC-E6639450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Expectation...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B418B-3524-46FF-8BE7-843B9F38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2DDC0-961C-44AA-9A55-F2A9309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1A6AC-BF87-4947-82EF-100F06A9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Expectation...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AADEC-8B6E-4654-8226-7AE930A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201C7-18D7-47C2-8982-EEA2007C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4E33D-22B2-4383-8624-C0BC1A70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Expect...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30548-47B5-4602-A37B-743B018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F5051-1CDA-4ADE-8792-6959D64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732362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CC5C-AA7A-4E20-BF98-C23BBA24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C39DC-2926-444E-AC76-BB89C79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6F623-7D35-493E-BE91-37D01A0D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BF5B-AA90-4B4E-9B74-278479C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98FEF-4014-4805-8BBA-53D3B1C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3171B-C7C1-4F7D-BD5D-9D1A8909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B5A2C-E8CC-4C6C-9BF2-341D25D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5ABD6-6632-4B23-92E3-6AE53C0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EE3D5-AEEF-4F5E-ADBA-91086E1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3C6BB-A995-4A6D-875A-472A9B8B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2AC5A-F531-4B3B-B1D3-C441EB22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4CC51-60FA-4547-919A-D2322D0E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F9A38-6AC7-4CCA-BC55-3706D601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0C376-5A49-46A1-A871-37E67AFB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70F8-EF45-41A8-B76D-AB03C6B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566370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3AEBD-C3E0-4BCA-BF5A-5A2DB000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B1E97-1580-48DD-A65E-4135F207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4AD58-C2A1-4288-BEA7-37459ED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04326-9FB4-4BCC-BDA8-048BD6EE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BE4DF-34B8-41BD-AE53-C526FEB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E0A8E-2CC6-46C9-868B-5927C55B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Expectation value and its physical significance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690A4-C755-48ED-A854-594FF80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13D26-5A40-4B44-9BF3-B0A80D6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18F3C-ECF9-4167-897A-49E0CE9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FFCE9-74AD-41AE-A22A-8DE3147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3330F-DC1C-403F-A957-08269CD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34743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F30F5-B1CE-4DE4-9146-1380C7A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A213A-94AC-4FFB-BDB0-D9CC30C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CE7A9-4CB1-4B79-8F3C-6F1E1AD6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C7321-18DD-4433-B725-9D823EA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6BD7E-CBBB-45C7-8802-908C175E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 functions and Eigen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E3275-9CFE-4950-80C8-0BF9D0B0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Eigen functions and Eigen values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B6734-BEF9-49AD-8B69-8A0E107A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ADCB9-160E-41E9-86FC-67E70C1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60A6-6D06-4827-92A9-52D0C808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5E8B9-8B4B-4513-86D0-67250FF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3E1B-EA31-4525-8FF3-0541603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10365-8FE4-42A4-AA38-F1CFF45C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647C9-2799-41A8-98AC-AA570F0A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FAD9D-8142-4B91-8C69-2A320533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098BE-7B61-4259-B4D1-A00D102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4B0F8-96D3-4F85-A600-2BF62B2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57050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CC795-12A9-45DA-803E-71AAB4A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533CA-CC94-4ECC-A890-24FEAA2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8879D-FE88-4180-9318-C00ED5CD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55926-2EC0-44C1-9BF9-4BB003B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2A9A9-C57F-422F-B875-E2233D9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88F98-B40F-408E-A136-7C167468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AC14E-EDE5-4F6F-B55F-DCA2FC24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749E7-61AE-440B-A936-5BCFE960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B2CE6-E2B4-4B3F-8F66-7972634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Eigen funct...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C473A-4259-4978-AB2B-A8E732E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C7FE4-E3DA-4F07-8208-084A4D0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B48CD-CD8E-4569-8BC2-D8A1559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Eigen...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D3F05-E90E-4C01-83DC-457B536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4FB0F-D4BD-4422-902A-1DE805C8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D0988-88B2-47EB-9927-EF56E11B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Eigen functi...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3B437-B355-41D1-B113-C066C2E1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A7E86-ED73-4C46-9276-894B0EC3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37D05-7D45-4535-AC8A-6EDD585A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Eigen funct...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22FE9-651B-4627-BF54-1CCD27E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20CD0-406C-4FE1-8301-D32DBEC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EAEA0-1A3C-4DC9-A3A1-2FF3A2B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Eigen...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68C58-4F94-418A-8C89-E58676F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F4D24-23DB-4533-A7A5-EF07A9DE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41281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6935A-6C2F-4914-B8A0-2567F6D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24CF8-85D6-4CFE-9175-7C9784D9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BF4F3-80D8-42B5-A99D-F06C245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24AF3-4EF1-43E6-A4EE-0DD65BE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D9EBF-16BD-40F0-92C5-1EC5028D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7A87B-13BC-48F2-B9FB-3FD6536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A7A05-F952-4DB1-A749-CD14B3C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0278B-9889-48A8-A8D0-4A827EB6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DD29F-0CBD-4833-B661-B5C3FF0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6B076-287E-432A-9CE4-958CBD14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603FC-B466-41A8-A566-0858DC2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07DD9-394A-4E0B-9C15-50FB77F4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B2292-9AD0-4404-9EA3-8A136DEC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567B1-9889-4FF3-9DCC-169AE93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360DA-AC69-4786-BFF1-171D847E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697873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120E5-F3DC-4D77-B96D-D6B806A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DE96A-6BCF-4645-B65D-6CF680C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40F6D-B98C-49BF-B002-BB5003E0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B48F3-5C09-4FC0-8473-87468619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A0600-49CA-4DA3-819C-B00D594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AAA43-F81C-480E-BA7F-21B734B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 functions and Eigen values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C9641-2C76-46AB-BC48-2D59A639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1D99-64AC-42E6-9909-725794D5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2D111-8A64-4D0B-80EC-DC9C7153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21054-870C-43C3-A4E2-1A16ACF2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F6504-55FC-4594-9958-95717CE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391529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13970-4C23-498E-BEC1-EF61117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6E495-E4B0-4EEB-9D4F-37543907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7F53-6264-4364-A256-4923BD66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8B0E-389A-4587-BB8E-6C2ECB8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E40FC-50E2-4321-983D-82ECCB7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9CFB3-1F92-4902-B515-4F00DB3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854578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7E4D4-061E-4233-B2E3-C2AE90E8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89BC4-A07F-4BAE-A050-617061CA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A9D75-E4EC-4220-8E2D-1AD4F4CE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11CCD-CF1B-47AE-9063-F8482F5B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B8068-A94A-4EF4-99D7-DDEFE9CB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Quantum: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Broglie: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Hypothesis: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Heisenberg: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B198C-FA3A-47B7-8D89-724CD84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89342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DD839-466F-4228-A701-5C4D2377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59C6C-1318-4CAA-AFD8-793FF8F0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C5344-1E86-4F0E-A5EA-4B20558C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61DE2-113A-4508-8CED-D151E26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FCF6-C0B7-40A2-8805-E7D5377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008FC-4E33-4755-B1C7-FD1B0A1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2815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EA6A7-CF7D-48D2-A4AF-F5816CE3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6B5E4-D93C-4C09-8FCF-CFB8392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8C815-43AF-4C8E-B4AE-06D7261B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C8E46-5504-4D54-BCE4-901A1E9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42D37-3891-44DD-BDBF-2B28192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7CEE5-012E-4FE7-8926-CBAB784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918593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E708E-CD44-41C8-A258-CBB0514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301EF-54DE-4D6F-85EE-08EC3CA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1B3D4-8592-4EEE-BE27-B6B91D4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87C73-F39C-46C0-8420-CEED4236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0A4F2-1DB5-483A-93A5-DB3A645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Quantum Mechanics: de Broglie Hypothesis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Heisenberg's Uncertainty Principle and its application (Broadneing of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Principle of Complementarity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Wave Function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Time independent Schrödinger wave equation (Derivation)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81362-48EB-4643-98CB-929D1ECA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0DFCB-8111-436A-A4EA-321092B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01405-01FC-4C3D-81B7-3F7FCED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74556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2026-08-24T16:03:12.2670000Z</dcterms:created>
  <dcterms:modified xsi:type="dcterms:W3CDTF">2026-08-24T16:03:12.2670000Z</dcterms:modified>
</coreProperties>
</file>