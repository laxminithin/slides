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3b02806e2c4c86" /><Relationship Type="http://schemas.openxmlformats.org/officeDocument/2006/relationships/extended-properties" Target="/docProps/app.xml" Id="R59fb869a4ec94f0f" /><Relationship Type="http://schemas.openxmlformats.org/officeDocument/2006/relationships/officeDocument" Target="/ppt/presentation.xml" Id="R295fa8781da741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705c8efb5e4cf6"/>
  </p:sldMasterIdLst>
  <p:notesMasterIdLst>
    <p:notesMasterId xmlns:r="http://schemas.openxmlformats.org/officeDocument/2006/relationships" r:id="R405116b4fc1b4aa2"/>
  </p:notesMasterIdLst>
  <p:sldIdLst>
    <p:sldId xmlns:r="http://schemas.openxmlformats.org/officeDocument/2006/relationships" id="256" r:id="Reb53ae80617a40c7"/>
    <p:sldId xmlns:r="http://schemas.openxmlformats.org/officeDocument/2006/relationships" id="257" r:id="R86b76f6c1a51461c"/>
    <p:sldId xmlns:r="http://schemas.openxmlformats.org/officeDocument/2006/relationships" id="258" r:id="R4a052217c3f8455e"/>
    <p:sldId xmlns:r="http://schemas.openxmlformats.org/officeDocument/2006/relationships" id="259" r:id="R7915457fc8064894"/>
    <p:sldId xmlns:r="http://schemas.openxmlformats.org/officeDocument/2006/relationships" id="260" r:id="Rb55406ec06a04e75"/>
    <p:sldId xmlns:r="http://schemas.openxmlformats.org/officeDocument/2006/relationships" id="261" r:id="Rb4462cdc00174a21"/>
    <p:sldId xmlns:r="http://schemas.openxmlformats.org/officeDocument/2006/relationships" id="262" r:id="R120935a660ac45f1"/>
    <p:sldId xmlns:r="http://schemas.openxmlformats.org/officeDocument/2006/relationships" id="263" r:id="R6586e12f76f04219"/>
    <p:sldId xmlns:r="http://schemas.openxmlformats.org/officeDocument/2006/relationships" id="264" r:id="R8223e48edcce42bd"/>
    <p:sldId xmlns:r="http://schemas.openxmlformats.org/officeDocument/2006/relationships" id="265" r:id="Read7280ee7164ec4"/>
    <p:sldId xmlns:r="http://schemas.openxmlformats.org/officeDocument/2006/relationships" id="266" r:id="R1bd57b215aa848b9"/>
    <p:sldId xmlns:r="http://schemas.openxmlformats.org/officeDocument/2006/relationships" id="267" r:id="Rc13d4f14a7bf40c9"/>
    <p:sldId xmlns:r="http://schemas.openxmlformats.org/officeDocument/2006/relationships" id="268" r:id="R2eb830e49210433b"/>
    <p:sldId xmlns:r="http://schemas.openxmlformats.org/officeDocument/2006/relationships" id="269" r:id="R63c8ead1777e4cc0"/>
    <p:sldId xmlns:r="http://schemas.openxmlformats.org/officeDocument/2006/relationships" id="270" r:id="R8965fb74ddc64d50"/>
    <p:sldId xmlns:r="http://schemas.openxmlformats.org/officeDocument/2006/relationships" id="271" r:id="R135f13cbd38b42ad"/>
    <p:sldId xmlns:r="http://schemas.openxmlformats.org/officeDocument/2006/relationships" id="272" r:id="Rd80679fbf2814d6a"/>
    <p:sldId xmlns:r="http://schemas.openxmlformats.org/officeDocument/2006/relationships" id="273" r:id="R2e2367916b2347c0"/>
    <p:sldId xmlns:r="http://schemas.openxmlformats.org/officeDocument/2006/relationships" id="274" r:id="R9f63197dcad44c90"/>
    <p:sldId xmlns:r="http://schemas.openxmlformats.org/officeDocument/2006/relationships" id="275" r:id="R2b50b60365884b93"/>
    <p:sldId xmlns:r="http://schemas.openxmlformats.org/officeDocument/2006/relationships" id="276" r:id="Rc940ab14d96a4e54"/>
    <p:sldId xmlns:r="http://schemas.openxmlformats.org/officeDocument/2006/relationships" id="277" r:id="Rb73a00a88a9d4191"/>
    <p:sldId xmlns:r="http://schemas.openxmlformats.org/officeDocument/2006/relationships" id="278" r:id="R6ea326b06c2a4831"/>
    <p:sldId xmlns:r="http://schemas.openxmlformats.org/officeDocument/2006/relationships" id="279" r:id="R50d4ee26df274d47"/>
    <p:sldId xmlns:r="http://schemas.openxmlformats.org/officeDocument/2006/relationships" id="280" r:id="Ree4b0af433c3432d"/>
    <p:sldId xmlns:r="http://schemas.openxmlformats.org/officeDocument/2006/relationships" id="281" r:id="R0e76dde1eee5400d"/>
    <p:sldId xmlns:r="http://schemas.openxmlformats.org/officeDocument/2006/relationships" id="282" r:id="Ra2af3fc559a54e7c"/>
    <p:sldId xmlns:r="http://schemas.openxmlformats.org/officeDocument/2006/relationships" id="283" r:id="R46e9446203e94885"/>
    <p:sldId xmlns:r="http://schemas.openxmlformats.org/officeDocument/2006/relationships" id="284" r:id="R07064b520c954ec0"/>
    <p:sldId xmlns:r="http://schemas.openxmlformats.org/officeDocument/2006/relationships" id="285" r:id="R24029299b3cb437e"/>
    <p:sldId xmlns:r="http://schemas.openxmlformats.org/officeDocument/2006/relationships" id="286" r:id="R5684c248b8014b5b"/>
    <p:sldId xmlns:r="http://schemas.openxmlformats.org/officeDocument/2006/relationships" id="287" r:id="R259ca40e08414f80"/>
    <p:sldId xmlns:r="http://schemas.openxmlformats.org/officeDocument/2006/relationships" id="288" r:id="Rcd31fb50ec5140fc"/>
    <p:sldId xmlns:r="http://schemas.openxmlformats.org/officeDocument/2006/relationships" id="289" r:id="R36e026c063b14272"/>
    <p:sldId xmlns:r="http://schemas.openxmlformats.org/officeDocument/2006/relationships" id="290" r:id="Rfd5f3ca72ca34506"/>
    <p:sldId xmlns:r="http://schemas.openxmlformats.org/officeDocument/2006/relationships" id="291" r:id="R48f0d6d651984b38"/>
    <p:sldId xmlns:r="http://schemas.openxmlformats.org/officeDocument/2006/relationships" id="292" r:id="Rcdbd2b9e4d6546ee"/>
    <p:sldId xmlns:r="http://schemas.openxmlformats.org/officeDocument/2006/relationships" id="293" r:id="Re1135c04216b4bd3"/>
    <p:sldId xmlns:r="http://schemas.openxmlformats.org/officeDocument/2006/relationships" id="294" r:id="R9c02e2eddf884bb1"/>
    <p:sldId xmlns:r="http://schemas.openxmlformats.org/officeDocument/2006/relationships" id="295" r:id="R2b39f571a8ee4b48"/>
    <p:sldId xmlns:r="http://schemas.openxmlformats.org/officeDocument/2006/relationships" id="296" r:id="R96630dd874b54058"/>
    <p:sldId xmlns:r="http://schemas.openxmlformats.org/officeDocument/2006/relationships" id="297" r:id="R754c2f060d7c49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adc3b94cb34fb7" /><Relationship Type="http://schemas.openxmlformats.org/officeDocument/2006/relationships/slideMaster" Target="/ppt/slideMasters/slideMaster1.xml" Id="Rc2705c8efb5e4cf6" /><Relationship Type="http://schemas.openxmlformats.org/officeDocument/2006/relationships/notesMaster" Target="/ppt/notesMasters/notesMaster1.xml" Id="R405116b4fc1b4aa2" /><Relationship Type="http://schemas.openxmlformats.org/officeDocument/2006/relationships/presProps" Target="/ppt/presProps.xml" Id="Rd6d440dfaae24b39" /><Relationship Type="http://schemas.openxmlformats.org/officeDocument/2006/relationships/tableStyles" Target="/ppt/tableStyles.xml" Id="Rad0c2b1b588641a0" /><Relationship Type="http://schemas.openxmlformats.org/officeDocument/2006/relationships/slide" Target="/ppt/slides/slide1.xml" Id="Reb53ae80617a40c7" /><Relationship Type="http://schemas.openxmlformats.org/officeDocument/2006/relationships/slide" Target="/ppt/slides/slide2.xml" Id="R86b76f6c1a51461c" /><Relationship Type="http://schemas.openxmlformats.org/officeDocument/2006/relationships/slide" Target="/ppt/slides/slide3.xml" Id="R4a052217c3f8455e" /><Relationship Type="http://schemas.openxmlformats.org/officeDocument/2006/relationships/slide" Target="/ppt/slides/slide4.xml" Id="R7915457fc8064894" /><Relationship Type="http://schemas.openxmlformats.org/officeDocument/2006/relationships/slide" Target="/ppt/slides/slide5.xml" Id="Rb55406ec06a04e75" /><Relationship Type="http://schemas.openxmlformats.org/officeDocument/2006/relationships/slide" Target="/ppt/slides/slide6.xml" Id="Rb4462cdc00174a21" /><Relationship Type="http://schemas.openxmlformats.org/officeDocument/2006/relationships/slide" Target="/ppt/slides/slide7.xml" Id="R120935a660ac45f1" /><Relationship Type="http://schemas.openxmlformats.org/officeDocument/2006/relationships/slide" Target="/ppt/slides/slide8.xml" Id="R6586e12f76f04219" /><Relationship Type="http://schemas.openxmlformats.org/officeDocument/2006/relationships/slide" Target="/ppt/slides/slide9.xml" Id="R8223e48edcce42bd" /><Relationship Type="http://schemas.openxmlformats.org/officeDocument/2006/relationships/slide" Target="/ppt/slides/slide10.xml" Id="Read7280ee7164ec4" /><Relationship Type="http://schemas.openxmlformats.org/officeDocument/2006/relationships/slide" Target="/ppt/slides/slide11.xml" Id="R1bd57b215aa848b9" /><Relationship Type="http://schemas.openxmlformats.org/officeDocument/2006/relationships/slide" Target="/ppt/slides/slide12.xml" Id="Rc13d4f14a7bf40c9" /><Relationship Type="http://schemas.openxmlformats.org/officeDocument/2006/relationships/slide" Target="/ppt/slides/slide13.xml" Id="R2eb830e49210433b" /><Relationship Type="http://schemas.openxmlformats.org/officeDocument/2006/relationships/slide" Target="/ppt/slides/slide14.xml" Id="R63c8ead1777e4cc0" /><Relationship Type="http://schemas.openxmlformats.org/officeDocument/2006/relationships/slide" Target="/ppt/slides/slide15.xml" Id="R8965fb74ddc64d50" /><Relationship Type="http://schemas.openxmlformats.org/officeDocument/2006/relationships/slide" Target="/ppt/slides/slide16.xml" Id="R135f13cbd38b42ad" /><Relationship Type="http://schemas.openxmlformats.org/officeDocument/2006/relationships/slide" Target="/ppt/slides/slide17.xml" Id="Rd80679fbf2814d6a" /><Relationship Type="http://schemas.openxmlformats.org/officeDocument/2006/relationships/slide" Target="/ppt/slides/slide18.xml" Id="R2e2367916b2347c0" /><Relationship Type="http://schemas.openxmlformats.org/officeDocument/2006/relationships/slide" Target="/ppt/slides/slide19.xml" Id="R9f63197dcad44c90" /><Relationship Type="http://schemas.openxmlformats.org/officeDocument/2006/relationships/slide" Target="/ppt/slides/slide20.xml" Id="R2b50b60365884b93" /><Relationship Type="http://schemas.openxmlformats.org/officeDocument/2006/relationships/slide" Target="/ppt/slides/slide21.xml" Id="Rc940ab14d96a4e54" /><Relationship Type="http://schemas.openxmlformats.org/officeDocument/2006/relationships/slide" Target="/ppt/slides/slide22.xml" Id="Rb73a00a88a9d4191" /><Relationship Type="http://schemas.openxmlformats.org/officeDocument/2006/relationships/slide" Target="/ppt/slides/slide23.xml" Id="R6ea326b06c2a4831" /><Relationship Type="http://schemas.openxmlformats.org/officeDocument/2006/relationships/slide" Target="/ppt/slides/slide24.xml" Id="R50d4ee26df274d47" /><Relationship Type="http://schemas.openxmlformats.org/officeDocument/2006/relationships/slide" Target="/ppt/slides/slide25.xml" Id="Ree4b0af433c3432d" /><Relationship Type="http://schemas.openxmlformats.org/officeDocument/2006/relationships/slide" Target="/ppt/slides/slide26.xml" Id="R0e76dde1eee5400d" /><Relationship Type="http://schemas.openxmlformats.org/officeDocument/2006/relationships/slide" Target="/ppt/slides/slide27.xml" Id="Ra2af3fc559a54e7c" /><Relationship Type="http://schemas.openxmlformats.org/officeDocument/2006/relationships/slide" Target="/ppt/slides/slide28.xml" Id="R46e9446203e94885" /><Relationship Type="http://schemas.openxmlformats.org/officeDocument/2006/relationships/slide" Target="/ppt/slides/slide29.xml" Id="R07064b520c954ec0" /><Relationship Type="http://schemas.openxmlformats.org/officeDocument/2006/relationships/slide" Target="/ppt/slides/slide30.xml" Id="R24029299b3cb437e" /><Relationship Type="http://schemas.openxmlformats.org/officeDocument/2006/relationships/slide" Target="/ppt/slides/slide31.xml" Id="R5684c248b8014b5b" /><Relationship Type="http://schemas.openxmlformats.org/officeDocument/2006/relationships/slide" Target="/ppt/slides/slide32.xml" Id="R259ca40e08414f80" /><Relationship Type="http://schemas.openxmlformats.org/officeDocument/2006/relationships/slide" Target="/ppt/slides/slide33.xml" Id="Rcd31fb50ec5140fc" /><Relationship Type="http://schemas.openxmlformats.org/officeDocument/2006/relationships/slide" Target="/ppt/slides/slide34.xml" Id="R36e026c063b14272" /><Relationship Type="http://schemas.openxmlformats.org/officeDocument/2006/relationships/slide" Target="/ppt/slides/slide35.xml" Id="Rfd5f3ca72ca34506" /><Relationship Type="http://schemas.openxmlformats.org/officeDocument/2006/relationships/slide" Target="/ppt/slides/slide36.xml" Id="R48f0d6d651984b38" /><Relationship Type="http://schemas.openxmlformats.org/officeDocument/2006/relationships/slide" Target="/ppt/slides/slide37.xml" Id="Rcdbd2b9e4d6546ee" /><Relationship Type="http://schemas.openxmlformats.org/officeDocument/2006/relationships/slide" Target="/ppt/slides/slide38.xml" Id="Re1135c04216b4bd3" /><Relationship Type="http://schemas.openxmlformats.org/officeDocument/2006/relationships/slide" Target="/ppt/slides/slide39.xml" Id="R9c02e2eddf884bb1" /><Relationship Type="http://schemas.openxmlformats.org/officeDocument/2006/relationships/slide" Target="/ppt/slides/slide40.xml" Id="R2b39f571a8ee4b48" /><Relationship Type="http://schemas.openxmlformats.org/officeDocument/2006/relationships/slide" Target="/ppt/slides/slide41.xml" Id="R96630dd874b54058" /><Relationship Type="http://schemas.openxmlformats.org/officeDocument/2006/relationships/slide" Target="/ppt/slides/slide42.xml" Id="R754c2f060d7c49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4a14f0315c4c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d2e361901348cf" /><Relationship Type="http://schemas.openxmlformats.org/officeDocument/2006/relationships/notesMaster" Target="/ppt/notesMasters/notesMaster1.xml" Id="R4ef4869177b34f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3294c0fbaf4609" /><Relationship Type="http://schemas.openxmlformats.org/officeDocument/2006/relationships/notesMaster" Target="/ppt/notesMasters/notesMaster1.xml" Id="Re691bb58c98248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c7fc6384084a1e" /><Relationship Type="http://schemas.openxmlformats.org/officeDocument/2006/relationships/notesMaster" Target="/ppt/notesMasters/notesMaster1.xml" Id="Reff581fcc52240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db3b890874406e" /><Relationship Type="http://schemas.openxmlformats.org/officeDocument/2006/relationships/notesMaster" Target="/ppt/notesMasters/notesMaster1.xml" Id="Rfb00e3ab6a8f41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1faa934ffc4c64" /><Relationship Type="http://schemas.openxmlformats.org/officeDocument/2006/relationships/notesMaster" Target="/ppt/notesMasters/notesMaster1.xml" Id="R177de62609b642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1a8775cf2740fc" /><Relationship Type="http://schemas.openxmlformats.org/officeDocument/2006/relationships/notesMaster" Target="/ppt/notesMasters/notesMaster1.xml" Id="R8c2663b93ba740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06b322164b498b" /><Relationship Type="http://schemas.openxmlformats.org/officeDocument/2006/relationships/notesMaster" Target="/ppt/notesMasters/notesMaster1.xml" Id="R283d24b5141048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5174744b0d44f4" /><Relationship Type="http://schemas.openxmlformats.org/officeDocument/2006/relationships/notesMaster" Target="/ppt/notesMasters/notesMaster1.xml" Id="Rc60c2b49d17b47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bf57ff74b44e03" /><Relationship Type="http://schemas.openxmlformats.org/officeDocument/2006/relationships/notesMaster" Target="/ppt/notesMasters/notesMaster1.xml" Id="Raae4c8c724dc4d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bd4cc04d294958" /><Relationship Type="http://schemas.openxmlformats.org/officeDocument/2006/relationships/notesMaster" Target="/ppt/notesMasters/notesMaster1.xml" Id="Rf7b0038b80444f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7c095e9aa246ee" /><Relationship Type="http://schemas.openxmlformats.org/officeDocument/2006/relationships/notesMaster" Target="/ppt/notesMasters/notesMaster1.xml" Id="Ra98ab4b8041041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0f1652b8bb4710" /><Relationship Type="http://schemas.openxmlformats.org/officeDocument/2006/relationships/notesMaster" Target="/ppt/notesMasters/notesMaster1.xml" Id="Rc87d4306f7894f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d71241f7284968" /><Relationship Type="http://schemas.openxmlformats.org/officeDocument/2006/relationships/notesMaster" Target="/ppt/notesMasters/notesMaster1.xml" Id="Re960ff5079614a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64011eb5b84b3c" /><Relationship Type="http://schemas.openxmlformats.org/officeDocument/2006/relationships/notesMaster" Target="/ppt/notesMasters/notesMaster1.xml" Id="Rb52f6ff67cdc4e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8ba5c4331d4dda" /><Relationship Type="http://schemas.openxmlformats.org/officeDocument/2006/relationships/notesMaster" Target="/ppt/notesMasters/notesMaster1.xml" Id="Rd638076980434a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d320f563a84e86" /><Relationship Type="http://schemas.openxmlformats.org/officeDocument/2006/relationships/notesMaster" Target="/ppt/notesMasters/notesMaster1.xml" Id="Rb5451b083bf54b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4af1f695204069" /><Relationship Type="http://schemas.openxmlformats.org/officeDocument/2006/relationships/notesMaster" Target="/ppt/notesMasters/notesMaster1.xml" Id="Rd604e34248b04f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0a815b96a343f1" /><Relationship Type="http://schemas.openxmlformats.org/officeDocument/2006/relationships/notesMaster" Target="/ppt/notesMasters/notesMaster1.xml" Id="Ra113d8130f04425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b374bfcc6a4d52" /><Relationship Type="http://schemas.openxmlformats.org/officeDocument/2006/relationships/notesMaster" Target="/ppt/notesMasters/notesMaster1.xml" Id="R5973de7c6a3440b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fd82f937e54af4" /><Relationship Type="http://schemas.openxmlformats.org/officeDocument/2006/relationships/notesMaster" Target="/ppt/notesMasters/notesMaster1.xml" Id="R95273e04dc9545e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bb2eb0909554c62" /><Relationship Type="http://schemas.openxmlformats.org/officeDocument/2006/relationships/notesMaster" Target="/ppt/notesMasters/notesMaster1.xml" Id="Rd8f58a30268a44b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2e0128ec1df45c8" /><Relationship Type="http://schemas.openxmlformats.org/officeDocument/2006/relationships/notesMaster" Target="/ppt/notesMasters/notesMaster1.xml" Id="R57bae63b3e984ca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b3f87154b284294" /><Relationship Type="http://schemas.openxmlformats.org/officeDocument/2006/relationships/notesMaster" Target="/ppt/notesMasters/notesMaster1.xml" Id="R3652b02682d549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c54f12b30784751" /><Relationship Type="http://schemas.openxmlformats.org/officeDocument/2006/relationships/notesMaster" Target="/ppt/notesMasters/notesMaster1.xml" Id="Rf8b93b32bdc04ac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1fa15a3ceb648ce" /><Relationship Type="http://schemas.openxmlformats.org/officeDocument/2006/relationships/notesMaster" Target="/ppt/notesMasters/notesMaster1.xml" Id="Ra23cada2b9774c5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05da696339e4332" /><Relationship Type="http://schemas.openxmlformats.org/officeDocument/2006/relationships/notesMaster" Target="/ppt/notesMasters/notesMaster1.xml" Id="R28bda13fca3e48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c060279158744c4" /><Relationship Type="http://schemas.openxmlformats.org/officeDocument/2006/relationships/notesMaster" Target="/ppt/notesMasters/notesMaster1.xml" Id="Ref4e2b9bb8db47a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18f7a758950417e" /><Relationship Type="http://schemas.openxmlformats.org/officeDocument/2006/relationships/notesMaster" Target="/ppt/notesMasters/notesMaster1.xml" Id="R6370b42b36cb4fc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55c0331753c4ffe" /><Relationship Type="http://schemas.openxmlformats.org/officeDocument/2006/relationships/notesMaster" Target="/ppt/notesMasters/notesMaster1.xml" Id="R2279eae4a664447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935431fc8e24a9b" /><Relationship Type="http://schemas.openxmlformats.org/officeDocument/2006/relationships/notesMaster" Target="/ppt/notesMasters/notesMaster1.xml" Id="R77ce5a9dc0f54d1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0faaef7221d4f24" /><Relationship Type="http://schemas.openxmlformats.org/officeDocument/2006/relationships/notesMaster" Target="/ppt/notesMasters/notesMaster1.xml" Id="Rbb71c1bd527f41f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0cf022718754b93" /><Relationship Type="http://schemas.openxmlformats.org/officeDocument/2006/relationships/notesMaster" Target="/ppt/notesMasters/notesMaster1.xml" Id="R7d9131f838ff41d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a56c8d7efe04d5e" /><Relationship Type="http://schemas.openxmlformats.org/officeDocument/2006/relationships/notesMaster" Target="/ppt/notesMasters/notesMaster1.xml" Id="Rd24847d1bed648a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a1eeb1391a4457f" /><Relationship Type="http://schemas.openxmlformats.org/officeDocument/2006/relationships/notesMaster" Target="/ppt/notesMasters/notesMaster1.xml" Id="R578765c1ccbb416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a7d54962d93490c" /><Relationship Type="http://schemas.openxmlformats.org/officeDocument/2006/relationships/notesMaster" Target="/ppt/notesMasters/notesMaster1.xml" Id="Rd8f4f43ba5ed4c8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dd9decfaab3476f" /><Relationship Type="http://schemas.openxmlformats.org/officeDocument/2006/relationships/notesMaster" Target="/ppt/notesMasters/notesMaster1.xml" Id="Rbf5ef70197f447d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506d2fbd2824f68" /><Relationship Type="http://schemas.openxmlformats.org/officeDocument/2006/relationships/notesMaster" Target="/ppt/notesMasters/notesMaster1.xml" Id="R1a035767327c4b0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df67aeed16f4ed3" /><Relationship Type="http://schemas.openxmlformats.org/officeDocument/2006/relationships/notesMaster" Target="/ppt/notesMasters/notesMaster1.xml" Id="Rd150d966626c4db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ea29e942c464c1c" /><Relationship Type="http://schemas.openxmlformats.org/officeDocument/2006/relationships/notesMaster" Target="/ppt/notesMasters/notesMaster1.xml" Id="R1f656d69dba648d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d86e50211024447" /><Relationship Type="http://schemas.openxmlformats.org/officeDocument/2006/relationships/notesMaster" Target="/ppt/notesMasters/notesMaster1.xml" Id="R9b8ca906131445e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bfaf493364d4e93" /><Relationship Type="http://schemas.openxmlformats.org/officeDocument/2006/relationships/notesMaster" Target="/ppt/notesMasters/notesMaster1.xml" Id="R29ea140b1c8b447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148678fba144899" /><Relationship Type="http://schemas.openxmlformats.org/officeDocument/2006/relationships/notesMaster" Target="/ppt/notesMasters/notesMaster1.xml" Id="R3894a8fff1cb42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738d3708440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5af761bee14d35" /><Relationship Type="http://schemas.openxmlformats.org/officeDocument/2006/relationships/slideLayout" Target="/ppt/slideLayouts/slideLayout1.xml" Id="R89d65ef3372c44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d65ef3372c44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fe705916c43fa" /><Relationship Type="http://schemas.openxmlformats.org/officeDocument/2006/relationships/notesSlide" Target="/ppt/notesSlides/notesSlide1.xml" Id="Ra8629058fdf04d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90f4cf0de4ff1" /><Relationship Type="http://schemas.openxmlformats.org/officeDocument/2006/relationships/notesSlide" Target="/ppt/notesSlides/notesSlide2.xml" Id="R959eea55015f4d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24f78ac594383" /><Relationship Type="http://schemas.openxmlformats.org/officeDocument/2006/relationships/notesSlide" Target="/ppt/notesSlides/notesSlide3.xml" Id="R9cc7fbde14bd4d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a6db8249f406d" /><Relationship Type="http://schemas.openxmlformats.org/officeDocument/2006/relationships/notesSlide" Target="/ppt/notesSlides/notesSlide4.xml" Id="R6b717ca616d042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19fcfb45a46db" /><Relationship Type="http://schemas.openxmlformats.org/officeDocument/2006/relationships/notesSlide" Target="/ppt/notesSlides/notesSlide5.xml" Id="R358dfbe6004d4a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c70e9920e41f7" /><Relationship Type="http://schemas.openxmlformats.org/officeDocument/2006/relationships/notesSlide" Target="/ppt/notesSlides/notesSlide6.xml" Id="R53e21ec8a1734e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ba78d9754498b" /><Relationship Type="http://schemas.openxmlformats.org/officeDocument/2006/relationships/notesSlide" Target="/ppt/notesSlides/notesSlide7.xml" Id="R1a1e00b64c8943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2211d96e541de" /><Relationship Type="http://schemas.openxmlformats.org/officeDocument/2006/relationships/notesSlide" Target="/ppt/notesSlides/notesSlide8.xml" Id="R849c1bf0a3c849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085ddb71a4b39" /><Relationship Type="http://schemas.openxmlformats.org/officeDocument/2006/relationships/notesSlide" Target="/ppt/notesSlides/notesSlide9.xml" Id="R6a9b39596ed84d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c3a32d266440a" /><Relationship Type="http://schemas.openxmlformats.org/officeDocument/2006/relationships/notesSlide" Target="/ppt/notesSlides/notesSlide10.xml" Id="R56b9380b7f7946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db67d82de4ecf" /><Relationship Type="http://schemas.openxmlformats.org/officeDocument/2006/relationships/notesSlide" Target="/ppt/notesSlides/notesSlide11.xml" Id="Ra73499ab7cf347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3a8872f274584" /><Relationship Type="http://schemas.openxmlformats.org/officeDocument/2006/relationships/notesSlide" Target="/ppt/notesSlides/notesSlide12.xml" Id="R0dbd73e1154342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cfdede87e4563" /><Relationship Type="http://schemas.openxmlformats.org/officeDocument/2006/relationships/notesSlide" Target="/ppt/notesSlides/notesSlide13.xml" Id="Rf9217df00c8e43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03ade257a4f55" /><Relationship Type="http://schemas.openxmlformats.org/officeDocument/2006/relationships/notesSlide" Target="/ppt/notesSlides/notesSlide14.xml" Id="Re2b65954a1e041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a77da57f042d2" /><Relationship Type="http://schemas.openxmlformats.org/officeDocument/2006/relationships/notesSlide" Target="/ppt/notesSlides/notesSlide15.xml" Id="R3bbce453282447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bf777da464af7" /><Relationship Type="http://schemas.openxmlformats.org/officeDocument/2006/relationships/notesSlide" Target="/ppt/notesSlides/notesSlide16.xml" Id="R0814ae5e494447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21263ccbc43ed" /><Relationship Type="http://schemas.openxmlformats.org/officeDocument/2006/relationships/notesSlide" Target="/ppt/notesSlides/notesSlide17.xml" Id="Re76625ec75144d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90aaa834b41ff" /><Relationship Type="http://schemas.openxmlformats.org/officeDocument/2006/relationships/notesSlide" Target="/ppt/notesSlides/notesSlide18.xml" Id="R22b85a6f72ea43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9cd4330ac4030" /><Relationship Type="http://schemas.openxmlformats.org/officeDocument/2006/relationships/notesSlide" Target="/ppt/notesSlides/notesSlide19.xml" Id="Rbda86a286d934a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11e4612a548e8" /><Relationship Type="http://schemas.openxmlformats.org/officeDocument/2006/relationships/notesSlide" Target="/ppt/notesSlides/notesSlide20.xml" Id="R54e9d093cb82497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08559ccf849a7" /><Relationship Type="http://schemas.openxmlformats.org/officeDocument/2006/relationships/notesSlide" Target="/ppt/notesSlides/notesSlide21.xml" Id="R8820e11f3dba41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6d52334c74b6b" /><Relationship Type="http://schemas.openxmlformats.org/officeDocument/2006/relationships/notesSlide" Target="/ppt/notesSlides/notesSlide22.xml" Id="Ra3f0b5a3dcbb488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aaf00a3ef451e" /><Relationship Type="http://schemas.openxmlformats.org/officeDocument/2006/relationships/notesSlide" Target="/ppt/notesSlides/notesSlide23.xml" Id="R4565efbbcd864c7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56ed53b9e48ad" /><Relationship Type="http://schemas.openxmlformats.org/officeDocument/2006/relationships/notesSlide" Target="/ppt/notesSlides/notesSlide24.xml" Id="Rf7142826558444a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ecfccc1a24826" /><Relationship Type="http://schemas.openxmlformats.org/officeDocument/2006/relationships/notesSlide" Target="/ppt/notesSlides/notesSlide25.xml" Id="R13bacf4009994a1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4eac9d5364018" /><Relationship Type="http://schemas.openxmlformats.org/officeDocument/2006/relationships/notesSlide" Target="/ppt/notesSlides/notesSlide26.xml" Id="R2d43d639c90a4b1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55cd9fe304cbb" /><Relationship Type="http://schemas.openxmlformats.org/officeDocument/2006/relationships/notesSlide" Target="/ppt/notesSlides/notesSlide27.xml" Id="R627294d49cc6442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c72baf5344e68" /><Relationship Type="http://schemas.openxmlformats.org/officeDocument/2006/relationships/notesSlide" Target="/ppt/notesSlides/notesSlide28.xml" Id="R8d6766b1f7da456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9d8f1d8534842" /><Relationship Type="http://schemas.openxmlformats.org/officeDocument/2006/relationships/notesSlide" Target="/ppt/notesSlides/notesSlide29.xml" Id="R6f82e3f7ae4740e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3d2214d5e45bb" /><Relationship Type="http://schemas.openxmlformats.org/officeDocument/2006/relationships/notesSlide" Target="/ppt/notesSlides/notesSlide30.xml" Id="Re283ab670a3e4cd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e16f8f41944b0" /><Relationship Type="http://schemas.openxmlformats.org/officeDocument/2006/relationships/notesSlide" Target="/ppt/notesSlides/notesSlide31.xml" Id="Reba8c2ddf6804df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2c9d4ddfd490e" /><Relationship Type="http://schemas.openxmlformats.org/officeDocument/2006/relationships/notesSlide" Target="/ppt/notesSlides/notesSlide32.xml" Id="R0e24097c9849490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62cc6cca64c73" /><Relationship Type="http://schemas.openxmlformats.org/officeDocument/2006/relationships/notesSlide" Target="/ppt/notesSlides/notesSlide33.xml" Id="R516360d07cd0428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908ac3d0e471e" /><Relationship Type="http://schemas.openxmlformats.org/officeDocument/2006/relationships/notesSlide" Target="/ppt/notesSlides/notesSlide34.xml" Id="R6c8b44d07eb04d8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0251368524120" /><Relationship Type="http://schemas.openxmlformats.org/officeDocument/2006/relationships/notesSlide" Target="/ppt/notesSlides/notesSlide35.xml" Id="Rf610c64d11334c1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236fc1f5c440e" /><Relationship Type="http://schemas.openxmlformats.org/officeDocument/2006/relationships/notesSlide" Target="/ppt/notesSlides/notesSlide36.xml" Id="R6786a109f66b4ca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5f8d104f041b2" /><Relationship Type="http://schemas.openxmlformats.org/officeDocument/2006/relationships/notesSlide" Target="/ppt/notesSlides/notesSlide37.xml" Id="R0c9eee91abec433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fe275092e4d65" /><Relationship Type="http://schemas.openxmlformats.org/officeDocument/2006/relationships/notesSlide" Target="/ppt/notesSlides/notesSlide38.xml" Id="R5c0588be84324ee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9ba16220a4ecc" /><Relationship Type="http://schemas.openxmlformats.org/officeDocument/2006/relationships/notesSlide" Target="/ppt/notesSlides/notesSlide39.xml" Id="R25f57f00e4f148b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bfa11a370413c" /><Relationship Type="http://schemas.openxmlformats.org/officeDocument/2006/relationships/notesSlide" Target="/ppt/notesSlides/notesSlide40.xml" Id="R17b05af476224dd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801100246495e" /><Relationship Type="http://schemas.openxmlformats.org/officeDocument/2006/relationships/notesSlide" Target="/ppt/notesSlides/notesSlide41.xml" Id="Rb09ce1dcaaec452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6ca9d9dda4d75" /><Relationship Type="http://schemas.openxmlformats.org/officeDocument/2006/relationships/notesSlide" Target="/ppt/notesSlides/notesSlide42.xml" Id="R48d98b48af4740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66020-A5E7-4D55-B279-4622FBA3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3F785-3ADD-4C6A-97C6-09E29CF7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Electrical Properties of Metals and Semiconductors: Failures of c lassical free electron theory, Mechanisms of electron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84F39-50C9-49CB-BF71-DFDCE8E5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QUANTUM PHYSICS AND APPLICATIONS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1BPHYS102/202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DC3A1-106A-4972-81A2-12A2D508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D5D16-7B88-4674-81C3-166072FF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E0F36-29A8-4833-AD17-9E1FFFB1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8F684-A66E-44F9-B9CF-B45A3529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BA9F7-5D06-4EC1-B8BE-2280A0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8D0DD-8147-4D92-A662-812FA24D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54BA3-3BA1-408C-B8A8-F5BACFD2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F8B49-E5F2-478D-9351-B2AC9899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47F07-353A-468B-9C1E-2EE60284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E99DE-577C-425E-ADB6-4F7FE3EC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84354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342AC-E734-4A91-BD21-EC56DD1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3C161-CF33-4318-9195-33B8829D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A27CC-B99A-465E-BC4E-5C7A7BE6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630BB-2A2B-4FCD-B4F5-0A73A3D3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0238F-41DE-49DE-A854-657BEAFF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3B710-B330-4074-B349-ED567CB2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2903A-4619-44D3-AA59-34635D3F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441E4-2ADA-4EFD-9D77-2F82AFD7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190CA-ADFB-4B2E-8AD6-CD21C564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A3C8B-4328-4A34-B9D8-1879B7DC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052B1-58D9-4F90-BB94-63EB6837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2EDED-3698-40F6-B669-922B8508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8CDA5-A174-41AF-A6F1-995C7B91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1D30D-8781-445C-9DE1-9D73E608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AE7FE-F3E2-4FAA-8D65-3165001F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14684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CE9001-B4F4-439C-972F-F33AA38C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85529-1A09-411E-B52E-2DACB40B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9A98E-806B-4B0B-B4A0-8B5A715A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06260-92CA-44BF-975F-95556771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A8802-2C15-41D6-BB9C-176BC22A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7D56E-DAF0-48EF-A066-6EBE796B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1FEA8-D80B-4498-9E4A-B4654045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293BA-1DDE-4195-8959-4A4396C6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DD4DE-7253-4285-BEFF-9A7361B6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Electrical Properties of Metals and Semiconductors: Failu...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1D11C-341D-419F-A137-202BAC57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4886E-3B2D-4126-80F4-F2BD048D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5FA5C-C906-4FE8-88FA-0D42B298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Mechanisms of electron scattering in solids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7EF29-52E6-4E64-A0AE-B7EE16CF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0B6D0-1947-45DC-981A-691F5966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8AD39-A9C4-447A-9A4D-6BF67303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Matheissen's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6B8C6-1C8E-41F4-97E9-A3017AE2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0D358-7D92-41F0-92C3-40A5E68B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60585-D13C-47C2-A371-2C23AF6A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Assumptions of Quantum Free Electron Theory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51BC4-20D7-404D-88E7-FEB29203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1415C-5981-44FB-B9F7-144DD57A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ECE53-F94E-4D1B-9863-A60A0BC0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Density of States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590F02-988D-4443-9403-508C1BB7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D7394-2C30-4D82-9AE1-0BE41D99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9C29D-79C1-4380-BFB0-DADA70A3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Fermi Dirac statistics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EF9A34-6DCF-4E86-856A-947A7ED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764851-F858-4474-BEC9-CDCF8573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99085E-66BC-4D8F-8025-620A3A71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Fermi Energy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E3D56B-CAB0-4070-BE26-38398AEE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E35EDB-782D-494E-BC19-AE6F2C86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5A5104-CA68-4284-8A9B-A2D5D053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Variation of Fermi Factor With Temperature and Energy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5E25B1-9C60-444E-AE60-DFE3B593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F9A0D3-1C44-48A3-A0B0-09DF5A98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17648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EB7B3-DA96-43CD-BB12-8AF75214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72E48-D6C9-4396-B8E2-BAD17932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49B88-43F4-422A-B903-F99158DE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B08C3-BD1C-4A20-AD1A-DB1D6995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E75B2-A365-4575-998A-19E7456C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D14A0-EC29-4034-B7E5-C09B3E80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A9A91-425F-4E1B-94F5-86DFAE2E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0F82E-7464-49BD-8C45-F3FDD2FB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Electrical Properties of Metals and Semiconductors: Failu...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BF23D-6294-4FF3-8D30-CB9FA17B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FAA43-B144-4BDB-B6C3-7FBAAB91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D6EE2-7FD1-4855-B79E-AE289785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Mechanisms of electron scattering in solids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5E179-B4E2-4C04-90BD-A4F60751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09741-7B46-4260-B3C5-E7845809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35A00-02E0-4929-8F30-43EF2922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Matheissen's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82CD1-DAAD-482A-997D-662AC13D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FC719-383E-4675-A199-170ECE5A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E5D7F-99AC-4E0B-96E0-777977D6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Assumptions of Quantum Free Electron Theory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569FD-BA4F-4B82-829F-B484ED6E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3BD99-87D4-4F6B-8D12-E4E798A4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A0EC0-59D5-404C-AC57-6E2282A5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Density of States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8C345-7A78-4352-9B00-F371084F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88818-4AF5-4596-9514-C041653F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F35316-022F-4219-B5B9-81332E2F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Fermi Dirac statistics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BF366-7B8F-4E6F-AF5C-D20A3AD4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AB2FF-3F85-4E5C-9EEA-F45BDD62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074DC6-494D-4330-9376-06B0E92C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Fermi Energy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B78741-FC8C-4343-8336-A522EA34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7F4104-87FD-437D-A842-9EB97785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B375DA-A33E-411E-A315-825DCA8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49552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DF1A5-538F-4CF7-A63A-D5E35CBD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43E86-F465-4534-A999-1B8C5542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F37A5-2C09-4161-979F-322BE65B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7868F-EC4D-4AB0-939C-C2988640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47348-F050-479A-87FB-3D483810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C05FA-E564-4B11-92D0-695D820C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7DC1D-9C0D-4628-8B35-CC9CE39F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0F08B-ED21-471D-BD9D-03693346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Semiconductors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BC8A5-0C34-4ED9-9C80-EA5E5CD8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Failures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96AFE-52BE-4E78-95D3-24E42B9E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lassical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F9576-7DC3-4C6E-A0BE-66ABC54F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free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9CEFC-2A78-4DD8-A076-D1822379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C8715-5412-48B1-BBD5-707B4885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Mechanisms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131E5-0F77-4155-BE7D-DF31328D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scattering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56F77-19DC-498E-88F5-01114664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18A30-1A6B-4C76-A1AF-A8ACE645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85920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D352A-3F4D-4235-8BA1-088B4477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D6804-E300-4DDC-9042-E0E8771C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CAF70-C1F6-4BBF-893E-77047607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07AD7-95D5-4213-83BA-F070F14D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57CFC-8D1D-4EA8-AF1B-E98C81F4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Electrical Properties of Metals and Semiconductors: Failures of c lassical free electron theory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8B05F-D528-41D7-A3CC-6D40D784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Electrical Properties of Metals and Semic...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CD99E-D959-412F-8008-F6468E8B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0DDEC-26EB-46C9-A45F-4BB13540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80F48-84E7-4A85-BCCC-41320F3C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AAB39-ABC3-4DFB-AD64-B2E79775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971A4-60CC-437D-BC49-4BB912F1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F99FD-193A-448E-9612-885B9FAC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29A13-95B9-4635-80C2-64DD1517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2C311-393E-49A1-80EB-7EA60B7F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07FB6-30C3-452C-8DE4-82BDB635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45E20-8E44-4F19-8D4F-18E50BE3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46442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DC3CE-C605-4F87-A73E-B6D8AA37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52354-C1FF-494A-AFF8-7F78AB28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C20AB-07DB-4818-B377-17E11775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7D47F-2BCB-42A5-84F1-085DC161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D0377-FE8E-4E95-A845-C783C74F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857A8-4361-4ADF-9FAE-79EDCF64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333F1-178C-4109-8738-76B939E6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FAB5E-881A-4F87-B236-99E0E2C9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C7D26-D1EB-45A2-A9C2-30C1A40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Electrical...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942CD-ABD9-4F2C-B017-14E0CB84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E5B47-C702-4CB0-990B-39AF8055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C051C-32B4-41FC-9B09-82A83DAC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Electr...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C80D5-90EB-4B1A-91F4-608FB1F7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5F850-1E1F-4232-A621-D26F6065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FC281-85C9-4028-B9DC-45D61338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Electrical 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5C49C-319A-480C-A06D-4870E581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7F00E-A63B-4506-8BA9-B9173C59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BABAB-CA81-40A1-8069-42AB83BB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Electrical...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1E151-5AC0-44FD-A58D-669180CB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D8F81-E1CC-4F65-8C98-EE01A1B6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81B34-3F92-45AC-8A39-7A143403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Electr...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DEAC5-68A7-4BA1-8F91-57AA2DD0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E38D2D-6A3F-4BDF-A8F2-859F5750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52965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61BAF-E379-4E57-B890-B73F64FF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2380B-70E4-42F6-9FB0-7E5C4118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CED0F-ED0F-4A48-9BDF-E664F132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220C3-121B-48E8-BDCF-3AF18BAA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779CB-4B24-41E7-B577-9FB04DF9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BA76A-B503-47D2-B6BE-55FB51D9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295A2-7CBA-4B23-91D3-7473F3D6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28393-5E7F-4A5B-8CEF-3E9D6A4B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4C6B5-95E4-4DB2-8720-C027BF05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B2EE1-9A1E-4F47-B90A-117C9088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047F4-0F9E-4EE1-A4CA-CCF6D82B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0073E-EA8E-41C5-B937-BC9C9D04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C70F4-0D99-4B09-85C8-085A4526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A7D19-EB82-4B44-803E-CFBF27BE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3A7FA-CBE1-4EE1-97A7-CB43C9A2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970883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04F50-9C94-446F-BB7B-79E3564B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5340C-4FF2-47FF-9491-4667E497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EBB82-9FA3-44BE-A05E-C9C3810C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DC90A-A2D1-4023-9634-73D84333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77779-E954-4030-9A87-D8A17BC3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65DF7-7AE0-4016-AEA5-41137EAF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Electrical Properties of Metals and Semiconductors: Failu...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7612A-C64F-44F0-B491-054EA31F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B6F86-33BF-4BE5-AAD1-8CBB182A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F8123-1E7E-4C0D-BEE3-D56DCE5D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C4F70-7294-4700-99D0-3F124A1B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E716E-69AF-4A1F-B75A-FAEC704E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784597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11A4E-BD7D-4B4B-8121-510159C1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28B5D-9379-41EA-A6BA-5CAE1E7A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C674F-3B9B-46FC-B0AF-BB03D914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31D1D-6899-4515-9F25-7FAA433E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78970-765E-4B36-9D8B-62EA1FE5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Mechanisms of electron scattering in solids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63201-9C02-413C-BB6D-0C4DDAEA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Mechanisms of electron scattering in soli...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0DA66-D545-424F-A58F-98AEA882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464C3-647E-4A7E-B1E6-1890F4FC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980CE-45F6-4356-A13B-C1B6A99A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6C89C-F16E-4DAE-87A7-43C399A6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22DE3-BDC6-4535-B4D2-28B2DBD7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A2882-DCEB-447D-9314-B9030CAD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23AC8-DCB5-4E5B-9798-903C094D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C7519-CF4D-4C2E-B8B7-985363CB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0C778-BE3C-4297-99FA-FC4F3D31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61133-6D2B-4320-A46A-CDFBDCED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316967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FAD298-47B2-407A-B4D9-3738F422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E2E15-702C-430B-829F-D8FB03F2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38EA9-4881-472B-8DC4-C602D333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31D77-13C2-4038-AA76-EDD095A3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2A14E-7EAE-4C0B-8B11-A80A7E9A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DC057-CBF2-4C0A-A658-A7424B63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4A7CD-10B3-4F40-868C-2E171613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CA8EB-D51E-4FA3-99A4-D10B8960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8AADA-F938-4122-BB45-0013F83D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Mechanisms...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3EC7C-D439-4F14-BFCF-A218995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E28BA-F671-465F-9DA2-6F9AEEF6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DCFF0-115D-432B-9ABA-AC033D16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Mechan...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54F50-61AB-4DB0-97DA-82062095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AAC54-D6A5-4123-9975-EF57AD5C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35FC6-C724-45FF-B0A6-88164861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Mechanisms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16116-0E67-485B-B875-295CDAB0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26236-2885-4FFF-A8F7-6E3F289C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6001C4-9C49-40ED-A641-51EA1588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Mechanisms...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E1FE9-5EC7-469E-A336-A3AB1CDB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D67B9-341E-4373-8D48-E34C5DE1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55BCE-7115-477E-BA4A-2EFA3B0D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Mechan...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62641-19AB-4467-8E67-8D4C13CA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61481D-F94D-4CD4-8A26-C34947B9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325776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13810-7B33-4F0B-B349-F9B4A78A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DD3DB-EF17-415C-B5A0-16EEE0CB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297A1-0BEC-42DE-A4B9-1BE0ACC6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CE99A-B0DC-4820-B5B8-BC86CFA6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B302D-CF9C-4FDC-ADC0-B0776025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5EFA8-7C18-42CE-9262-407D3EC3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72BB4-12B5-4262-B5F2-0F56EBB0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1CC3A-461F-4505-A017-3957B9F4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94E4E-00F6-452D-BA5A-76039856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5F998-5423-4263-9E58-C8733F18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C864C-CD9E-4DF0-8179-820B6817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0E4DC-480F-4E6B-823D-6BEE12F7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C8927-2E55-477D-B9DC-1A963781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BDD2BB-59A6-4038-AF85-0553472E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13260-875C-4C6A-B9A0-B617B675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308111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D46DF-1A99-4AAF-A0B4-62815093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9AFCC-36E4-4E3A-BCA1-E5CAE197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F31B4-0A1E-47D6-ACC2-9512AA2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7090A-F91C-4621-82AE-23BC6C5B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E2F77-A77A-40A1-8992-93726400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54C82-060F-4C49-9CF8-9D8DA258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Mechanisms of electron scattering in solids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25F7D-B479-4638-A9B6-FB243856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2CC86-A2B2-46E6-B6FE-BF063F17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9DA0C-1D20-4289-84DC-8D15B129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244AE-3F21-43C9-A819-649AD145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79DBB-9C06-4BEF-B2D0-B2F0DE0C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240206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7C16A-AF4A-487F-AF3A-DBF93342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E56A7-F2AD-471F-A8DC-4DC0DAC0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B931D-24B1-4A0C-9170-080DBD05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E2075-B84B-4178-AD7A-FEB21698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59680-A0F1-4663-AFCB-CEC7F6A4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Matheissen's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18C28-7B65-4BF9-A775-3603C0E3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Matheissen's rule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AC6BB-A5CD-439B-81C4-80AB1E07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BB787-77D5-4C67-BF4A-47F05BA8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27BBB-3870-441F-B061-59AEE3C3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C6EB8-D91D-4CF8-BF46-1495BA55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E5593-E85E-4423-AB50-D126A65F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631D7-1850-48CE-9234-4240D819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B9BAE-8030-424A-87E1-8FC1A4D3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EB42D-E2B0-435D-A7A9-FBDB5279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00CC7-4A53-4130-BA78-C3E288F4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4BAEF-3524-42CD-9995-39392150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55542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6F9AC1-5C88-43CA-B44A-B02B56C6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AB0B2-7C63-4CDF-8859-93D96578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DEA1A-9EDD-46C8-9EAB-AAC9C148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664E8-A0B3-482E-9BF3-8AF3DDAF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6343B-4DFC-4EBF-98AC-C6FAF766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58A8A-CB3A-47C9-881B-3713ECBE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32B56-8463-4389-A19B-C91D082C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6CDC8-6A58-4403-A790-87FF6FC0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E1675-A8F2-4BF8-8999-C21A44F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Matheissen'...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07FB8-9A95-4948-BDE6-E1304520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02F0C-6ACF-44E1-BD79-F0578C6B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22E82-A72A-4052-BBD4-2F44C9A7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Mathei...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866DE-81FC-48ED-8B16-3F6F9408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DB04B-6881-48B8-8153-4E8924A4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A3D13-E9E7-4CCD-B47E-B1B0C84D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Matheissen's...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4B3FD-33E2-4270-971B-1684C542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216FB-D100-4222-A7FD-A079BE42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B52A1-FD99-4B81-96DA-67B955A2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Matheissen'...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B92BB-DBBC-4AC0-BF77-8BFFBE3A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9D0481-31F3-482F-BB54-2C27B753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0BD25-AF53-46EF-AD7D-F0CC8251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Mathei...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78BC7-4E32-4A79-9CB9-5C88EC1E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61C35C-052C-4CE2-9D91-E1386256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441566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40A09-22FB-4B5C-861F-A80E43C5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A939D-1C2B-4ED7-B4D5-49582D9A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B4BE1-C0A2-43F3-B762-2FC97CBF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A085B-E5FD-49BB-88D4-A1183275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D0905-2C49-41D5-BDF8-7289C0D6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1762A-9D41-45C9-A408-B70D6F02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B8C29-168D-4293-B66D-9414298D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794F1-EFF7-4176-ACCC-E0DA5529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3AAFE-A951-4721-937B-A073274A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4D515-4410-49AA-8DAC-DB28FCAD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2D40E-51A3-44C6-B34E-3A9BBF3A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B6FCD-FF08-4C17-96FD-9A3CFAA3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1FC0E-1A73-42DE-AE54-B8787396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6EFC0-3712-4506-B786-DB1C0C4C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515C1-2CA4-43DA-A8F3-2338D8FA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815018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F40F0-6C7F-48B3-8EBF-D6BE92F1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E7517-B8C5-4419-8762-B5B9EED7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E1975-B977-48E6-A0B1-CC5E859B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057C7-B540-43D1-99DD-396C363E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B3A88-BEDE-411A-A27B-5B902AA9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640CF-4A7C-4DDC-8137-CEF2B19B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Matheissen's rule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21EEF-3FBD-4229-81D7-F1F43F0A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D7F8E-B3CC-4418-946D-5D3290A5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A927C-FFC4-45F7-9E54-06D3C470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EF967-1A1F-4C2B-B8B6-B56E63F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B211B-FF4C-4B28-9908-1CCBA600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853213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56A98-8615-4051-8905-7459DA4E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0A571-CC5D-4068-8932-636DE830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9EE1A-360D-4099-A4B1-A135752C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68AC1-73C8-47AE-8EFF-1D20E6BF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08FA4-7C39-4874-9BFD-085BF6C1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Assumptions of Quantum Free Electron Theory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D8F9C-17A2-49B7-8692-DE32E4F8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Assumptions of Quantum Free Electron Theo...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9C969-4A0D-4601-BF3C-789D81CD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3FB9F-A278-4CFE-A46B-FDB2CA4F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ECB29-7DF5-41C6-80DC-2E7975DF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65023-C5BA-4508-88C2-B8F9EE19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5497C-B878-4ECE-8C70-493D76E3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163C2-BF03-483C-B1E2-2C717C52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CD459-8B8E-48CA-BB15-7D4B5F3D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7536B-F5ED-48FE-9CD3-52562FEC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09D43-E321-4D3D-A0DA-B815884B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181B0-1ED5-4047-B556-871F113B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47031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3A07B-3700-426C-B444-B42A48E1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5D8E5-0423-441B-95BA-D4E0D983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A818C-52EA-4E85-B3C3-86C94E5F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127F7-6AE6-40B7-A380-8AA5675D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1669B-5851-4825-84A9-9BDBE084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2D32C-159D-4A89-992B-B52052F4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F9E78-8987-4D0A-B82A-C9424368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D2F57-EE64-47BB-AA21-AD99CBD0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D7029-6788-4FFF-9513-5C05331D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Assumptions...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CFC3F-02C8-4A0D-BEFE-BDB4B8AF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EAD8A-841A-4731-8242-B9754530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D4B8A-22D6-4B88-AAAB-FF0FCC08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Assump...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FCEA3-6955-449D-950F-0BDB1D0D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F4F33-D15D-4003-92E7-9EBC649A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55E1E-BEF9-4CEC-BCFF-721BDD38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Assumptions...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EACF3-FAD8-4A0E-AFF5-A3C92FC0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00932-7CD3-4480-BAA5-EA901FE9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74BB2-F225-4780-95BB-556D1178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Assumptions...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19A45-8E8C-4205-9A94-5727D8AD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DB297-0A26-4425-A880-1BADD236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D90452-D942-4BBE-A774-F1EBE372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Assump...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8079BD-DB75-4BA5-81E0-33F0938E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D1310-D2B6-4DD8-A7DA-398B7CA4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612049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CF8CFE-E3B7-492A-A344-DB812DA1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50F38-686E-417B-85CF-FB0DA653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79ACD-A0FF-4DE6-9EC0-89E8495B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C146A-450D-456A-A276-B776149D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2FE6E-9856-4AB0-965D-CF7D5AD2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6B098-71BA-413A-859D-6EF76A83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125DF-0B46-444B-8103-D1B4AB60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4A51D-630A-48ED-9CB0-5C86ADC3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E76D2-4742-497E-B670-808EA70B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7A5CB-3D84-40E9-87B7-2F904FAE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47B14-A47B-426E-A6E0-AA6952B0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BBD37-B28D-4CFE-9882-621EF2D5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A0626-EAE2-48E2-8F08-2C165FE0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0A918-4E53-4E71-B9E9-687035DD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5F91C-7418-4B32-88B9-810829D3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088384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7C530-B329-48AB-A794-2F2E9976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CE761-C40D-41D9-81A9-3C5B153E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A39CD-F408-484B-AF6E-D67C1BC3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7F136-81E1-44CB-BFA9-BFB97DC3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5F7BA-362B-45EF-90CC-52A859F7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3140F-00AE-424E-8C14-2CB4C755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Assumptions of Quantum Free Electron Theory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08DA4-8678-45CD-BCD6-3B7305C1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6C535-D0B8-449F-A553-8B433753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8EAA9-121C-4812-841E-40BEE1DF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ADF1D-0CC6-41CF-9C24-ECFCA131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B81DC-B2B9-476C-AEF0-3CADE023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176670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B3BD8-740F-41FE-A6F9-63A62E08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4FFFD-DEF5-4F71-826B-3A459FAE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9D01B-DC7C-4729-BC14-071C1755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CBEF5-F049-4E3F-A0F1-22E6B941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77C9B-E2BD-43AF-80C5-0EF52EB1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Density of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FEE20-D372-4CE5-AA20-A185D3B5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Density of States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AAC24-54D0-4F65-B05C-4A8BAC97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76F39-9160-4101-96CC-9F2DB2B2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AD933-F08C-4545-8B12-60CEACB5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2BEBE-378A-4852-A797-6401A3A2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A51DA-2EB6-4961-AB59-4045A5E0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BE412-6C94-4EC0-9F10-85154749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AE033-85A5-4DE9-9C0F-ECCF1110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FB4FD-32E4-4425-AECC-9A8E51F4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F9FF6-299C-407D-B9D0-1579CA67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44F1D-AD40-48FC-AF96-34A423E5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121699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4DC94B-C003-488D-80F4-ECCE7554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BA7C5-ACAA-4E6D-8AFF-10BD1C91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C4A01-1AA0-43D6-A926-69F54797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DB56B-0043-4714-B131-87CFE6F9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43CDC-16D1-446C-9EA4-FD4D6D07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6757E-6C1F-4DAE-8F02-3E6D4588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8AEF2-84EF-4E25-8212-D8DD919F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0F069-A628-4497-91BC-1EA3451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39BCA-0290-4064-B913-C6D3DBD9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Density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72445-F492-46A7-A768-DEC66FDC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C1202-4693-4162-880A-3F454FAC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4CD13-9FC1-4492-8FCF-FB629E08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Densit...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89EC1-915D-4174-AF16-86E6C361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A5418-A34B-497A-AE38-9A03BFB5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61029-2BCE-4167-8286-731C33FC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Density of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B00D8-83BE-43DB-9A18-5739FCD3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BA155-ECCB-41D8-B70C-66FC7DC6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0CBBE-1192-4A4F-A396-E309DEFD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Density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984AF-9EDF-4FFF-9822-19AEAE74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DD0E5-FEE0-4D5B-BD46-44A5F827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C7D0E2-BD72-4194-BBBB-BA94C51D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Densit...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A6802-6B53-4C97-8C34-677F49F9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10B6BA-DD41-4B60-A7DC-22D07BF1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890304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197B9-15E3-4924-9897-BD5B4DA5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8338D-D550-4BEE-854E-3DA931A7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FE363-90C1-42DA-B2F6-455B0DD5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727CD-32F0-433E-92C6-5EA47B5A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B5D94-FC47-4F9A-9973-209F3397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DA130-3259-41B5-B54F-795E0F00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E7143-1AF4-405D-A07F-4B867848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99F3E-226C-4A92-B334-F116F3F2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087E9-5B5B-4800-AAB2-D0ACC108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67DDF-5235-4EAF-B876-707368EB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213A6-BA53-45EA-A142-19C925E5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E1760-4D7B-4F67-8C2E-5102F79E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B614F-21B9-4BFF-B45F-B371B2BC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C6A6C-0B9B-4508-B7C8-D81230F6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003C6-74A0-44BF-B384-AD9082CA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528034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4D0D7-4B40-4B4E-B073-3A40BC80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6855E-A7F1-4EBD-8084-5C015811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2F359-1D20-4FE4-8F89-7A277660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1BD73-9904-4734-A1E3-699B59C1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9B7ED-4222-499C-9C6B-65EACCF5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C75BD-03F5-4890-8CEC-C9612D92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Density of States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057BE-A7F9-4663-8AF2-E7A18D36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5A2BF-A698-4F82-A955-A01BEF8D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F3A5E-C3D7-4993-B778-A2280182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6EB86-0DEB-408E-811A-CF82B131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7AB92-EB24-4D4D-B1B1-0D838914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590403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040C6-6753-46D0-A68E-1A079967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D31FE-AB61-4E02-9F05-CACCFDA0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9C223-9956-43FA-8B4B-C5D03038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22269-F116-4040-92B1-51B03ECC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268FD-F45D-4454-94EC-DBAB46DB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Fermi Dirac statistics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C9A18-27C2-4048-B1E0-7D1D88B3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Fermi Dirac statistics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88F0C-3FE8-4CFF-A652-EB8CF91E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B413F-DEC6-42F2-A4D8-9F9D00B7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05E37-6D66-44D0-9FD8-98E4E43C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5B964-3DCD-4D02-B412-22021504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1AEDB-82B4-4D1D-8F19-AF09851D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36EFF-9DD6-4895-8A40-F7AA83B0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3638B-82B1-4127-8999-2AE1BF04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19778-AD96-40B9-A7DC-4A832C5C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055E2-9E96-42E5-8294-F7E24D11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86195-9F7B-4C96-A439-412D5F79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0399471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9AABDD-EF68-48C8-8EFC-6207AC57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5ED37-319E-4F2D-97AC-9304FD38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23D64-B6D5-4797-A010-6FD6781C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2A7D4-8F88-4EE6-ABB2-FD2EF292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2BF2F-9F28-4919-B804-FEFD0A45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08440-3FE7-4837-AF35-577C8688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8A54E-E524-4AFF-B59F-2D2D7B8F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B6689-3087-4408-B9B7-E0A28323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EC239-7041-4807-813E-B2808B63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Fermi Dirac...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FA114-9D79-4528-9C00-750F4C5E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34E66-0DBA-431F-8503-BE7E786A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E0141-78CB-4935-B2D6-6EB93AA4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Fermi...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1443E-800F-428E-8106-8F7BA8C9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68AEC-E23B-40F6-A525-2CB4CF38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06435-20CF-4DDA-A410-0015F885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Fermi Dirac...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B6843-9CFB-4376-A30D-F3F51BA9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8A40C-FABD-467E-BCC4-87B2E3B5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CA861-48FD-4DBE-A3DC-F44F0707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Fermi Dirac...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DA553-248F-4906-8BB2-9D8988D5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DA568-3676-4ED3-AD15-630E8F55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DD2B4-FF4E-46F0-8058-45CED041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Fermi...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54794F-6F2B-4354-87C5-D8DC8A29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E4353-5467-400C-B91E-92D3CD8B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165999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9BEAF-DD50-4390-857F-1C0DABA3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18F74-C1D4-4233-8756-16C20131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5CB50-6550-4F7F-A195-A3B811B0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55BF1-2B12-49D4-8871-A4B1D6E6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6F523-3EC6-4A20-B5CC-BC9A7EEA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8D86D-1DB1-4CB2-B8A7-424F818E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CC4C2-2DCC-479A-8341-F4D4CA09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91052-AB67-4DE5-B001-5413EC9F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8DC05-73F3-4D0E-8A33-0D53F408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F345E-307D-4934-9264-52004CE3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A7FA7-C754-4220-A994-FCD32A92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B61AC-765A-4BF5-8AC0-6D13A570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19AB8-D776-4437-AB61-F3B1ADC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D110B-BFE9-40B5-9821-35BCE176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2AD23-0F27-489A-A06A-2FCC9E7D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7649445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5DF22-7C12-4151-9F7C-BF4A47DD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5F5FD-8312-4A0B-80EE-9E9965DC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0805B-697B-489C-9D68-04FCB6AE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57903-E201-4AD5-8BC7-18A71A4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0B58E-DC8D-4F61-A05F-D1538461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F9160-AF5C-4FFD-B811-722757C3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Fermi Dirac statistics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E1FE1-0B1C-4434-B9CD-D2B59528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B44E2-165A-4D1F-8EEC-38B01AE9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C941C-9037-40B6-A0E3-D3157579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572B7-5B56-45C5-BA40-FFCE4C57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40F96-8A59-4BED-8E51-2891BB2C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7912283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011B5-9F7B-4B6C-AEBF-A00B74EA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1B65B-CAA4-423D-B1A6-5CCA6F69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267EB-F92A-47B4-A208-E6115AA8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9E148-8A12-49CE-8ABA-2EDC00B7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6FBA1-6686-441D-B605-FDD59E33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Fermi Energy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D939A-029D-41A5-997D-C8057F5E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Fermi Energy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49FEC-D5C7-408B-A825-CD1BF244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4CF88-D4FD-4140-9E0E-4875B08C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CA3E4-FA54-4866-B956-777BB335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C3452-7E07-4309-A285-DB5342D5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48F97-5D68-41D6-B8E1-A4556E64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49811-061D-4857-965B-77CB6AAE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455B1-953B-4AF6-8480-F97DD0E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E7053-E79A-4E5C-A05B-270E57DD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E4501-8165-49B3-999B-7C1AB3B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9B040-3893-4E00-94D9-CC351873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178195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D346E-EFA4-487A-8DA7-7DCE5B74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B5B40-9828-4BF2-B30C-17C04229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70F42-0E12-4A9A-83C2-E355CA28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F06F5-3363-499E-A41A-F6CBF590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31822-BD08-4363-87C2-8567ED05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C1D61-51B9-4579-9E7B-F51A3203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B2E24-628A-4146-9870-0B2FA655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24FA0-C8B3-46CA-8D4D-FDA39115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8044D-D510-44C2-A45C-EDECD2C1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Fermi Energ...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B9423-5E97-4815-8734-7B04E7F1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3AA12-DB52-4CD2-B81E-5356F8CC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5404C-4AF3-4121-8302-3D5E62AA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Fermi...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7F0DB-758E-4D21-8B70-5826B908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98F82-E4DB-40E7-9536-CD723E8E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6D35D-8BF1-4B67-9276-77C4053E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Fermi Energy.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D4BD5-64D6-4CD3-87A7-1827FB84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E50AF-1785-452F-8436-7FBE553A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27972-D0F0-4C59-80FF-5B6AD812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Fermi Energ...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D1652-0098-4733-AD72-73F0B9CA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05A9E-1C4C-496E-A3D6-C6AA8DD0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B3270-C29E-4A97-9F31-6B8DC546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Fermi...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59A65-1F40-4E9D-8447-63FE8C9A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CB8A66-F371-43A8-9E55-8FE9B0D7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9813194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422E5-2094-4A67-A144-BAC4BD52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0B91E-BABF-4D04-805A-43955A03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4C6D0-CA4F-4D74-993B-D99A1585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98336-7D1F-4292-85AC-F1387925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B8BE5-2559-4596-93A6-02ADA382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68ABC-0673-4631-ADB2-3FB49EC8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8DA83-A0E6-4FC2-A825-4F6187D9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42A1B-DF50-40F2-8A59-B08E18DC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CAB6E-CA0C-4816-BDF9-BF3ACE54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7AF7A-05D4-4601-B104-FC94A816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B477C-60DE-40A1-9046-981B4CE3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1BA36-C3E4-4DBC-9F4E-891AC7C0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4A6CD-D536-4B14-95B0-D80F6ECA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BA3AA-FED3-459A-9DA7-99878D95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F3479-8421-401F-A400-B41F9980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1400708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3681B-BA51-4A6B-97F9-CFAE239B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849C9-4222-4C14-87AD-2817BE61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00C6F-32B1-4A5D-955C-C0FB625A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19A61-25C1-4D11-A309-B358267A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F1371-EA02-455A-A69D-34B7594D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193AB-8B7F-4158-A39B-4BD551C4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Fermi Energy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44ECC-CDCE-454C-B378-1FD26A56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2B613-6C02-4301-92A0-541403D4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EF7F7-EB41-4013-A665-D2523B35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5426B-1978-4383-B5C4-6DC5217B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7B756-4A46-4686-A73B-0AFA5C56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8585630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48C4C-9FC5-4029-B1C9-7028B75A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D28FE-061B-46B9-AD30-D3EFD69A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D85A3-1F4C-4C87-9A29-C5FEB7F7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FD688-BA39-4114-9121-24BCD31F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084C7-99B2-4A68-A971-D3C93CFC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Variation of Fermi Factor With Temperature and Energy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49484-2562-41CC-9CA6-2BD06DD5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Variation of Fermi Factor With Temperatur...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0155D-894A-4743-8788-85D7F5A9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A13EC-09BF-45CB-ABAB-3D8A83D0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7DA6E-09D4-4739-9318-23C54383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98E43-3F7D-4E6B-A876-EF372929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62A8B-9E2D-4154-B8FE-1BED2D63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B1E90-EFC3-41DD-A659-27FE5CFC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D6548-DAB5-479A-9704-7655CD2C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CF158-2932-454D-8055-7EED8120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3C6B6-3BBF-4290-95BE-21C14222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638A0-B29F-42D1-BC57-C3163AFA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5577617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93AF1-A70E-4AB9-AD70-CD0D1588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9A7CB-F628-463E-B4B9-47FFC45E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81167-35D2-4304-A7E4-03F36C61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BB9A4-60B0-4386-8FB5-FB68E8AA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8B335-21E0-447A-A98C-B6D91C74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3900A-17FB-4791-9590-11C4CB4F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FF9E1-9591-4E7C-B417-0C158C7B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B762C-CD1B-4A25-B8C6-7059F822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B0DFB-2893-44E2-8D9F-D9A307C6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Variation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892DC-481C-477C-A931-87F46CD9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E893C-D124-4C32-A27A-6A6258C1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7685C-1292-476C-B69B-7DBE0CE4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Variat...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9149A-BDA7-4239-A1D3-ADD07044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D2F40-FD9D-470B-BFDF-B9FC6EEF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42A30-0C04-4837-B855-00DDBC60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Variation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2690D-81DF-4ECA-BBD8-4F0C2EB7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A4C3A-F243-481C-AFDC-650E5145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AE660-A5FC-4918-8B91-FE2EF5F2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Variation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63346-E9C2-43E8-9F94-6F2BF3DF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16D4F8-E811-45F7-AD0E-6957FD1E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8E62AF-4415-4AAF-BA0F-52D6BDCA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Variat...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C4DA55-5EC6-4353-90EE-66066B00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6B9C5-20C3-45E7-93F6-8B9A22B4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654381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BF6F0-DC1D-4D69-9AD7-96500BE0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714A4-0815-478C-B8F2-5F17EE87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07E45-3EA6-4547-B60D-67CE8132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2BC87-7D4C-421B-A93F-4B5275D8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87D2F-FF48-443F-B93E-0D179738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1F55E-1C04-437D-9A6B-F01A0385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1CC04-C58D-4FB8-982D-DF8D6E28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580D9-DA2E-4E78-AE4B-4A7FA83E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154AD-C8CC-429A-8A16-5FC088D1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73E99-677E-410B-9D5F-C39489E9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91240-F45C-450B-8B52-90062092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F7B4F-FC2C-470A-823B-15EF591B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67567-FD08-4FB9-8A46-F844F7C8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3B1BB-9574-4508-9158-70B7E579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66DAA-6694-4E6B-B50E-B5790B78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299872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67CFD-B076-4839-AA1C-2F78A7CD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7E4A8-0CBF-4E75-9FB3-83CD1D3F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7C817-CB61-46EF-8ACA-6BAC625B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3CDB4-F837-4D8B-8528-719B20C5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D250E-A169-41C3-BC75-6906EDC1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E8A85-5A26-4FEF-B015-6295393C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Variation of Fermi Factor With Temperature and Energy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DCFB3-E726-45AE-B10C-D9889890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0724E-442C-44DC-8F1A-55FF4B95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E0F79-D790-4B1B-B8D0-C8BDAD37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34EE6-0B18-4803-94C2-26F974D0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D404D-F74D-4FC8-AB15-140D822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356626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93C39-28EA-42A0-8085-3BD20157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24500-8423-4257-AA7A-3E3EFA41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2CEE5-059F-46A5-8B67-7740D86B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06EDB-BBEF-40A6-BC61-B015CA89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549A2-7674-495E-B1FD-3A316C68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CF593-5E9F-4DF3-AA41-6A47D33A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1828139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48EEB-9226-4672-A600-C4582D40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6E77A-921C-4D1C-93FF-525C896B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EB081-D0D8-44E2-BE7D-4514114E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95BE2-EEE8-4C53-A65F-75FB140A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BC4F8-2BA3-4940-AAA9-E1D87E44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Properties: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Semiconductors: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Failures: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471CD-4055-4F97-BC31-1E3228F8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8091103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1F9F7-6391-4717-92C5-E8B360C7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5D74E-CDC4-497C-8A85-EF04C7CB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DBEFC-C530-46C5-B383-315FFFCC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1DB77-6AA2-4634-9392-2E2D3D75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4CE50-5A32-46B0-BE99-14270740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A7603-060C-45B4-AD3F-4E358FA1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7401818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0EDB6-E020-46E3-BCB6-2EABE8A2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F20B9-31DD-4D2A-9D3B-B7C91B4E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3CAD5-4066-4F64-A7F2-EC6517C8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DB0D6-D39B-4E3E-B003-CCDE959F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B7DB8-FF8B-4EBE-A70B-46E19DA1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579FE-C554-4BED-A95D-27B7672C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1774151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73CC3-6FEB-40E1-A14C-4A353533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5CB74-5389-46C6-93A6-21722667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BE0DD-BB16-4A10-A3FB-AF04D6E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BAA23-4DA5-4ABD-B076-C0DC934F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6A514-380A-4A6D-835A-26250405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Electrical Properties of Metals and Semiconductors: Failures of c lassi...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Mechanisms of electron scattering in solids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Matheissen's rule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Assumptions of Quantum Free Electron Theory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Density of States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477D4-C9F9-4EC4-A54C-FDCB84C9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9D4F5-2001-4921-9B64-93880858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8B5CE-C75B-47A1-B4F4-AF69BF5A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32625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2026-08-24T16:03:12.4950000Z</dcterms:created>
  <dcterms:modified xsi:type="dcterms:W3CDTF">2026-08-24T16:03:12.4950000Z</dcterms:modified>
</coreProperties>
</file>