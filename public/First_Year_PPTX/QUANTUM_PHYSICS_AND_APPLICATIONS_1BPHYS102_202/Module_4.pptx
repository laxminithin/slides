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941894cad54974" /><Relationship Type="http://schemas.openxmlformats.org/officeDocument/2006/relationships/extended-properties" Target="/docProps/app.xml" Id="R1dcb29ec09b94ae8" /><Relationship Type="http://schemas.openxmlformats.org/officeDocument/2006/relationships/officeDocument" Target="/ppt/presentation.xml" Id="R7a58b0e66a3746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c43bbf32764355"/>
  </p:sldMasterIdLst>
  <p:notesMasterIdLst>
    <p:notesMasterId xmlns:r="http://schemas.openxmlformats.org/officeDocument/2006/relationships" r:id="Rbd92a8d960da4fc3"/>
  </p:notesMasterIdLst>
  <p:sldIdLst>
    <p:sldId xmlns:r="http://schemas.openxmlformats.org/officeDocument/2006/relationships" id="256" r:id="R25d02d8d0d2942eb"/>
    <p:sldId xmlns:r="http://schemas.openxmlformats.org/officeDocument/2006/relationships" id="257" r:id="R4d79df3012f149e2"/>
    <p:sldId xmlns:r="http://schemas.openxmlformats.org/officeDocument/2006/relationships" id="258" r:id="R76f9bf9849e04689"/>
    <p:sldId xmlns:r="http://schemas.openxmlformats.org/officeDocument/2006/relationships" id="259" r:id="R976d240409fd45ab"/>
    <p:sldId xmlns:r="http://schemas.openxmlformats.org/officeDocument/2006/relationships" id="260" r:id="R95b87062b5b24bf1"/>
    <p:sldId xmlns:r="http://schemas.openxmlformats.org/officeDocument/2006/relationships" id="261" r:id="Rd5023a9cbcd54dc4"/>
    <p:sldId xmlns:r="http://schemas.openxmlformats.org/officeDocument/2006/relationships" id="262" r:id="R36384828c6c34f3d"/>
    <p:sldId xmlns:r="http://schemas.openxmlformats.org/officeDocument/2006/relationships" id="263" r:id="Raacf96ff4c86490f"/>
    <p:sldId xmlns:r="http://schemas.openxmlformats.org/officeDocument/2006/relationships" id="264" r:id="Rc384197e422b48ac"/>
    <p:sldId xmlns:r="http://schemas.openxmlformats.org/officeDocument/2006/relationships" id="265" r:id="R7e88b118c55d4a72"/>
    <p:sldId xmlns:r="http://schemas.openxmlformats.org/officeDocument/2006/relationships" id="266" r:id="R78a5d563f58a4deb"/>
    <p:sldId xmlns:r="http://schemas.openxmlformats.org/officeDocument/2006/relationships" id="267" r:id="R768c88f4674c46d0"/>
    <p:sldId xmlns:r="http://schemas.openxmlformats.org/officeDocument/2006/relationships" id="268" r:id="Rf8a9485895044ffc"/>
    <p:sldId xmlns:r="http://schemas.openxmlformats.org/officeDocument/2006/relationships" id="269" r:id="R76bea44996b14322"/>
    <p:sldId xmlns:r="http://schemas.openxmlformats.org/officeDocument/2006/relationships" id="270" r:id="Rf13e2e9728bf4ffa"/>
    <p:sldId xmlns:r="http://schemas.openxmlformats.org/officeDocument/2006/relationships" id="271" r:id="R9d9392937b88474a"/>
    <p:sldId xmlns:r="http://schemas.openxmlformats.org/officeDocument/2006/relationships" id="272" r:id="R4408bc6298c54b25"/>
    <p:sldId xmlns:r="http://schemas.openxmlformats.org/officeDocument/2006/relationships" id="273" r:id="Rc6f086d1965d471b"/>
    <p:sldId xmlns:r="http://schemas.openxmlformats.org/officeDocument/2006/relationships" id="274" r:id="R4f02ef5777564c92"/>
    <p:sldId xmlns:r="http://schemas.openxmlformats.org/officeDocument/2006/relationships" id="275" r:id="R61b32302d7114238"/>
    <p:sldId xmlns:r="http://schemas.openxmlformats.org/officeDocument/2006/relationships" id="276" r:id="R3e9c4bcd03ec46ab"/>
    <p:sldId xmlns:r="http://schemas.openxmlformats.org/officeDocument/2006/relationships" id="277" r:id="Rf5e0a489b99d42f3"/>
    <p:sldId xmlns:r="http://schemas.openxmlformats.org/officeDocument/2006/relationships" id="278" r:id="R261aa6dc140c426b"/>
    <p:sldId xmlns:r="http://schemas.openxmlformats.org/officeDocument/2006/relationships" id="279" r:id="Rcf13848da0174fc4"/>
    <p:sldId xmlns:r="http://schemas.openxmlformats.org/officeDocument/2006/relationships" id="280" r:id="R1fbb18f911594252"/>
    <p:sldId xmlns:r="http://schemas.openxmlformats.org/officeDocument/2006/relationships" id="281" r:id="R9931066b4e574a00"/>
    <p:sldId xmlns:r="http://schemas.openxmlformats.org/officeDocument/2006/relationships" id="282" r:id="Re5e302770c204c43"/>
    <p:sldId xmlns:r="http://schemas.openxmlformats.org/officeDocument/2006/relationships" id="283" r:id="Rcb6b42954d6641f1"/>
    <p:sldId xmlns:r="http://schemas.openxmlformats.org/officeDocument/2006/relationships" id="284" r:id="R571cca07725347c6"/>
    <p:sldId xmlns:r="http://schemas.openxmlformats.org/officeDocument/2006/relationships" id="285" r:id="R0f92bb6e252f4dfa"/>
    <p:sldId xmlns:r="http://schemas.openxmlformats.org/officeDocument/2006/relationships" id="286" r:id="R713cdb5435554446"/>
    <p:sldId xmlns:r="http://schemas.openxmlformats.org/officeDocument/2006/relationships" id="287" r:id="R45fa7477d3de4093"/>
    <p:sldId xmlns:r="http://schemas.openxmlformats.org/officeDocument/2006/relationships" id="288" r:id="R671b45118a904b21"/>
    <p:sldId xmlns:r="http://schemas.openxmlformats.org/officeDocument/2006/relationships" id="289" r:id="Rc99ce468f8b34990"/>
    <p:sldId xmlns:r="http://schemas.openxmlformats.org/officeDocument/2006/relationships" id="290" r:id="Rfa4e4015af634ece"/>
    <p:sldId xmlns:r="http://schemas.openxmlformats.org/officeDocument/2006/relationships" id="291" r:id="Rddd165fd34df481e"/>
    <p:sldId xmlns:r="http://schemas.openxmlformats.org/officeDocument/2006/relationships" id="292" r:id="R91751d83d4c64258"/>
    <p:sldId xmlns:r="http://schemas.openxmlformats.org/officeDocument/2006/relationships" id="293" r:id="R14da194c790346a7"/>
    <p:sldId xmlns:r="http://schemas.openxmlformats.org/officeDocument/2006/relationships" id="294" r:id="R9dc33af753fa4507"/>
    <p:sldId xmlns:r="http://schemas.openxmlformats.org/officeDocument/2006/relationships" id="295" r:id="R3489cdf1ce9e4590"/>
    <p:sldId xmlns:r="http://schemas.openxmlformats.org/officeDocument/2006/relationships" id="296" r:id="R89a9e04ca3114be6"/>
    <p:sldId xmlns:r="http://schemas.openxmlformats.org/officeDocument/2006/relationships" id="297" r:id="Rfd1a79e4187d4c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6dc2e98ba1410c" /><Relationship Type="http://schemas.openxmlformats.org/officeDocument/2006/relationships/slideMaster" Target="/ppt/slideMasters/slideMaster1.xml" Id="R71c43bbf32764355" /><Relationship Type="http://schemas.openxmlformats.org/officeDocument/2006/relationships/notesMaster" Target="/ppt/notesMasters/notesMaster1.xml" Id="Rbd92a8d960da4fc3" /><Relationship Type="http://schemas.openxmlformats.org/officeDocument/2006/relationships/presProps" Target="/ppt/presProps.xml" Id="Reeec5a355d974957" /><Relationship Type="http://schemas.openxmlformats.org/officeDocument/2006/relationships/tableStyles" Target="/ppt/tableStyles.xml" Id="Rcb6ea4dda4484bc7" /><Relationship Type="http://schemas.openxmlformats.org/officeDocument/2006/relationships/slide" Target="/ppt/slides/slide1.xml" Id="R25d02d8d0d2942eb" /><Relationship Type="http://schemas.openxmlformats.org/officeDocument/2006/relationships/slide" Target="/ppt/slides/slide2.xml" Id="R4d79df3012f149e2" /><Relationship Type="http://schemas.openxmlformats.org/officeDocument/2006/relationships/slide" Target="/ppt/slides/slide3.xml" Id="R76f9bf9849e04689" /><Relationship Type="http://schemas.openxmlformats.org/officeDocument/2006/relationships/slide" Target="/ppt/slides/slide4.xml" Id="R976d240409fd45ab" /><Relationship Type="http://schemas.openxmlformats.org/officeDocument/2006/relationships/slide" Target="/ppt/slides/slide5.xml" Id="R95b87062b5b24bf1" /><Relationship Type="http://schemas.openxmlformats.org/officeDocument/2006/relationships/slide" Target="/ppt/slides/slide6.xml" Id="Rd5023a9cbcd54dc4" /><Relationship Type="http://schemas.openxmlformats.org/officeDocument/2006/relationships/slide" Target="/ppt/slides/slide7.xml" Id="R36384828c6c34f3d" /><Relationship Type="http://schemas.openxmlformats.org/officeDocument/2006/relationships/slide" Target="/ppt/slides/slide8.xml" Id="Raacf96ff4c86490f" /><Relationship Type="http://schemas.openxmlformats.org/officeDocument/2006/relationships/slide" Target="/ppt/slides/slide9.xml" Id="Rc384197e422b48ac" /><Relationship Type="http://schemas.openxmlformats.org/officeDocument/2006/relationships/slide" Target="/ppt/slides/slide10.xml" Id="R7e88b118c55d4a72" /><Relationship Type="http://schemas.openxmlformats.org/officeDocument/2006/relationships/slide" Target="/ppt/slides/slide11.xml" Id="R78a5d563f58a4deb" /><Relationship Type="http://schemas.openxmlformats.org/officeDocument/2006/relationships/slide" Target="/ppt/slides/slide12.xml" Id="R768c88f4674c46d0" /><Relationship Type="http://schemas.openxmlformats.org/officeDocument/2006/relationships/slide" Target="/ppt/slides/slide13.xml" Id="Rf8a9485895044ffc" /><Relationship Type="http://schemas.openxmlformats.org/officeDocument/2006/relationships/slide" Target="/ppt/slides/slide14.xml" Id="R76bea44996b14322" /><Relationship Type="http://schemas.openxmlformats.org/officeDocument/2006/relationships/slide" Target="/ppt/slides/slide15.xml" Id="Rf13e2e9728bf4ffa" /><Relationship Type="http://schemas.openxmlformats.org/officeDocument/2006/relationships/slide" Target="/ppt/slides/slide16.xml" Id="R9d9392937b88474a" /><Relationship Type="http://schemas.openxmlformats.org/officeDocument/2006/relationships/slide" Target="/ppt/slides/slide17.xml" Id="R4408bc6298c54b25" /><Relationship Type="http://schemas.openxmlformats.org/officeDocument/2006/relationships/slide" Target="/ppt/slides/slide18.xml" Id="Rc6f086d1965d471b" /><Relationship Type="http://schemas.openxmlformats.org/officeDocument/2006/relationships/slide" Target="/ppt/slides/slide19.xml" Id="R4f02ef5777564c92" /><Relationship Type="http://schemas.openxmlformats.org/officeDocument/2006/relationships/slide" Target="/ppt/slides/slide20.xml" Id="R61b32302d7114238" /><Relationship Type="http://schemas.openxmlformats.org/officeDocument/2006/relationships/slide" Target="/ppt/slides/slide21.xml" Id="R3e9c4bcd03ec46ab" /><Relationship Type="http://schemas.openxmlformats.org/officeDocument/2006/relationships/slide" Target="/ppt/slides/slide22.xml" Id="Rf5e0a489b99d42f3" /><Relationship Type="http://schemas.openxmlformats.org/officeDocument/2006/relationships/slide" Target="/ppt/slides/slide23.xml" Id="R261aa6dc140c426b" /><Relationship Type="http://schemas.openxmlformats.org/officeDocument/2006/relationships/slide" Target="/ppt/slides/slide24.xml" Id="Rcf13848da0174fc4" /><Relationship Type="http://schemas.openxmlformats.org/officeDocument/2006/relationships/slide" Target="/ppt/slides/slide25.xml" Id="R1fbb18f911594252" /><Relationship Type="http://schemas.openxmlformats.org/officeDocument/2006/relationships/slide" Target="/ppt/slides/slide26.xml" Id="R9931066b4e574a00" /><Relationship Type="http://schemas.openxmlformats.org/officeDocument/2006/relationships/slide" Target="/ppt/slides/slide27.xml" Id="Re5e302770c204c43" /><Relationship Type="http://schemas.openxmlformats.org/officeDocument/2006/relationships/slide" Target="/ppt/slides/slide28.xml" Id="Rcb6b42954d6641f1" /><Relationship Type="http://schemas.openxmlformats.org/officeDocument/2006/relationships/slide" Target="/ppt/slides/slide29.xml" Id="R571cca07725347c6" /><Relationship Type="http://schemas.openxmlformats.org/officeDocument/2006/relationships/slide" Target="/ppt/slides/slide30.xml" Id="R0f92bb6e252f4dfa" /><Relationship Type="http://schemas.openxmlformats.org/officeDocument/2006/relationships/slide" Target="/ppt/slides/slide31.xml" Id="R713cdb5435554446" /><Relationship Type="http://schemas.openxmlformats.org/officeDocument/2006/relationships/slide" Target="/ppt/slides/slide32.xml" Id="R45fa7477d3de4093" /><Relationship Type="http://schemas.openxmlformats.org/officeDocument/2006/relationships/slide" Target="/ppt/slides/slide33.xml" Id="R671b45118a904b21" /><Relationship Type="http://schemas.openxmlformats.org/officeDocument/2006/relationships/slide" Target="/ppt/slides/slide34.xml" Id="Rc99ce468f8b34990" /><Relationship Type="http://schemas.openxmlformats.org/officeDocument/2006/relationships/slide" Target="/ppt/slides/slide35.xml" Id="Rfa4e4015af634ece" /><Relationship Type="http://schemas.openxmlformats.org/officeDocument/2006/relationships/slide" Target="/ppt/slides/slide36.xml" Id="Rddd165fd34df481e" /><Relationship Type="http://schemas.openxmlformats.org/officeDocument/2006/relationships/slide" Target="/ppt/slides/slide37.xml" Id="R91751d83d4c64258" /><Relationship Type="http://schemas.openxmlformats.org/officeDocument/2006/relationships/slide" Target="/ppt/slides/slide38.xml" Id="R14da194c790346a7" /><Relationship Type="http://schemas.openxmlformats.org/officeDocument/2006/relationships/slide" Target="/ppt/slides/slide39.xml" Id="R9dc33af753fa4507" /><Relationship Type="http://schemas.openxmlformats.org/officeDocument/2006/relationships/slide" Target="/ppt/slides/slide40.xml" Id="R3489cdf1ce9e4590" /><Relationship Type="http://schemas.openxmlformats.org/officeDocument/2006/relationships/slide" Target="/ppt/slides/slide41.xml" Id="R89a9e04ca3114be6" /><Relationship Type="http://schemas.openxmlformats.org/officeDocument/2006/relationships/slide" Target="/ppt/slides/slide42.xml" Id="Rfd1a79e4187d4c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25b5525f2c4e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e1cfb2b0714d6e" /><Relationship Type="http://schemas.openxmlformats.org/officeDocument/2006/relationships/notesMaster" Target="/ppt/notesMasters/notesMaster1.xml" Id="Rf345f7b3f32840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c88c2ee817438b" /><Relationship Type="http://schemas.openxmlformats.org/officeDocument/2006/relationships/notesMaster" Target="/ppt/notesMasters/notesMaster1.xml" Id="Rf4afe199e1c744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228743921040b1" /><Relationship Type="http://schemas.openxmlformats.org/officeDocument/2006/relationships/notesMaster" Target="/ppt/notesMasters/notesMaster1.xml" Id="Ra73a70abd73340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335e7f7c7443c9" /><Relationship Type="http://schemas.openxmlformats.org/officeDocument/2006/relationships/notesMaster" Target="/ppt/notesMasters/notesMaster1.xml" Id="Rf2334ccf97cf4d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7b2c4c7b084069" /><Relationship Type="http://schemas.openxmlformats.org/officeDocument/2006/relationships/notesMaster" Target="/ppt/notesMasters/notesMaster1.xml" Id="Rfdc243a870c84c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6849682a3e4b63" /><Relationship Type="http://schemas.openxmlformats.org/officeDocument/2006/relationships/notesMaster" Target="/ppt/notesMasters/notesMaster1.xml" Id="Rdfe8dff4130146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26ea113bdf4923" /><Relationship Type="http://schemas.openxmlformats.org/officeDocument/2006/relationships/notesMaster" Target="/ppt/notesMasters/notesMaster1.xml" Id="R3bad7ca65d4f46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be44cc0e5d42cf" /><Relationship Type="http://schemas.openxmlformats.org/officeDocument/2006/relationships/notesMaster" Target="/ppt/notesMasters/notesMaster1.xml" Id="R4c31ddf4ba1144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d04837aca047a0" /><Relationship Type="http://schemas.openxmlformats.org/officeDocument/2006/relationships/notesMaster" Target="/ppt/notesMasters/notesMaster1.xml" Id="R0c1d0bb44c5c40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b0c55d9e96416e" /><Relationship Type="http://schemas.openxmlformats.org/officeDocument/2006/relationships/notesMaster" Target="/ppt/notesMasters/notesMaster1.xml" Id="R2bc49f2f0f1945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a1ee0792a94d35" /><Relationship Type="http://schemas.openxmlformats.org/officeDocument/2006/relationships/notesMaster" Target="/ppt/notesMasters/notesMaster1.xml" Id="R4e40f1be017743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2b220af3664a60" /><Relationship Type="http://schemas.openxmlformats.org/officeDocument/2006/relationships/notesMaster" Target="/ppt/notesMasters/notesMaster1.xml" Id="Rd1fc46531da44a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bbdca1a5184c9e" /><Relationship Type="http://schemas.openxmlformats.org/officeDocument/2006/relationships/notesMaster" Target="/ppt/notesMasters/notesMaster1.xml" Id="R7d9fb9438cbe4a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f92895ee4d4b13" /><Relationship Type="http://schemas.openxmlformats.org/officeDocument/2006/relationships/notesMaster" Target="/ppt/notesMasters/notesMaster1.xml" Id="R5d6fcd8655fb43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c69df74bd447af" /><Relationship Type="http://schemas.openxmlformats.org/officeDocument/2006/relationships/notesMaster" Target="/ppt/notesMasters/notesMaster1.xml" Id="Rd9715c4ca40e45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846b3df672d48aa" /><Relationship Type="http://schemas.openxmlformats.org/officeDocument/2006/relationships/notesMaster" Target="/ppt/notesMasters/notesMaster1.xml" Id="R118acb06ece547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3252a0bf544cbf" /><Relationship Type="http://schemas.openxmlformats.org/officeDocument/2006/relationships/notesMaster" Target="/ppt/notesMasters/notesMaster1.xml" Id="Rb8b021ac41db437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656cbdf077149cd" /><Relationship Type="http://schemas.openxmlformats.org/officeDocument/2006/relationships/notesMaster" Target="/ppt/notesMasters/notesMaster1.xml" Id="R3a6f255ad4de4d4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48cea93aab741ee" /><Relationship Type="http://schemas.openxmlformats.org/officeDocument/2006/relationships/notesMaster" Target="/ppt/notesMasters/notesMaster1.xml" Id="Rc31127e039a442b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4b6779f97ff400d" /><Relationship Type="http://schemas.openxmlformats.org/officeDocument/2006/relationships/notesMaster" Target="/ppt/notesMasters/notesMaster1.xml" Id="R0a5d2d3a782f48d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94d8403cdbd4755" /><Relationship Type="http://schemas.openxmlformats.org/officeDocument/2006/relationships/notesMaster" Target="/ppt/notesMasters/notesMaster1.xml" Id="R8dfc375f11c6450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28641fbc7ca481e" /><Relationship Type="http://schemas.openxmlformats.org/officeDocument/2006/relationships/notesMaster" Target="/ppt/notesMasters/notesMaster1.xml" Id="R45589086ed644cd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b07d9d568864d57" /><Relationship Type="http://schemas.openxmlformats.org/officeDocument/2006/relationships/notesMaster" Target="/ppt/notesMasters/notesMaster1.xml" Id="R91628b8abc51499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9408dec06c245de" /><Relationship Type="http://schemas.openxmlformats.org/officeDocument/2006/relationships/notesMaster" Target="/ppt/notesMasters/notesMaster1.xml" Id="Rdc4621540e30401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07d65d95c624021" /><Relationship Type="http://schemas.openxmlformats.org/officeDocument/2006/relationships/notesMaster" Target="/ppt/notesMasters/notesMaster1.xml" Id="Ra9e7adba63784a8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003c8196b0247bf" /><Relationship Type="http://schemas.openxmlformats.org/officeDocument/2006/relationships/notesMaster" Target="/ppt/notesMasters/notesMaster1.xml" Id="Rabad52df48b04cd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adc0ae85a694b76" /><Relationship Type="http://schemas.openxmlformats.org/officeDocument/2006/relationships/notesMaster" Target="/ppt/notesMasters/notesMaster1.xml" Id="R6b654efa22c444c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afa13a95d1a4a12" /><Relationship Type="http://schemas.openxmlformats.org/officeDocument/2006/relationships/notesMaster" Target="/ppt/notesMasters/notesMaster1.xml" Id="Rc696efe5061b4b0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27843d6ee5246fc" /><Relationship Type="http://schemas.openxmlformats.org/officeDocument/2006/relationships/notesMaster" Target="/ppt/notesMasters/notesMaster1.xml" Id="R4d060cf2bafa4d8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212085da15744c7" /><Relationship Type="http://schemas.openxmlformats.org/officeDocument/2006/relationships/notesMaster" Target="/ppt/notesMasters/notesMaster1.xml" Id="R4e80a8315b714ed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561c5e3ed88496b" /><Relationship Type="http://schemas.openxmlformats.org/officeDocument/2006/relationships/notesMaster" Target="/ppt/notesMasters/notesMaster1.xml" Id="R7050b51d2ce6452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4b08b544c334799" /><Relationship Type="http://schemas.openxmlformats.org/officeDocument/2006/relationships/notesMaster" Target="/ppt/notesMasters/notesMaster1.xml" Id="Rb06a9de79a16480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905d334f0e441b6" /><Relationship Type="http://schemas.openxmlformats.org/officeDocument/2006/relationships/notesMaster" Target="/ppt/notesMasters/notesMaster1.xml" Id="R2fe566fa1d714ac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a8e69db040b45da" /><Relationship Type="http://schemas.openxmlformats.org/officeDocument/2006/relationships/notesMaster" Target="/ppt/notesMasters/notesMaster1.xml" Id="R65dcdc716df74c2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8a251704f004594" /><Relationship Type="http://schemas.openxmlformats.org/officeDocument/2006/relationships/notesMaster" Target="/ppt/notesMasters/notesMaster1.xml" Id="Re2d99a8f4d72482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221c0c540994aba" /><Relationship Type="http://schemas.openxmlformats.org/officeDocument/2006/relationships/notesMaster" Target="/ppt/notesMasters/notesMaster1.xml" Id="R2c9d5b6f6ab84d5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f2bdae412aa49ed" /><Relationship Type="http://schemas.openxmlformats.org/officeDocument/2006/relationships/notesMaster" Target="/ppt/notesMasters/notesMaster1.xml" Id="R3fec2fe31e89403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09b54ce59fc4570" /><Relationship Type="http://schemas.openxmlformats.org/officeDocument/2006/relationships/notesMaster" Target="/ppt/notesMasters/notesMaster1.xml" Id="R12cabd4b765843c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53c5d1bb428423c" /><Relationship Type="http://schemas.openxmlformats.org/officeDocument/2006/relationships/notesMaster" Target="/ppt/notesMasters/notesMaster1.xml" Id="Rc6c0aa0957aa447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5c67fed071b4c4c" /><Relationship Type="http://schemas.openxmlformats.org/officeDocument/2006/relationships/notesMaster" Target="/ppt/notesMasters/notesMaster1.xml" Id="R98d8e6751da1487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68f182c9e394a00" /><Relationship Type="http://schemas.openxmlformats.org/officeDocument/2006/relationships/notesMaster" Target="/ppt/notesMasters/notesMaster1.xml" Id="Ra39443a3e31a4a4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743aa723cd74e87" /><Relationship Type="http://schemas.openxmlformats.org/officeDocument/2006/relationships/notesMaster" Target="/ppt/notesMasters/notesMaster1.xml" Id="Rb13f1c79348b44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0b5e59cc84e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4ad02f525e4369" /><Relationship Type="http://schemas.openxmlformats.org/officeDocument/2006/relationships/slideLayout" Target="/ppt/slideLayouts/slideLayout1.xml" Id="R1c76299afcb442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76299afcb442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2310cb8ea4926" /><Relationship Type="http://schemas.openxmlformats.org/officeDocument/2006/relationships/notesSlide" Target="/ppt/notesSlides/notesSlide1.xml" Id="Rd24409ff65904f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1a8a985a14539" /><Relationship Type="http://schemas.openxmlformats.org/officeDocument/2006/relationships/notesSlide" Target="/ppt/notesSlides/notesSlide2.xml" Id="Rf77a191520fe47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e36824e5646d8" /><Relationship Type="http://schemas.openxmlformats.org/officeDocument/2006/relationships/notesSlide" Target="/ppt/notesSlides/notesSlide3.xml" Id="Ra63a2e17ba974a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4235eb1074b1d" /><Relationship Type="http://schemas.openxmlformats.org/officeDocument/2006/relationships/notesSlide" Target="/ppt/notesSlides/notesSlide4.xml" Id="Rd90dc96c510e44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cd641b35943c4" /><Relationship Type="http://schemas.openxmlformats.org/officeDocument/2006/relationships/notesSlide" Target="/ppt/notesSlides/notesSlide5.xml" Id="R0eef3a202e3248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5e4060ecf478b" /><Relationship Type="http://schemas.openxmlformats.org/officeDocument/2006/relationships/notesSlide" Target="/ppt/notesSlides/notesSlide6.xml" Id="Ra45a3d969f4549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56a5290724fc9" /><Relationship Type="http://schemas.openxmlformats.org/officeDocument/2006/relationships/notesSlide" Target="/ppt/notesSlides/notesSlide7.xml" Id="Rd6bdfb8a40d949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8fd05fe4e4662" /><Relationship Type="http://schemas.openxmlformats.org/officeDocument/2006/relationships/notesSlide" Target="/ppt/notesSlides/notesSlide8.xml" Id="R9c5be71c8c0a46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f75ca4bd344d3" /><Relationship Type="http://schemas.openxmlformats.org/officeDocument/2006/relationships/notesSlide" Target="/ppt/notesSlides/notesSlide9.xml" Id="R1face1a9ea2546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af1d02a4d464b" /><Relationship Type="http://schemas.openxmlformats.org/officeDocument/2006/relationships/notesSlide" Target="/ppt/notesSlides/notesSlide10.xml" Id="R35b0352addf847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bf28769624590" /><Relationship Type="http://schemas.openxmlformats.org/officeDocument/2006/relationships/notesSlide" Target="/ppt/notesSlides/notesSlide11.xml" Id="Ra82327afc70d4b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3bf3ee7a348b1" /><Relationship Type="http://schemas.openxmlformats.org/officeDocument/2006/relationships/notesSlide" Target="/ppt/notesSlides/notesSlide12.xml" Id="R5d39fa8f1d714a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8b639fe8b4d74" /><Relationship Type="http://schemas.openxmlformats.org/officeDocument/2006/relationships/notesSlide" Target="/ppt/notesSlides/notesSlide13.xml" Id="Rd65dab82e84c46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b757ae6484ec5" /><Relationship Type="http://schemas.openxmlformats.org/officeDocument/2006/relationships/notesSlide" Target="/ppt/notesSlides/notesSlide14.xml" Id="R6f6e028578854bd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acea47b6f4ef8" /><Relationship Type="http://schemas.openxmlformats.org/officeDocument/2006/relationships/notesSlide" Target="/ppt/notesSlides/notesSlide15.xml" Id="R5f465701fb77474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a7133d65141f5" /><Relationship Type="http://schemas.openxmlformats.org/officeDocument/2006/relationships/notesSlide" Target="/ppt/notesSlides/notesSlide16.xml" Id="Rd69fc85ee56c4f5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c9030ada04090" /><Relationship Type="http://schemas.openxmlformats.org/officeDocument/2006/relationships/notesSlide" Target="/ppt/notesSlides/notesSlide17.xml" Id="Ra14e2ede4bc047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695022a534f87" /><Relationship Type="http://schemas.openxmlformats.org/officeDocument/2006/relationships/notesSlide" Target="/ppt/notesSlides/notesSlide18.xml" Id="Rdca524752dd6449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23ee667c7402b" /><Relationship Type="http://schemas.openxmlformats.org/officeDocument/2006/relationships/notesSlide" Target="/ppt/notesSlides/notesSlide19.xml" Id="Rb255d8585a7c411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521c32b1b40fd" /><Relationship Type="http://schemas.openxmlformats.org/officeDocument/2006/relationships/notesSlide" Target="/ppt/notesSlides/notesSlide20.xml" Id="Rf94f3a3f787945e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97baa6d3f4ef3" /><Relationship Type="http://schemas.openxmlformats.org/officeDocument/2006/relationships/notesSlide" Target="/ppt/notesSlides/notesSlide21.xml" Id="R86ab1f9a61c4448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f4e613e634272" /><Relationship Type="http://schemas.openxmlformats.org/officeDocument/2006/relationships/notesSlide" Target="/ppt/notesSlides/notesSlide22.xml" Id="R64ae7c2e9b554fe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748fa71ba4881" /><Relationship Type="http://schemas.openxmlformats.org/officeDocument/2006/relationships/notesSlide" Target="/ppt/notesSlides/notesSlide23.xml" Id="R604b14367be54f4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475724f9845d4" /><Relationship Type="http://schemas.openxmlformats.org/officeDocument/2006/relationships/notesSlide" Target="/ppt/notesSlides/notesSlide24.xml" Id="R101129ef0a51411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cf3e59698473e" /><Relationship Type="http://schemas.openxmlformats.org/officeDocument/2006/relationships/notesSlide" Target="/ppt/notesSlides/notesSlide25.xml" Id="Rb9de1d2d285c42d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04945809b4c21" /><Relationship Type="http://schemas.openxmlformats.org/officeDocument/2006/relationships/notesSlide" Target="/ppt/notesSlides/notesSlide26.xml" Id="R3b7d3eb97e6a41c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e3d3e6c6f4f95" /><Relationship Type="http://schemas.openxmlformats.org/officeDocument/2006/relationships/notesSlide" Target="/ppt/notesSlides/notesSlide27.xml" Id="Rc604ab6088ce4f7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290d11026481a" /><Relationship Type="http://schemas.openxmlformats.org/officeDocument/2006/relationships/notesSlide" Target="/ppt/notesSlides/notesSlide28.xml" Id="R29c69193b5ba429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d9f9783914f32" /><Relationship Type="http://schemas.openxmlformats.org/officeDocument/2006/relationships/notesSlide" Target="/ppt/notesSlides/notesSlide29.xml" Id="Rbae1681aea014ea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846cc1f644970" /><Relationship Type="http://schemas.openxmlformats.org/officeDocument/2006/relationships/notesSlide" Target="/ppt/notesSlides/notesSlide30.xml" Id="Rc2ca42d52ff949e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4af044ba744cc" /><Relationship Type="http://schemas.openxmlformats.org/officeDocument/2006/relationships/notesSlide" Target="/ppt/notesSlides/notesSlide31.xml" Id="Rcfdca159b9f6455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3d6ece25e4ca1" /><Relationship Type="http://schemas.openxmlformats.org/officeDocument/2006/relationships/notesSlide" Target="/ppt/notesSlides/notesSlide32.xml" Id="R1a1000735798410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76f277ee34b1c" /><Relationship Type="http://schemas.openxmlformats.org/officeDocument/2006/relationships/notesSlide" Target="/ppt/notesSlides/notesSlide33.xml" Id="Rae2d7f433e2e4fe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8574d8242463f" /><Relationship Type="http://schemas.openxmlformats.org/officeDocument/2006/relationships/notesSlide" Target="/ppt/notesSlides/notesSlide34.xml" Id="R047682accbf24e5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f307ef96240da" /><Relationship Type="http://schemas.openxmlformats.org/officeDocument/2006/relationships/notesSlide" Target="/ppt/notesSlides/notesSlide35.xml" Id="R544df9fbd8904f8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cb116cd764109" /><Relationship Type="http://schemas.openxmlformats.org/officeDocument/2006/relationships/notesSlide" Target="/ppt/notesSlides/notesSlide36.xml" Id="R0dc55b0a9b374f4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89951365c4c99" /><Relationship Type="http://schemas.openxmlformats.org/officeDocument/2006/relationships/notesSlide" Target="/ppt/notesSlides/notesSlide37.xml" Id="Rd36d262b31e349e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d19c9a5ff4cff" /><Relationship Type="http://schemas.openxmlformats.org/officeDocument/2006/relationships/notesSlide" Target="/ppt/notesSlides/notesSlide38.xml" Id="Ra93fcca7b01a4c8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9ddc51eee4744" /><Relationship Type="http://schemas.openxmlformats.org/officeDocument/2006/relationships/notesSlide" Target="/ppt/notesSlides/notesSlide39.xml" Id="R17b5b5c45be4400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8c58ca8454341" /><Relationship Type="http://schemas.openxmlformats.org/officeDocument/2006/relationships/notesSlide" Target="/ppt/notesSlides/notesSlide40.xml" Id="R265a288ef9e847d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498cdf1374bde" /><Relationship Type="http://schemas.openxmlformats.org/officeDocument/2006/relationships/notesSlide" Target="/ppt/notesSlides/notesSlide41.xml" Id="R0059cac07e9a4df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a5efcadc445da" /><Relationship Type="http://schemas.openxmlformats.org/officeDocument/2006/relationships/notesSlide" Target="/ppt/notesSlides/notesSlide42.xml" Id="R8052a345536042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563F9-A2AE-41FB-B0B1-B85AE557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29C0A-DB3A-4851-8017-B4214FA0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Photonics : Interaction of radiation with matter - Einstein's A and B coefficients and derivation of expression for ener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0E598-84BA-4333-8D8B-265F113C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QUANTUM PHYSICS AND APPLICATIONS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1BPHYS102/202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2461A-0C07-48E9-AF82-AEA367AF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5E49C-974A-4F0E-B1BC-A1A0A663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5039A-E83E-4899-B173-82429216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00505-6C7C-4BF8-A36A-7B1FF48D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41DEF-84AE-42EF-90B7-9592C26A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9ED30-737E-46A1-A595-EA25CAD2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EA9AF-2CE8-416E-93BF-25162265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1016F-A16B-4679-B1FA-8518CCBF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0FCD4-DF3B-4540-8163-17811786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B3114-E5E6-412F-A292-792B3A14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247366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A65AEB-649A-40CE-B5F4-4322A4EB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9D073-7450-4CB2-AECC-B96B1D71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BD94D-77A6-460E-AF58-5EC8D261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2BF8A-820D-4EFC-9F6F-7DFB2B9E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18443-1220-4748-A89C-AD5960C3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36C95-C04A-4C1F-8791-B45B3459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6C980-D192-423A-9D35-B37009DA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81364-ECA8-4C22-AF85-9764CADE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E53A6-AA2F-4485-882E-CC3D9130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BEB23-BDE9-4AB5-89DA-20277844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75933-47BA-480C-994D-EE6AEDAF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CCE32-76FF-4F4A-8551-6C316A3E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71126-957D-454A-BFAA-5461AF02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D2F4D-9690-4B96-B649-E0E74661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AF8E9-11C5-4456-A092-499FCA0C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695293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8C9CD6-D95C-41E0-A86D-814CB67A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6F760-BAC1-41C4-BF07-CE5547F5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15A29-10D9-4F31-9FA7-F9F591E3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A832F-F021-4201-AB26-15465194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6BE2D-4F76-4F70-8A06-7C7BCB3E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8A81F-F02E-480C-9968-6DCDCD47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D98BA-158F-45F1-8BD7-3B528CC5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FB40D-F27B-4C3B-99B0-18F80918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FBE34-14D3-43E4-97D0-2331F5FD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Photonics : Interaction of radiation with matter - Einste...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BABC6-D1B1-4C51-ACF8-E9C011C9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6D456-EF17-400B-9336-05FC6898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41FF8-F80E-49BD-9A2D-DAE37FA8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Prerequisites for lasing 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4D3E4-F303-4FE1-968F-F5153329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B296D-1588-471B-B159-4C7108B9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DBB514-5D81-42E2-AB70-29F81CB1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Types of LASER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6970B-2470-4622-9C9E-DEF830FE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53448-6914-46C3-BEA4-D52EF018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6ACCB-F54E-4731-A117-9362724A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Semiconductor diode LASER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EBFA4-A676-4BD1-97AA-DCAAD834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8E871-2B75-4AC4-980B-F80801C9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AB0268-F2A6-45E1-828B-CF30AAE1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Use of attenua- 15092025 2 2 tors for single photon sourc...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DD0276-C6D2-4CB9-BAD2-F034EF56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6778F5-A4DB-42F2-985B-8707EF64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94FCCA-8A1E-40B9-B5ED-C5A09829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Optical modulators - Pockel's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081FC4-38FF-41CC-95FD-90E81201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74940C-A638-4BDD-8337-BF036FDF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6C14A7-391F-4925-BEB9-79CF4A40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Kerr effect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0AA384-A85A-4034-A05E-6F7BFC4C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B8BACD-66EA-4732-B97B-C0CDABDF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A6052E-8A41-48C5-ADCE-7795F888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Photodetectors - Single Photon Avalanche Diode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860878-F078-4D72-8312-5E13F9ED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FC121D-609A-4AE0-9744-D85FFC52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73058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1D773D-3AE8-4153-87B2-7665A020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CCAF0-727B-4C4E-BB5D-4FF476EB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D77D7-53B0-41CD-8480-F5EC31EC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162FF-8F70-436F-9B4E-5CCE3BEA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9A673-0348-4C90-807B-C849198F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D622A-CBE8-4A3E-AF33-30C8E273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C093E-3F9E-403A-ADF4-AB45FA70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EC7CC-3CED-4B86-BF06-7D81F4C5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Photonics : Interaction of radiation with matter - Einste...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83ADB-8EA2-4D48-9C9A-B105E1F3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E13C8-2B8A-4945-9479-4E251A98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5136D-49CF-414E-9DE1-DDB042DE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Prerequisites for lasing 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C923D-2C09-47BC-A255-4A261FA3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C5E52-88A3-4ED0-B2E4-D7A21790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DB8A1-8CD2-46C1-8B2E-4CEFCCEE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Types of LASER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56BD2-222E-4413-A8EE-06BF4CB1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224B4-2F9B-402B-8B47-136A316B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8539D-0F6D-41F2-B0CD-F1C18011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Semiconductor diode LASER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5498C-9128-4EB0-9916-F62CB547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2BC5B4-A2DC-4EAF-9339-C8887C56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B5BFD3-9283-44D9-99D7-7180BE09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Use of attenua- 15092025 2 2 tors for single photon sourc...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52F111-253E-4A3D-B18C-3121B1B3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2026A5-B397-4654-B235-0E18E8F4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D981C-EA8F-4463-8633-B84CD451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Optical modulators - Pockel's effect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4F16E5-23A6-480B-8571-A0711DC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7339E5-5C72-4A40-86DC-46E2163A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81EC28-B695-4434-B767-3CC539B5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Kerr effect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0789D7-FDFF-4FDF-A505-814BBE14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0628BE-1E43-4188-A8B6-DBBFB604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18EC69-07AC-4E97-A9B9-17FC8612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31481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AC030-FB44-451E-A477-01DBF119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F8DFE-68BF-4678-A951-EDE0493D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08DB0-23E5-457F-9FA5-4A94EDE9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42DD8-406F-40D2-B051-FDD9E097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6758A-57DE-4814-88F6-FB75EC84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Photonics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FB53F-9106-4C1C-9D65-EAF0BCAB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Interaction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7B9C2-B572-4DCB-A0F5-1EA07DA2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radiation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40B3B-D399-411A-8199-8B7F028C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2C562-1114-4F42-A968-355D8F18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Einstein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CCFEF-E425-4598-ADF3-5F3002C2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coefficients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21DE8-9DC3-46B8-9969-990C4392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derivation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5525C-81A4-496A-B6E9-D8210CF3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expression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EC48B-E6B8-44D7-A5CB-14ED0CAB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606B3-DBB6-450B-977B-2B615E0D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ener-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DF4237-02C8-49FD-B248-366E9C3D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10BE0-7F89-46B5-BC75-C97675E3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068433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29BAC-4B93-48C8-9273-7D4A1212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A86CF-AB6B-4C97-BAC1-E29CB322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802D6-8222-4A06-A48A-1D54CF8C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26F44-8990-4E4A-8F47-CDAEAC79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24F32-9BD5-4DA4-A589-74274386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Photonics : Interaction of radiation with matter - Einstein's A and B coefficients and derivation of expression...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323A1-9B6C-4C50-8F77-81BDE021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Photonics : Interaction of radiation with...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0AAF4-ECFB-4CB8-957E-185CC44F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7B6B5-6C7D-440C-A253-79024967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3FE43-021B-4250-AB09-B885D0FD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3D6CD-ED50-4696-9598-26D58F21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C7922-8C27-494B-9D2C-0B2519E6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422D0-B576-4402-821A-6F6C2D62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F2361-A40C-4DE4-BF0E-074E5111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43F888-A101-4629-A268-22BCCAC0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F41C49-440C-4011-A20C-54D301D4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715E4C-2D64-4345-8B8A-3B1956A3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145506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E0F334-7BA5-46C8-B8FA-42180E73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1607E-71F5-4033-8E25-E1C2EAB9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3EB11-9A0A-4E1E-ADFD-975CBA7D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F9B3F-B70D-4D4D-8382-8A44F69B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7621E-6B10-43D8-84AE-328D0601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7A1D9-6E98-42F5-AC89-6D761B72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BA0CE-D613-4E55-8C11-82B936D4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1B5CC-C059-4CBE-83D7-F21330A8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BDD3A-8789-438C-8813-D8A46049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Photonics 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756A4-8E3D-4608-890C-BF852FCA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7F6A9-2EA9-4371-9E31-4D9968B0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98FBC-4E09-45C1-A3CE-08298036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Photon...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10330-CCDC-4D25-B55D-4D61994E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A9192-9B21-4528-8389-7FAC2D7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A6228-74AB-4863-A2F5-8B1061FC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Photonics 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C34123-C59E-45C4-8B34-65A2BF5D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B77F74-14CD-4F8D-96F5-97C5B9A6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E2805C-EAFF-4A39-975C-426DAC67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Photonics 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A2FA6-37BA-49B3-87F0-A06CD898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6D4263-A69D-4BD4-B782-79363415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6F6F4A-2EC8-4CCE-95D8-798C942D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Photon...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114972-D3F7-422F-B6C8-E3C28432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B0CB36-4B74-4D2C-A174-FB642649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117884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1AF90-72A9-47D7-811D-AEF9DC57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F97DD-EFD4-488A-BFE4-EE0F5FB3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C5904-946A-4D2A-A11F-15995936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A0C8C-9028-44C4-BD17-D4B114EB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8C475-65A3-41A7-8396-6B74E854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1CE72-0E5D-491F-9882-627867E7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DD62F-BDBC-4E37-9F63-58F9332D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D5F51-C24F-4997-A170-429B117C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D6447-858E-4F40-9882-DD78DAAE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D0491-6124-4B77-A5C3-21D32F2A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E2BF1-BD8D-49CA-B464-FA3FDD1D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33723-97EA-404E-A6F3-42D467C8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5A65B-459D-4D05-BD99-6EA47245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3C272-80D7-4737-B5C2-C493F042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6DA50-079C-4319-B2F6-D05FF1A8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697555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F8CD0-6CE3-460E-8AF1-C440884F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930F3-F713-4651-8654-3620E958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51F39-8A90-4444-A297-D1B4ECCD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4C709-02CC-492D-B555-0AE22F10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701EC-FF4A-4765-95AB-6AF3BEBF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77C59-8113-4004-BCF8-05CFF96D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Photonics : Interaction of radiation with matter - Einste...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2B1DB-D60B-4D1E-8F12-354383AA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1D348-5F87-40C7-A716-CB522131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F1ADB-ACB5-4236-8058-0E52BD3C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635FE-0803-47D4-9E62-8C20D45F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255D1-8053-48CC-9326-4892C0BC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805143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DEE4D-994B-401B-8523-20564F0C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3D595-B906-4C1C-8316-690F65A8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5BBC1-9761-4019-ADA6-2BF82AE5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9661A-2E3E-4006-BED9-C9387EB0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23D01-F729-459E-A6BD-3DCD81D7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Prerequisites for lasing 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1211B-5E70-493E-B9BF-B707FF2D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Prerequisites for lasing actions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27581-E83B-4F31-B400-9E92576D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651FD-F6FF-4416-9BFE-21677AE2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D0A85-9567-41DF-8EB1-2116C6D4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27B56-4E75-480E-86F6-F8522DB6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F1F4D-7E26-46CE-9A80-02D59137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6ED1E-00E1-45F7-AB54-7ECDB145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FA7C5-C83E-43FC-954A-09D2DD44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E320C-DD97-4A26-BD18-260932D3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067740-3626-41CF-9B0C-78B43539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8D8A17-9620-4C15-9688-121020D9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556456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003A57-AFE6-48DE-B921-E3C09545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A3E41-DE84-4354-9046-08F4477A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35474-3B1F-44E6-A07B-E99E6E24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CA076-0583-404E-804C-9EE020BE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2C0B5-CCE1-4195-A373-86FF4436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44757-D1F6-4B8F-8130-190D97F8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16FB6-2EDF-4CF8-ACE9-68C945B3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4FC7E-B98A-4DA4-9305-BDFF8252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F4C95-B58D-4D9E-BD10-9A47B10E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Prerequisit...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629FD-BBD1-44B5-B240-C98078B3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09AA4-5BE8-4141-BE26-FAB8CC96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CE14B-29DF-43CC-A411-AF5E5F57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Prereq...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AC454-E193-491D-985C-7D039581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BA2337-F4F5-490A-BFD1-15A7D545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65F324-49E8-4402-BE16-8A48573E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Prerequisite...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AD733-C05E-4B44-A000-520F46E7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89CE0-25E3-42AE-8D3D-36A726C9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A1BFE5-0009-44EA-9CE3-CF528C66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Prerequisit...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CE145F-F85F-4197-ACA3-A0423FBF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6AEAA-570E-466C-8516-FF0A0CC9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92C6A-4EFF-48E4-87B9-BB9068AF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Prereq...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6B4DC2-6298-4919-8FF8-D95DAB22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C31FE0-201E-436C-8063-DEDC77C5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5221862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F87F8-3BD7-47D3-ACFA-38EA5CBF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C7BC6-D834-432D-9682-03E158D0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7A49A-73BF-4146-9F87-95F824D4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4143E-6437-4723-BEF2-6CC087CB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93A64-CC75-4D4B-99DA-994CDEA6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04528-C3F4-4208-8D2D-9F4A03CD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0E4EF-D1EF-4671-9243-1F555EE7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B9275-97A3-4F1E-B148-6CCFC04B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73192-08F6-4182-97AF-569492E5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7A5D3-BD0B-4C60-8BD4-925E4E21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886B3-66FA-4F59-BA37-CA682CFA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C0FF5-C5C7-4C3C-9FA2-122E12F3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B0C86-C33B-4E75-9070-BCEB52F8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1EBDD-97A2-46B5-8964-4BCF345E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8A945-423A-4A2F-9F1F-91E9BFE8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112023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C65B7-A0DE-42E3-847A-4976513B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49865-3411-4130-ADAF-BE7BCA6A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34D57-5026-4638-A072-A73AB929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0B343-E2B4-4DD8-B550-58F77F4E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6BB80-D7AB-4911-BA61-697E38D9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8DCDC-FEA7-4F28-9A44-31939B37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Prerequisites for lasing actions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44B52-776E-47AB-9003-E4659222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98770-8688-4948-9C0C-C578A235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27422-9765-4945-9FB8-CEB94CCA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A0869-2D46-4B38-95DF-13DF5B24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E8930-EC39-4E3B-AACF-A2126C58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460021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69974-FBF5-4858-8204-990D0291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431AA-08A1-4990-A02C-47B077BD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F27BA-9165-42A2-AA26-36B4B942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C6E08-5C41-4096-96E4-4F8A7D30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0325F-42A7-4D07-9301-54649135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Types of LASER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A3830-C3BC-4874-853A-59F8A7E6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Types of LASER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57B0D-62BB-4D74-A110-BFC45456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D988B-3B8E-47D2-A14D-54DB39CE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B3070-6BE1-4A81-9E15-DA1E1EDA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C1349-7412-4FD0-8614-0C33CC09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DB0EA-97A1-42F5-8517-9DA6CD92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0398E-FCFE-4B51-8AA1-BB0B3BDF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E1014-CE51-437A-ABCC-056556EB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BD330-8B7D-441E-98A8-EAB5D658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41257-AE84-4999-A045-E6BF8BCE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178D6-7FD7-456A-A3AF-43987866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784391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E99454-D9A8-4142-9E88-4ECBEDA1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7821B-3FC6-4F79-9F63-20E10EF6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85465-4C7B-41C5-B6A1-F47BFD65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053EC-FB12-4F56-A43E-B8C51B67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AE015-6F57-4F4F-B1E0-D03354E8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D30B4-0411-434F-A9DA-2004C151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9AA53-6080-43CC-B52E-F42E4752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D25FF-E63D-4B09-951C-22137A67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DBBF1-CABE-470D-B545-0F165C45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Types of LA...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7C713-ADA3-4F39-B3C3-78B61EC9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6D958-042C-44BA-A196-E4E55769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2CA8F-54F9-4FBF-BC20-340A53BB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Types...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0F137-DE7C-42BC-BD22-6F16BC9F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871E15-2C00-48D5-85CF-4C5FB0C0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806FF-D6C0-487B-AD23-B7A56ADA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Types of LAS...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B3443B-5ADB-4E1D-B8E4-BEE06B2C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A3E78-7DF8-48A2-84DB-618840A1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B8E1F-7350-4F53-A507-F14695DC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Types of LA...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8ACB2-BDF5-49DE-B069-90F229D0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7851A4-0FF6-4C6A-8C57-8BD46AC6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16B71F-DD84-4BD0-BDAB-F79028AC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Types...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6D682A-641D-47E6-9285-F27764FC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68A5C-0D0E-45DC-BDBD-E78118FE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5086460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EC27D-E8D5-402C-A230-8BA91910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098FB-50A8-4645-BBCE-A98BF090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5C417-FB01-4C85-B211-7CF3C2BF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0ED6D-C865-4A28-B92A-92F54E00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1551D-6F2F-4EEC-8034-F37FF7C2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4D6F7-9A47-4FDC-B651-12434263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910EA-C9CC-4E7F-B2C9-9DEDCD86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C43DC-833E-4E5B-A323-256DE785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38575-FAC1-4F18-A456-0E872AED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329E2-0289-4F92-8B9D-D15BAC10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2880A-8927-4D65-8321-A17EBDE1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E95EE-42AF-4A4A-A22B-DE1497F0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920D9-D74B-4323-AF74-68D9AB67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8BD1CA-7EA0-4544-9A65-B2F1A07D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100AE-E19F-453C-8DEE-F5E193A6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5335570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82FBB-BA25-4DBC-8F58-402A6399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9F28F-7DD4-4A7E-B3EF-44C13AE9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8F3C4-8A83-4528-932F-056A0905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CB924-68E2-4AFF-87BD-544CEB64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364D0-A0A6-49D2-8FF4-18E4993A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64FFD-5DCB-4E0F-9B65-EEE2C779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Types of LASER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B95B5-EF7F-4E4C-8050-F5852744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9C65A-9542-4FB2-BA0B-63D2FA40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AFA16-279A-48D5-830F-25285E65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4F9B5-FD3D-4F0F-B6F7-1A769523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3ABA4-58B6-41C4-AC12-B8F08582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389293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4BA65D-26F2-45AD-B924-5DC3BA14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7EBFC-6241-45A0-BAAA-C4CBB05D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35182-1999-4F6F-B98F-A766EB52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5DEB7-7474-48C9-9481-ABED57BC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F319C-383B-4765-84E9-9B2C6318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Semiconductor diode LASER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9AF22-0C16-435C-A456-7498B3A4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Semiconductor diode LASER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09915-FB1D-4D86-9109-BC9982A4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07CD0-D62E-4DC1-93C8-AB6BF03E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BF265-A5D5-4600-AB22-0951812E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1F123-A57B-4E2A-B9DE-3883CEC8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A78A2-36B7-42BE-996B-C3357E74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7B12B-E6B9-416F-9ACE-6EDF06A5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68297-38B2-44C3-A4E6-06BE6812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333DE-A704-498A-98E3-08D47CBA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61DCC-97C8-47AC-B6ED-49F68085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55F06B-3F31-442B-9ACC-916A6417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829801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FBD3B4-A292-407F-8633-39AB4CE1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50A09-4F24-447F-9992-C0BC07DB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27ED0-AA1B-476F-9CFF-FB7C14FC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4684B-6193-48EE-A66C-FFC73B77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E0338-2301-4202-B3F8-95839E9B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30748-166B-4615-83FD-A02137B0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800FD-DF6D-43EF-9639-1D504842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A1011-A7A2-4F9A-8A21-FBAADBD0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EDFCC-7133-4B56-9B14-34068A8D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Semiconduct...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0D885-FC5C-4AAA-AE67-F93B563B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56390-E3EC-4915-A0AD-9A1FF9CD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F0DB4-02FD-4A33-BCE4-5639D867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Semico...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7CECD-B51F-4FF4-9695-67C5EF51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4EFB3-EAD9-42DE-BA38-A160941B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3C460-2C21-4697-AD37-31B551E2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Semiconducto...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9DB4FB-3141-45D2-8F91-B9E0E891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3ABC3-1799-400E-A8FA-8478EA54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1EAB41-8676-4576-96DB-164C207F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Semiconduct...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F69EAF-2A4D-464C-995B-4E5A2095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D8ECB0-9E12-4373-9333-A46D7DC5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7850A9-927A-468F-BEAD-F32B22BA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Semico...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5DA2D8-ADB4-4175-8C89-A05469D6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71DA93-6EE4-47EA-8899-B788471D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97375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706E0F-CBB1-41B3-8435-68EEE6C7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8D707-C744-4B85-B451-A1893A9C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6B3CF-2764-4FE6-A15F-86D81783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55AA3-683E-47D8-AB62-B87535F5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4D8B8-DBF2-4CFB-84E8-F6A9693E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CAB10-9607-4B3B-A080-FBF3E5C3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31742-AED1-4C3E-B671-70F4264C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BF4EC-86DA-4263-B3FB-77CD6457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A1E16-2463-4A61-8B93-86666FA1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F38D8-CC15-47B0-9AC4-9C42C999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1AEA4-3D9B-443F-B144-436E224A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F1F0C-28DC-41BD-8F39-324B9DC3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0499C-C156-4920-9946-3B5A56D3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366A2-8D33-48B6-A444-174D42B2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66FCC9-98F9-44AC-903E-27B9D978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964411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C32FF-B2CE-4261-B77F-9048DA12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0FC35-8E6E-40EC-BAD9-BF87CB64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5F882-9F21-4BF9-82D5-8DA5E060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D272B-CCB6-44AB-908A-29449C56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3390F-C919-47C5-8D02-E420100E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F232C-34CB-4EC0-B8B2-5F2E0899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Semiconductor diode LASER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C76F4-54E0-45B8-89B8-990CAD59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9525B-04FB-453E-A934-B6E7838B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4E13F-E812-4D5D-8D3C-0CA3636F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A5F51-66D2-47FA-9CA1-3410140D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6F28B2-3A8A-4C1D-A1A4-D7EFDA22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689565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90FE5-8C66-4154-93CA-7EC69D67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CB946-A266-47C2-920F-A1EDA611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97FDE-708D-43EA-8EC6-46374EE4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22897-7A34-4E5B-86AF-DB2709C2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B35D9-7572-42B6-B0C4-847CEA5A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Use of attenua- 15092025 2 2 tors for single photon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DAFA2-A397-4DB4-A52C-1419A91E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Use of attenua- 15092025 2 2 tors for sin...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F35B6-1D4A-461E-B0E6-7A109D31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EFB5E-5775-4248-80CC-D5678EA5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BDF52-8833-4FC4-9561-545D0613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9722F-C371-496B-85EB-DD63B4AC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C3B61-8DD8-4DE9-B883-D27E062C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B8C8E-F829-4CA0-BE96-9AB0346F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52E91-0D22-44FF-8B4E-AE796528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1DE4C-DCC9-4236-8D05-7D718380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3D7DB-4BF0-4DDB-B07A-78516945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24065-BEB9-4F09-91CC-7E79C499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594224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1F6C18-451D-4E34-8DAA-ED356BBA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4F9B3-A24C-4A65-B331-FAB377A1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6C405-A66F-4297-A5F6-EF887104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C46D4-7240-4BEF-9515-99B03E14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765B9-B74A-4C80-AD7E-309E9C3B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97724-A93D-4B65-A07D-5592495C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2A771-0924-4EBC-B724-67604013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8B4AD-030C-4662-BD6E-5BA9D9AD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53251-C8EB-410F-9155-5C26B43F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Use of atte...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3908A-A9A8-48DD-B42F-937D2049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99E35-DDEE-4B2C-A75F-DCAB8DA9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54DBE-B8C3-4694-A2AE-F112DF70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Use of...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BC133-F787-4C18-8535-9B9062C2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785F5-5871-4292-B5C5-848544C2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4A8CD6-465D-4D0D-ABFC-19D1010C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Use of atten...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B8351-E205-4F34-B93A-A3614792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85D80-0054-4F68-BE3C-FBE1EC51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EA99CD-380F-4BCF-9747-E6E83FE5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Use of atte...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35EEC-BA24-4A87-8B44-E9804EFF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404D7-B8F0-45FB-A2B0-EA4E4E1F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18783A-772A-44EA-BE7E-1D72628A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Use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0E8E9-3151-4AC8-9ECA-3BEC154D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B5BAE4-7599-4D68-AD84-73A5BA0B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666116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1AF43-83A8-45EB-8EA2-2A2EB515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9735A-AB1A-40A1-B88B-1310FE83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3CF79-9928-43B6-B1C5-1C824A31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5AD56-4788-4307-918D-2AC946DB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47798-6614-4694-889C-6E5754E1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81CDD-D6E3-4DA2-A5A6-3A94A8ED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F87C0-3E3E-4093-BB1D-EC0CC0E4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6DC71-CD2E-48D3-B1DD-600EEFF7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94C50-A77E-4565-948C-F5AB9A96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F59B5-7A3D-4FA8-9B45-22BF85D3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EF782-ABB6-4A6C-8CAC-596C580D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45C34-DCD8-49E1-93C4-1B23D205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80C04-35EC-4484-8723-C51DD71B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F0206-F587-4BF2-B74D-187027BF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6273C-C788-49CC-B7AB-3BFDDCA8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17693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873D6-5675-41BC-8C57-4F3696C3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F384B-1E31-4E9E-8A38-8CDAD7A3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89EDA-1A0A-44D1-BB64-B18A2B50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7B151-9C50-4B5E-B31D-09EB3A21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F827A-803F-4381-9C55-9C932EF9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1F807-80EC-450E-8755-E249AB31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Use of attenua- 15092025 2 2 tors for single photon sourc...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32500-C743-4F46-9479-6A5B5FDB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57CBE-8CD5-4FAF-A729-554ACACC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0501C-D049-4D02-83FC-DE483DCB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5B65D-9EAA-4825-9E1E-F33FC16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DCCA8-E5C5-4341-91B9-C11AA428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1220699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D796A-30A1-4607-9233-84154BAF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83B3E-C85A-4C23-855B-ECD037E4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26EEF-F76B-41C9-A2B1-43265DDA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C7E50-603A-41FE-ABC7-7F9B61A9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E1511-0350-4971-939B-4366E84F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Optical modulators - Pockel's effect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D9DE7-C5AC-4DC1-8DC6-CF25C612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Optical modulators - Pockel's effect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FD4E3-C2E4-42EC-A6E5-32048CB9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8306D-21DC-4529-8352-04AEEE46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50F15-BA94-4C4F-B524-2E006DD5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4E083-1EC5-4F77-8B5A-19D8C095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9B386-610C-4E53-A20C-13F6EABD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DA002-7034-4BBD-939C-C837DA17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F6D48-1769-49AC-91DC-B325A1B2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DC99D-474B-4088-8A94-F6540045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CE7F7-8898-4ECC-AD8A-BE544E6F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A47FB-9BEB-4A15-B188-75450EAA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9940365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4A79D7-BAF7-4C09-82C2-A988F3A5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8F2AC-2C29-4DA4-8429-6117FC08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361F1-1E16-4DEC-9DAE-C6A3A61F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2DFE8-231C-4D86-A7DB-E67F6556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B8C9C-75E8-45B8-A6A9-BF1819D7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AEBC0-EFB4-48A4-873F-C53B09A5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F958C-08E5-4E0C-AE4D-BC425F98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1F489-F725-41BC-8884-7E049FA7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48AFB-4B86-47C9-8701-9276E65F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Optical mod...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D1F3C-CB0A-4AB6-A48B-36453383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3BC7E-A480-4882-9DC5-DF4E19A1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7EE53-0AD6-4906-9025-0E2C409B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Optica...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8B583-A6D7-464C-854B-EFF4DFCE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D4043-D312-4B33-AA05-F2EE833B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7CC58-0135-46CC-A091-5C29609F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Optical modu...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3F14CB-11DD-40FA-8D8E-F497505D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8B532-4CED-4557-B8DD-26BDD170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653A80-FF1E-4DFD-A324-FBA5A2E9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Optical mod...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93CC4-A65A-4068-B922-79AF5E46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0AC379-E5F7-4613-80BD-DDEC7EB3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412381-F636-4120-B9D0-6A1B9681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Optica...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91593D-C138-45C8-88D6-DCDA0CA7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B3D8E0-99E8-4078-ABA5-2F26D1BE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0695279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46304-E9D3-49D7-A3E7-165A3C90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8D49E-C9DE-4261-AD91-91186D5E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47231-5FB0-4093-85B7-A4A90D48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B4428-4B4D-47BF-BE20-6B15054C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8A578-C824-4B3C-BFC8-84B38199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183BB-0408-45EB-A2C6-BF10E783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3A86D-9ADC-43BE-9821-577E90EE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94A9D-3AC5-4C12-B5B4-9AA37A4E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37594-67FE-42AF-95F9-6584F403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19C39-B342-45BD-8E5D-B570167D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B5076-F5F5-45BF-9DD8-0B2A6BF3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A1394-6031-48A5-81E4-9FBA3A10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08C07-2C90-48EF-BF8B-0836C571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EDEB1-871A-477F-8093-90C0A475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472B9-F924-4931-A355-9EA092A8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6682985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7D354-7965-4A12-BD17-22544985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00FE2-22EB-4745-82B4-696D0987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7C8F5-F96A-4AC2-A16C-9BFBD94B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32C88-BA51-478B-8A60-2F1E4245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F3A12-4E1E-460C-BEF9-6F29DC89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FEABB-17CD-46FA-82DC-3DB946AF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Optical modulators - Pockel's effect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B5C1D-0522-4A7D-B940-BCFB811F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4EC22-0EA4-4DFC-A1A3-AA8DB8EE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38E3A-B547-4260-9BF5-7394240C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1B4C0-1E41-43D6-A359-7AFFC1F8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EF2FE-F66C-474F-B805-8C7F4062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8422079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20A04-DEE1-4E2C-A6D4-8630FFE8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BFD65-3BAE-41F7-A091-5C03D385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6B83D-4485-4CCD-867B-5A145377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D2CC0-1A70-443F-B7BD-3E92B56A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93891-D7D5-404E-BAEF-5A6034E8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Kerr effect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B85F4-3125-4B23-8F65-C61C6C83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Kerr effect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F68C8-9BC4-4C9F-9529-06FA9F1E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BEB73-DD46-45D5-8715-6DFC6227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219DF-EC3D-4B18-96BE-7F0ADC65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6A76B-5710-47C2-95FE-E713A56E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3B267-1130-4F33-8F85-8685E771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91661-4AED-4295-88F5-E82CD81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3F50A-FCB8-4EFB-A7D5-A7B71E35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EAE4F-0542-4565-B25B-45CADBEC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CE790-A172-435E-801B-8839BD52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AA900-7958-4AF7-8632-1A2DD413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3985187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1BE899-16D2-47E5-9F7C-68FDF5AC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1FB3B-A598-4B90-B5D5-C38C55E1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78BBA-68B5-43A1-A524-C043545A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FCD49-6C00-41E8-961D-97AE2444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96D8F-0377-4F37-BF60-EAE3F417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0047A-9D5E-4E99-AA12-CEEEBDE9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36DB0-B4E8-4D94-BCE7-A154DEC7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D2AE5-6C88-4E8B-AB40-8E84A79D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46AFD-19D1-43D9-ABB2-3F98A755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Kerr effect.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93681-FC2A-4E70-8391-A23F988C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3A6E5-EC07-4DF6-8AE5-077F29EC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C955D-9B14-4080-AEC2-8025E5B5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Kerr 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F142A-AEEB-4AE1-B079-5A16E585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2095A-A58C-457C-80F0-EB345AE0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72BEE-752E-4DEB-AC23-414D2E87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Kerr effect.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F9570A-36B0-4D72-BAE7-885F336E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30D761-320D-4A40-99F4-10C88C84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DBFE36-5AD0-4279-9415-C0E7F7B1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Kerr effect.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E545A3-A503-4542-99F8-1C9D88A1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4EDF9-513C-4527-B25B-1107E080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64F7EA-3001-4B15-85F4-3DEDA076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Kerr 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35C10-708A-46D5-95F7-238CD3A3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899EC5-0E55-4068-BA8D-2CD9E0D3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2780496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18218-6764-4E56-B48B-27F284C8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CC0AD-ADBA-4239-9DF7-BBEB7E05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A8905-A65F-4198-A8AE-865B8E2D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FE289-91EF-4982-AB4A-23682B75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76010-E45C-4059-AEE4-8B59F589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042E9-6F8F-43C3-8C3C-2FE2FD7B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65A63-885C-4ADF-A8AF-C0E366FE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51ECA-C003-419E-BD81-93D038D9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544D9-E6CE-4B1F-A330-FF89D674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E6A90-A236-4A05-88B0-0B6DDCF8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41EFA-1DC1-4201-8FED-DD6FC086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9F77E-088A-49E0-AC2A-A9617772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91D98-FDE6-400C-8313-8108B7C8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1D043-2F22-4E08-8279-4DA5DB02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D0AD4-FBB7-44AB-8CA7-8B2E0125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6843876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D821AA-DE87-41C5-A259-DDEAB02A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4429B-D6A1-4981-ADC5-CAA2C276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CF20E-6748-4DDE-B58D-CF62C2A2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B0CE8-4A20-4682-B362-8B822C34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5585D-28FD-49F8-8022-11C381E8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FC954-C94C-4E64-A077-2893AA30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Kerr effect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1DDB2-439B-4CFA-A677-5A62CF11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584F2-C477-4A7A-9D03-CBB959D1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83792-D7E8-4539-8D95-53970948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8258C-4E1E-42D1-9A6A-8DA69014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3F07B-E0A2-46EB-89D4-EF875370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73577483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417F4-AF56-4E64-8101-22179599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68734-854B-4754-A463-06B3D654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38D8F-F82F-4C00-B0DC-31A5BB3F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A7F2A-54D2-4E02-80CB-87F92E7D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B3166-8D6F-40B4-A76C-2CBCA248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Photodetectors - Single Photon Avalanche Diode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69228-BA4D-4EA3-A4F5-D8C13008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Photodetectors - Single Photon Avalanche...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14042-9CB0-4739-A5FB-E83B3D65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C1AE3-6261-4BFF-B029-D640682B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E7115-024A-41A1-BBBD-58C30C75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3AD54-CA8F-4DE6-BCC3-0D27A070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DD17A-A8E9-45F7-8298-64C61E86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A95A0-9AB6-4887-8036-96831ABD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682C9-5FE7-41C9-A1D0-5D1F1E9A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BAEDD-2160-4023-B564-7500287D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3AB4F-4B4C-44E8-A4D2-F7CE9759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4F1C8-A2CB-4B8E-A63D-8F696170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9201552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25CBB2-5906-4D14-B421-1A4DE3FB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9EFD1-21D8-433A-8079-6E2A74A4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628D1-7C62-472F-A7FD-C7A92FC2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896DF-225A-4C43-ABD5-FB2C8245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F9752-5A77-49C3-BC83-604B3D10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AEB19-E63B-47E1-985E-64D4D1EC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BCDCE-D3AF-42C4-BC19-1EE9D1FA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8035E-721B-4727-8DBA-D8F008CF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B1B8F-CB71-4153-8C55-9C6A7CDB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Photodetect...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E19AE-D793-4555-9D74-A5E226FE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4739F-9A3D-4BFB-B620-6083B6F8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7BA92-B021-4CE6-8853-7A93F6DE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Photod...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4797B-913E-4789-8CE4-D1C4585E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6C97D-6978-47DD-965C-3100F9C2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171E0-4145-4911-A26E-FBD804BE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Photodetecto...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A37DC-D0FA-41C2-BA2F-53DEA1D4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F41A3-B88F-4363-A1ED-832DA2C1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DCEDF3-E677-44A9-B462-497F9CAF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Photodetect...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651F9-FD72-4ABB-B52A-CB827341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9CBBE1-CDA6-4FB7-9914-E14443AC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DC2B79-12D6-4533-842F-3E353F79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Photod...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8AA48A-1580-4EEF-88FF-71E38780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84F27E-A308-40F8-9AD0-E79A2820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4175029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65F6B-C159-499D-9E9C-3C81157D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1B811-20E7-47AC-BA85-38BB3729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B9BB8-891E-4161-9326-354904DE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A3E08-C104-4814-9E92-81691DA5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A5A14-EB63-49ED-90C9-E21A3C52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6E3D1-5CFF-4559-8F94-2284FF02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3AE16-886F-4B88-A1A0-69771E50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78064-7716-428D-9C4E-50DE05CF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757B1-F8C9-4E13-865D-86476F16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988E4-1727-4467-AB8A-D3D01DD3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AA5D0-53ED-4EC2-A594-7E79FE8F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24617E-15F3-402E-A50B-2BBACA81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C09EF-5FB2-422E-8436-347637F8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15442-C9BD-4DBD-97C4-44C94105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83F45-0C9B-48D7-8FCB-AA03B7D7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9648137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68C96-DB05-4EA1-BFBD-714AA746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C9137-5239-4288-A0D3-354B391E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77180-7BA8-4FB8-A416-B16991CD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C823B-064C-4AF7-8FE9-A16FC7DA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2F7C5-910F-4E7D-AF63-B8E46B65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DE124-E6FE-457A-89D0-74E71C6D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Photodetectors - Single Photon Avalanche Diode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44163-02D2-413F-AD39-5E22AC1A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C88DB-1E5C-4EF9-B3EA-9617C38E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9FC9F-197E-498F-8EDD-356B2F76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7F60D-DDDF-4D69-A401-699F973A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C0C39-F12D-4EA6-98FB-099A13D3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2184041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C595F-A8BE-4E26-9D15-5BBC9754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8D0E7-C716-4BD2-AE07-EFD21B25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53973-F1CC-49C8-8286-513EEDB7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AE9B5-4404-43F6-B2AC-AA0F493E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19227-69D9-4395-B460-618039C9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57E88-378D-4992-8F1E-BA38F752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6865736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DEA28-2FD8-4140-808C-55ADE535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C8E97-86F7-4A3A-BB00-114227E3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97DDE-84F8-456B-9E9B-EB8EC3C3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A63E5-9C40-4B5E-B10E-7960CE57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57B70-A9D1-492C-AB1B-86176E1A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Photonics: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Interaction: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radiation: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matter: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Einstein: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81A0A-83ED-4623-B171-665D972F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58207352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60E5C-0A0A-4BF3-976B-A60A8A95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4EA20-D970-4D24-B212-A78C9054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DE0C2-0E61-4E0A-B7E3-ABE6060B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B6EA5-8F1B-4FD2-BD9F-2D84DFE4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19994-2165-4F4D-A205-41A77598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Physical setup: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Observable quantity: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Governing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Graph/equation: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meaning: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F7E7C-ADB4-42C9-AE8F-00E1F735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50067039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93B2F-EF97-40AA-9937-7CDE9AD6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755DB-EB52-4FDC-BF9E-57446B2B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9FC4C-DC76-48DC-BC10-7056778D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D6EF9-E0ED-488B-8703-09CC9D10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F86A2-09AC-4882-BEB8-CBD25261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Memorizing the final formula without identifying what changes physically in the setup.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389BD-7696-4312-886B-8EA6F07A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0542087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93EDF-5827-4BB1-81F9-3AA02CC7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3D341-A908-42DD-990F-BA79008E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A26C0-8A54-496D-B2CF-3E229D82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47933-C96B-4FA6-90B3-3086236F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170F3-F60E-4720-A45A-2AD58ADC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Photonics : Interaction of radiation with matter - Einstein's A and B c...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Prerequisites for lasing actions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Types of LASER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Semiconductor diode LASER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Use of attenua- 15092025 2 2 tors for single photon sources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CE6D2-2878-4C66-820E-907CFD1E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094D4-7270-4B5A-8661-1369B601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F9E3D-0D4D-4C23-B8B9-328E86DA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039828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2026-08-24T16:03:12.9560000Z</dcterms:created>
  <dcterms:modified xsi:type="dcterms:W3CDTF">2026-08-24T16:03:12.9560000Z</dcterms:modified>
</coreProperties>
</file>