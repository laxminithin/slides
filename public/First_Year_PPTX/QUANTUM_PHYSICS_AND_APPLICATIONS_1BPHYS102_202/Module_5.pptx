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d2372fa40342fb" /><Relationship Type="http://schemas.openxmlformats.org/officeDocument/2006/relationships/extended-properties" Target="/docProps/app.xml" Id="R4f2563d1b894468c" /><Relationship Type="http://schemas.openxmlformats.org/officeDocument/2006/relationships/officeDocument" Target="/ppt/presentation.xml" Id="R4ee7833bbad141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c5e483b93a4f3b"/>
  </p:sldMasterIdLst>
  <p:notesMasterIdLst>
    <p:notesMasterId xmlns:r="http://schemas.openxmlformats.org/officeDocument/2006/relationships" r:id="R52f43047d64344ed"/>
  </p:notesMasterIdLst>
  <p:sldIdLst>
    <p:sldId xmlns:r="http://schemas.openxmlformats.org/officeDocument/2006/relationships" id="256" r:id="Rde6daf4177a14b74"/>
    <p:sldId xmlns:r="http://schemas.openxmlformats.org/officeDocument/2006/relationships" id="257" r:id="Rc276a727d1b840c8"/>
    <p:sldId xmlns:r="http://schemas.openxmlformats.org/officeDocument/2006/relationships" id="258" r:id="R11dc1cb27cc745ff"/>
    <p:sldId xmlns:r="http://schemas.openxmlformats.org/officeDocument/2006/relationships" id="259" r:id="R5c8cbccddb7a4f79"/>
    <p:sldId xmlns:r="http://schemas.openxmlformats.org/officeDocument/2006/relationships" id="260" r:id="Rcdd0a24dc62549f5"/>
    <p:sldId xmlns:r="http://schemas.openxmlformats.org/officeDocument/2006/relationships" id="261" r:id="R65483b8ab4704a3a"/>
    <p:sldId xmlns:r="http://schemas.openxmlformats.org/officeDocument/2006/relationships" id="262" r:id="R6c065d38ebd743e8"/>
    <p:sldId xmlns:r="http://schemas.openxmlformats.org/officeDocument/2006/relationships" id="263" r:id="R7c3065bcdb094d34"/>
    <p:sldId xmlns:r="http://schemas.openxmlformats.org/officeDocument/2006/relationships" id="264" r:id="Rf0fefe9d621147dc"/>
    <p:sldId xmlns:r="http://schemas.openxmlformats.org/officeDocument/2006/relationships" id="265" r:id="Rbd8aae9c73824c9a"/>
    <p:sldId xmlns:r="http://schemas.openxmlformats.org/officeDocument/2006/relationships" id="266" r:id="R7d08472085de469d"/>
    <p:sldId xmlns:r="http://schemas.openxmlformats.org/officeDocument/2006/relationships" id="267" r:id="R4d8220ecf5f74572"/>
    <p:sldId xmlns:r="http://schemas.openxmlformats.org/officeDocument/2006/relationships" id="268" r:id="R28cf80d2a3aa4a59"/>
    <p:sldId xmlns:r="http://schemas.openxmlformats.org/officeDocument/2006/relationships" id="269" r:id="Rf00448f2fbb64da9"/>
    <p:sldId xmlns:r="http://schemas.openxmlformats.org/officeDocument/2006/relationships" id="270" r:id="R432d24c8acb3463e"/>
    <p:sldId xmlns:r="http://schemas.openxmlformats.org/officeDocument/2006/relationships" id="271" r:id="R85d1e61cdfec4063"/>
    <p:sldId xmlns:r="http://schemas.openxmlformats.org/officeDocument/2006/relationships" id="272" r:id="Rf2446b769fb4489f"/>
    <p:sldId xmlns:r="http://schemas.openxmlformats.org/officeDocument/2006/relationships" id="273" r:id="R9d8eab6ea1d44670"/>
    <p:sldId xmlns:r="http://schemas.openxmlformats.org/officeDocument/2006/relationships" id="274" r:id="Rbc3726d22f494013"/>
    <p:sldId xmlns:r="http://schemas.openxmlformats.org/officeDocument/2006/relationships" id="275" r:id="Rfbd978fae1104d0d"/>
    <p:sldId xmlns:r="http://schemas.openxmlformats.org/officeDocument/2006/relationships" id="276" r:id="R067af555f03f415a"/>
    <p:sldId xmlns:r="http://schemas.openxmlformats.org/officeDocument/2006/relationships" id="277" r:id="Rb1f4855a15944582"/>
    <p:sldId xmlns:r="http://schemas.openxmlformats.org/officeDocument/2006/relationships" id="278" r:id="R7eb5f8818d674161"/>
    <p:sldId xmlns:r="http://schemas.openxmlformats.org/officeDocument/2006/relationships" id="279" r:id="R25953bed561c4075"/>
    <p:sldId xmlns:r="http://schemas.openxmlformats.org/officeDocument/2006/relationships" id="280" r:id="R309c9af88837492e"/>
    <p:sldId xmlns:r="http://schemas.openxmlformats.org/officeDocument/2006/relationships" id="281" r:id="Ra815ffe1e0964ec1"/>
    <p:sldId xmlns:r="http://schemas.openxmlformats.org/officeDocument/2006/relationships" id="282" r:id="R09120914a63f41ed"/>
    <p:sldId xmlns:r="http://schemas.openxmlformats.org/officeDocument/2006/relationships" id="283" r:id="R3418bcf59c9445b2"/>
    <p:sldId xmlns:r="http://schemas.openxmlformats.org/officeDocument/2006/relationships" id="284" r:id="Rfb422126dc8f4ae5"/>
    <p:sldId xmlns:r="http://schemas.openxmlformats.org/officeDocument/2006/relationships" id="285" r:id="R9ff1bdc7af204032"/>
    <p:sldId xmlns:r="http://schemas.openxmlformats.org/officeDocument/2006/relationships" id="286" r:id="R47973d74f6264423"/>
    <p:sldId xmlns:r="http://schemas.openxmlformats.org/officeDocument/2006/relationships" id="287" r:id="Rd8c1ff341bd44a8e"/>
    <p:sldId xmlns:r="http://schemas.openxmlformats.org/officeDocument/2006/relationships" id="288" r:id="Rcc106fe263ce48d5"/>
    <p:sldId xmlns:r="http://schemas.openxmlformats.org/officeDocument/2006/relationships" id="289" r:id="R0d5d1648eb77456a"/>
    <p:sldId xmlns:r="http://schemas.openxmlformats.org/officeDocument/2006/relationships" id="290" r:id="Rd4e0a93bb868405f"/>
    <p:sldId xmlns:r="http://schemas.openxmlformats.org/officeDocument/2006/relationships" id="291" r:id="Rd06dd2dac056472f"/>
    <p:sldId xmlns:r="http://schemas.openxmlformats.org/officeDocument/2006/relationships" id="292" r:id="R7b8126e8efcf432f"/>
    <p:sldId xmlns:r="http://schemas.openxmlformats.org/officeDocument/2006/relationships" id="293" r:id="R8ab69b984402472c"/>
    <p:sldId xmlns:r="http://schemas.openxmlformats.org/officeDocument/2006/relationships" id="294" r:id="Rca3a4bb297f34cbf"/>
    <p:sldId xmlns:r="http://schemas.openxmlformats.org/officeDocument/2006/relationships" id="295" r:id="R080a7cd715824f90"/>
    <p:sldId xmlns:r="http://schemas.openxmlformats.org/officeDocument/2006/relationships" id="296" r:id="Rd5258e73e81e4917"/>
    <p:sldId xmlns:r="http://schemas.openxmlformats.org/officeDocument/2006/relationships" id="297" r:id="R099472e14efa43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04f9a8b6c547ca" /><Relationship Type="http://schemas.openxmlformats.org/officeDocument/2006/relationships/slideMaster" Target="/ppt/slideMasters/slideMaster1.xml" Id="R9bc5e483b93a4f3b" /><Relationship Type="http://schemas.openxmlformats.org/officeDocument/2006/relationships/notesMaster" Target="/ppt/notesMasters/notesMaster1.xml" Id="R52f43047d64344ed" /><Relationship Type="http://schemas.openxmlformats.org/officeDocument/2006/relationships/presProps" Target="/ppt/presProps.xml" Id="R7d3f53115bfb4b84" /><Relationship Type="http://schemas.openxmlformats.org/officeDocument/2006/relationships/tableStyles" Target="/ppt/tableStyles.xml" Id="R0482556761dd4ce3" /><Relationship Type="http://schemas.openxmlformats.org/officeDocument/2006/relationships/slide" Target="/ppt/slides/slide1.xml" Id="Rde6daf4177a14b74" /><Relationship Type="http://schemas.openxmlformats.org/officeDocument/2006/relationships/slide" Target="/ppt/slides/slide2.xml" Id="Rc276a727d1b840c8" /><Relationship Type="http://schemas.openxmlformats.org/officeDocument/2006/relationships/slide" Target="/ppt/slides/slide3.xml" Id="R11dc1cb27cc745ff" /><Relationship Type="http://schemas.openxmlformats.org/officeDocument/2006/relationships/slide" Target="/ppt/slides/slide4.xml" Id="R5c8cbccddb7a4f79" /><Relationship Type="http://schemas.openxmlformats.org/officeDocument/2006/relationships/slide" Target="/ppt/slides/slide5.xml" Id="Rcdd0a24dc62549f5" /><Relationship Type="http://schemas.openxmlformats.org/officeDocument/2006/relationships/slide" Target="/ppt/slides/slide6.xml" Id="R65483b8ab4704a3a" /><Relationship Type="http://schemas.openxmlformats.org/officeDocument/2006/relationships/slide" Target="/ppt/slides/slide7.xml" Id="R6c065d38ebd743e8" /><Relationship Type="http://schemas.openxmlformats.org/officeDocument/2006/relationships/slide" Target="/ppt/slides/slide8.xml" Id="R7c3065bcdb094d34" /><Relationship Type="http://schemas.openxmlformats.org/officeDocument/2006/relationships/slide" Target="/ppt/slides/slide9.xml" Id="Rf0fefe9d621147dc" /><Relationship Type="http://schemas.openxmlformats.org/officeDocument/2006/relationships/slide" Target="/ppt/slides/slide10.xml" Id="Rbd8aae9c73824c9a" /><Relationship Type="http://schemas.openxmlformats.org/officeDocument/2006/relationships/slide" Target="/ppt/slides/slide11.xml" Id="R7d08472085de469d" /><Relationship Type="http://schemas.openxmlformats.org/officeDocument/2006/relationships/slide" Target="/ppt/slides/slide12.xml" Id="R4d8220ecf5f74572" /><Relationship Type="http://schemas.openxmlformats.org/officeDocument/2006/relationships/slide" Target="/ppt/slides/slide13.xml" Id="R28cf80d2a3aa4a59" /><Relationship Type="http://schemas.openxmlformats.org/officeDocument/2006/relationships/slide" Target="/ppt/slides/slide14.xml" Id="Rf00448f2fbb64da9" /><Relationship Type="http://schemas.openxmlformats.org/officeDocument/2006/relationships/slide" Target="/ppt/slides/slide15.xml" Id="R432d24c8acb3463e" /><Relationship Type="http://schemas.openxmlformats.org/officeDocument/2006/relationships/slide" Target="/ppt/slides/slide16.xml" Id="R85d1e61cdfec4063" /><Relationship Type="http://schemas.openxmlformats.org/officeDocument/2006/relationships/slide" Target="/ppt/slides/slide17.xml" Id="Rf2446b769fb4489f" /><Relationship Type="http://schemas.openxmlformats.org/officeDocument/2006/relationships/slide" Target="/ppt/slides/slide18.xml" Id="R9d8eab6ea1d44670" /><Relationship Type="http://schemas.openxmlformats.org/officeDocument/2006/relationships/slide" Target="/ppt/slides/slide19.xml" Id="Rbc3726d22f494013" /><Relationship Type="http://schemas.openxmlformats.org/officeDocument/2006/relationships/slide" Target="/ppt/slides/slide20.xml" Id="Rfbd978fae1104d0d" /><Relationship Type="http://schemas.openxmlformats.org/officeDocument/2006/relationships/slide" Target="/ppt/slides/slide21.xml" Id="R067af555f03f415a" /><Relationship Type="http://schemas.openxmlformats.org/officeDocument/2006/relationships/slide" Target="/ppt/slides/slide22.xml" Id="Rb1f4855a15944582" /><Relationship Type="http://schemas.openxmlformats.org/officeDocument/2006/relationships/slide" Target="/ppt/slides/slide23.xml" Id="R7eb5f8818d674161" /><Relationship Type="http://schemas.openxmlformats.org/officeDocument/2006/relationships/slide" Target="/ppt/slides/slide24.xml" Id="R25953bed561c4075" /><Relationship Type="http://schemas.openxmlformats.org/officeDocument/2006/relationships/slide" Target="/ppt/slides/slide25.xml" Id="R309c9af88837492e" /><Relationship Type="http://schemas.openxmlformats.org/officeDocument/2006/relationships/slide" Target="/ppt/slides/slide26.xml" Id="Ra815ffe1e0964ec1" /><Relationship Type="http://schemas.openxmlformats.org/officeDocument/2006/relationships/slide" Target="/ppt/slides/slide27.xml" Id="R09120914a63f41ed" /><Relationship Type="http://schemas.openxmlformats.org/officeDocument/2006/relationships/slide" Target="/ppt/slides/slide28.xml" Id="R3418bcf59c9445b2" /><Relationship Type="http://schemas.openxmlformats.org/officeDocument/2006/relationships/slide" Target="/ppt/slides/slide29.xml" Id="Rfb422126dc8f4ae5" /><Relationship Type="http://schemas.openxmlformats.org/officeDocument/2006/relationships/slide" Target="/ppt/slides/slide30.xml" Id="R9ff1bdc7af204032" /><Relationship Type="http://schemas.openxmlformats.org/officeDocument/2006/relationships/slide" Target="/ppt/slides/slide31.xml" Id="R47973d74f6264423" /><Relationship Type="http://schemas.openxmlformats.org/officeDocument/2006/relationships/slide" Target="/ppt/slides/slide32.xml" Id="Rd8c1ff341bd44a8e" /><Relationship Type="http://schemas.openxmlformats.org/officeDocument/2006/relationships/slide" Target="/ppt/slides/slide33.xml" Id="Rcc106fe263ce48d5" /><Relationship Type="http://schemas.openxmlformats.org/officeDocument/2006/relationships/slide" Target="/ppt/slides/slide34.xml" Id="R0d5d1648eb77456a" /><Relationship Type="http://schemas.openxmlformats.org/officeDocument/2006/relationships/slide" Target="/ppt/slides/slide35.xml" Id="Rd4e0a93bb868405f" /><Relationship Type="http://schemas.openxmlformats.org/officeDocument/2006/relationships/slide" Target="/ppt/slides/slide36.xml" Id="Rd06dd2dac056472f" /><Relationship Type="http://schemas.openxmlformats.org/officeDocument/2006/relationships/slide" Target="/ppt/slides/slide37.xml" Id="R7b8126e8efcf432f" /><Relationship Type="http://schemas.openxmlformats.org/officeDocument/2006/relationships/slide" Target="/ppt/slides/slide38.xml" Id="R8ab69b984402472c" /><Relationship Type="http://schemas.openxmlformats.org/officeDocument/2006/relationships/slide" Target="/ppt/slides/slide39.xml" Id="Rca3a4bb297f34cbf" /><Relationship Type="http://schemas.openxmlformats.org/officeDocument/2006/relationships/slide" Target="/ppt/slides/slide40.xml" Id="R080a7cd715824f90" /><Relationship Type="http://schemas.openxmlformats.org/officeDocument/2006/relationships/slide" Target="/ppt/slides/slide41.xml" Id="Rd5258e73e81e4917" /><Relationship Type="http://schemas.openxmlformats.org/officeDocument/2006/relationships/slide" Target="/ppt/slides/slide42.xml" Id="R099472e14efa43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245dc1e4174c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1fc39b0c28463b" /><Relationship Type="http://schemas.openxmlformats.org/officeDocument/2006/relationships/notesMaster" Target="/ppt/notesMasters/notesMaster1.xml" Id="R650c6f9f722644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fb0f8594e4440b" /><Relationship Type="http://schemas.openxmlformats.org/officeDocument/2006/relationships/notesMaster" Target="/ppt/notesMasters/notesMaster1.xml" Id="R3f64d17205b047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ed1b5f7cb2453d" /><Relationship Type="http://schemas.openxmlformats.org/officeDocument/2006/relationships/notesMaster" Target="/ppt/notesMasters/notesMaster1.xml" Id="R1a3750801e7645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2abed6343c492c" /><Relationship Type="http://schemas.openxmlformats.org/officeDocument/2006/relationships/notesMaster" Target="/ppt/notesMasters/notesMaster1.xml" Id="Ra25dd38147794d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019baf3a6d4240" /><Relationship Type="http://schemas.openxmlformats.org/officeDocument/2006/relationships/notesMaster" Target="/ppt/notesMasters/notesMaster1.xml" Id="R4e6aea08912346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e1272c6d234aec" /><Relationship Type="http://schemas.openxmlformats.org/officeDocument/2006/relationships/notesMaster" Target="/ppt/notesMasters/notesMaster1.xml" Id="R0cf61259b8b14c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97519be1fd4991" /><Relationship Type="http://schemas.openxmlformats.org/officeDocument/2006/relationships/notesMaster" Target="/ppt/notesMasters/notesMaster1.xml" Id="R6bca7dfeda6e4c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d9905c6b7445a5" /><Relationship Type="http://schemas.openxmlformats.org/officeDocument/2006/relationships/notesMaster" Target="/ppt/notesMasters/notesMaster1.xml" Id="R92a97b0742b848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4e0db0d69044c7" /><Relationship Type="http://schemas.openxmlformats.org/officeDocument/2006/relationships/notesMaster" Target="/ppt/notesMasters/notesMaster1.xml" Id="R360a9322526345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2907bdd7a44b59" /><Relationship Type="http://schemas.openxmlformats.org/officeDocument/2006/relationships/notesMaster" Target="/ppt/notesMasters/notesMaster1.xml" Id="R1d99e61680e346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45929e68a048ed" /><Relationship Type="http://schemas.openxmlformats.org/officeDocument/2006/relationships/notesMaster" Target="/ppt/notesMasters/notesMaster1.xml" Id="R0c5c476f0f224e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a9be4a81564b28" /><Relationship Type="http://schemas.openxmlformats.org/officeDocument/2006/relationships/notesMaster" Target="/ppt/notesMasters/notesMaster1.xml" Id="R678fa81564f148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12210dccb94681" /><Relationship Type="http://schemas.openxmlformats.org/officeDocument/2006/relationships/notesMaster" Target="/ppt/notesMasters/notesMaster1.xml" Id="R2d82f439233f45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c0d830e6514ee5" /><Relationship Type="http://schemas.openxmlformats.org/officeDocument/2006/relationships/notesMaster" Target="/ppt/notesMasters/notesMaster1.xml" Id="R3b2de9f137f245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d34028bc7f4b53" /><Relationship Type="http://schemas.openxmlformats.org/officeDocument/2006/relationships/notesMaster" Target="/ppt/notesMasters/notesMaster1.xml" Id="Ra9c0953719e546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ff61a53fdb45b8" /><Relationship Type="http://schemas.openxmlformats.org/officeDocument/2006/relationships/notesMaster" Target="/ppt/notesMasters/notesMaster1.xml" Id="R4f4d220f046e425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39f15c0bcf48be" /><Relationship Type="http://schemas.openxmlformats.org/officeDocument/2006/relationships/notesMaster" Target="/ppt/notesMasters/notesMaster1.xml" Id="R25f7844258df4c9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05bfe4ca9e40e6" /><Relationship Type="http://schemas.openxmlformats.org/officeDocument/2006/relationships/notesMaster" Target="/ppt/notesMasters/notesMaster1.xml" Id="R561f9eb14c28487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3fe447bfc842a2" /><Relationship Type="http://schemas.openxmlformats.org/officeDocument/2006/relationships/notesMaster" Target="/ppt/notesMasters/notesMaster1.xml" Id="R8fb9ef4f71f749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d873a9a55e49db" /><Relationship Type="http://schemas.openxmlformats.org/officeDocument/2006/relationships/notesMaster" Target="/ppt/notesMasters/notesMaster1.xml" Id="R626e18f225824c8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f56b6b011c4ad2" /><Relationship Type="http://schemas.openxmlformats.org/officeDocument/2006/relationships/notesMaster" Target="/ppt/notesMasters/notesMaster1.xml" Id="Rcab52d95650e4f2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8836eabd154f78" /><Relationship Type="http://schemas.openxmlformats.org/officeDocument/2006/relationships/notesMaster" Target="/ppt/notesMasters/notesMaster1.xml" Id="Rbabb9db5c6364ed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9092d82b784992" /><Relationship Type="http://schemas.openxmlformats.org/officeDocument/2006/relationships/notesMaster" Target="/ppt/notesMasters/notesMaster1.xml" Id="R62da6997209648d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04c7027dbe04614" /><Relationship Type="http://schemas.openxmlformats.org/officeDocument/2006/relationships/notesMaster" Target="/ppt/notesMasters/notesMaster1.xml" Id="Rb822a54dd5b148e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785bdc8238a47cd" /><Relationship Type="http://schemas.openxmlformats.org/officeDocument/2006/relationships/notesMaster" Target="/ppt/notesMasters/notesMaster1.xml" Id="R3b511bc82a8c4b3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fb6824047b34570" /><Relationship Type="http://schemas.openxmlformats.org/officeDocument/2006/relationships/notesMaster" Target="/ppt/notesMasters/notesMaster1.xml" Id="R719bb1f4a6ac4d2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b7fac23cdaa454b" /><Relationship Type="http://schemas.openxmlformats.org/officeDocument/2006/relationships/notesMaster" Target="/ppt/notesMasters/notesMaster1.xml" Id="R8510e31518f84b6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bb0cee7adf43d8" /><Relationship Type="http://schemas.openxmlformats.org/officeDocument/2006/relationships/notesMaster" Target="/ppt/notesMasters/notesMaster1.xml" Id="R821215b5c64f44e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16cfc4b658e4b73" /><Relationship Type="http://schemas.openxmlformats.org/officeDocument/2006/relationships/notesMaster" Target="/ppt/notesMasters/notesMaster1.xml" Id="Rf487fab0d5034dc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5ae57866f2344b4" /><Relationship Type="http://schemas.openxmlformats.org/officeDocument/2006/relationships/notesMaster" Target="/ppt/notesMasters/notesMaster1.xml" Id="R147a863b4e0e4ee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958ad88462c4e3b" /><Relationship Type="http://schemas.openxmlformats.org/officeDocument/2006/relationships/notesMaster" Target="/ppt/notesMasters/notesMaster1.xml" Id="Rdb96321d25f247a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0484bb0f7644ca8" /><Relationship Type="http://schemas.openxmlformats.org/officeDocument/2006/relationships/notesMaster" Target="/ppt/notesMasters/notesMaster1.xml" Id="Rd36896dc3bd04bc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6c170a32da54cf1" /><Relationship Type="http://schemas.openxmlformats.org/officeDocument/2006/relationships/notesMaster" Target="/ppt/notesMasters/notesMaster1.xml" Id="R2feee389cd5944d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d3f1b79c50c4177" /><Relationship Type="http://schemas.openxmlformats.org/officeDocument/2006/relationships/notesMaster" Target="/ppt/notesMasters/notesMaster1.xml" Id="R54214e3939ea410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795c2b03b814c72" /><Relationship Type="http://schemas.openxmlformats.org/officeDocument/2006/relationships/notesMaster" Target="/ppt/notesMasters/notesMaster1.xml" Id="Rf50cb86fda5a4de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bf35c81d45a4d76" /><Relationship Type="http://schemas.openxmlformats.org/officeDocument/2006/relationships/notesMaster" Target="/ppt/notesMasters/notesMaster1.xml" Id="Rdadf66e8caf444f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b2dc3a201f44df0" /><Relationship Type="http://schemas.openxmlformats.org/officeDocument/2006/relationships/notesMaster" Target="/ppt/notesMasters/notesMaster1.xml" Id="R7260a24bf0e048f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7beab6cd5134719" /><Relationship Type="http://schemas.openxmlformats.org/officeDocument/2006/relationships/notesMaster" Target="/ppt/notesMasters/notesMaster1.xml" Id="R49bd03dc3a7f41c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1bcfc1d84c448ee" /><Relationship Type="http://schemas.openxmlformats.org/officeDocument/2006/relationships/notesMaster" Target="/ppt/notesMasters/notesMaster1.xml" Id="R45821978612f4fe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d5282e0cf894403" /><Relationship Type="http://schemas.openxmlformats.org/officeDocument/2006/relationships/notesMaster" Target="/ppt/notesMasters/notesMaster1.xml" Id="Ra2a42d3e7e7b497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14f320a3a234a45" /><Relationship Type="http://schemas.openxmlformats.org/officeDocument/2006/relationships/notesMaster" Target="/ppt/notesMasters/notesMaster1.xml" Id="R5b984dec8538470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b23c8d458a64ee7" /><Relationship Type="http://schemas.openxmlformats.org/officeDocument/2006/relationships/notesMaster" Target="/ppt/notesMasters/notesMaster1.xml" Id="R381edea195584a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cdc9a1315045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cb83e30ca94cb1" /><Relationship Type="http://schemas.openxmlformats.org/officeDocument/2006/relationships/slideLayout" Target="/ppt/slideLayouts/slideLayout1.xml" Id="Rb79d8b9b2a9a42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9d8b9b2a9a42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de85023964832" /><Relationship Type="http://schemas.openxmlformats.org/officeDocument/2006/relationships/notesSlide" Target="/ppt/notesSlides/notesSlide1.xml" Id="R4c69bc388f5344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29925753947d1" /><Relationship Type="http://schemas.openxmlformats.org/officeDocument/2006/relationships/notesSlide" Target="/ppt/notesSlides/notesSlide2.xml" Id="Rb58f280a668f45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72dda27e74735" /><Relationship Type="http://schemas.openxmlformats.org/officeDocument/2006/relationships/notesSlide" Target="/ppt/notesSlides/notesSlide3.xml" Id="Rb6c1fc3b73214a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529854a8b4a8f" /><Relationship Type="http://schemas.openxmlformats.org/officeDocument/2006/relationships/notesSlide" Target="/ppt/notesSlides/notesSlide4.xml" Id="R6b399c27205c48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d8b7124d44397" /><Relationship Type="http://schemas.openxmlformats.org/officeDocument/2006/relationships/notesSlide" Target="/ppt/notesSlides/notesSlide5.xml" Id="R4fff41972fe946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f901da5fa4bea" /><Relationship Type="http://schemas.openxmlformats.org/officeDocument/2006/relationships/notesSlide" Target="/ppt/notesSlides/notesSlide6.xml" Id="R6e1456694a3a4e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558381c2045e4" /><Relationship Type="http://schemas.openxmlformats.org/officeDocument/2006/relationships/notesSlide" Target="/ppt/notesSlides/notesSlide7.xml" Id="R193a7a4e17674e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5a1a2d7124ad4" /><Relationship Type="http://schemas.openxmlformats.org/officeDocument/2006/relationships/notesSlide" Target="/ppt/notesSlides/notesSlide8.xml" Id="R6e85edd73ae24f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397da3f9948e7" /><Relationship Type="http://schemas.openxmlformats.org/officeDocument/2006/relationships/notesSlide" Target="/ppt/notesSlides/notesSlide9.xml" Id="R9bc9cf1466f94a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169ab237444d1" /><Relationship Type="http://schemas.openxmlformats.org/officeDocument/2006/relationships/notesSlide" Target="/ppt/notesSlides/notesSlide10.xml" Id="Rf35cee06634743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487c3dcab4730" /><Relationship Type="http://schemas.openxmlformats.org/officeDocument/2006/relationships/notesSlide" Target="/ppt/notesSlides/notesSlide11.xml" Id="R044d157967c447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adebed36345c1" /><Relationship Type="http://schemas.openxmlformats.org/officeDocument/2006/relationships/notesSlide" Target="/ppt/notesSlides/notesSlide12.xml" Id="Rd58ee042b58846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d3953becc43ca" /><Relationship Type="http://schemas.openxmlformats.org/officeDocument/2006/relationships/notesSlide" Target="/ppt/notesSlides/notesSlide13.xml" Id="Rdcbe7fb6483545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85880652b4b29" /><Relationship Type="http://schemas.openxmlformats.org/officeDocument/2006/relationships/notesSlide" Target="/ppt/notesSlides/notesSlide14.xml" Id="R7bc3ba8f9ec943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221f8f01e44c1" /><Relationship Type="http://schemas.openxmlformats.org/officeDocument/2006/relationships/notesSlide" Target="/ppt/notesSlides/notesSlide15.xml" Id="R5b92df18228246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2deef5bf44715" /><Relationship Type="http://schemas.openxmlformats.org/officeDocument/2006/relationships/notesSlide" Target="/ppt/notesSlides/notesSlide16.xml" Id="Rb04c7488b31a4c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006ba2a6f4d76" /><Relationship Type="http://schemas.openxmlformats.org/officeDocument/2006/relationships/notesSlide" Target="/ppt/notesSlides/notesSlide17.xml" Id="R30232c53c4994c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60a7674f6406b" /><Relationship Type="http://schemas.openxmlformats.org/officeDocument/2006/relationships/notesSlide" Target="/ppt/notesSlides/notesSlide18.xml" Id="R11c8cf87454c476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b4a00494d463d" /><Relationship Type="http://schemas.openxmlformats.org/officeDocument/2006/relationships/notesSlide" Target="/ppt/notesSlides/notesSlide19.xml" Id="R3ad499bd9fbe40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a45b71997442a" /><Relationship Type="http://schemas.openxmlformats.org/officeDocument/2006/relationships/notesSlide" Target="/ppt/notesSlides/notesSlide20.xml" Id="Rd638bf88596044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69d9c909946b3" /><Relationship Type="http://schemas.openxmlformats.org/officeDocument/2006/relationships/notesSlide" Target="/ppt/notesSlides/notesSlide21.xml" Id="R8fa8564b8e4f443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30f3ac8d54c41" /><Relationship Type="http://schemas.openxmlformats.org/officeDocument/2006/relationships/notesSlide" Target="/ppt/notesSlides/notesSlide22.xml" Id="R0d55539881044aa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cd11743904858" /><Relationship Type="http://schemas.openxmlformats.org/officeDocument/2006/relationships/notesSlide" Target="/ppt/notesSlides/notesSlide23.xml" Id="Rc470366befc64f7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681b8e67d4351" /><Relationship Type="http://schemas.openxmlformats.org/officeDocument/2006/relationships/notesSlide" Target="/ppt/notesSlides/notesSlide24.xml" Id="R29564c9e4e114ce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5d6273aca4e3b" /><Relationship Type="http://schemas.openxmlformats.org/officeDocument/2006/relationships/notesSlide" Target="/ppt/notesSlides/notesSlide25.xml" Id="R8d85d8e00efd46f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3c07ac63d483f" /><Relationship Type="http://schemas.openxmlformats.org/officeDocument/2006/relationships/notesSlide" Target="/ppt/notesSlides/notesSlide26.xml" Id="R018cfe8ce16644b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1b011856945ac" /><Relationship Type="http://schemas.openxmlformats.org/officeDocument/2006/relationships/notesSlide" Target="/ppt/notesSlides/notesSlide27.xml" Id="Ra558380517de49c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1e147b98c4253" /><Relationship Type="http://schemas.openxmlformats.org/officeDocument/2006/relationships/notesSlide" Target="/ppt/notesSlides/notesSlide28.xml" Id="R9ab0e07b8bb4490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6350152574d9d" /><Relationship Type="http://schemas.openxmlformats.org/officeDocument/2006/relationships/notesSlide" Target="/ppt/notesSlides/notesSlide29.xml" Id="R8fd4402511a7455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a2f6a087b4333" /><Relationship Type="http://schemas.openxmlformats.org/officeDocument/2006/relationships/notesSlide" Target="/ppt/notesSlides/notesSlide30.xml" Id="Rd8a7cc577f0b4f3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978803ac444b4" /><Relationship Type="http://schemas.openxmlformats.org/officeDocument/2006/relationships/notesSlide" Target="/ppt/notesSlides/notesSlide31.xml" Id="Raf96dfaf0eda41e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796653369455e" /><Relationship Type="http://schemas.openxmlformats.org/officeDocument/2006/relationships/notesSlide" Target="/ppt/notesSlides/notesSlide32.xml" Id="Rc16ac4577163477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9b8fe93544cb1" /><Relationship Type="http://schemas.openxmlformats.org/officeDocument/2006/relationships/notesSlide" Target="/ppt/notesSlides/notesSlide33.xml" Id="R318db4f991b146e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31baefc284080" /><Relationship Type="http://schemas.openxmlformats.org/officeDocument/2006/relationships/notesSlide" Target="/ppt/notesSlides/notesSlide34.xml" Id="R55346a41eaa54f5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3222ed412441b" /><Relationship Type="http://schemas.openxmlformats.org/officeDocument/2006/relationships/notesSlide" Target="/ppt/notesSlides/notesSlide35.xml" Id="R389e6f1f4f234f8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b746416c24563" /><Relationship Type="http://schemas.openxmlformats.org/officeDocument/2006/relationships/notesSlide" Target="/ppt/notesSlides/notesSlide36.xml" Id="Rd69d4461d3d04dc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7e004bfbb40bf" /><Relationship Type="http://schemas.openxmlformats.org/officeDocument/2006/relationships/notesSlide" Target="/ppt/notesSlides/notesSlide37.xml" Id="Ra48e494cf453434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fda4d37ca479c" /><Relationship Type="http://schemas.openxmlformats.org/officeDocument/2006/relationships/notesSlide" Target="/ppt/notesSlides/notesSlide38.xml" Id="R00c34870a49748c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80377fb1b4e1b" /><Relationship Type="http://schemas.openxmlformats.org/officeDocument/2006/relationships/notesSlide" Target="/ppt/notesSlides/notesSlide39.xml" Id="R81387323e32b42a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e2c6ba75d442b" /><Relationship Type="http://schemas.openxmlformats.org/officeDocument/2006/relationships/notesSlide" Target="/ppt/notesSlides/notesSlide40.xml" Id="R3ac303a9865d485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9b043c4e84900" /><Relationship Type="http://schemas.openxmlformats.org/officeDocument/2006/relationships/notesSlide" Target="/ppt/notesSlides/notesSlide41.xml" Id="Rc64f41cf0d77473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53dd3b62d4149" /><Relationship Type="http://schemas.openxmlformats.org/officeDocument/2006/relationships/notesSlide" Target="/ppt/notesSlides/notesSlide42.xml" Id="R9ec30033e3f340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CFD9C-AE82-4A07-B4E8-4C315EB8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8CBF7-3585-4024-9C4E-D5621E9A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Quantum Computing: Moore's law - limitation of VLSI, Classical vs Quantum Computation, bit, Qubit and its properties, Bl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93B0C-58F5-4A6A-9AB2-9D6615A6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QUANTUM PHYSICS AND APPLICATIONS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1BPHYS102/202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068F0-504D-4268-9810-EAF4D8A8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7E293-7DB5-40E9-BF89-053998EE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D478C-F769-4052-8952-D60AB14B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38B96-D178-4C37-9BD6-8AC8BC1F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1FC33-5D17-4A7F-A583-7E227F34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25773-ECC0-43EB-B914-F1BEF7DD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7FACA-55D3-41E2-B573-3BE7800A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EF680-8B70-4F84-97AD-DA4F1730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AE37B-ECBE-4105-9BF3-7B5397C5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824FB-A798-4753-97B3-EBABF41D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32457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E36CE-03BF-4A32-96C6-DBC76FC6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5CE18-316E-461B-92B0-99D3E94A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71BC6-488C-4E0F-879C-5D9C2FC2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04B0A-72A8-458C-9FF8-8DE1C8B6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E47A6-2C27-49D2-9D9C-AAAE809F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59F6A-DB9A-4DDF-A7D9-EBB9505A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E078-0215-4A74-9F13-F606D954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3559E-86DC-4CE4-B300-2A57E2D2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6579E-7FF3-4FEC-8A08-F10B4326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5618D-5039-4DC1-8136-968ED9F0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F2558-485E-4EF0-87E1-FA574C4E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8EAC8-C517-4660-9C53-CAC09726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77CB0-3689-493A-B74D-7B9EEF62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1DFEA-430D-4F56-8CCF-E1FC5A68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D5156-BA4F-4E59-8DBB-D921CCFD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28902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8BA362-B283-4C98-BFF6-E5258CCD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8EE61-E5BD-4C4B-8278-78921F73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59BD9-EFB6-414E-B95A-8874EE67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A23A3-4254-4427-8689-4C0EA2D8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0018E-AA44-48A8-9389-A3AC2D8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022F9-973D-43E3-B922-08AF2AAE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2D3CC-ABE3-4239-B71B-651A9DA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486C6-3314-4F45-8CAF-CE72A0B1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EF195-0021-400A-B548-94C2FAC3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Quantum Computing: Moore's law - limitation of VLSI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D8460-3E37-40D9-AC56-469533E3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DDCA3-4737-4015-917C-C69BAAC0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22216-59DC-435A-93B8-1DD6F851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Classical vs Quantum Computation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B5F00-1C3F-4A31-85C2-92B4799D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A5252-AACA-43F8-9A7D-79B133DD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09B4C-21EC-4C5E-B2AE-DDDAF23F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Qubit and its properties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97453-AC92-4CBB-ACE3-2E7BF9A4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38C3A-D2E1-4102-89C0-8C91352F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626F1-D2BC-4BA2-B094-BF9114FE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Bloch Sphere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DA90F-5D07-45B2-81C1-ED601BE4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78FE9-A2EF-4C25-A2B6-6CF1C5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F0559-2CC2-4F18-8BD3-E5FEF032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Dirac notation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77756-552D-4C22-B203-A1A1C9E9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F09FC-1299-4F7B-85A7-6A877F02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278287-7043-4735-8CBC-674FC03D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Brief discussion on types of qubit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792CA-FAE8-4B65-B01A-AEB12372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8D7780-41D6-4B75-A7D1-A2E0C0F5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4AA0E-B1FB-446C-B3C5-A3484421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Superconducting qubits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09FE6A-40C8-4505-AABA-508D5F98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0BE8B-C444-4675-88AE-00368B98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065A5B-0E61-48EB-BEAC-0480964D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Harmonic oscillator (qualitative) - Need for anharmonicity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D0818-9737-4797-BEE4-87769D1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6A6B04-9B2D-49FF-AB18-A2637C97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27261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C35513-E8A4-414B-A919-71E5B6A8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2095F-31D6-4CB0-BDEF-249ABB48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986EC-DBB6-446C-987B-E31BE18E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8ABCC-CC40-4BE7-AD6E-02523AA8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96933-1762-48FD-8DA6-DAF6E30E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94345-49E1-4DB5-9EB5-BA7CCE4D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ADF0A-16E4-4C7D-9561-7A35DA86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2E8AE-13C7-4008-A42C-4A289DCB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Quantum Computing: Moore's law - limitation of VLSI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5D844-C6E3-4A91-9041-7D56C477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BB1B4-AF16-4826-AFB9-5EA59389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EA299-2654-4730-B4E4-DFA416A2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Classical vs Quantum Computation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203B2-81FB-4CA1-84ED-1F771EDB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64341-4410-468B-B6B1-BE007EBA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2233E-EFB1-4213-A051-85C8FFF3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Qubit and its properties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37660-7972-49BC-9DD1-36AFC5AF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41218-A3FD-43D4-8C79-B3849AB2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96383-BDA4-48ED-A61F-1EDAE72A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Bloch Sphere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665B6-DD96-4B8B-95C4-394B7948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370BE-FFEF-4EAF-9AB3-E057A7F5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C8E0A-E78D-4AEB-B325-81498CB8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Dirac notation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AE9B0-5F2A-4997-91F2-6DCA25BF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31534-2FC0-4933-80BA-FCED7C30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B7804-F5B1-4841-865F-96605B2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Brief discussion on types of qubit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284CDC-AC86-4CBD-A589-2C123978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680E5E-B3B1-498A-8C2E-B115FD2F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858EEF-D915-4723-A73A-60A4EE60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Superconducting qubits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23CE38-95CE-41AC-B01D-817DA60F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025166-46A8-4E1D-8597-221C97C8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56C166-F5E1-4A5C-98BC-CD3C6B37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72618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0574B-0B66-4E30-B7D5-BDC02156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FC742-34DB-4705-BB8E-719C0CD0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517D4-D513-4BD0-BCB3-5FC4124B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4C21C-AD35-4F9D-8139-6541EF21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036E9-C6B7-4139-AB8E-3F140ADD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Quantum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61C86-40A2-49CF-9A4D-29B34ACC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F6DCD-8394-448A-A4FD-D5815073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F736C-0A36-46E8-8513-79D43BA8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limitation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E96CE-DFDB-4E80-B49B-F68588E8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VLSI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7D6A6-23AE-42C3-B9CC-BD6EC144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Classical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5A431-DBDA-4C42-8E9F-F569F4FA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Computation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D04CC-02A5-4003-A88A-42E3E58D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Qubit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33A30-1E40-4D10-85B8-3C11F712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94DCB-48DD-4426-87A3-6135065C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Bloch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D357E-182F-4648-9411-F932658D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B01FD-4A97-40E6-9564-8FDF3D62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45457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21150-C55F-4CED-9659-52602C35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E1A39-CD63-4436-91CF-7D1E9BDE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8659E-D5B5-4B6C-887B-9D27C663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8659B-D127-4FA1-87BC-A58F8D64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003E9-6EA4-4A95-B907-8F735069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Quantum Computing: Moore's law - limitation of VLSI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B9813-C468-4FA5-82E2-CC6C0237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Quantum Computing: Moore's law - limitati...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823FC-F529-4D60-8F96-38DFBE3D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D032D-3B29-4B94-8E17-B9A27AF9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0FE73-AA21-4330-9777-7CFE4A17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47640-78D6-4AC8-9CC9-1B6F223E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93FCE-BECF-4B3C-9BA2-0966646E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57559-6011-443A-BEE3-C07761AF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969D6-1356-4F2D-8855-15F51AAE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30E59-3202-49F3-9D0A-C5D6C9F8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92BDA-A6EC-4750-8DE2-B244D155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FD92D-E9BD-49C5-96FC-D1094F84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00704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5BEF8-EDB0-4130-8A87-CE043331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2DF9C-A8E4-4578-9F7F-A4B42046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055A9-44FC-44A9-B6BD-9CD493A4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A15F8-0E46-4490-9B83-D59749BC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A995D-ADE3-41D8-8710-A9B6B778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7C570-6E70-46DD-A940-0F2325DD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BC6DA-1DFF-4DE6-898C-9A7BA047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205A7-72E1-443D-A0DD-1B36670E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61B37-611D-4224-884B-E1019544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Quantum Com...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A701D-69B1-4C32-935C-96C5C348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7DB83-C4F3-4F69-B23D-EE85F5B8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78463-85F4-4D60-B719-26207371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Quantu...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0C934-4D7C-427C-A628-6F3220EB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FB14C-DC2D-496E-B8F9-8BC7766D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C356B-7ADB-4005-82C4-627F6E49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Quantum Comp...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F9616-139A-4F6F-98F7-0A2507B9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D72CE-9B4B-45C0-B0A7-F56C7BFC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55267-A774-4DCC-BAAD-328C9F7E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Quantum Com...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6D33B-F9CE-4D9C-9D3E-8DC97572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D18D6-84A2-45E2-BA8E-8ECCCFF5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10F04-4D47-442F-AEB6-15A322F6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Quantu...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8A5BD4-ECFD-454B-A26E-A4029907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6211B-4599-4091-892C-8044A140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8185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A30B6-0C54-4602-A705-F167DFCE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26FF3-06A2-4FF7-A5A4-91610537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FF0CD-FB42-4B0A-846E-6EC2CE03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552D8-9180-4B59-9814-1077D48E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007D8-EC68-48E4-BB8F-83E36862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0F648-A991-4743-B7C4-FFDD7569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E5BC8-D884-4096-ADA3-808C81DD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0D58F-DD07-4204-9322-E1CBDD5F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1A562-9259-419F-853E-F88B8CB9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9A63F-5BFE-4A45-A59E-FF1717D5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4ACEE-1C5E-47BD-8B59-6681CA48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BB287-4343-47A6-9E10-780B53B7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04161-22E6-4FCC-883E-FAFE292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B702E-B083-41F7-A43F-907FA8BB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AD22F-9C6C-4351-9296-0D112A84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086328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680BC-5858-43F4-BB16-A93B158C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DB99D-9896-448C-BCFE-EEAF8DC6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D3EEB-9349-4907-B261-03B72B11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8AC18-155C-40C9-B964-C466542F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074FA-C8DC-45F9-850F-5E6A3A49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7383D-27EF-4BBA-B1C9-4F4197EB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Quantum Computing: Moore's law - limitation of VLSI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557D0-8F9B-4D7A-A237-3FBB85D8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731F2-3982-4280-9A11-DDFF1E1F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4EB3E-83BE-4060-BA93-84AD7301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E34C2-8894-46C4-B37F-2EFA1B84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73B4E-5B92-4D74-83E7-896B28BA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47331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2E845-7CAF-4BC1-A97C-AC706765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2A262-9CB1-46AA-B4E8-833B3E1A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984CC-9805-4C0E-91C8-B5AD1F6D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3A2F2-7A96-4F98-B57F-7D1A715C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C9B91-2BE7-4262-83C2-CC5F4A2D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Classical vs Quantum Computation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9F19A-7F96-44D7-B2FF-5B136302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Classical vs Quantum Computation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FD183-C225-41FF-846A-237CF559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F9185-3CCD-4597-B59E-F8E0E0C6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8DC1D-7EA9-4137-AB42-CD1310DF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82598-D229-4BAF-810A-760FBE67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06A75-903B-4540-95E8-4DBD59B6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9CE0E-15B4-4D32-BC74-6BADCDA3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5A837-1A78-420B-9663-23C87A25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4685D-23E5-41D5-B05D-1DE4288F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D4E33-B9B0-4756-99AD-684BAF47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70408-C47F-4DE0-BE0F-A30C7ED5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66849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DBBFD0-0A78-4F59-9A87-97F7BAAD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6F992-3217-4163-80A8-968C2BAA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6E0BD-C93A-4A44-9272-F9CFDC2B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74728-9162-4C9B-B0FA-93043879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D5C6E-83DA-480D-A1CF-128B4081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94787-1D95-4513-9DF3-6DB78D14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D614C-B5B2-43E0-A148-44C4D65F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AF6AC-C55A-4AEC-8FBE-F68FB35B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BF88F-32C6-4BF5-AF87-1F0C55AD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Classical v...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A4415-0970-464C-888E-1EE98740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A58DA-043C-4D43-A79C-47782125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EED26-CCA8-44B4-8140-847A167B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Classi...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D4793-35FC-45AC-B813-169832AA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0D63E-F705-4413-8601-17B7E3B5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2AB33-510C-4240-B246-DDAB8F8C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Classical vs...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432D5-4C3B-40E3-A691-22BE54E4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35E0D-5004-4254-BCE3-D28E916F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0C80A-C932-4DD0-B79D-CFBF8E9C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Classical 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E3CEC-09CE-4C00-8533-8DF63788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48F5F-15F0-4F5E-9493-05440AD6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E04F51-ED24-4C6A-B0BD-2003F488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Classi...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CC8C50-A7AF-4F10-A6DB-09F7F678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65B58F-8F9E-49CE-9B7C-38A1212A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312995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7EE56-946F-4EEC-BE60-D44D3042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6F527-1270-4D02-A342-65E0F771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DD449-7987-4629-B1A6-FE47E426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BBAD4-7F19-4422-A607-FD5CB92A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56153-2BC3-4389-B43A-39F6E2E6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DCEC1-1E80-4847-B786-E17BA62A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53FB1-3E25-4E09-8AD9-E0589657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F680D-F280-4ED3-B294-B1265E67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5CB33-9A13-420D-BBAE-9AFE95A5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3D72B-F584-4DDC-9944-D5ABBFFF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756F0-F976-4FA7-B4CA-F4AD91F1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3DA86-977F-48DB-851F-BAD2219F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00DFD-0495-43AC-B0AC-67A1BC94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D1502-3AAA-4472-AA51-F9A8A5D9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0C266-F4E4-43E4-A449-CA05508A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307940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E4E29-1A1A-4BE9-B947-808A8134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9BBAA-08FB-4C95-AC31-8CEDCB99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2D185-C625-4B09-9A6F-184046D1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1D6DA-9DE8-412B-9271-73EF3EBD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65E46-EFD4-4F59-9E16-F1FA253D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3041C-253B-45B3-8DB9-EBBCA35E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Classical vs Quantum Computation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9BB65-4480-46F5-ADB9-E8C0F77C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EF799-D51E-4E0B-9260-29A79B52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D66F2-61E9-4160-B71E-C75E6973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FAB8A-6D8B-404B-9CDC-32012B8E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9A1F1-FB93-44E9-B61F-AF329E62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174783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AB128-B9F9-4FDC-9A2E-247921D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6ACD6-458D-49C5-AD14-F7C14A20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86804-4048-44B9-8515-6897A8B2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C79AD-0785-452F-AA2B-D3CA18F0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063FF-C5AA-4AC3-965E-6B60A3EC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Qubit and its properties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289FB-5B21-4C72-B1CE-57620E20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Qubit and its properties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46110-358D-4E76-BB6A-F5C8768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189CC-37DB-4043-8901-8F9C5465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1F71B-4003-4EFE-8F73-55A7687C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63838-B6A6-4A40-B77E-A6C6D1D4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7C0C2-A362-48CF-AC81-5CB19E19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3B126-3E6A-4A0F-A7E0-11B0D4F2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4F4AD-5049-4003-AE09-0EEC7501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AD83D-B292-4609-825E-6D184294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5D320-5F65-4D77-9015-56392B39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705FD-1731-46BD-A8BF-EA69170D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106998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311C76-30C9-4926-B7F6-C978001F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A2470-69C4-4FE9-933E-6043C832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2122D-FCB7-47C9-84FF-216B4FBE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A2816-E347-44B5-A031-90EA266E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FB86F-E2C6-451F-A5BA-8080DEA1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F2C68-5661-4119-95E9-665FAC1C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318F3-7233-4393-B017-C6AE90D2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6697A-024A-4BD2-91ED-935C5177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98E50-0F74-4D7A-9B56-C0106F46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Qubit and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F58AC-8D82-46B8-B464-A1AD0233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172C6-68CB-4D66-9427-65F2E12A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547B8-6C59-4562-9847-77C14B44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Qubit...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6E0D9-46A0-42DE-88BE-E39087D4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93B62-8207-4199-AD54-F176253F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D2993-F242-4E89-8BA8-D35A86F4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Qubit and 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3032D-B934-4AD5-A9FB-82ACEBBF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7517B-CFA6-418C-A2D1-E042AE8F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DE79E2-68BB-49D4-A74E-1870C7E1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Qubit and 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5C2F9-3DC1-4C23-A62E-05B9DA03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98B2FE-D05A-47FA-A5EA-C29031C4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591F3-894F-436B-B260-6CFA3F9D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Qubit...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7E8DF-24ED-4A6A-871B-A666F22A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51738-85DB-46EB-9347-F4F0CD54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13739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0DF48-99E1-4F61-A8BE-DBF47E9F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454CF-839C-4C0F-A84D-EF7439E0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5C141-3359-4AD3-AEE6-8444860C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90D11-E3A3-47BB-99FE-CBB2592F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9B24A-3450-40F3-A485-ADC58281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1096D-8D64-433A-8EAF-74A3D9BE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73941-8601-49EE-A020-EF4E4FA2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86303-A811-4504-9F98-1C31B3EA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8A97F-F725-4D7E-8EE8-486C733D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81026-911C-49FE-8AEA-ACAD9F0F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3405C-4569-4B47-88C4-79AC273F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9F151-7933-4FE5-B7BE-78ED51FA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73B99-9637-43E8-B58C-540078CB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C6237-5D3F-491D-8F58-D11CFB16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54BE6-0299-46D4-A532-A91B0CA1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744425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475EC-B7A9-48A3-8356-BCD8D56D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7316D-D07C-4DC8-9471-318EEA36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9395B-2705-425A-9941-64E4AFE9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90C62-7F75-4C55-BB1B-8A25AD04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DA1D9-1CF7-4A2D-9404-687AEDE7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F3667-619A-4C9D-AB6A-14DFD70C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Qubit and its properties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EBD46-7009-4747-8D77-8D30E60D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4EF25-F79A-4C8B-9CC7-A52A4A08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F7041-BE38-4C7B-894E-6EBAE723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ACEA9-6623-42D8-AC6C-A2B449DD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68D04-FD64-4322-BAD4-BD4037B5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095051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50B4A-5450-405F-896E-D0BDE809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FEFFA-A117-48B5-8532-795FD2B5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C6142-280F-4CDD-8013-10087021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235C0-A714-480A-83B2-7DD724A6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01B4D-D3A8-4F70-9ABE-02DA69BD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Bloch Sphere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7FFE9-848C-42D1-BE60-8E96E932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Bloch Sphere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35276-B45A-4E42-9414-EBEF9261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5150F-77E1-489B-B267-ED417E7C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BD377-5293-4C55-A2B5-00278B7B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C5D2B-009C-46BB-84C9-F90ADCF6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28F7E-14A3-42A3-879A-5F71F822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B98AB-1301-4E8E-9D21-913E6113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B5A09-E367-4A2F-8734-843DABC9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7CD0A-CAD9-461C-B9A6-E493EBFD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D1EA7-4F5D-4A66-8495-5B36D0E7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4CF89-2B2F-4133-B3E5-9B010147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600687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E72E1-CD10-42B6-9575-BAD264F9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FBBF6-7446-4668-87F5-D0AAA6EC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3379F-388E-4869-988F-C1D24944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D2C5E-C017-4989-BB59-8BAC30E9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80AD0-6D17-4D6F-8ED3-B2206404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46B5F-F8E5-4D08-B343-8BCE6050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5F549-916A-40F1-9A2B-CC294CDC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BA0E7-3D19-44BB-92D1-F7D8AE02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94850-9A6F-49B0-A312-D5EA2AF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Bloch Spher...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25B79-441A-45B0-9E43-A1D4EFD3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8A63D-B8B5-45FB-B6B7-77EE640E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D7B53-CC79-47B4-8754-0A2DB3C4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Bloch...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A0702-048B-4E20-B2BD-42951916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9964D-885D-4049-BDE1-2F3AF965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AE8F2-DA51-4B6A-8516-2878BC55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Bloch Sphere.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B3721-A0CD-43C8-B79A-CC04E9EA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80AEC-B099-4CBF-824E-57A521C1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70D2E-D9CA-403A-9321-1FB9691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Bloch Spher...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5A535-89A7-4CFD-A5D7-7B21F069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456DA-53F5-4992-A43D-D49805D4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61707-A404-43C7-95FB-C91D3A8F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Bloch...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471C24-9808-469C-AE64-6FF878A6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1BA9CA-E81F-4F0D-933E-1802DB89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369315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BF5D1-D5E1-458C-936B-03AF889F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303E7-8C52-40E9-BCCF-85698ADA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E8DB1-6E9B-4810-A4E1-1486270D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65FDC-5CC2-46D3-91A8-03974AAB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50E81-1304-479A-9387-14256953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5C2A8-7C46-45EC-BB45-F4008A5C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2EADF-3323-47F2-A361-44CBABE7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BCFB3-5FE1-4C6C-A0DB-5EC2FE1E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E82B7-A2F5-46AF-B3D2-73191208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4FE55-3DCB-454E-93FB-6D356A91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3E230-8581-4EAE-AF02-8B702C5A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A0F09-986F-4AEF-83B9-7B07420F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8CBE7-231C-4AED-891B-FE72529A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D94A7-4DD9-4553-B9EC-D4ABEBF1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79D87-A306-4D8E-B5D1-4080D408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999544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FB944-21DE-4A1A-A38B-80BCDBB0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684D6-2E77-425C-A0C1-7A600599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F922E-CD3E-4896-9A7E-A2BFC618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CE7D5-E9D8-4D00-A456-9B8ED137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68ABD-20BE-413D-907E-716BC8AF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A9EC6-87F9-48A2-80EE-11DA976B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Bloch Sphere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EE4F2-457F-489D-991A-FFB96336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C3D6C-89BD-45E4-A579-09AF72B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8CE03-D35E-4227-B4DB-C633A4DB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6B8FD-9034-4339-B68B-551E5283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CDAEB-D367-4BFB-B2A0-4EB69EBC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69455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EA7E6-3A09-4442-89D6-31C68F98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0E5B0-47F2-4EE9-91BB-378500F6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2D2F1-08F9-4FE9-88E1-75A06400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1ED02-76B7-4FEF-B2AC-1BA2BE3E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30EF4-97C2-4C86-80C5-68918AA4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Dirac notation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F051E-3163-4110-80D1-2F9C0EE9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Dirac notation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9A6A3-B348-4A75-B119-D4C77BD6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80398-FDBA-4951-8C6A-402591A0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D8021-AEF3-4F84-84E2-D935F1EA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17226-C03F-4758-ACC5-637F9415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7DC89-F7BB-438D-956C-276E0C38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B5242-BCEF-422D-9212-18E2842D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AD7E8-C9EC-470A-8A8B-135C3794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DF965-F550-4F3A-9030-6C3F5C2F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F8F02-F6BA-445D-898F-AC86348E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AB871-31F5-4EF9-B240-AB8F3247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879905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6F551-5908-4D2F-96AC-B7694262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E3145-7231-4153-A31E-8D78BF07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12056-51E0-420C-82B1-4D1794DA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96CD6-3A74-428B-B3C8-31490EC2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45ECF-8FB4-4FB5-A3DC-D0892E29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8EDCE-8CB3-4F57-9A9D-6A6EF46F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64232-B8A2-496F-843D-608A7280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BE7BC-64BF-4D77-8B8C-BE7A0EAB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D06D9-8F2A-4BA6-9656-3A63BB71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Dirac notat...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093ED-9B52-4689-A46C-D0358F10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87473-6797-4D28-8879-4A64C651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5E774-AC36-4D85-B2B2-EFEF9835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Dirac...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BA01F-5094-4A7F-9495-8C6DF7F7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82809-1A56-4964-8938-C5D8A21A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94275-D23A-4EFE-8CBC-051573F8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Dirac notati...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22DD0-AB83-4508-BE14-F8A1C137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C6231-1889-40AF-AAC0-08152A42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7B425-BC2C-4F4E-9B6E-BB121994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Dirac notat...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9552C-EAF5-4706-BF95-A158B02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A886C-8F18-404E-8742-C37464EB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AB2C6-B085-405B-A206-7B095702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Dirac...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BBE532-A7EC-456B-9C72-9A765B15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13B228-E34F-4962-AEE7-C657540A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624059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1663E-1C51-447C-98FC-271A2A82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07C77-80B0-41A5-B681-FFC29A1B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84F74-B72A-4395-B72C-0CAAFDE2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740B8-B263-431F-B4A4-CC74764F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7FDEB-3AE6-4E63-8D8D-C44D95BC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73D8B-2DA9-4387-8BEE-C4A3D860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9EDD2-3BB6-479B-A97D-B80C99FA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0000B-2521-4311-8023-A7F8A3BE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5EE73-7957-429B-A71F-F2ABAC29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FB888-DC14-4416-A9BD-3D7C58FA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94D38-FC6A-4649-85E2-EAB861B1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EFE7A-1678-450D-89D1-D66D19FA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025E2-0AA7-47B3-9709-9ED6A617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93346-0223-4A5F-87AF-BAE39433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22C77-8170-47D8-8211-D8BAFD88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519209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66542-BF0E-46D1-9DC3-1D6089FE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A0E60-23D1-4CF5-A5E1-F940F3BF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49236-1366-4536-BB09-48B11D11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265F3-E1B6-4640-85E5-C53A4238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A99FE-C9AA-4597-8B26-196E9897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C4347-4DD0-4E3B-9687-636B2A9A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Dirac notation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C7DA1-E694-4708-8AB6-44B1EE92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51F05-0DD0-4BED-902B-9EB8E936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376FF-6A40-488A-9A9D-6122F34D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AF43A-01EF-42FE-A4DE-3091DD67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49A9B-54FB-4E38-81DC-CE6266BA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716525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720618-E561-4C5A-A552-30B0C8B2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6DAE2-1B6C-4482-BBF0-8E414599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88BAC-598C-45B5-8A88-D1FEFFA5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9ACE8-9FBA-40AD-BE95-EC68B8B3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25F47-1715-4A89-8F06-41EECDED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Brief discussion on types of qubit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4E838-5871-4795-AC8F-D0D1DC15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Brief discussion on types of qubit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A5468-6174-4666-B991-2598636D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DD067-532D-4E7C-834D-EBD6C481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73750-F38F-4807-8590-4D766571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4F5C1-60CF-44F0-80C1-6837E4D3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0D731-7D13-4876-97F0-420864A5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935D1-D621-4B27-8932-5D1ED0FA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3F091-C22F-4808-9894-0C3393A8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1CDB8-2659-49D8-AD44-C449FD07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C3C8C-8FE0-4BB4-A138-29436895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3AA93-A6FD-43C5-ACF0-72DBF34E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702705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A5D36D-E894-4F79-A95B-560D1B05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9A8BE-0231-453D-AF43-D0382150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9E13A-551A-491F-B8BE-CA4A7A31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E5CC6-547F-4A5F-A703-829A9389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8499F-796A-48EA-971F-44394F2F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E0675-D8A6-4654-995B-41A234F5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BE729-F208-4D33-BFC2-DAC78488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DFD96-D847-4FB7-8D1F-5639A9A1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5705D-577D-4164-972E-9C6DF970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Brief discu...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5F7BC-7AA3-4522-A3D9-57FB11C6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058C5-BDB8-4F6A-9CB2-EC6E2D3B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D9D6C-CBF2-4D7D-8A18-CA6F2F47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Brief...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EEA3C-DBFE-443B-BC24-11F3B442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9B5AF-885D-4BEA-B7E8-311B1221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1FE4A-4D71-4F31-9768-B32FA927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Brief discus...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557BF-52B3-4AF3-B43A-33172C4A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CC128-E1FA-456D-B701-24103E36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67306-25CA-4FA2-B665-BC836554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Brief discu...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AA35B-114F-4C23-9A83-1F1098D3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8EF2D-E78C-4415-9085-FE99AED3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8F29E-DD2F-42A2-955C-27BA728E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Brief...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420A0-4302-44D6-B59E-47895B2F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802839-A5D3-4178-A67D-5631F48E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7013882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1517E-E912-4DFB-83AA-3D60C445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9A1A8-BC1D-4917-8B85-D16511FA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8DCB6-66C6-4C7C-88C5-6EEA4BB7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ACDFE-A1E1-4AFC-AC6B-58E39023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79C29-E7CC-4664-BCC6-9F864279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11B8B-684D-4CFA-8EE4-954AFCC6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9A14A-118C-4FDE-82FF-407F4741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3F118-9EF2-4799-BF77-60876653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1BF78-89E8-4FA1-BE4A-5B7368C3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B7ED0-EDC4-486F-B051-0124A4FC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A90CF-212D-4942-BBA2-A66C779B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612E2-9777-431B-BB97-65E08CF2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67D5D-118A-4760-B0B7-7CB644B1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17D70-9C19-4091-ABAA-B660045A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5F011-C8CE-4C74-8359-33A50E64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146504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B2C7A-3A2D-4E72-AD1A-90604A3C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00C03-F481-4A67-8FFD-1907FECB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6637D-D30F-41CF-8FD9-2CDDDC8F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3CFD9-7409-4A5A-BC14-6BE09FEA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1C4B2-DD81-4F84-9A2F-AFABBFA7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B25FF-2C1C-4B93-AC57-676CA75A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Brief discussion on types of qubit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E3D05-6F68-4A77-87BF-6F2BE9A5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A452F-AA5E-442B-9A29-9978FAED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5EC02-4334-4A16-915D-BAE5ED70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C44B8-9307-4A02-9A48-39CF44A0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442C0-87F8-4439-B3C1-0D732AB5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304441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18C71-0488-4DDD-8D58-DD39CACD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C544B-5596-4D72-94FA-28E7387D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2DD7B-4C4F-4914-9C19-ABFADBC2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57C27-B8A8-4711-B4F4-202F379C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988A2-0F7E-45C3-B0B8-E3FF8D1E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Superconducting qubits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21DF4-5B67-4B00-BF21-E424171C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Superconducting qubits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B321C-A14F-45DD-9C5F-9B0EA36F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40BC9-D355-4B77-9AD8-829517CA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3D821-D2F4-411A-81AF-DFD5F497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04940-9ECB-4ABC-A7F3-1A02816A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ACF5B-58A6-4789-8AC9-672EDA28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80986-47CE-4810-8C5A-C0025D5A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8966E-28EE-41BC-8F23-83A25FBA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9661E-8923-4FED-A965-3D1D7B15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1F779-9AA9-4ADE-8931-1F4B7309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6C238-ECEA-467F-A592-FFB5DEC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018244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4FB49-4F8D-4457-9B9B-FABFCC11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84BDE-993B-45DC-81DD-A4D15FC1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13CD9-5AF9-4256-A36E-ABDBED06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48DF9-015F-4DFC-A1B6-5E3ACD0A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FFD70-294A-4461-8C71-D5C3C5C8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92BE3-70CB-4185-B350-DA401344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2E0D6-7C92-457F-9DAD-44FD6CC9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51326-0ACC-4AAB-9476-E80C86BE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797EF-947F-4BD0-9669-F83A6A13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Superconduc...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B2C5F-5319-411C-A6AF-70343705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9346A-B979-41E8-9029-E3109E9C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02662-3D11-44BB-B105-F523F57D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Superc...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4CBEB-4DCB-432C-88D7-3643696B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68A53-7BD1-47CE-99CC-3BE76E05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7A484-478D-4D89-A836-2F4363DA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Superconduct...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FB8A9-BADB-4FA2-8C7C-9C3AFFEC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8920F-DCC4-4378-AABE-77AD57B1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CC882-19AC-4FEE-BA84-D7E2093E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Superconduc...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825A6-EA52-4C22-8296-0B1B190B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B19A3-18E6-4AD7-8839-EE4696E8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F823F-5FDA-48C3-9879-B84777AE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Superc...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FB549-8970-49A9-9DEB-F6E676B6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EB402-38E6-4D4B-ADD8-7694C02D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097413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8B8C4-C975-411F-BBF3-64D78D30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9392F-70B5-49E4-89FA-100253CA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A790B-9CC8-4CA1-B988-60A4EE01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41C33-48CC-4CB5-B4C0-3AF1213A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AEEC5-11C1-42A6-8B4E-A1796648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D037D-F773-4E47-ACD6-196A98E2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C7042-F93A-4747-A32A-A05C12FC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1D4FC-FA70-49E5-9078-4653B841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83441-F4CD-46AF-8AA0-1630568B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3CC55-464A-44F3-AAE0-0155893C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4A554-9A02-4290-9D91-E6A1D669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E27CC-A7F9-4700-8063-B0EA901A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F3FF9-D8AE-46EF-875C-E2848AD9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8F509-C0D4-44BB-BB90-662A83D2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11236-7654-46B8-ACB8-2D0E65AA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618223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ED618-5509-4BCE-A26B-3712DD62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07CC9-D0BF-422C-B045-97BCCA5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C03DF-04A9-4AAD-8E5B-DAC95D9D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F91B7-36F3-425D-92B9-D7B4C1BD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A6028-CC60-4850-8978-EE5CAA89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5D5EE-39B8-436B-A325-7A12315F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Superconducting qubits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C9C8B-7632-44F6-B21C-BC55C511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CC04B-5929-494C-B8C2-BC116872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DAE3D-FC31-4072-8E56-DF99D37A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E3A0E-AE5A-4771-AC0D-633A6401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95037-05B9-4C64-9F98-E98D55F3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009910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0BF4B-5195-40E3-A8CA-A8C72E31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4CA31-931E-41D2-B211-E3FF3056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B086C-E1A5-4953-99E8-FC64A7A8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F4C06-F16B-4695-8EB9-14DA0CFA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49EB2-85B1-4446-BB8B-B9DEF193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Harmonic oscillator (qualitative) - Need for anharmonicity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9FF20-D357-4F13-BE99-18214A7F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Harmonic oscillator (qualitative) - Need...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C67AF-F246-4234-9C01-26AD64EA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F90E3-BC8F-4392-8576-CDDFDD62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A594C-3990-4B1D-970D-C9D2083A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346C2-F2AF-4512-8A63-9B632490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1DF9B-CFAC-4BD0-BF97-A48240C6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2C54F-7E88-4D66-9C87-DF77CD67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24525-1DED-4D0C-B5B1-7D382714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3E88E-542E-4DBC-B4F1-E9086300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23CC7-C562-465B-83B2-6E0B68E0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AA9AB-D4C9-4281-BAFC-DDEEE3F0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1711861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6A5DC-9906-495F-80B2-5AC65001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42DA5-2AB3-49C7-B6CF-7D4A8F92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2E476-8B1C-48AD-A133-5F697C2B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00A53-9BFE-4A76-A2DB-CF2A476D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77027-5261-4583-B5CE-AA3B8DEE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7508A-223B-4BB4-8CD0-AD1D1A29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2DA40-AF79-495F-90BB-F4D724BD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B04BA-F132-4340-89A9-A6424951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545B3-85B0-4C6B-AD72-C06E7FC3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Harmonic os...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99BDD-924B-4922-9FA5-6BD093B0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699CA-AE9E-4BBF-8070-5A16E32B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505B4-8648-48A2-905B-13D6BD30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Harmon...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1B60A-FD6C-4A3C-9951-9E6295EE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94F00-11FD-4232-B572-5004E962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FEF63-BEDF-40DD-AB8B-BF9EA7F9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Harmonic osc...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3A058-8479-4FBC-AB65-5F684A77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483B6-6E66-4BD1-8BC3-25005F38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A7ADC-9A8F-40AB-AA11-60FB9EA4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Harmonic os...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CF9F5-A234-4D08-95E0-BE200A20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C38AB-56D6-4FA5-AA6B-79794B7F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F29BB-6585-465D-97C2-BEBD8209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Harmon...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760D5-0323-43DF-8095-9ADF30B4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98CAE-9D19-4CB5-8488-9095DCFD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182856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53F04-9036-47B1-A185-02C31E63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4F709-D60E-4F46-A5A2-470EE2B4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F8E4A-00D6-4844-9FB9-D825EB3F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B019E-C0E5-4D17-8CCA-294B71F2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01E1F-F124-453D-B35A-D85380A3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20050-E29B-488C-9131-9E3DF387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B1A98-CEBB-4D69-8A42-B507E392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2C827-516C-4AB0-BD87-CB819AB2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7A05E-D4FC-4EF8-9DA3-FBD56D81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B980F-32FE-4DE0-BEBC-FB1384E7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39244-EC8E-4366-B705-267B51E0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3697C-0814-4ED5-9A47-319C5975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66621-DBBA-4BAE-92C0-C7B266D3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8083C-8C26-4337-95EF-5317A8E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B5461-5271-4039-A330-7F7869E0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9742737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F3FB8-E7FA-4EE4-BFF2-81B7AD5A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4BDE9-4E27-4551-B3CE-2DFFBECD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5A818-232C-4B21-8166-B8CFF1D0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7EC62-CCC1-4EEB-9E79-01A847A2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CF6BC-E4DA-4B7C-91D3-40DF16FE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F21FB-81EA-45DB-AA8C-6B9EAB3B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Harmonic oscillator (qualitative) - Need for anharmonicity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311DB-E982-4FA3-8C26-3F0F6355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C4BAD-4150-4451-BDF5-68CD7307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E05CC-D7FE-417C-921D-AFD36AE1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FC031-492A-44B2-B3B4-4CE83508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72AA9-96A4-4AA7-8438-87CCB048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6523403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308A2-0429-4CDE-B2EC-EB98AC31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114FD-255B-437D-BCCD-B146382A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72AD3-A56F-419E-BAD6-D57FF919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70051-6CAD-4537-9A99-193F0282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41012-F574-4545-8AC7-B0E872D1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3A259-ED50-420F-9D66-756365D8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3474979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84B5D-B20D-491F-8D00-AF0DB4FB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9A890-6AF6-4265-AC21-68D35638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C0D96-891B-4BB4-BDCC-20805BCE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194EE-BCA5-490D-8D60-5B5D2E4F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3186C-D987-4A99-BFD3-8B63A22C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Quantum: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Computing: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Moore: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limitation: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VLSI: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6EAE2-C85E-4F9D-999D-44963518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0479008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6208C-C8E8-4F04-92EC-5E9AAF34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23880-5098-496E-8E49-498F3E6D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246F9-EECA-4E05-8803-02C6E514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C8E39-110D-4F6E-AB72-DCD51167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A6B46-0CB6-40A9-92FE-77A2BF0B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F5BB1-0E0D-49CC-A25D-9C3BB833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8178199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CE3CE-F4DC-41E7-A00E-042FD6F4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D3C48-3771-406D-ABB6-A15BC3C0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C6592-387D-476B-A7CA-CED9181A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2FC49-C9E4-4629-891D-5014892E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32FA9-8824-4C59-B48C-C8A9156F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EF82B-DAB2-4333-85F0-608CAB1D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540876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4BC4F-A23F-41CE-B32A-A7F2BEC0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E5760-AB5A-47C8-B3FA-29944E3F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47988-9144-42A5-9999-A104196B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A8DD8-08F7-4818-A73D-3F87510A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F4013-74F4-4898-92B1-948B0A25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Quantum Computing: Moore's law - limitation of VLSI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Classical vs Quantum Computation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Qubit and its properties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Bloch Sphere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Dirac notation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D5C40-5B82-4C60-8B74-05042C15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2B04B-E392-4A8E-B71D-236819F7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58AEE-4A3D-4AB4-B550-1B1FECF1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40008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2026-08-24T16:03:13.1860000Z</dcterms:created>
  <dcterms:modified xsi:type="dcterms:W3CDTF">2026-08-24T16:03:13.1860000Z</dcterms:modified>
</coreProperties>
</file>