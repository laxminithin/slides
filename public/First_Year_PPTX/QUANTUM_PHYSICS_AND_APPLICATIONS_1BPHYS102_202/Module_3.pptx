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747d4556f4f1f" /><Relationship Type="http://schemas.openxmlformats.org/officeDocument/2006/relationships/extended-properties" Target="/docProps/app.xml" Id="R27531718da0348cb" /><Relationship Type="http://schemas.openxmlformats.org/officeDocument/2006/relationships/officeDocument" Target="/ppt/presentation.xml" Id="R27ae09a71dad48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505839480d4f2a"/>
  </p:sldMasterIdLst>
  <p:notesMasterIdLst>
    <p:notesMasterId xmlns:r="http://schemas.openxmlformats.org/officeDocument/2006/relationships" r:id="R8e7b1a5a20434ad6"/>
  </p:notesMasterIdLst>
  <p:sldIdLst>
    <p:sldId xmlns:r="http://schemas.openxmlformats.org/officeDocument/2006/relationships" id="256" r:id="Rc8c8f8aa29bf43e0"/>
    <p:sldId xmlns:r="http://schemas.openxmlformats.org/officeDocument/2006/relationships" id="257" r:id="Ra0b702a56db34fd0"/>
    <p:sldId xmlns:r="http://schemas.openxmlformats.org/officeDocument/2006/relationships" id="258" r:id="Re021e894c9e34005"/>
    <p:sldId xmlns:r="http://schemas.openxmlformats.org/officeDocument/2006/relationships" id="259" r:id="R4614a633260e44e0"/>
    <p:sldId xmlns:r="http://schemas.openxmlformats.org/officeDocument/2006/relationships" id="260" r:id="Radb6496a7590481f"/>
    <p:sldId xmlns:r="http://schemas.openxmlformats.org/officeDocument/2006/relationships" id="261" r:id="Rcda8b8700935488a"/>
    <p:sldId xmlns:r="http://schemas.openxmlformats.org/officeDocument/2006/relationships" id="262" r:id="Ra537834d29c440ab"/>
    <p:sldId xmlns:r="http://schemas.openxmlformats.org/officeDocument/2006/relationships" id="263" r:id="R3f490b3121a341a5"/>
    <p:sldId xmlns:r="http://schemas.openxmlformats.org/officeDocument/2006/relationships" id="264" r:id="Rbb5f2e8110904ded"/>
    <p:sldId xmlns:r="http://schemas.openxmlformats.org/officeDocument/2006/relationships" id="265" r:id="R1e34dfd2e29b454c"/>
    <p:sldId xmlns:r="http://schemas.openxmlformats.org/officeDocument/2006/relationships" id="266" r:id="R6dba3702e4584260"/>
    <p:sldId xmlns:r="http://schemas.openxmlformats.org/officeDocument/2006/relationships" id="267" r:id="R4d7a5dd3e4084def"/>
    <p:sldId xmlns:r="http://schemas.openxmlformats.org/officeDocument/2006/relationships" id="268" r:id="R4b0cea1cf04c428c"/>
    <p:sldId xmlns:r="http://schemas.openxmlformats.org/officeDocument/2006/relationships" id="269" r:id="Re154a1efc6c74210"/>
    <p:sldId xmlns:r="http://schemas.openxmlformats.org/officeDocument/2006/relationships" id="270" r:id="R56ab000941be4005"/>
    <p:sldId xmlns:r="http://schemas.openxmlformats.org/officeDocument/2006/relationships" id="271" r:id="Rc122b1421bf2469d"/>
    <p:sldId xmlns:r="http://schemas.openxmlformats.org/officeDocument/2006/relationships" id="272" r:id="R44066dbaf43e44f6"/>
    <p:sldId xmlns:r="http://schemas.openxmlformats.org/officeDocument/2006/relationships" id="273" r:id="R50767f86281c4857"/>
    <p:sldId xmlns:r="http://schemas.openxmlformats.org/officeDocument/2006/relationships" id="274" r:id="R6b30ed1b72a94af1"/>
    <p:sldId xmlns:r="http://schemas.openxmlformats.org/officeDocument/2006/relationships" id="275" r:id="R93c3e2a955f345d5"/>
    <p:sldId xmlns:r="http://schemas.openxmlformats.org/officeDocument/2006/relationships" id="276" r:id="R0df7208cadb149e5"/>
    <p:sldId xmlns:r="http://schemas.openxmlformats.org/officeDocument/2006/relationships" id="277" r:id="R2159135199c74b03"/>
    <p:sldId xmlns:r="http://schemas.openxmlformats.org/officeDocument/2006/relationships" id="278" r:id="Rd9a0060b27f54fab"/>
    <p:sldId xmlns:r="http://schemas.openxmlformats.org/officeDocument/2006/relationships" id="279" r:id="Ra4e75e79aa8c4b94"/>
    <p:sldId xmlns:r="http://schemas.openxmlformats.org/officeDocument/2006/relationships" id="280" r:id="Rcb5be89f93544819"/>
    <p:sldId xmlns:r="http://schemas.openxmlformats.org/officeDocument/2006/relationships" id="281" r:id="R547d41b04c6e4b08"/>
    <p:sldId xmlns:r="http://schemas.openxmlformats.org/officeDocument/2006/relationships" id="282" r:id="R948067587d4e4d0a"/>
    <p:sldId xmlns:r="http://schemas.openxmlformats.org/officeDocument/2006/relationships" id="283" r:id="R53cfa462247f4e64"/>
    <p:sldId xmlns:r="http://schemas.openxmlformats.org/officeDocument/2006/relationships" id="284" r:id="R0378c2cd8fcb4b63"/>
    <p:sldId xmlns:r="http://schemas.openxmlformats.org/officeDocument/2006/relationships" id="285" r:id="R829a337110084aeb"/>
    <p:sldId xmlns:r="http://schemas.openxmlformats.org/officeDocument/2006/relationships" id="286" r:id="R06591657334a44e2"/>
    <p:sldId xmlns:r="http://schemas.openxmlformats.org/officeDocument/2006/relationships" id="287" r:id="Ra532e5056483467b"/>
    <p:sldId xmlns:r="http://schemas.openxmlformats.org/officeDocument/2006/relationships" id="288" r:id="R8c6f23d462474ea4"/>
    <p:sldId xmlns:r="http://schemas.openxmlformats.org/officeDocument/2006/relationships" id="289" r:id="Ra3770996795346b3"/>
    <p:sldId xmlns:r="http://schemas.openxmlformats.org/officeDocument/2006/relationships" id="290" r:id="R077148a7091a42d3"/>
    <p:sldId xmlns:r="http://schemas.openxmlformats.org/officeDocument/2006/relationships" id="291" r:id="R214b673c77a0466a"/>
    <p:sldId xmlns:r="http://schemas.openxmlformats.org/officeDocument/2006/relationships" id="292" r:id="R00d37410f5474b11"/>
    <p:sldId xmlns:r="http://schemas.openxmlformats.org/officeDocument/2006/relationships" id="293" r:id="R5569e3bb8fe243f7"/>
    <p:sldId xmlns:r="http://schemas.openxmlformats.org/officeDocument/2006/relationships" id="294" r:id="Rce256a1b46aa422c"/>
    <p:sldId xmlns:r="http://schemas.openxmlformats.org/officeDocument/2006/relationships" id="295" r:id="R9352831a1dfb49d6"/>
    <p:sldId xmlns:r="http://schemas.openxmlformats.org/officeDocument/2006/relationships" id="296" r:id="R6af46976320f46e8"/>
    <p:sldId xmlns:r="http://schemas.openxmlformats.org/officeDocument/2006/relationships" id="297" r:id="Rceb60d512d1a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ab14dbe6824ba4" /><Relationship Type="http://schemas.openxmlformats.org/officeDocument/2006/relationships/slideMaster" Target="/ppt/slideMasters/slideMaster1.xml" Id="R72505839480d4f2a" /><Relationship Type="http://schemas.openxmlformats.org/officeDocument/2006/relationships/notesMaster" Target="/ppt/notesMasters/notesMaster1.xml" Id="R8e7b1a5a20434ad6" /><Relationship Type="http://schemas.openxmlformats.org/officeDocument/2006/relationships/presProps" Target="/ppt/presProps.xml" Id="R369a6b2bf9424204" /><Relationship Type="http://schemas.openxmlformats.org/officeDocument/2006/relationships/tableStyles" Target="/ppt/tableStyles.xml" Id="Refc12b3681b54852" /><Relationship Type="http://schemas.openxmlformats.org/officeDocument/2006/relationships/slide" Target="/ppt/slides/slide1.xml" Id="Rc8c8f8aa29bf43e0" /><Relationship Type="http://schemas.openxmlformats.org/officeDocument/2006/relationships/slide" Target="/ppt/slides/slide2.xml" Id="Ra0b702a56db34fd0" /><Relationship Type="http://schemas.openxmlformats.org/officeDocument/2006/relationships/slide" Target="/ppt/slides/slide3.xml" Id="Re021e894c9e34005" /><Relationship Type="http://schemas.openxmlformats.org/officeDocument/2006/relationships/slide" Target="/ppt/slides/slide4.xml" Id="R4614a633260e44e0" /><Relationship Type="http://schemas.openxmlformats.org/officeDocument/2006/relationships/slide" Target="/ppt/slides/slide5.xml" Id="Radb6496a7590481f" /><Relationship Type="http://schemas.openxmlformats.org/officeDocument/2006/relationships/slide" Target="/ppt/slides/slide6.xml" Id="Rcda8b8700935488a" /><Relationship Type="http://schemas.openxmlformats.org/officeDocument/2006/relationships/slide" Target="/ppt/slides/slide7.xml" Id="Ra537834d29c440ab" /><Relationship Type="http://schemas.openxmlformats.org/officeDocument/2006/relationships/slide" Target="/ppt/slides/slide8.xml" Id="R3f490b3121a341a5" /><Relationship Type="http://schemas.openxmlformats.org/officeDocument/2006/relationships/slide" Target="/ppt/slides/slide9.xml" Id="Rbb5f2e8110904ded" /><Relationship Type="http://schemas.openxmlformats.org/officeDocument/2006/relationships/slide" Target="/ppt/slides/slide10.xml" Id="R1e34dfd2e29b454c" /><Relationship Type="http://schemas.openxmlformats.org/officeDocument/2006/relationships/slide" Target="/ppt/slides/slide11.xml" Id="R6dba3702e4584260" /><Relationship Type="http://schemas.openxmlformats.org/officeDocument/2006/relationships/slide" Target="/ppt/slides/slide12.xml" Id="R4d7a5dd3e4084def" /><Relationship Type="http://schemas.openxmlformats.org/officeDocument/2006/relationships/slide" Target="/ppt/slides/slide13.xml" Id="R4b0cea1cf04c428c" /><Relationship Type="http://schemas.openxmlformats.org/officeDocument/2006/relationships/slide" Target="/ppt/slides/slide14.xml" Id="Re154a1efc6c74210" /><Relationship Type="http://schemas.openxmlformats.org/officeDocument/2006/relationships/slide" Target="/ppt/slides/slide15.xml" Id="R56ab000941be4005" /><Relationship Type="http://schemas.openxmlformats.org/officeDocument/2006/relationships/slide" Target="/ppt/slides/slide16.xml" Id="Rc122b1421bf2469d" /><Relationship Type="http://schemas.openxmlformats.org/officeDocument/2006/relationships/slide" Target="/ppt/slides/slide17.xml" Id="R44066dbaf43e44f6" /><Relationship Type="http://schemas.openxmlformats.org/officeDocument/2006/relationships/slide" Target="/ppt/slides/slide18.xml" Id="R50767f86281c4857" /><Relationship Type="http://schemas.openxmlformats.org/officeDocument/2006/relationships/slide" Target="/ppt/slides/slide19.xml" Id="R6b30ed1b72a94af1" /><Relationship Type="http://schemas.openxmlformats.org/officeDocument/2006/relationships/slide" Target="/ppt/slides/slide20.xml" Id="R93c3e2a955f345d5" /><Relationship Type="http://schemas.openxmlformats.org/officeDocument/2006/relationships/slide" Target="/ppt/slides/slide21.xml" Id="R0df7208cadb149e5" /><Relationship Type="http://schemas.openxmlformats.org/officeDocument/2006/relationships/slide" Target="/ppt/slides/slide22.xml" Id="R2159135199c74b03" /><Relationship Type="http://schemas.openxmlformats.org/officeDocument/2006/relationships/slide" Target="/ppt/slides/slide23.xml" Id="Rd9a0060b27f54fab" /><Relationship Type="http://schemas.openxmlformats.org/officeDocument/2006/relationships/slide" Target="/ppt/slides/slide24.xml" Id="Ra4e75e79aa8c4b94" /><Relationship Type="http://schemas.openxmlformats.org/officeDocument/2006/relationships/slide" Target="/ppt/slides/slide25.xml" Id="Rcb5be89f93544819" /><Relationship Type="http://schemas.openxmlformats.org/officeDocument/2006/relationships/slide" Target="/ppt/slides/slide26.xml" Id="R547d41b04c6e4b08" /><Relationship Type="http://schemas.openxmlformats.org/officeDocument/2006/relationships/slide" Target="/ppt/slides/slide27.xml" Id="R948067587d4e4d0a" /><Relationship Type="http://schemas.openxmlformats.org/officeDocument/2006/relationships/slide" Target="/ppt/slides/slide28.xml" Id="R53cfa462247f4e64" /><Relationship Type="http://schemas.openxmlformats.org/officeDocument/2006/relationships/slide" Target="/ppt/slides/slide29.xml" Id="R0378c2cd8fcb4b63" /><Relationship Type="http://schemas.openxmlformats.org/officeDocument/2006/relationships/slide" Target="/ppt/slides/slide30.xml" Id="R829a337110084aeb" /><Relationship Type="http://schemas.openxmlformats.org/officeDocument/2006/relationships/slide" Target="/ppt/slides/slide31.xml" Id="R06591657334a44e2" /><Relationship Type="http://schemas.openxmlformats.org/officeDocument/2006/relationships/slide" Target="/ppt/slides/slide32.xml" Id="Ra532e5056483467b" /><Relationship Type="http://schemas.openxmlformats.org/officeDocument/2006/relationships/slide" Target="/ppt/slides/slide33.xml" Id="R8c6f23d462474ea4" /><Relationship Type="http://schemas.openxmlformats.org/officeDocument/2006/relationships/slide" Target="/ppt/slides/slide34.xml" Id="Ra3770996795346b3" /><Relationship Type="http://schemas.openxmlformats.org/officeDocument/2006/relationships/slide" Target="/ppt/slides/slide35.xml" Id="R077148a7091a42d3" /><Relationship Type="http://schemas.openxmlformats.org/officeDocument/2006/relationships/slide" Target="/ppt/slides/slide36.xml" Id="R214b673c77a0466a" /><Relationship Type="http://schemas.openxmlformats.org/officeDocument/2006/relationships/slide" Target="/ppt/slides/slide37.xml" Id="R00d37410f5474b11" /><Relationship Type="http://schemas.openxmlformats.org/officeDocument/2006/relationships/slide" Target="/ppt/slides/slide38.xml" Id="R5569e3bb8fe243f7" /><Relationship Type="http://schemas.openxmlformats.org/officeDocument/2006/relationships/slide" Target="/ppt/slides/slide39.xml" Id="Rce256a1b46aa422c" /><Relationship Type="http://schemas.openxmlformats.org/officeDocument/2006/relationships/slide" Target="/ppt/slides/slide40.xml" Id="R9352831a1dfb49d6" /><Relationship Type="http://schemas.openxmlformats.org/officeDocument/2006/relationships/slide" Target="/ppt/slides/slide41.xml" Id="R6af46976320f46e8" /><Relationship Type="http://schemas.openxmlformats.org/officeDocument/2006/relationships/slide" Target="/ppt/slides/slide42.xml" Id="Rceb60d512d1a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20ae08def47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0c4ee7f6964844" /><Relationship Type="http://schemas.openxmlformats.org/officeDocument/2006/relationships/notesMaster" Target="/ppt/notesMasters/notesMaster1.xml" Id="R1dfbda17c0cf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9be05051534a98" /><Relationship Type="http://schemas.openxmlformats.org/officeDocument/2006/relationships/notesMaster" Target="/ppt/notesMasters/notesMaster1.xml" Id="R0ef141ba01d644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382c02e274a0f" /><Relationship Type="http://schemas.openxmlformats.org/officeDocument/2006/relationships/notesMaster" Target="/ppt/notesMasters/notesMaster1.xml" Id="R0eaf1dc7da6b4c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dd0b5e001145e0" /><Relationship Type="http://schemas.openxmlformats.org/officeDocument/2006/relationships/notesMaster" Target="/ppt/notesMasters/notesMaster1.xml" Id="R1d1c44798f08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7208906eb407e" /><Relationship Type="http://schemas.openxmlformats.org/officeDocument/2006/relationships/notesMaster" Target="/ppt/notesMasters/notesMaster1.xml" Id="R739cc876fb4343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cb1b32247545e5" /><Relationship Type="http://schemas.openxmlformats.org/officeDocument/2006/relationships/notesMaster" Target="/ppt/notesMasters/notesMaster1.xml" Id="R0d5d66da341a41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556bbed3d147a4" /><Relationship Type="http://schemas.openxmlformats.org/officeDocument/2006/relationships/notesMaster" Target="/ppt/notesMasters/notesMaster1.xml" Id="R7ee3ab9f636049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53f4cfeb2745f7" /><Relationship Type="http://schemas.openxmlformats.org/officeDocument/2006/relationships/notesMaster" Target="/ppt/notesMasters/notesMaster1.xml" Id="R3cce1a8fea7b4c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8c0de089364b19" /><Relationship Type="http://schemas.openxmlformats.org/officeDocument/2006/relationships/notesMaster" Target="/ppt/notesMasters/notesMaster1.xml" Id="Rb3b73704f52248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ea8f25c199402f" /><Relationship Type="http://schemas.openxmlformats.org/officeDocument/2006/relationships/notesMaster" Target="/ppt/notesMasters/notesMaster1.xml" Id="Rd9e27fc0fab14b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008b2646744249" /><Relationship Type="http://schemas.openxmlformats.org/officeDocument/2006/relationships/notesMaster" Target="/ppt/notesMasters/notesMaster1.xml" Id="R16199845860540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f79e345d7942aa" /><Relationship Type="http://schemas.openxmlformats.org/officeDocument/2006/relationships/notesMaster" Target="/ppt/notesMasters/notesMaster1.xml" Id="Rbf3fba48b0234c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642d32126e494e" /><Relationship Type="http://schemas.openxmlformats.org/officeDocument/2006/relationships/notesMaster" Target="/ppt/notesMasters/notesMaster1.xml" Id="R3602a1141c0848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1eda16a2624a74" /><Relationship Type="http://schemas.openxmlformats.org/officeDocument/2006/relationships/notesMaster" Target="/ppt/notesMasters/notesMaster1.xml" Id="R4d28d3d98d5449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32dcb9687543cb" /><Relationship Type="http://schemas.openxmlformats.org/officeDocument/2006/relationships/notesMaster" Target="/ppt/notesMasters/notesMaster1.xml" Id="Rd693a435ec8846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f2aca0f4124d39" /><Relationship Type="http://schemas.openxmlformats.org/officeDocument/2006/relationships/notesMaster" Target="/ppt/notesMasters/notesMaster1.xml" Id="Re8eef7b4e8504b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dbc35a90d1149c3" /><Relationship Type="http://schemas.openxmlformats.org/officeDocument/2006/relationships/notesMaster" Target="/ppt/notesMasters/notesMaster1.xml" Id="Rebad13f9b6ae49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c63f93e79894791" /><Relationship Type="http://schemas.openxmlformats.org/officeDocument/2006/relationships/notesMaster" Target="/ppt/notesMasters/notesMaster1.xml" Id="R4fcdeaf0d7eb44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23c5934e57406c" /><Relationship Type="http://schemas.openxmlformats.org/officeDocument/2006/relationships/notesMaster" Target="/ppt/notesMasters/notesMaster1.xml" Id="Rcc502c2df8b7462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5f2943e08bf46d5" /><Relationship Type="http://schemas.openxmlformats.org/officeDocument/2006/relationships/notesMaster" Target="/ppt/notesMasters/notesMaster1.xml" Id="R9c3d5bd9d7a248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72ccb28adbf4c4e" /><Relationship Type="http://schemas.openxmlformats.org/officeDocument/2006/relationships/notesMaster" Target="/ppt/notesMasters/notesMaster1.xml" Id="R13e77188f57b42d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624f9f5d974691" /><Relationship Type="http://schemas.openxmlformats.org/officeDocument/2006/relationships/notesMaster" Target="/ppt/notesMasters/notesMaster1.xml" Id="R7bb1272b6c4841d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aa7f8b445a149c9" /><Relationship Type="http://schemas.openxmlformats.org/officeDocument/2006/relationships/notesMaster" Target="/ppt/notesMasters/notesMaster1.xml" Id="R6a1c3f83c286456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134b0f42c5f4c87" /><Relationship Type="http://schemas.openxmlformats.org/officeDocument/2006/relationships/notesMaster" Target="/ppt/notesMasters/notesMaster1.xml" Id="R62162b45a5cb4e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550cf0baf664ef2" /><Relationship Type="http://schemas.openxmlformats.org/officeDocument/2006/relationships/notesMaster" Target="/ppt/notesMasters/notesMaster1.xml" Id="Rdf30948f9a4f41a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d0dfa3e18d849a6" /><Relationship Type="http://schemas.openxmlformats.org/officeDocument/2006/relationships/notesMaster" Target="/ppt/notesMasters/notesMaster1.xml" Id="R95c81785899e45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777ca1b97b74e6d" /><Relationship Type="http://schemas.openxmlformats.org/officeDocument/2006/relationships/notesMaster" Target="/ppt/notesMasters/notesMaster1.xml" Id="Ra471c1864f55465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8e747158e2341cd" /><Relationship Type="http://schemas.openxmlformats.org/officeDocument/2006/relationships/notesMaster" Target="/ppt/notesMasters/notesMaster1.xml" Id="R90c6057a72e347d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2bf7ae1ffb4b95" /><Relationship Type="http://schemas.openxmlformats.org/officeDocument/2006/relationships/notesMaster" Target="/ppt/notesMasters/notesMaster1.xml" Id="R6c0008a9a55847d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276f6de891d4084" /><Relationship Type="http://schemas.openxmlformats.org/officeDocument/2006/relationships/notesMaster" Target="/ppt/notesMasters/notesMaster1.xml" Id="R58d4f6c8ef324db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04dd9ffa2c844e3" /><Relationship Type="http://schemas.openxmlformats.org/officeDocument/2006/relationships/notesMaster" Target="/ppt/notesMasters/notesMaster1.xml" Id="Rf46ce40e46aa41c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568934936e34e26" /><Relationship Type="http://schemas.openxmlformats.org/officeDocument/2006/relationships/notesMaster" Target="/ppt/notesMasters/notesMaster1.xml" Id="R2c6fa19b5be84e3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fb629cb63a74b83" /><Relationship Type="http://schemas.openxmlformats.org/officeDocument/2006/relationships/notesMaster" Target="/ppt/notesMasters/notesMaster1.xml" Id="R84412aed0a524a6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0d083f7a0ec4e62" /><Relationship Type="http://schemas.openxmlformats.org/officeDocument/2006/relationships/notesMaster" Target="/ppt/notesMasters/notesMaster1.xml" Id="Rc7cbe0136ad64ef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48d4615a9ff4484" /><Relationship Type="http://schemas.openxmlformats.org/officeDocument/2006/relationships/notesMaster" Target="/ppt/notesMasters/notesMaster1.xml" Id="R258f28297a6d4fb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12d6a07b8a14170" /><Relationship Type="http://schemas.openxmlformats.org/officeDocument/2006/relationships/notesMaster" Target="/ppt/notesMasters/notesMaster1.xml" Id="R10968b91b8314e4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ca6bedd555a4387" /><Relationship Type="http://schemas.openxmlformats.org/officeDocument/2006/relationships/notesMaster" Target="/ppt/notesMasters/notesMaster1.xml" Id="R502e1d0642b2483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b074eb52a204dc4" /><Relationship Type="http://schemas.openxmlformats.org/officeDocument/2006/relationships/notesMaster" Target="/ppt/notesMasters/notesMaster1.xml" Id="Rbad28274457c423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11b032461c345d8" /><Relationship Type="http://schemas.openxmlformats.org/officeDocument/2006/relationships/notesMaster" Target="/ppt/notesMasters/notesMaster1.xml" Id="R9663c18e211844a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8cd576b5dfb4dc6" /><Relationship Type="http://schemas.openxmlformats.org/officeDocument/2006/relationships/notesMaster" Target="/ppt/notesMasters/notesMaster1.xml" Id="R9d68b65086224e4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02d38541350242fe" /><Relationship Type="http://schemas.openxmlformats.org/officeDocument/2006/relationships/notesMaster" Target="/ppt/notesMasters/notesMaster1.xml" Id="Re0ebacbb1b13438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10e9730bb774743" /><Relationship Type="http://schemas.openxmlformats.org/officeDocument/2006/relationships/notesMaster" Target="/ppt/notesMasters/notesMaster1.xml" Id="R70b77d37f45a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64868c2a2a48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c753c1e1a4db2" /><Relationship Type="http://schemas.openxmlformats.org/officeDocument/2006/relationships/slideLayout" Target="/ppt/slideLayouts/slideLayout1.xml" Id="R3ee395be155a4a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e395be155a4a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7c97bb8b143b8" /><Relationship Type="http://schemas.openxmlformats.org/officeDocument/2006/relationships/notesSlide" Target="/ppt/notesSlides/notesSlide1.xml" Id="R1dc4ac8c70f749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7da64f3cf4fdc" /><Relationship Type="http://schemas.openxmlformats.org/officeDocument/2006/relationships/notesSlide" Target="/ppt/notesSlides/notesSlide2.xml" Id="R7250c9a5295e4c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ed040a08a412c" /><Relationship Type="http://schemas.openxmlformats.org/officeDocument/2006/relationships/notesSlide" Target="/ppt/notesSlides/notesSlide3.xml" Id="R85a85b5b1c7b4f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d5ffe24bf4c20" /><Relationship Type="http://schemas.openxmlformats.org/officeDocument/2006/relationships/notesSlide" Target="/ppt/notesSlides/notesSlide4.xml" Id="R481908a396d94e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de52d679b401e" /><Relationship Type="http://schemas.openxmlformats.org/officeDocument/2006/relationships/notesSlide" Target="/ppt/notesSlides/notesSlide5.xml" Id="R50f34c173c0e48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ef97c55a94552" /><Relationship Type="http://schemas.openxmlformats.org/officeDocument/2006/relationships/notesSlide" Target="/ppt/notesSlides/notesSlide6.xml" Id="R82b45c13348c43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3935822f644f4" /><Relationship Type="http://schemas.openxmlformats.org/officeDocument/2006/relationships/notesSlide" Target="/ppt/notesSlides/notesSlide7.xml" Id="R7f025facba474f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485d5ff634ecf" /><Relationship Type="http://schemas.openxmlformats.org/officeDocument/2006/relationships/notesSlide" Target="/ppt/notesSlides/notesSlide8.xml" Id="R5b6d842d80ca48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881a2cb8a4194" /><Relationship Type="http://schemas.openxmlformats.org/officeDocument/2006/relationships/notesSlide" Target="/ppt/notesSlides/notesSlide9.xml" Id="Rcbf837e4291c44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f53e6d7db454d" /><Relationship Type="http://schemas.openxmlformats.org/officeDocument/2006/relationships/notesSlide" Target="/ppt/notesSlides/notesSlide10.xml" Id="R9a8c31d4df8346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94c8828ed14e6a" /><Relationship Type="http://schemas.openxmlformats.org/officeDocument/2006/relationships/notesSlide" Target="/ppt/notesSlides/notesSlide11.xml" Id="Re625848cfe0c4c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fac07a72543c9" /><Relationship Type="http://schemas.openxmlformats.org/officeDocument/2006/relationships/notesSlide" Target="/ppt/notesSlides/notesSlide12.xml" Id="Rce695fac91794c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2a4fac03a49be" /><Relationship Type="http://schemas.openxmlformats.org/officeDocument/2006/relationships/notesSlide" Target="/ppt/notesSlides/notesSlide13.xml" Id="R53e51a5481b047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d51e22e5f4a80" /><Relationship Type="http://schemas.openxmlformats.org/officeDocument/2006/relationships/notesSlide" Target="/ppt/notesSlides/notesSlide14.xml" Id="Re253a38281c544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437f71abc479a" /><Relationship Type="http://schemas.openxmlformats.org/officeDocument/2006/relationships/notesSlide" Target="/ppt/notesSlides/notesSlide15.xml" Id="Ra193acd0424749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8e03e76c54819" /><Relationship Type="http://schemas.openxmlformats.org/officeDocument/2006/relationships/notesSlide" Target="/ppt/notesSlides/notesSlide16.xml" Id="R05afb328bf1445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9d6246e464eff" /><Relationship Type="http://schemas.openxmlformats.org/officeDocument/2006/relationships/notesSlide" Target="/ppt/notesSlides/notesSlide17.xml" Id="Rb56f88f545644c2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f2d446d264837" /><Relationship Type="http://schemas.openxmlformats.org/officeDocument/2006/relationships/notesSlide" Target="/ppt/notesSlides/notesSlide18.xml" Id="R8ef45737340d4b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3c5b04a664b40" /><Relationship Type="http://schemas.openxmlformats.org/officeDocument/2006/relationships/notesSlide" Target="/ppt/notesSlides/notesSlide19.xml" Id="R62efca3b77e949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b9f79af6e4fe8" /><Relationship Type="http://schemas.openxmlformats.org/officeDocument/2006/relationships/notesSlide" Target="/ppt/notesSlides/notesSlide20.xml" Id="Rf4fb09b5b3764e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fa0ba1f0e4681" /><Relationship Type="http://schemas.openxmlformats.org/officeDocument/2006/relationships/notesSlide" Target="/ppt/notesSlides/notesSlide21.xml" Id="R00974987d1c349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a3c0104694738" /><Relationship Type="http://schemas.openxmlformats.org/officeDocument/2006/relationships/notesSlide" Target="/ppt/notesSlides/notesSlide22.xml" Id="R8d3da17d36874c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c6b23c1df4c7a" /><Relationship Type="http://schemas.openxmlformats.org/officeDocument/2006/relationships/notesSlide" Target="/ppt/notesSlides/notesSlide23.xml" Id="R3a3578a2958e4ff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d62399154250" /><Relationship Type="http://schemas.openxmlformats.org/officeDocument/2006/relationships/notesSlide" Target="/ppt/notesSlides/notesSlide24.xml" Id="R04d9cfdb2a86469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9856e6c004ef6" /><Relationship Type="http://schemas.openxmlformats.org/officeDocument/2006/relationships/notesSlide" Target="/ppt/notesSlides/notesSlide25.xml" Id="R92ce18d5d0df47a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479a31fbd47ae" /><Relationship Type="http://schemas.openxmlformats.org/officeDocument/2006/relationships/notesSlide" Target="/ppt/notesSlides/notesSlide26.xml" Id="R1a59190c6154485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870582d7b4092" /><Relationship Type="http://schemas.openxmlformats.org/officeDocument/2006/relationships/notesSlide" Target="/ppt/notesSlides/notesSlide27.xml" Id="R7d78b39b632c415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363aead9542a8" /><Relationship Type="http://schemas.openxmlformats.org/officeDocument/2006/relationships/notesSlide" Target="/ppt/notesSlides/notesSlide28.xml" Id="R7e14eb39cdda4b0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4cbe81a414da9" /><Relationship Type="http://schemas.openxmlformats.org/officeDocument/2006/relationships/notesSlide" Target="/ppt/notesSlides/notesSlide29.xml" Id="R9b7b22c285fc447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a1de9be04e8c" /><Relationship Type="http://schemas.openxmlformats.org/officeDocument/2006/relationships/notesSlide" Target="/ppt/notesSlides/notesSlide30.xml" Id="R3717da922f0547c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d608383e942a8" /><Relationship Type="http://schemas.openxmlformats.org/officeDocument/2006/relationships/notesSlide" Target="/ppt/notesSlides/notesSlide31.xml" Id="R2d9c6924ecee4a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c48e3369c4c34" /><Relationship Type="http://schemas.openxmlformats.org/officeDocument/2006/relationships/notesSlide" Target="/ppt/notesSlides/notesSlide32.xml" Id="Ra325b4e331524fe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53f7ea190482d" /><Relationship Type="http://schemas.openxmlformats.org/officeDocument/2006/relationships/notesSlide" Target="/ppt/notesSlides/notesSlide33.xml" Id="Rc45e433efe0b45f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ccee4d79b48ee" /><Relationship Type="http://schemas.openxmlformats.org/officeDocument/2006/relationships/notesSlide" Target="/ppt/notesSlides/notesSlide34.xml" Id="R2f4188b6e67849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3d730aaa94fd8" /><Relationship Type="http://schemas.openxmlformats.org/officeDocument/2006/relationships/notesSlide" Target="/ppt/notesSlides/notesSlide35.xml" Id="Re48277767e2d45c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a1445304f4124" /><Relationship Type="http://schemas.openxmlformats.org/officeDocument/2006/relationships/notesSlide" Target="/ppt/notesSlides/notesSlide36.xml" Id="R1a432d3447a8499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a5a5bfb7e64b49" /><Relationship Type="http://schemas.openxmlformats.org/officeDocument/2006/relationships/notesSlide" Target="/ppt/notesSlides/notesSlide37.xml" Id="Ra97eeb880ff348c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29d6eac714ed4" /><Relationship Type="http://schemas.openxmlformats.org/officeDocument/2006/relationships/notesSlide" Target="/ppt/notesSlides/notesSlide38.xml" Id="Ree657086ffb3493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29d1091e54417" /><Relationship Type="http://schemas.openxmlformats.org/officeDocument/2006/relationships/notesSlide" Target="/ppt/notesSlides/notesSlide39.xml" Id="R77e70555ffb044d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190ffc5794edb" /><Relationship Type="http://schemas.openxmlformats.org/officeDocument/2006/relationships/notesSlide" Target="/ppt/notesSlides/notesSlide40.xml" Id="Rb842f4a26dac4fc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d12667314474c" /><Relationship Type="http://schemas.openxmlformats.org/officeDocument/2006/relationships/notesSlide" Target="/ppt/notesSlides/notesSlide41.xml" Id="Rdb874b1046f64cc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8dbac59464ad2" /><Relationship Type="http://schemas.openxmlformats.org/officeDocument/2006/relationships/notesSlide" Target="/ppt/notesSlides/notesSlide42.xml" Id="R3655f4ffdc1a4e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FCDF57-E748-4041-85F8-C0EAE216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9A4DE-39FD-4125-8BF6-EFF710C4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Superconductivity: Zero resistance state, Persistent current, Meissner effect, Critical temperature, Critical current (S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F2B23-0A21-4FE8-98AC-C7149132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QUANTUM PHYSICS AND APPLICATIONS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1BPHYS102/202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5FF76-FF6C-465E-A4BC-789CD681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796F2-4043-4165-80CD-9501D57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48D43-9DC3-4997-8342-1376F63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6D862-50F0-4405-A101-62073464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18155A-83F3-4D70-A1CA-08957DDF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0EB3E-1E4C-4E22-BA45-36492ECC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A0030-C366-4005-A117-FCFE4330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45664-6981-4BD5-ACEC-D06C3AE3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F0E58-60C0-4F9F-91D0-53F767FE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33D5A-2CA3-48DA-82D2-3D63EC53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09467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5878F-E8CB-4A21-8AE1-56ADE449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1C06D-9540-4FA7-81EB-EAAAA461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48593-B5D9-44BA-A1D9-9D4D7672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3D540-289E-4E4A-AB4C-51440FB0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11450-8759-4697-AC26-DF96BD69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04999-7FE5-4C57-98FA-8B3F19E7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09430-3A71-47A6-86B4-0902714A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660F7-7A51-4079-995A-75A60737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2462E-F291-4215-A655-5A305AFA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C6A80-6E56-4745-9072-691CE965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E73143-C2CC-4C09-9E9C-A65027ED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FBBAA-D392-42CB-A45E-BB789712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885C8B-4726-43F4-9AF7-D173E40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ADADAE-4B13-4D3B-B04C-3461C34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79333-23FB-46AC-8626-E9128385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01350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C3F527-90F0-45E3-B6CF-8AADA4B1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3234D-35F4-4C9A-A43A-CEDF6FF1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FC8CA-CF11-4488-BBDD-0860D5D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AC0DB-B56A-42DB-B897-B6470E93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ACD2B-5CDB-45BF-905B-BEBAFED6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2EB67-8B69-4018-A3B1-833A4CA9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4AFC7-84BC-4D20-8BF9-75B6BB32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51332-8816-4259-86FC-2E74C310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6920C-3D13-4771-B930-D46D775C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Superconductivity: Zero resistance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20E68-85A1-46FF-8DBD-809D9E5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82DCB-FC2B-4BFD-9FB5-5D58EDFB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67DBB-C620-4AF6-847A-F6CE49A4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Persistent current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F9A23-0F96-40B7-B24D-F86F3F7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54D00-0548-477C-854E-D3794843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8B07C-1929-497B-BD2A-2AC6667A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D27077-94D3-49F2-9516-830AB8C6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2BF1C7-5B9C-44F0-88BC-FC321995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45702-2D24-40A4-AA7A-D7814978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4411B-FDB5-4C28-81BA-4F5CF5AD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C36EA5-572B-4353-991F-60B65181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EB1CBB-AF8D-4C1E-8146-1F21BB8C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current (Silsbee Effect) - Derivation of express...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98A12-A192-4D98-8639-16593EB2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B1BDF-311B-4BE8-9391-A5BE414D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F16C97-A606-414A-A586-A86C942D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1BDD6-4675-4D57-B28F-18603AAF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8A34E0-A05B-462C-9274-5A3EDB6D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BEB317-5DAC-4A16-B760-FC7F10AC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9BBEE2-DFB1-4AA1-83A2-7628C37D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90DA9-DBDC-408F-BAE2-B0A38B72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800626-6EDC-4FE7-BEB1-8CC00451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Two -fluid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4542EA-C190-4298-B3FC-AB47A9AE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0945F1-9FDA-4B4F-811B-02DBD43B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01409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2EA19F-3E44-496A-9E37-741A8A43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B8F56-22FC-405A-BF29-5FC77A50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CFAA-03F3-41BD-B3DE-132E0CEA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519C6-09DB-415F-ABC3-2172C673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86D3E-E19A-464F-99E1-2E0CF5F6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CF394-7426-4CD3-9933-78CE27C0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15B46-A0D5-48A4-9171-8E341B0A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2303A-3F8D-4C8D-9CAA-A0696F55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Superconductivity: Zero resistance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6AEBD-4578-472D-BEB0-D3278F9F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39E94-5203-482E-BE17-DD631DB7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2439E-3BD8-422D-8C27-82AF2728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Persistent current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A1690-8D0D-4CAA-9DAA-E68C421A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D3D52-349E-4F91-9ED6-4D23133A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9BC56-6AC0-40C1-819D-A4C35C72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8A800A-ADB4-4A68-BBCC-B4AFE426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DCBFA-6D44-4A3C-8162-372CAB6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597C1F-8472-402B-A186-3C5A2C94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5BBB3-1219-450C-ADB3-94F60058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DB0E5-7B3E-42A1-9F57-6005728F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67DCF-DFB5-4ABD-9302-55F6AE1C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current (Silsbee Effect) - Derivation of express...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24E3E-B928-4CAB-8B6A-3E174D60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5852FA-41A6-4F40-94B9-6C33258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A8D7E8-0D6E-4D48-A361-9C22D505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30F5F-1130-4473-954E-EBBE63AF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22F30-0D6C-4854-8AC8-9A699E66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11975-7CF7-4625-A374-F2DEAE1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8A11A2-6607-42E4-82A1-2328F172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E0578D-392E-44F4-A29C-AAA79A0B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53633-4E58-4606-8A97-D929D392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46531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04ED0-E941-4776-BA8C-61703627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F5999-0EA3-41B3-B7C1-7C9BF195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34996-1ED5-4BD1-9FB0-8E2B2BB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DE864-190E-415C-9A16-68C0D404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BB771-8E4B-4418-9610-539DC120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Superconductivity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0580B-7A85-41F8-9CBA-2A6F629B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Zero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A2137-5631-40F6-A55F-5C0DF63B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resistance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688D0-01ED-477E-813F-654CC993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59799-70CA-4E28-9057-089C2A11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Persistent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FB4D40-2CF4-4D35-BF51-BE3FDCE6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222AB-7875-496B-B401-3C1961B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Meissner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08ADB-E78F-4B75-9834-08850DB5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9AA08-12F0-45F7-A985-2646A420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temperature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98606-CBB3-4C74-9C33-61864296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Silsbee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62F0A9-AD48-43E8-903E-4173ECC0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C2BAD-ADC0-4FB5-994E-AFF5C6AE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75839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57291-05E5-4349-AFE4-401B07A0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8B2AD-C52A-44F9-845A-1DA22F4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4458B-D198-41BA-9EE0-E8A46D56A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EA922-7687-40E2-BF62-37BE8D21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8459C-BDF7-4A0D-B9AE-65638387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Superconductivity: Zero resistance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4FF11-14D2-4C8E-AA34-D3C20FEA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Superconductivity: Zero resistance state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DCF08-776B-475F-8AC1-0071DB5B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4E92F-37C5-49D2-846B-73BF2E96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5E36C-DE1B-4C5A-ABC0-46D14B9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716A2-E70C-4774-858C-D845449C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F62A9-1AE4-4101-8708-93098630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7B69C-D956-4E6F-AC1D-FC5A0A03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E19EE-C3E3-45E9-AB9D-F6B29676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B8BCE-A0FB-42E7-AF91-17358DD1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28D51D-983A-40A5-A7CB-F52AE72C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7C850-FC98-469E-9C96-CC17BF4F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05756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7E233C-1696-4DFB-91D7-A03B7694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C89F-B7C7-4871-AF0C-6CC57803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3E747-13F0-4D9C-8603-15CA04CD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FC0A7-E363-4AB1-B19C-5FDF187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2B4D7-115F-4A01-A73C-EC551BF8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E9636-26F3-47D2-A41E-A0559DBC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29991-A1BF-4275-A8E4-5671BA07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58C45-5499-4636-9011-1E60991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D6547-BBBC-4F61-889B-358B47EE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Superconduc...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9F13F-6D96-424B-BCEA-332FD10B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34DB9-31C5-480C-BDB6-667F55C7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5EA56-030A-4A02-BD04-B3BB3924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Superc...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62948-95AE-470B-9BAD-E98CB643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BA98C-DCA4-427B-82ED-E8570782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79B32-43B2-46DF-929D-59736828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Superconduct...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EDD88-30E9-482E-80DA-CAEEE789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C8338-C1F1-4CBA-A09D-2F4D6267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91145-27E9-4876-8FB9-432F7DAE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Superconduc...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6151E-E2BF-4EF5-BA3A-2DA43177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DF4121-F241-4A17-9B39-1C7DF9AA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CEF4C-D22A-4E3B-9C8D-56AA1EBC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Superc...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9E6901-1185-4543-B404-9FE4E28D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701C7-8318-4152-BFE3-A11E763C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152600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8AD95-AAA8-4A37-B059-05A2AE2F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06780-2795-4239-9471-BEFCDE4E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A8A8E-33F5-47A3-BC8C-D839635F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94613-5834-499C-8757-D88DC42B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B878E-BA77-4015-AB00-C1AACCE4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47916-0D22-410A-8817-323E9078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5AC85-065D-44E9-B81E-DD6CCA22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88306-D232-4B0F-B8E5-6E90B82F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01012-01D4-42F2-B1CA-929293BC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2101C-C7B8-442E-BD65-B8CEF1BF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43231-7007-42D2-97DE-B3E6CB0A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5D676-609C-495B-9D33-4EE541A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2F08FE-50B1-48C4-9BB8-90E63A9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BE764-F68A-4633-A9B3-4CD628A9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870D5-0731-4299-82F3-0BACF6EC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06302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5E4B0-D1DC-4E68-8F42-5E5D6735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0CE9B-DAE7-4EFE-9B32-E4B2347D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D2618-BE80-4CAC-8567-6E43F9C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19B4E-EB25-43BD-9297-700892FE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68D1D-5474-4280-9CFD-B0B7F18A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6BFF3-DCC4-4D5A-8E5C-A5D7FF2B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Superconductivity: Zero resistance state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17DCC7-8094-4783-99D5-3F958F8B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7E396-FA1C-44A9-AAA8-F7266621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F4807-9619-44A4-B65D-2F6203FD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486B8-F1D0-4001-8958-26AB5F89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6CF76-F9AF-4761-8DC6-5A527E8C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4950646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57529-2727-4AB6-9720-3C030CCF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83E98-0BB2-47D6-9CD5-A9CF9EF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900B8-A751-4A3F-9179-BAF9914A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BB1B9-FBA5-4EB9-8764-2613F250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E7D57-D69E-4247-B6DA-96316C67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Persistent current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DE4BF-B1FB-47BF-AE48-09A500F6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Persistent current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F6027-3A12-4AB3-AED0-5D59D368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C2B98-7174-4659-8746-0C192B61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58BEA-02C7-4612-97B7-964B934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22DE4-4771-4BCF-9192-78528CF3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1D416-8005-48C5-9560-280BFCCB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7B6803-3D6E-4361-84C5-223CD564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98915-4E24-49D1-B0A9-244BD80B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5C2DE-6A9E-4A9D-9499-C43CF488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9BBD9-8FA5-4BD8-9F20-BEF2941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1A3FA-FD36-4098-A9FC-065B29F1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14801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250C3E-DDB9-4D6F-BC09-5E56E005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1C607-CCD4-4BB3-9BEC-D1F8C445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D7D27-84E3-41B2-9D0D-9D00E333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CFBDA-B7F3-40CC-BDA8-9029488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BD67B-D16A-4249-AF07-04562B7B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9B5F3-353E-44E6-8DF8-FC56AB5B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C7E33-0C00-42D5-821B-D7A4CADC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722DB-E8D7-4FA0-8658-AF3EC860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E8515-FBE8-4841-A1D5-2D23C7F9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Persistent...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5319EC-0F95-4C9C-8672-1C0875F4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895C2-AB7C-4BF5-8B56-25E3902E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DE81F-A12D-4CAC-8A5E-C10D5E5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Persis...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36B86-9AB7-463F-8460-E5C22BE4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04FE3-FAE9-40B1-B993-D2D6C6E3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2C553-DF32-4415-AD5D-2774F88A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Persistent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087AF-73F5-41C7-9ED3-2D835488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9C753-9522-4646-A23E-03B80DC5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51DC9A-6AFF-4C1B-98E4-4CE3B2A4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Persistent...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1177A-A077-406B-B524-A6BCC3EA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1A66B2-0EA1-44F8-8DCB-099FD336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6D2BC-F26E-4B90-AA03-46FF60A8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Persis...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7DB1D5-C0F9-492F-BF97-57E72767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A14251-973B-4B0A-A8FF-EB7C155E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849796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F5F35-B3B2-4ACD-AC63-04DF19F7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5E7CB-DEEA-45B5-BB08-5C090AC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56205-DFA8-4056-9D11-E74FB863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8D8FE-00CF-4CA0-8B04-E97B81A6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EC6E8-9950-434D-B423-37B21EA3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0AC30-6D06-4B26-BEEB-E8B4D2F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3555B-FF9F-48E9-B6FD-39DFA885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A893D-D43E-4366-9A67-84A99248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BCF05-3F2F-4631-8C2F-C6323844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E8686-77CB-4206-9432-CC80C15E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258E1-8C50-4E24-850C-882CE99D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80AAB-330B-465A-9D08-8183361C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CDC0BA-3F0F-44FB-B4E2-BCF9F827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74654-4C9A-4EA1-A69E-67C808C3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DFE214-C949-4C30-BCF6-74084E00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07451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15BFE-7706-445A-AC35-3CB9952C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8E858-9D05-409B-B889-2AD412DF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91F58-269E-4DC8-883C-BF94D884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1B31F-1005-42D4-A1C9-D4C797E4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94C21-780E-448D-BAD9-C94C0D12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69A31-9271-4383-989D-B33B5837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Persistent current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D01C0-8761-4ECC-98C1-6E9A7AA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0C6C9E-975D-4D02-B977-19EF70E4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1F580-541D-45B3-9326-94EE66E0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94AF9-EA2C-4BA4-AB2B-C1E8531B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5B19C-D682-404A-8B0F-909E571F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277194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6AEA1-E756-46C7-A114-9B36AAF0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33CCA-1BDF-4D4E-BFD1-20B18FA6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27A72-84EE-49E1-AEE7-B80D0D1F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C5EC9-F0F2-4764-A81B-E83926D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CD376-19BF-4631-9C3F-201930B0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Meissner effect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1DE70-1215-4B8A-86A4-9C1515D4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Meissner effect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A6EFF-6649-4371-8D90-BDE4C5E9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2660C-4260-4C29-9D26-207BA69B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08B50-518C-49A3-B5C1-4ABDC83E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B828D3-256C-49DA-8229-C5AAD76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63E5F-D73B-4A22-8746-29123576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56BEA-782F-441D-9C6D-E1E6020F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313AB1-286C-4805-BEBD-AD169913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5A98B-050C-4F3B-A430-10705D0B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422EF-528B-422E-B67F-C9C5E5A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D14CC-8001-4EAA-9096-89F46A85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785315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7A051-F258-4757-9316-34BB8ADB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F6D10-8884-4311-A2C8-65164045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39536-0B54-4865-9646-405351F8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85362-8E67-4932-AF63-5EE11667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B3CBE-1FB0-4E1A-BFE5-8F47D6F2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D5E48-F8BD-4CDF-875B-D89054FF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3058F-D49B-4372-B1D8-2ABB1461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CDB5F-BDFE-4928-987C-0F00112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210EC-5222-4DC6-9993-75AEC3B9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Meissner ef...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FD429-B3A8-48C0-9419-D2BD2195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F41513-318F-4843-88E9-0762E200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84D1E-4920-442E-9E7A-8FB35CFD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Meissn...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5E553-1C34-4D86-B3C6-5294147C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14FF8-4B5C-48C8-8FB0-B237D03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1A25F-B393-4193-AF92-FE5AEB7B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Meissner eff...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E99D21-AFCD-4C1D-907C-83F99ED2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3D1E1-F421-4482-A803-BF6F40FB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9E97C-DC5C-4CBB-94A7-013CDB3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Meissner ef...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83832-519D-47E0-A576-1399116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B3513-A388-420D-9E6E-9B45132E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EEF74-3E44-4CA9-8977-54E3802F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Meissn...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9B2529-EF65-445F-8141-1844B2A5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9310E-5CD3-4654-BB4E-9C791C56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8840442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461B8-6CC3-416C-A8B0-2843B341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B9156-9712-4186-B4F8-1F10B36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F62E8-6F48-4D8A-9329-45DB1804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6709B-28ED-4F24-A7AD-F3C94FF2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6C5F2-6357-4802-97ED-F26D023B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65931-1C3B-47C4-AC49-244E3971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0C83C-25D8-4980-B73E-EB839896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C6B30-50D1-40FD-8531-2798D10E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CD8D1-0494-487C-BF0B-AD826A1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6A016-656C-4634-93D0-3C154436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18345-588C-44A7-8725-6746FF71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4ED2E-DFB3-4FDD-A26E-C1001D5D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91D06-73C6-415F-A94A-9EC1CA65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F27C0-9B1F-4B6C-A298-20FF076F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E2998-1FFA-4FED-8882-89E055F5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063755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B490E-B895-4006-941C-10D5EB48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9A71A-724E-415D-862D-E08BAE8D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F05D6-7853-44D9-8BDF-BD2219A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ED91F-9FD6-419A-A75C-15798085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4979E-0C50-40AD-B3D2-F32189BE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B249C-9792-4573-AB8A-AA0DB55D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Meissner effect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D9CE6-2F91-46A0-A0E8-216E7436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D10D9-46A6-47C4-8306-C4924DC1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E3917-D5BF-4D93-998F-9D90E1F9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3AB92-5826-4C2C-A2B4-AAB6DA77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90A65-F7D3-4892-A4FF-1E9A84E4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386198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9943F-9597-4FF1-81D7-3BDB7FF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334B2-E3A2-4492-BAB9-25F02FB0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F588D-486B-4C01-BD82-F9B3CC5E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C6D22-240A-48B9-A031-766A353B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F3CB2-E732-4361-9652-7BB6D08E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temperature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68126-57A8-47F2-99F1-F95A84F0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Critical temperature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69396-B8E5-4013-8B8D-30C8FC1E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DA399-F10F-4345-A0F1-E42D3ABC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B6D76-C28C-4968-909C-96FE3204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97BFB-E8D9-4F9F-9B15-51801D64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6DAA1A-409C-4186-B24B-A1DEAAA9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50B2B-48EF-4B39-8213-3957FB5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EF95E-5FF1-4F5B-BCEB-FB0571CE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3BC48-7DEA-4DF7-BB0F-E439D1D3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3F6735-A24C-4BF0-9AFB-64FC16F6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CA57E-65EB-4E64-89E5-1B1890F8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827348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5F59CA-EA18-4563-BEA2-8EE23282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899A5-5FDB-4377-BEAD-2182189B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8FD0D-FAD1-4A97-AF3E-E69253E3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71396-BE3F-418A-A4F6-90076A33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CBE12-86F9-49CA-88CB-1A1E24C7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6EBB2-AA13-4D58-BAC3-0B8C0AC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0784D-E28A-430D-AB30-22A9305A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D6558-31FD-42A0-8BCB-A8959B85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F0EB4-0F10-4D3E-8B74-884B33DC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Critical te...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6048D-F9D5-42F8-B54F-9EB5405E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BF481-F9CD-4A7F-9CAF-836D6C40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A2ECA-7631-416B-9E26-124D11C9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Critic...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A6AC8-F057-465D-AD69-A6EC5A1D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8F979-A768-4781-92C2-56E99AD9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17A52-4D14-4D32-BB27-2EBA1972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Critical tem...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92639-7166-48E0-B75D-A1DBCC8F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FEDD5-BF03-46CF-8481-A1426491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8EBFF-D1D0-41E2-BF62-675BE080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Critical te...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570854-93EB-4561-907C-EC3ED586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86D81C-7612-4D56-B1D9-0B96297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C33F4E-7FDA-482C-B7C9-E0BE95BD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Critic...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6ABCC-6C05-4D18-B4ED-ECF9338E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97842-0A09-434A-BCA2-0F6F86FD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857457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5ABAE-76AB-4724-9B0F-276B1D63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C8C72-1BC1-4346-90BE-0B668902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7A0F6-8090-4C3A-82F5-D7FAE17A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A074E-418D-410B-B017-24B2D851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A47D4-073C-43C8-A1C6-83DE017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50A8E-46B8-4D5D-A3ED-25EBD582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5B9CD-A777-4D4E-854B-0A48AE46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3670A-63E9-4EC2-9F94-E4DB36D6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1F5CE-CAFB-4E5A-B334-52FB2636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C7B50-A945-4CEF-82B5-936FDB07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1479A-56BA-487F-AC47-05FE8DDF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33F52-DCC0-46C1-87DE-DED2B20A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118C7-6A3E-43D0-BF59-2C2D9C23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023440-7C6F-410D-8F31-C163104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71246-2272-4701-9567-8E2453EF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45806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208C0-B0E3-49BD-9945-C0455FCC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F5F77-CD15-49BE-80F7-489F483C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4CD72-6036-4964-91FB-B508717E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1F120-2976-4075-9368-887F2555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A4155-1C55-4EDF-AE82-49C8DFF2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F70ED-1E3C-4936-9271-C7BD6C6C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temperature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CBA83-6B9F-4FDD-8C74-6CC5F1F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61A68-D984-4C0F-9D19-592F2428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351C42-AE09-4FF5-A7C1-2C4A96C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A17B5-44E3-4364-A202-4CBBC834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FC347-C3E0-49F1-99B3-C71648EB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479658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10B55C-8EBF-4AED-839A-4F9E584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BDE56-7D0F-4F1D-8630-485EADE7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3944F-CAFE-4380-A257-B7CFEF28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786804-34EE-45B2-A4C1-0F8DDA4B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5C03C-FA0B-4640-A3A6-B330C350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current (Silsbee Effect) - Derivation of expression of critical current for a cylindrical wire using 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C751BF-E068-40AD-AF9D-2A8F3BE4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Critical current (Silsbee Effect) - Deriv...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64228-9644-4173-931D-7D3D1787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194B-3132-4AB0-AAD6-E691EE4F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8A2F8-95D1-41C3-A208-47EC710D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27C70-CEBC-4413-8791-0483FDFA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8C9EA-57A3-470D-8108-33E847F2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10876-8278-4D3F-9B63-4332EAA1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B5868-18FB-4BFB-BF71-A36552F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4EEEC-980E-4E42-856F-E0859F30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A74DF-DAD5-4FCF-8F9C-D792777A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771CD-7B7A-4D8E-8E9B-E0B85B3C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720939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49CF99-22DD-441F-BD44-F9E537C8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57F08-5CEC-483E-905D-95CE13AC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2D73DD-F19D-49FC-9139-E538AD32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CF7E0-789C-418A-9FDF-8DAAD137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DC7DD-3DBF-45BB-84FE-5CD24887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E8EB9-9BBB-49B4-A1A9-6F81CC43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B4506-26B3-468F-96D8-7F0EDEC3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8CBB4-9326-4C9F-B0F4-03DD2F07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DBFFF-F459-448E-9973-7A5B262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Critical cu...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03EAA-FE7C-4375-B7F5-F8E3CD65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941CD-6E04-4AF3-980E-61304E6D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02C24-02A8-4B67-BA07-569CEE5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Critic...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D06844-0380-4364-BE22-68CE436F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76249-031D-4EC5-B7CB-C9496C11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DCD7DE-7970-489E-B2DD-0DA8B65D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Critical cur...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9B8227-6199-4132-8C26-7E7C7B3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CD332-B9C0-44E9-9250-5845362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B5153-D3BA-4EFB-A625-DB2E325D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Critical cu...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22DD1-8F6F-4342-889C-599AE795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45B9E7-322E-4195-B256-4A5D99D7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C49EB-E344-4A45-92CB-F5D4485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Critic...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2266C-FBB5-4392-A2DE-59B47194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BA56F6-262C-43EF-A708-58213A6E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806386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71105-C514-451C-A0FB-8DBBFC1F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61B15-815F-4182-8FA6-15267E26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2B3F3-899E-435B-81ED-F9888A4D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40F80-5D5C-49FD-999A-F18A29C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E63653-72C4-4B0D-9279-DE8271D1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52E46-BB0E-4EBD-B81A-3C4619B5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425F2-C26E-4BBB-9725-0789D754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57A8B-8CD0-4C42-BAA7-AF70AC88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D91C84-67A5-4998-AE43-3E6B9DDC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C32FA-9DD5-473F-9867-4CE0DB7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9576C-54D8-45F1-941C-C6FB98F5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85A72-8A01-43A2-BF74-B8FA91E3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D4DBDF-51C3-4495-970B-622E0285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BB03A-1BCB-4BF0-98D9-1D70D604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51986-31A8-4CC6-8687-3052A3F4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0968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33778-0A5C-4A29-B3B9-8689860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44AD3-2A59-40FF-9D7D-C91BE467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6E7FB-5211-46DD-A51C-7627451C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F026F-BAF6-44B6-86E2-D3A1CCF1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0B5AD-68CC-4C80-9412-C45E2CB9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B6D3F-53AE-49C3-901B-3894C7C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current (Silsbee Effect) - Derivation of express...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96CE6-72DC-40A7-A60A-C63CC6D3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5A26D-3BC7-48B0-A2C3-C5A220E7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EA7894-FF87-436F-ABC3-83DF73A2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DEA21-2A76-41B5-AE46-E8FCF540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7CBC7-4281-467A-A4AD-1889872D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124011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D263D-3E94-482D-BAB7-B1B23156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F8B9B1-4FB7-4928-95CD-1510EFC6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058BB-0CE8-4284-AAE1-33D525D4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E5F91-7EA5-45CC-9DC9-46CA6EF3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73261-634D-4F27-A3D8-942F899F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Critical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38977-6EB9-48C8-80D7-A665B609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Critical field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14076-9417-4F34-BB85-8AD46524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0D3EF-F9DB-4A72-ACCF-1B1CF989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24350-8FCC-4229-A0C4-BCF5CA03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D64B8-61BC-4A5F-B63D-FC38A1E7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9BDB1-7C82-4099-9B95-E5CF5CB5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1D3BD9-87C7-443A-8F4C-3D87466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8680D-13FF-4E84-94AF-E64AB90B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FFAAC-827F-4503-911C-80147DFE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5C192-A539-488D-BD83-ED43587D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667666-9656-4AB2-9CB1-E43BB1E3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8287940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41248-C2E7-4FA6-AE4D-7CA34DA7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607AA4-0673-4610-88C4-875953BF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108D8-485C-4884-AEA4-E6428ACD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5480C-4D9E-42D9-9072-150A2454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1D17F-3F16-4586-B5FB-A71A0AF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532C8-E512-4384-90B5-7EF82B7F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594C9-630B-4126-81BF-7240BD4E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8690B-6AD4-4294-B50A-61477351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F9B40-78FB-41B0-90BA-A8DEDF1C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Critical fi...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253E2-84BA-4E50-9CFD-64B98377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CD382A-CD28-4A42-9148-13676DA0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8029D-A850-4D6E-9F25-59B6F71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Critic...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85B69-7D41-4CD4-B54C-1882DF31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EED9D-69E1-4E8B-9700-A84D51E4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524B5-3738-4404-B447-B4746F9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Critical fie...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56A33-78FC-4250-B282-86E2CA41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A9D33-B009-426F-9265-DADD97F2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47E20-081F-4E69-84D4-16C74721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Critical fi...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2DC0E5-B804-40C1-B95C-537560B6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6B303-55F4-4326-8CC2-F78D64BE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5AF60F-A7A5-496F-B4E7-C3CE09E6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Critic...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14043-7241-4732-8E53-112BBB48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C5B56-1DC5-464F-82C5-43865418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68353510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2A5C55-DB57-4C77-9165-7CCC6FB9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8B6EC-F522-44C8-A87C-A02BD4F5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F6A52-CB32-4AD6-86A4-34B5E025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290D7-991F-42CF-AED6-986158FF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2A5395-5AC2-492D-B835-6313C792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33066-E3C8-4FF1-B04B-3A48B0A0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C519B-D0F5-4BAB-A798-D19E93C9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A4E05-A045-4F70-9C78-DE752A8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25C2D-0C9D-4BF0-A2A1-AFD3BD2D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32C5B-DED7-4D84-B170-195E58AB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E1DA0-4801-43BC-9218-BD19BAE9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D9B7-C700-45F3-BC87-9150C7C6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E4087-76F3-4B1B-82CE-745341AD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5C4AD-0F97-42BB-A869-76FD5099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F5229-82E9-4AA3-93D6-B7C189D3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3712959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438B7-1BE3-4E9F-ABD5-1553E9B0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92F9C-BC20-481F-82F2-FD326201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594BD-74B3-4B87-936D-6714E517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7BB87-9676-41B6-B694-D77476C1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3EB29-3F40-4FE9-A91D-90CFB539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CC3D5-79D4-4178-A789-9CB7D61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Critical field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A3478-1D15-4280-817C-48CFF747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5C645-BB4D-4099-9D16-1709D89A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27B5B-EB69-469D-A268-6FD370B2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CAF0F-D235-43EC-B1CC-4A2F6C51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1CB82-F3B8-4844-BDAD-D031040E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461733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E4F13-55B7-4811-B8D9-CB50B214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2DE05-D671-43ED-8C3E-7E502227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CE625-C790-4539-8C4C-6843C655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C3ADB-DB0D-4C5D-938B-186F1E06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BD50B-81CE-4B11-87D4-BDD586C1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Formation of Cooper pairs - Mediation of phonons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1A4C2-F270-4C52-A713-5C57F656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Formation of Cooper pairs - Mediation of...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3C743-80CE-450B-8818-F3EFE133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24961-56D8-4C31-A00B-E5A9F2D4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50F0F-B7A6-467D-B19D-CF725445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16498-6178-4314-B526-A6820249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A7043-84DF-4AE2-B8FC-104F1484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4052F-AB7E-467E-BEDD-465E8971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BAA84-69D6-4BF6-BED8-290565F3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4FEDA-ACDA-491A-8083-CB6B3E33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C34B9-7503-4B7A-A512-3215E70E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6BDE3-5504-4985-B410-024821F0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3675057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A6505-A3B3-469F-AE6E-B4BC392D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62BB6-00D2-4BBB-B304-1DD4AAB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8ABB0-8F76-4967-9AAD-3EA8BF12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24E49-F67B-40AA-B15B-FB2DBBA3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F57B2-932C-497F-AC5B-161C11C8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4AA73-BA9B-4634-AE7E-9D2121BC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778F5-ACA0-4B91-B8D6-56054E6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C65F25-79EA-4250-AFDB-57FA2C66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99507-F5EE-43D3-8D7F-2279F9E9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Formation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6790C-45E6-4F68-8667-D0C9497E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BC746-6FB2-4C3C-9457-37C24DC7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0022A-C24C-48AD-BAC7-1FBF774B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Format...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68C14B-934C-4A7A-A1BA-0D404DDD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27D07-8452-467D-A6EA-AAB76E73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51CDA-9462-4FCD-9CD5-419A6DDB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Formation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A3BC7-DD69-45FE-950B-3D4DB0D5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CDE0F-D232-4DCB-93AE-4509B8F0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560F7-5EF7-45B7-8930-AFDCF796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Formation 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37A598-3D84-4D6C-AC07-A9221EB6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1F321-2D25-402D-950A-BA129801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22F2A-DEC8-4193-8BD3-B4EA1F10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Format...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5AA51-412A-47A7-8EB9-D328B2A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6DE43-B5C3-4B5C-BA08-8DBBC0C4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2267155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0D8B6-3B6A-49C7-ABBB-0ABD89A2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534411-75BE-4BA1-A571-D6FD3203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7CAAB-3800-4FC8-BABD-84FF57CF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7CAAC-57B6-4BB5-870D-E48E1445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AC07A-597E-47A9-A1FD-9D257BD5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F7E65-C81C-43EF-BC35-027A2EA4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E59D-D889-4C89-AD9B-5770344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5E519-B732-4F09-B028-0EAB062B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9F49F-D526-4913-AAF9-25E5BDF6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1B386-76A9-4829-9D9E-1F2BC764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FBD2C-D038-4A79-8ECF-76E70A3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76FE1-445D-426B-926C-CDC60E03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ED984-4244-407B-B0BD-677971A2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A20F5-3BF1-4422-850A-DDEACD7D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E0B43-EA7B-41B2-BFAB-CA6D0CF7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773530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A6EC3-CA70-4B6F-BB55-F3930188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7E331-A5A4-48EE-B246-8DDBAB05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C51AB-625B-47FE-BA0D-61C6D96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0DD24-4A24-4313-9054-16C051B9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D648B-7722-4B50-83D6-3702A8EB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4AED1-69C4-457B-AA5D-CEF908B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Formation of Cooper pairs - Mediation of phonons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F27ECC-D6D4-48F6-9C91-9884C7AA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D2103-0722-449A-AD9B-1B835576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523DA-F6D8-40C8-8EBA-7255F63F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116D7-5E7B-4A26-A06B-0981948D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70E4B-BB93-48A2-AF7A-5DF5E862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846497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AC381-15E7-4D02-B682-E2BEC9D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FAE54-635F-4236-B234-5292A291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F0E79-CFFC-4C41-BCEE-E845715C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B9533-8448-4595-BB81-61A1DB35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18849-0943-4F46-9FC5-3DF8678C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Two -fluid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1D0A2-813C-42A8-B5F6-52CDFB6B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Two -fluid model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92FE2-58E4-421F-81CD-9FF6AC19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D5D3DA-9CC3-4FFA-963F-795EA86A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2AEC0-7DAD-487E-A287-D68936C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D4DD4-7858-4AB5-A4D2-BBFFFDB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31760-9DEA-462A-968E-A312D1B5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1811F-B7DC-4473-82D7-72B093C2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F734EE-3D62-437B-963C-28B20FD8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B0C0AD-8EC7-4147-AF0F-3E6BEB4F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2455E-9439-4E61-AD0E-3D406245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D9A11-B0CD-4EEA-AD42-3B43819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795036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A5C3A0-B585-4356-A911-65D41336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5D4C4-033B-4063-9B1C-8099F4EB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B38BA-5EB2-4848-B5F6-1537CEDD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36D05-3AA5-4DF7-8CCA-1E7C75D3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3FBBE-A4C1-453E-A97A-80A31C47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58159-07B0-4E81-8605-FBFBA1EB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E4519-2C28-412B-B8BA-26201A18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74C385-012B-4DF4-9227-A8319116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CD06-0A78-4F58-97AE-3F2AE06B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Two -fluid...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2E964-095E-494B-A55F-14592B3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FE942-A264-4A23-B1D5-39D9D3C0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A5B9F-7A77-4F7F-9ED9-1BC3B999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Two -f...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B85EF-36F4-4CC0-9658-11FE3824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AE5AE-45B7-458E-BC1C-C5728DCA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22F0E-D089-467C-89CB-D1E16741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Two -fluid 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6F485-EBB7-4FBD-9175-ED10BA53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20983-3472-49B4-B19A-7DF8359C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3954E-D03D-42F0-9009-E2068682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Two -fluid...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726F8-DE37-4EA5-B087-4BFCBE25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70ED4-B94F-4F2D-AF7B-E8E92F7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8ECF8-A845-46F5-BA7C-0B957D61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Two -f...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16BD7-7168-4349-B3BA-ED53CBC9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3D3833-D124-486D-B622-3BDB222E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099266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773C14-C652-4225-9869-8C16CEC9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5D117-9265-4192-97D4-52EBCDD5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99DD4-57FD-4E4B-B368-94258F7B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D437F-CCFB-4AAF-A46E-48075655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22951-548D-4999-9BD7-9C61E0D5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6D339-A9A7-4D5F-A2EE-AB7B2703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835B8-608B-4568-BBA9-6ACACD5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24FEC-750F-4B67-814B-A383F8DD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32E99-7D6F-4A5E-ACCD-4678125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6FB85D-6735-422A-8CDD-E2DF64D5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A9F46-DAFC-4F06-80A7-FE105084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329E0-BE10-494E-851F-F0A5877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67107E-C7D2-4FF4-B3DC-799ED4F5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A5870-D1FC-4B40-B2D5-E408DF46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C294E-4456-4362-9A92-D035EC5A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35506540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977FE-8589-4FCE-82DD-A11B0661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E0814-95F1-4E41-966F-97116919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8BA1E-3D9B-44F1-9A16-2694E21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E1B88-9568-41CB-BE06-965777B3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982E1-0D1B-40EB-A38C-65EC3BA0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26CAB-EDF6-4CC2-AA0E-13653CD7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Two -fluid model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54A0D-70C6-4234-9413-CE6EA3AB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D1A9F-F3AD-4966-9667-BABFF8F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594D5-AB4A-4FA1-A92E-BC19832C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A315-B4F5-48C2-92AE-6E99D98A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6FE80-4136-4B4F-A8D4-B681A18A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8504075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28011-FD30-4CD0-B156-48F26AE9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3C83A-E871-4D56-B56B-97A86148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16AB3-823E-4AC8-8916-DF7E3DEE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58C4-1B57-4CCD-AFA7-850CD24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AA8CB0-5916-4327-818B-67578624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8BA58-58B9-4D23-BCCB-0D724B71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3788550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23E46-0248-49F4-8BC1-7AC6CD4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2B5B0-E825-41DE-9943-797D02FB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45D50-9429-46DB-A1CC-9EA923C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EB160-150E-4A2F-8EFF-89122E0A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D88D9-8912-4A19-924B-892C82E3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Superconductivity: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Zero: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resistance: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Persistent: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01A52-6D0D-4B68-AC9A-C591A8DA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00154212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15226-EF41-44EF-86B5-5C026C9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14130-9369-422B-80CD-C108C73F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FDBA5-A41C-4D22-8F2E-2F1B3B14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F246D-5815-4730-9761-78701FB0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2D7AE-49CC-45B9-8E52-67F20364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96315-D737-4047-8896-8F6DFE18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79275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E696-D638-4790-8735-F683CB9D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F44DB-3A9C-450F-87D9-34A07519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46273-9A39-459D-A5E3-925820CB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4CB4D-359F-4A59-847D-F4CE8DF7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E84F1-5FF2-4848-8CF3-4E1ED680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970B0-D946-44D6-AEE1-7B6EFA26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53452039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9D61D-6632-45DF-9C9F-29001D19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1BPHYS102/202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CCD4E-554E-4EE0-A5FB-D7E565D8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F2D35-7229-4694-B436-9290DD67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29284-71F1-4F31-A943-A593274E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FDDEB-43AA-4557-A1F2-10FC3DEB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Superconductivity: Zero resistance state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Persistent current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Meissner effect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Critical temperature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Critical current (Silsbee Effect) - Derivation of expression of critica...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8889B-31E0-4214-A80E-C7DB6C4A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1B538-65F3-4771-885A-AB4DDFA4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B25A8-6C4E-46E8-93C7-F82D5569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QUANTUM PHYSICS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856772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2026-08-24T16:03:12.7280000Z</dcterms:created>
  <dcterms:modified xsi:type="dcterms:W3CDTF">2026-08-24T16:03:12.7280000Z</dcterms:modified>
</coreProperties>
</file>