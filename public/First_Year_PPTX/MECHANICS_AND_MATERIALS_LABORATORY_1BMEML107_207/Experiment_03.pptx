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e0597410be426a" /><Relationship Type="http://schemas.openxmlformats.org/officeDocument/2006/relationships/extended-properties" Target="/docProps/app.xml" Id="Rf501d70a4741479f" /><Relationship Type="http://schemas.openxmlformats.org/officeDocument/2006/relationships/officeDocument" Target="/ppt/presentation.xml" Id="Ra3c292056a6e48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7c7216cd244c35"/>
  </p:sldMasterIdLst>
  <p:notesMasterIdLst>
    <p:notesMasterId xmlns:r="http://schemas.openxmlformats.org/officeDocument/2006/relationships" r:id="R637da35e6e734fee"/>
  </p:notesMasterIdLst>
  <p:sldIdLst>
    <p:sldId xmlns:r="http://schemas.openxmlformats.org/officeDocument/2006/relationships" id="256" r:id="R5d20d5c6f631431b"/>
    <p:sldId xmlns:r="http://schemas.openxmlformats.org/officeDocument/2006/relationships" id="257" r:id="R3b3a641fbe3f4d14"/>
    <p:sldId xmlns:r="http://schemas.openxmlformats.org/officeDocument/2006/relationships" id="258" r:id="R040200cbfb0c45c8"/>
    <p:sldId xmlns:r="http://schemas.openxmlformats.org/officeDocument/2006/relationships" id="259" r:id="R5ca352983cba4a16"/>
    <p:sldId xmlns:r="http://schemas.openxmlformats.org/officeDocument/2006/relationships" id="260" r:id="Rbe59c9b2fcc848e8"/>
    <p:sldId xmlns:r="http://schemas.openxmlformats.org/officeDocument/2006/relationships" id="261" r:id="R3c76d6ea3cc6452b"/>
    <p:sldId xmlns:r="http://schemas.openxmlformats.org/officeDocument/2006/relationships" id="262" r:id="R3b29f4cf47c44a34"/>
    <p:sldId xmlns:r="http://schemas.openxmlformats.org/officeDocument/2006/relationships" id="263" r:id="R95ad31349dee4917"/>
    <p:sldId xmlns:r="http://schemas.openxmlformats.org/officeDocument/2006/relationships" id="264" r:id="R1fbbe31b4b284102"/>
    <p:sldId xmlns:r="http://schemas.openxmlformats.org/officeDocument/2006/relationships" id="265" r:id="Rc6e220108711447c"/>
    <p:sldId xmlns:r="http://schemas.openxmlformats.org/officeDocument/2006/relationships" id="266" r:id="R2452f1ad1aa54625"/>
    <p:sldId xmlns:r="http://schemas.openxmlformats.org/officeDocument/2006/relationships" id="267" r:id="Rda17fac850274e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a9ec0bedbc41ad" /><Relationship Type="http://schemas.openxmlformats.org/officeDocument/2006/relationships/slideMaster" Target="/ppt/slideMasters/slideMaster1.xml" Id="R8e7c7216cd244c35" /><Relationship Type="http://schemas.openxmlformats.org/officeDocument/2006/relationships/notesMaster" Target="/ppt/notesMasters/notesMaster1.xml" Id="R637da35e6e734fee" /><Relationship Type="http://schemas.openxmlformats.org/officeDocument/2006/relationships/presProps" Target="/ppt/presProps.xml" Id="R3e9ce9184f654d94" /><Relationship Type="http://schemas.openxmlformats.org/officeDocument/2006/relationships/tableStyles" Target="/ppt/tableStyles.xml" Id="Rdfe0caa06f7843e0" /><Relationship Type="http://schemas.openxmlformats.org/officeDocument/2006/relationships/slide" Target="/ppt/slides/slide1.xml" Id="R5d20d5c6f631431b" /><Relationship Type="http://schemas.openxmlformats.org/officeDocument/2006/relationships/slide" Target="/ppt/slides/slide2.xml" Id="R3b3a641fbe3f4d14" /><Relationship Type="http://schemas.openxmlformats.org/officeDocument/2006/relationships/slide" Target="/ppt/slides/slide3.xml" Id="R040200cbfb0c45c8" /><Relationship Type="http://schemas.openxmlformats.org/officeDocument/2006/relationships/slide" Target="/ppt/slides/slide4.xml" Id="R5ca352983cba4a16" /><Relationship Type="http://schemas.openxmlformats.org/officeDocument/2006/relationships/slide" Target="/ppt/slides/slide5.xml" Id="Rbe59c9b2fcc848e8" /><Relationship Type="http://schemas.openxmlformats.org/officeDocument/2006/relationships/slide" Target="/ppt/slides/slide6.xml" Id="R3c76d6ea3cc6452b" /><Relationship Type="http://schemas.openxmlformats.org/officeDocument/2006/relationships/slide" Target="/ppt/slides/slide7.xml" Id="R3b29f4cf47c44a34" /><Relationship Type="http://schemas.openxmlformats.org/officeDocument/2006/relationships/slide" Target="/ppt/slides/slide8.xml" Id="R95ad31349dee4917" /><Relationship Type="http://schemas.openxmlformats.org/officeDocument/2006/relationships/slide" Target="/ppt/slides/slide9.xml" Id="R1fbbe31b4b284102" /><Relationship Type="http://schemas.openxmlformats.org/officeDocument/2006/relationships/slide" Target="/ppt/slides/slide10.xml" Id="Rc6e220108711447c" /><Relationship Type="http://schemas.openxmlformats.org/officeDocument/2006/relationships/slide" Target="/ppt/slides/slide11.xml" Id="R2452f1ad1aa54625" /><Relationship Type="http://schemas.openxmlformats.org/officeDocument/2006/relationships/slide" Target="/ppt/slides/slide12.xml" Id="Rda17fac85027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dd00c278c840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154f2fd23f49fe" /><Relationship Type="http://schemas.openxmlformats.org/officeDocument/2006/relationships/notesMaster" Target="/ppt/notesMasters/notesMaster1.xml" Id="Rddac132261e14e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a45f7141b246cf" /><Relationship Type="http://schemas.openxmlformats.org/officeDocument/2006/relationships/notesMaster" Target="/ppt/notesMasters/notesMaster1.xml" Id="R609e6a28207940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e709db82e54b99" /><Relationship Type="http://schemas.openxmlformats.org/officeDocument/2006/relationships/notesMaster" Target="/ppt/notesMasters/notesMaster1.xml" Id="Rc222b5062f5f4d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40837347642dc" /><Relationship Type="http://schemas.openxmlformats.org/officeDocument/2006/relationships/notesMaster" Target="/ppt/notesMasters/notesMaster1.xml" Id="R95d0e767a0604c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f4a7304e1e4c7b" /><Relationship Type="http://schemas.openxmlformats.org/officeDocument/2006/relationships/notesMaster" Target="/ppt/notesMasters/notesMaster1.xml" Id="R6da40c9fa08d45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f252a9c93e4964" /><Relationship Type="http://schemas.openxmlformats.org/officeDocument/2006/relationships/notesMaster" Target="/ppt/notesMasters/notesMaster1.xml" Id="R7df9ae27173d43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1f4ca06c434019" /><Relationship Type="http://schemas.openxmlformats.org/officeDocument/2006/relationships/notesMaster" Target="/ppt/notesMasters/notesMaster1.xml" Id="R629bf3437f594e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ad4092c4254c6e" /><Relationship Type="http://schemas.openxmlformats.org/officeDocument/2006/relationships/notesMaster" Target="/ppt/notesMasters/notesMaster1.xml" Id="R7a0b790e20304f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08ba8556d448f6" /><Relationship Type="http://schemas.openxmlformats.org/officeDocument/2006/relationships/notesMaster" Target="/ppt/notesMasters/notesMaster1.xml" Id="Rd998e9dea5bb41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7b66ba98f3494e" /><Relationship Type="http://schemas.openxmlformats.org/officeDocument/2006/relationships/notesMaster" Target="/ppt/notesMasters/notesMaster1.xml" Id="Rceeb2365ddeb40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2ec8811b97428d" /><Relationship Type="http://schemas.openxmlformats.org/officeDocument/2006/relationships/notesMaster" Target="/ppt/notesMasters/notesMaster1.xml" Id="R70c57e64db6f4c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8f790dfb4346dc" /><Relationship Type="http://schemas.openxmlformats.org/officeDocument/2006/relationships/notesMaster" Target="/ppt/notesMasters/notesMaster1.xml" Id="Rc73c1ddb5a6347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948e1d92f46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4db79a83204959" /><Relationship Type="http://schemas.openxmlformats.org/officeDocument/2006/relationships/slideLayout" Target="/ppt/slideLayouts/slideLayout1.xml" Id="R33d7319b79594e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d7319b79594e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76afe504a4c95" /><Relationship Type="http://schemas.openxmlformats.org/officeDocument/2006/relationships/notesSlide" Target="/ppt/notesSlides/notesSlide1.xml" Id="Ra0b6d007a3924f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83cdb51e34ed3" /><Relationship Type="http://schemas.openxmlformats.org/officeDocument/2006/relationships/notesSlide" Target="/ppt/notesSlides/notesSlide2.xml" Id="Re38f70215fbc4b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973caf04d495b" /><Relationship Type="http://schemas.openxmlformats.org/officeDocument/2006/relationships/notesSlide" Target="/ppt/notesSlides/notesSlide3.xml" Id="Rf9dffc83faf64f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a34374db7450c" /><Relationship Type="http://schemas.openxmlformats.org/officeDocument/2006/relationships/notesSlide" Target="/ppt/notesSlides/notesSlide4.xml" Id="R2763aa099bb640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d5a5040a943e6" /><Relationship Type="http://schemas.openxmlformats.org/officeDocument/2006/relationships/notesSlide" Target="/ppt/notesSlides/notesSlide5.xml" Id="R255490a71ece45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7bc117d314df4" /><Relationship Type="http://schemas.openxmlformats.org/officeDocument/2006/relationships/notesSlide" Target="/ppt/notesSlides/notesSlide6.xml" Id="R37ba64af305243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a72fc03624ed2" /><Relationship Type="http://schemas.openxmlformats.org/officeDocument/2006/relationships/notesSlide" Target="/ppt/notesSlides/notesSlide7.xml" Id="Rae547e00f8ae45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b2c4e3aa246af" /><Relationship Type="http://schemas.openxmlformats.org/officeDocument/2006/relationships/notesSlide" Target="/ppt/notesSlides/notesSlide8.xml" Id="R5f026c9c3d624f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f55624afd4faa" /><Relationship Type="http://schemas.openxmlformats.org/officeDocument/2006/relationships/notesSlide" Target="/ppt/notesSlides/notesSlide9.xml" Id="Rda6aa366404d47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dc4ed79824673" /><Relationship Type="http://schemas.openxmlformats.org/officeDocument/2006/relationships/notesSlide" Target="/ppt/notesSlides/notesSlide10.xml" Id="R495b1ee16f0c47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8c3e595c748ee" /><Relationship Type="http://schemas.openxmlformats.org/officeDocument/2006/relationships/notesSlide" Target="/ppt/notesSlides/notesSlide11.xml" Id="R283316d5346d42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d5b5b93604a0f" /><Relationship Type="http://schemas.openxmlformats.org/officeDocument/2006/relationships/notesSlide" Target="/ppt/notesSlides/notesSlide12.xml" Id="R6c80dbd2f13140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5D4D4-B82F-4F67-8C20-5D20F9E8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76DF5-BB8A-4E65-8CFA-608E0AC0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Parallel force system- Simply supported beam.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D70AF-2968-4DEE-A330-E64B20C6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F52E6-7B9D-4E36-BBD1-22986EAE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3630E-66A8-4589-8060-BA9E72AB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EA332-E17A-4477-9D8B-B3BBFC70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D2B5D-A2C9-436A-A201-A7120BA6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8859F-F88E-4DCA-97A5-4A6B1363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90F68-16AF-45FA-B63C-F892C4E5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D9AEF-ED7F-4132-BF00-CF37B410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FA9EC-F1B3-4DCA-AB4B-B730BD00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B5CED-21CC-42C1-833D-4852A039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7DA2C-4C8D-4FCC-9132-8EC15D81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798695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F5E20-0D29-4E3D-8426-8496C9E4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16E97-9D62-4BFE-939C-9F3AC4B5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2A981-31D2-48EA-A935-6B3B2E11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1AE78-1DD3-4B5C-B8BC-8B9B513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44290-854C-4ABD-82DA-03FF399A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Parallel force system- Simply supported beam.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44F99-6463-4AA4-BFE9-E45FC65F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735240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4A626-C5FD-4A1E-8768-7BED73AE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64E34-4881-4B41-BDAA-401F1350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7E2BC-3296-48D3-BC20-EBBD1A3A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CEDDD-28AD-4CE5-B7C6-31980346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E03BB-6E0C-443A-AA8C-8332E6F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Parallel force system- Simply supported beam..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2E428-3730-4664-9579-C0932C52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Parallel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F3719-2F47-484F-9DCE-591268F1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CA65D-0E04-4356-8E2E-A5EE6F59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D6FC9-6F74-4710-B6E9-3EB84341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4A38C-4A3B-4426-A552-E92506A9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system-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DC47E-4830-460D-A693-F6A178A9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F8AD6-3803-47D8-8F56-B19CC58F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4C7BD-A985-476B-A1E8-9F42BCE3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13E6C-8C1D-4639-9B82-559630B6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supported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6E05A-D543-4A96-81B7-51A45057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785985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3BDBB-9822-42D1-85F0-6666AFDB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4FFCA-6206-44C7-95B6-C9573FED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F1398-1B02-436C-8894-0401E929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16FD6-B83D-49C5-B43B-38499E4C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90F73-076F-4F74-BC31-AB7D128B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594F6-C4B4-4172-954B-11262580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13207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AFFCD-A42D-40D5-8DCA-29FC1C95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AACB8-C29B-4DD1-817B-8A38BCB2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47B92-E299-4E19-BE5E-17E64779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58610-05AF-4505-896E-734822F6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DE33E-C091-4AFE-A2E8-79AD7EB3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52176-8605-4FFD-BB01-6F90176E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484873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E26A8-6A91-4DB2-9386-615F103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D88BC-7696-418D-BE7F-CAEC3AE6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BBCC6-3317-4F61-9B54-530FA1C6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A2EB2-5724-4DC1-BA15-0D34ED03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92320-55AC-4109-B272-B4202F62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9FA1F-5A42-4780-A544-AB779DDD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36494-9A62-447C-883C-2C91755E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842D0-61E1-4289-AB5F-D5458B81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44084-E73C-4F3E-A3C7-6D239EE8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443DD-BC59-4B03-B488-07D6AA03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FCF92-CE55-4F54-A70E-AED3C520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C0F08-6113-4497-A565-B4E8FF31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ED6A6-CC22-4EE3-9A90-2AB760E2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32896-F413-46E3-B502-A7E2CFBA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C97B4-AB03-40AC-8E08-941E5CB4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7885983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10CE6-D86F-4705-B69E-79C62ADC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19A6D-6D6F-4B84-BE9B-96FDDAE9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E16C1-A1F7-4AE0-B1A9-FD028906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1DECA-A352-4C90-A351-4ADCA586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B0E98-155A-4796-889B-983F585D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9935B-89DF-4E54-BAF5-17A56F7F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5C256-7C16-4A33-B711-E606E008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3B734-354E-4493-9EF4-6A0D8D97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788EF-01DF-4131-BE07-F21F4E1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00017-BB71-4E76-9148-25A08E13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E194A-7EDF-42D5-9D78-07D0D529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72388-637E-4962-BC39-91F60D3C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73040-951D-4286-A821-7903F4F1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5DF1B-736B-4361-B6B3-5588BBA5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9A01C-E109-4878-8130-CA47155D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8FD16-0393-434C-B7EB-6CA8013A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6AC87-32BA-4E4A-8B89-EBF55CB1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41A5F-14ED-4092-AEB7-D6F91141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13542-37A2-4A69-A93D-7F9A3579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DB969-B3E9-4B80-9762-6B5F314B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1E3F0-D730-49F9-8F7E-0B3A6329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C72E4-CA8B-44FB-A5B3-D0C03721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2245C4-6546-4D30-AA20-09A082B5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82681-6605-4A42-A67D-62E8DD67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9457B-4C12-4D66-80BB-E1615EB3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476412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F963F-5B27-41BE-8660-DE91DBF3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5D062-274F-4E4D-948D-C2E31658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BFBC3-624B-47A6-9C6F-9800F657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DA84A-DB35-4400-996F-9B16B537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44344-B04B-4176-B137-9D9A7C19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01BC-EC3A-4535-A63F-4189CBDB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038124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106C2-70A5-4FD9-9A9B-3D3BAA20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8579D-4238-4E07-9FE2-7DEF6DA0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97DC7-FE97-435A-BE11-551D74CB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095B7-2C63-4988-B112-A02B750D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504AA-E9E3-40FD-89BF-47525AB2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4C053-4685-454C-8AF2-8E3827E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8679248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2CBF0-57E3-4F2F-BEAD-8B32C80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99D3D-64B3-4340-921F-29006102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67057-B880-40AD-BBE6-AEC7CDB4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B7B9F-6A37-4759-98FA-B9EA1A17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8F3AE-2EFE-4732-B94C-838E9625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Parallel force system- Simply supported beam.?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363B0-74B8-46F0-9B87-439B9A86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4332331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A5579-F270-4DD8-A0F3-5D3C0ABA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2344B-E172-4E6E-A3CC-E4FE6CC0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889A2-98D7-4C12-9920-E47C967C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F8E5B-A83F-4B5E-93C2-2EF07582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C4DE0-B32F-4904-9C47-0C3B7738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33312-4D70-40A1-A8E7-0A215639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349316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DB7C7-22A1-4E70-88BC-C6F5BF8D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EF5A7-177A-4B12-BCD1-F76C50F7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7501E-2671-4299-81EF-DC37BBB8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CB0FE-BB83-4134-96D0-5642A755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C070F-6BF0-4CC6-BF46-895BA4A7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10CCC-C921-4D90-813C-8BE674B0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8FAD7-432C-40D4-9DA9-3A747E8C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971B5-D3C6-4E89-A7D7-9813C7E8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F56AA-79AB-4F34-8D23-411751A9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74E00-2C48-4D5B-8D5E-D74A6392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9E798-8195-4383-BC6C-9C6507BA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FB9E1-049C-4FB5-A562-DA7980F1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23B32-AA99-4317-AE0C-BEA2FFCF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FB3FD-A30C-4321-85DB-CAF4ACB7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0C35A-927D-4361-BF6D-71F2F226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F5B30-C34C-48D2-A660-4BA8C5CC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CEF52-6DFE-4E96-A162-BB27D879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B978E-32F7-4307-96D0-40D4C802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C0852-4E01-4A61-8D58-CA71965A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E8DBD-9351-4F3B-A934-994AD26A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68D1C6-6F99-4F11-8E13-28DEB2F8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B9699-614C-4513-A655-E5437F00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E2058-B157-4E27-BBC5-2AA8368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05048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2026-08-24T16:03:07.1350000Z</dcterms:created>
  <dcterms:modified xsi:type="dcterms:W3CDTF">2026-08-24T16:03:07.1350000Z</dcterms:modified>
</coreProperties>
</file>