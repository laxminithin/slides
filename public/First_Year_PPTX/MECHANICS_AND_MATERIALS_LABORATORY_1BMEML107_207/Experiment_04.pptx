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9b1f172e01d4988" /><Relationship Type="http://schemas.openxmlformats.org/officeDocument/2006/relationships/extended-properties" Target="/docProps/app.xml" Id="R3dd03ce949504b15" /><Relationship Type="http://schemas.openxmlformats.org/officeDocument/2006/relationships/officeDocument" Target="/ppt/presentation.xml" Id="Raeefcf1cdd58498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4f4d150904494b"/>
  </p:sldMasterIdLst>
  <p:notesMasterIdLst>
    <p:notesMasterId xmlns:r="http://schemas.openxmlformats.org/officeDocument/2006/relationships" r:id="R437cf7f54d7f404e"/>
  </p:notesMasterIdLst>
  <p:sldIdLst>
    <p:sldId xmlns:r="http://schemas.openxmlformats.org/officeDocument/2006/relationships" id="256" r:id="R8964e57f8f914aca"/>
    <p:sldId xmlns:r="http://schemas.openxmlformats.org/officeDocument/2006/relationships" id="257" r:id="R4bf2b849a3b940a2"/>
    <p:sldId xmlns:r="http://schemas.openxmlformats.org/officeDocument/2006/relationships" id="258" r:id="R6c170386ac2e41c4"/>
    <p:sldId xmlns:r="http://schemas.openxmlformats.org/officeDocument/2006/relationships" id="259" r:id="R9d431d5000454643"/>
    <p:sldId xmlns:r="http://schemas.openxmlformats.org/officeDocument/2006/relationships" id="260" r:id="R8097296e63e74638"/>
    <p:sldId xmlns:r="http://schemas.openxmlformats.org/officeDocument/2006/relationships" id="261" r:id="R5755489a4d5846d1"/>
    <p:sldId xmlns:r="http://schemas.openxmlformats.org/officeDocument/2006/relationships" id="262" r:id="R5cda0e0af8f34959"/>
    <p:sldId xmlns:r="http://schemas.openxmlformats.org/officeDocument/2006/relationships" id="263" r:id="R94460b8f43454542"/>
    <p:sldId xmlns:r="http://schemas.openxmlformats.org/officeDocument/2006/relationships" id="264" r:id="R84d07623aba84268"/>
    <p:sldId xmlns:r="http://schemas.openxmlformats.org/officeDocument/2006/relationships" id="265" r:id="R3a5c4eb5fa104791"/>
    <p:sldId xmlns:r="http://schemas.openxmlformats.org/officeDocument/2006/relationships" id="266" r:id="R95efd377a7e34fdd"/>
    <p:sldId xmlns:r="http://schemas.openxmlformats.org/officeDocument/2006/relationships" id="267" r:id="Rb945c3f69c3746e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0b0c53a45c4355" /><Relationship Type="http://schemas.openxmlformats.org/officeDocument/2006/relationships/slideMaster" Target="/ppt/slideMasters/slideMaster1.xml" Id="Ra14f4d150904494b" /><Relationship Type="http://schemas.openxmlformats.org/officeDocument/2006/relationships/notesMaster" Target="/ppt/notesMasters/notesMaster1.xml" Id="R437cf7f54d7f404e" /><Relationship Type="http://schemas.openxmlformats.org/officeDocument/2006/relationships/presProps" Target="/ppt/presProps.xml" Id="R1ca108e3a1224260" /><Relationship Type="http://schemas.openxmlformats.org/officeDocument/2006/relationships/tableStyles" Target="/ppt/tableStyles.xml" Id="R2c373d5d8b2e45e1" /><Relationship Type="http://schemas.openxmlformats.org/officeDocument/2006/relationships/slide" Target="/ppt/slides/slide1.xml" Id="R8964e57f8f914aca" /><Relationship Type="http://schemas.openxmlformats.org/officeDocument/2006/relationships/slide" Target="/ppt/slides/slide2.xml" Id="R4bf2b849a3b940a2" /><Relationship Type="http://schemas.openxmlformats.org/officeDocument/2006/relationships/slide" Target="/ppt/slides/slide3.xml" Id="R6c170386ac2e41c4" /><Relationship Type="http://schemas.openxmlformats.org/officeDocument/2006/relationships/slide" Target="/ppt/slides/slide4.xml" Id="R9d431d5000454643" /><Relationship Type="http://schemas.openxmlformats.org/officeDocument/2006/relationships/slide" Target="/ppt/slides/slide5.xml" Id="R8097296e63e74638" /><Relationship Type="http://schemas.openxmlformats.org/officeDocument/2006/relationships/slide" Target="/ppt/slides/slide6.xml" Id="R5755489a4d5846d1" /><Relationship Type="http://schemas.openxmlformats.org/officeDocument/2006/relationships/slide" Target="/ppt/slides/slide7.xml" Id="R5cda0e0af8f34959" /><Relationship Type="http://schemas.openxmlformats.org/officeDocument/2006/relationships/slide" Target="/ppt/slides/slide8.xml" Id="R94460b8f43454542" /><Relationship Type="http://schemas.openxmlformats.org/officeDocument/2006/relationships/slide" Target="/ppt/slides/slide9.xml" Id="R84d07623aba84268" /><Relationship Type="http://schemas.openxmlformats.org/officeDocument/2006/relationships/slide" Target="/ppt/slides/slide10.xml" Id="R3a5c4eb5fa104791" /><Relationship Type="http://schemas.openxmlformats.org/officeDocument/2006/relationships/slide" Target="/ppt/slides/slide11.xml" Id="R95efd377a7e34fdd" /><Relationship Type="http://schemas.openxmlformats.org/officeDocument/2006/relationships/slide" Target="/ppt/slides/slide12.xml" Id="Rb945c3f69c3746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56424f81cf475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0dd9cd2bf93484f" /><Relationship Type="http://schemas.openxmlformats.org/officeDocument/2006/relationships/notesMaster" Target="/ppt/notesMasters/notesMaster1.xml" Id="R4e354db57ca44b4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afd450f002e46b0" /><Relationship Type="http://schemas.openxmlformats.org/officeDocument/2006/relationships/notesMaster" Target="/ppt/notesMasters/notesMaster1.xml" Id="Rb737624ec20b48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7c63caadb5844de" /><Relationship Type="http://schemas.openxmlformats.org/officeDocument/2006/relationships/notesMaster" Target="/ppt/notesMasters/notesMaster1.xml" Id="R82006926deeb4f7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0550aa88111408c" /><Relationship Type="http://schemas.openxmlformats.org/officeDocument/2006/relationships/notesMaster" Target="/ppt/notesMasters/notesMaster1.xml" Id="R1f6238cb284f420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10e548120044cbf" /><Relationship Type="http://schemas.openxmlformats.org/officeDocument/2006/relationships/notesMaster" Target="/ppt/notesMasters/notesMaster1.xml" Id="R4f79d7a809b4428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b4b399b485d4e91" /><Relationship Type="http://schemas.openxmlformats.org/officeDocument/2006/relationships/notesMaster" Target="/ppt/notesMasters/notesMaster1.xml" Id="Ra4c5c56a4156484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0dd3d92976f4c45" /><Relationship Type="http://schemas.openxmlformats.org/officeDocument/2006/relationships/notesMaster" Target="/ppt/notesMasters/notesMaster1.xml" Id="R0378152991154ec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32f97071b2c4a66" /><Relationship Type="http://schemas.openxmlformats.org/officeDocument/2006/relationships/notesMaster" Target="/ppt/notesMasters/notesMaster1.xml" Id="R66d185541a34446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b318ddfe5c1422d" /><Relationship Type="http://schemas.openxmlformats.org/officeDocument/2006/relationships/notesMaster" Target="/ppt/notesMasters/notesMaster1.xml" Id="Recd68aba2df247e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293cc5f3f524224" /><Relationship Type="http://schemas.openxmlformats.org/officeDocument/2006/relationships/notesMaster" Target="/ppt/notesMasters/notesMaster1.xml" Id="R0a673368b4774ce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ed4ce6322ac4c42" /><Relationship Type="http://schemas.openxmlformats.org/officeDocument/2006/relationships/notesMaster" Target="/ppt/notesMasters/notesMaster1.xml" Id="R1ae76de4bd6c443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b687515c0a3412c" /><Relationship Type="http://schemas.openxmlformats.org/officeDocument/2006/relationships/notesMaster" Target="/ppt/notesMasters/notesMaster1.xml" Id="R95a7e83e12fc408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3efa1b4836448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4d62571ed4948b9" /><Relationship Type="http://schemas.openxmlformats.org/officeDocument/2006/relationships/slideLayout" Target="/ppt/slideLayouts/slideLayout1.xml" Id="Rb8fefef77ee84db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8fefef77ee84db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437690d5b445d2" /><Relationship Type="http://schemas.openxmlformats.org/officeDocument/2006/relationships/notesSlide" Target="/ppt/notesSlides/notesSlide1.xml" Id="R515deac6d94a414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2dbb0b674046e3" /><Relationship Type="http://schemas.openxmlformats.org/officeDocument/2006/relationships/notesSlide" Target="/ppt/notesSlides/notesSlide2.xml" Id="Rab5939ffbff64df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4e8762862c4359" /><Relationship Type="http://schemas.openxmlformats.org/officeDocument/2006/relationships/notesSlide" Target="/ppt/notesSlides/notesSlide3.xml" Id="Rff2e3c45c08f485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40ad4b74934bbe" /><Relationship Type="http://schemas.openxmlformats.org/officeDocument/2006/relationships/notesSlide" Target="/ppt/notesSlides/notesSlide4.xml" Id="Rfd3a1176e0474d1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a09435cba14cb6" /><Relationship Type="http://schemas.openxmlformats.org/officeDocument/2006/relationships/notesSlide" Target="/ppt/notesSlides/notesSlide5.xml" Id="R57dd75625a4243b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6baa94083d42c3" /><Relationship Type="http://schemas.openxmlformats.org/officeDocument/2006/relationships/notesSlide" Target="/ppt/notesSlides/notesSlide6.xml" Id="Ra9495ba0b16348d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f273248a8d491d" /><Relationship Type="http://schemas.openxmlformats.org/officeDocument/2006/relationships/notesSlide" Target="/ppt/notesSlides/notesSlide7.xml" Id="R5a53873d95a34ed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a6a70c13434c38" /><Relationship Type="http://schemas.openxmlformats.org/officeDocument/2006/relationships/notesSlide" Target="/ppt/notesSlides/notesSlide8.xml" Id="R9a8f13d76923451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976daffb8f4abb" /><Relationship Type="http://schemas.openxmlformats.org/officeDocument/2006/relationships/notesSlide" Target="/ppt/notesSlides/notesSlide9.xml" Id="Rf09f06d691654c3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9a231addf74799" /><Relationship Type="http://schemas.openxmlformats.org/officeDocument/2006/relationships/notesSlide" Target="/ppt/notesSlides/notesSlide10.xml" Id="R64b9f56a59e94c6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68b47a215444a4" /><Relationship Type="http://schemas.openxmlformats.org/officeDocument/2006/relationships/notesSlide" Target="/ppt/notesSlides/notesSlide11.xml" Id="R169e2c80465747e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f69f1792f04f23" /><Relationship Type="http://schemas.openxmlformats.org/officeDocument/2006/relationships/notesSlide" Target="/ppt/notesSlides/notesSlide12.xml" Id="R2db2973e99464b6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53457A-AF57-4222-B874-907F34EB3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15C8D9-5249-4B90-8EC6-E502B259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001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33"/>
                </a:solidFill>
              </a:defRPr>
            </a:pPr>
            <a:r>
              <a:rPr sz="2550" b="1">
                <a:solidFill>
                  <a:srgbClr val="182033"/>
                </a:solidFill>
              </a:rPr>
              <a:t>Verification of Varignon's theorem.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FBB88A-69DB-4413-AA9B-079EC5F91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6191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Subject: MECHANICS AND MATERIALS LABORATORY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Code: 1BMEML107/207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Depth pass: 7 -&gt; 12 slides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258E5F-701F-4CD3-8AAF-23C724AB1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81E1EB-D8F1-4C39-9A49-1126F9E25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EC0793-DAB1-4FBE-81A9-9D3538271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934B02-BB16-481E-8E75-5CC875503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578FE6-81B8-4F33-8B8B-62D17DE84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22436A-6DC5-4FC9-8AA7-E99EE32B7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B244A6-8C7C-4371-94EF-E1A61D34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401B7B-8B78-4E62-876A-56B930B7C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B786C5-84F4-4E77-A374-6A17EF74C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61AF13-E770-410B-BE1F-32216387F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11127402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90632E-41EE-4D7C-8964-C8FEF88CD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5DE2C0-2892-4D74-871A-50EA222C7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F338E3-5BE5-4A52-8CC3-E4AA3B73B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FD5A98-08EF-4D43-89AD-E4E3B75B2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732F9F-FC59-457A-9706-4038066A3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Verification of Varignon's theorem.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State the measurable or demonstrable outcome before starting.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0A7EED-62C0-4AC7-B8B2-3DD3B895D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12321961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CD8CF9-82C6-4708-9902-BFE3DE1D9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0AB9B5-64D0-49DB-90E1-A4A4DC53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B867FB-A638-4651-9210-413A34EE9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5676AD-2D93-4525-BE4F-90E2B8506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B39715-4DB0-4FFE-B234-72BC9E280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This experiment demonstrates Verification of Varignon's theorem..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Connect the observation to the principle, algorithm, circuit, setup, or design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9815F8-E19D-4B1D-B192-952840002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317182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Verification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EE85DB-59E5-4DC9-9EC3-058B46CE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5A015C-30DE-46F9-835C-A29DF3BF9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953000"/>
            <a:ext cx="317182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Varignon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30F2BD-ACE4-43C9-AE90-4F51E144F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6C07F3-0329-44DD-AFCD-66F36FC99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953000"/>
            <a:ext cx="317182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theorem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CE3DB4-7626-4D50-892A-26D434A5F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21197887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50C5F3-D6DD-4AFB-B12C-AE32516D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69B31F-FBFD-4247-8BA9-485CC0AFB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Tools and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F30816-38B8-4560-8BB2-717F6CC57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017514-CEB9-44DB-B231-59B235BBF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1FE539-B516-4F43-A9AE-52A377216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Required apparatus/software/components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table or lab record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Safety and calibration checklist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412166-6DBC-4CAF-8EE7-F61F34727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15953978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217914-6117-4333-896F-51F667EA6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26CECD-FE5A-4914-B424-ED0CA61E4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3811C0-7203-4193-A78F-5FA5E17ED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A1FC2F-B3EF-4870-842D-A89001E55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8BE94B-9C2F-4FF1-89B7-7090AB294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Prepare the setup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Execute the steps in order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readings/output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Verify result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Conclude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A31598-D5F6-4E1C-91E5-552EF99D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16171539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94CF03-CF54-406B-8FEB-EC0F802AB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0B65AF-E73D-4FCD-841B-440693D69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Algorithm / circuit /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CE0E7E-C225-42F6-BACA-5E996095D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8A37E7-4222-4834-B62F-673275A1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C62F99-88F7-458A-A36C-CB58ACA5B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F8E97C-A847-4E5A-B9E4-BD7D8274A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528AA7-55F8-4AA2-A419-E75F030AC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85E5B7-3DB1-4817-AF24-A43F6E9F0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CA670D-D1C7-43E1-91EE-A3E3018ED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983341-C1B2-4694-B773-021EDDD0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5BB076-2E67-4B92-8E2E-28F27FD5A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86D9FE-D667-4C88-9206-290D22A5F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FEF6A6-45AA-498B-B08A-3A96305EB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61B4D3-3E64-42EF-B978-8333972BB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895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Draw or write the working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Label inputs, outputs, units, and constraints.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D10D2A-B035-424C-9C1F-A046273E6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17677654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F7A281-D73E-4BF9-AD01-777282E9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A2ADF8-FE44-403E-A98B-3DF154CE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Observation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532EEB-B5F2-48C7-A724-E4C896300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8D9190-AC92-4174-962B-1061A18D9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9B32AE-63BC-461A-BCB6-D04E97F47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573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498E76-0140-4320-824B-29E2AF52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6573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0BB537-051E-46C7-9452-7BB10858C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6573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0B800D-4AD3-4F67-A67F-C6C4A931E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573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74AC77-8692-4465-9866-2A65C855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625BE9-0D84-48EF-BB72-E86214A4D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2098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6710F8-7797-420E-8704-6E94ECED3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098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40442B-F8F0-4FE3-AEC3-E8DD3D1FB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D7CCE7-33FF-401F-83E3-06DFEBF7D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7C4371-3E61-480B-BC64-6252A1789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622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C4300E-D741-4D26-B7EE-0EF315541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622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C4EDD5-774D-4C49-956F-823300B2C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448432-B714-45B5-B552-AA4238C0F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A24530-CBAB-4B8B-B8C8-26CFC200E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147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DDCF85-DFCE-4BCA-9F06-12DCA7F52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147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49D932-CBEF-40F2-9D8E-7D6E32527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147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9BFCFF-2AC2-402C-B397-2740A3D88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7F01B4-5498-4111-91C1-4FE3F8529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671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348271-1EBF-44E9-A9F2-C18753D13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671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1AE420-4A06-4C54-842D-8CD2F4F71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671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0E5547-71FE-4790-9E73-546BC4014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11479840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0A0C30-0CCB-42D0-A9B1-BAC118B86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38F001-0B17-4971-BD35-B1CFD006C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Expected output /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88CFE1-5CD0-4DDB-B836-B8E02FEE5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4E1609-0613-43BB-93CD-83B906FF0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5E5608-C650-49A3-AED4-9B88E9157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 result should match the stated aim and be explainable from the theory.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deviations and possible causes.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60028A-50C7-449E-8487-67283DD5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6039291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0A2252-37A1-4706-ADED-3623BFE6A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A1DDC5-E0BD-4704-BF5F-C1A67E44A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92F050-FEC8-4A23-AE55-08A41CA9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A07605-76AF-4148-8C7E-82B794568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CDBE51-F5C7-4B62-9081-84D51EAC3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Wrong connection/input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No units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Skipping calibration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Unclear result statement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3D61AC-7AFF-4E01-AF1B-2D85657C9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176245967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0CFC24-0ECC-45C1-A7F2-CC5FFBBCC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B68A1A-7240-4951-A7F9-F55A0C838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Viva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39A112-1ACD-4F39-829D-FB4F14645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0EAF8F-7CC8-41F8-9762-4D0A917F6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F2C911-3181-4E64-94D8-034D32BEA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is the aim of Verification of Varignon's theorem.?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Which principle is used?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How is error detected?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changes if input/setup changes?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054C9B-AA4F-4D91-8C53-BB3549356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207215600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8BDEC5-B07A-458E-8C24-488B57176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B88385-4F15-46F1-B071-20BEB8FFF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Lab record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F0A235-3D58-42C9-AD32-9597D4937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A51C14-682C-440C-8358-5F27E65E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672993-C196-4303-9D17-F6C769733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Aim written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Theory summarized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Setup labeled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complete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Result stated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7F5C35-CB70-4E4F-9B66-D94B38140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7911735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55787A-21AC-4C06-9E68-198B341E0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1BMEML107/207 | Experiment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FF04F7-E4E7-40A2-8B77-97AC31490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Experiment completion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79A9D0-B7E2-4493-A949-2DAEEC2FC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B87CD9-2498-40E5-819B-DE6BC929E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E0EAE9-F832-4A1F-9A3D-68C684973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Element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8FAB36-6D04-4399-ABF3-E052F0F8F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19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Complete when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EC5958-0D62-4FF4-A883-C8E6D5D3D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19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6B9C7A-7F0D-44F0-9B3B-51CEA9F62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D62543-28A3-490B-8213-5A563DD5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526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Outcome is stated clearly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167461-E7E0-476F-8DDF-60ADA7FEE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526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68C97E-2ABE-44BA-AB3B-25E2120C4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50DBBF-5C11-416B-8732-59239B57A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Principle is connected to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48B750-D2C4-4473-9900-0D26ADF89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90AC28-651B-4927-8B9C-98D6931E8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04B14A-F0BF-45B6-9800-2AACA6B12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194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Steps can be followed safely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267936-575D-4FFE-B7E8-F3ADDA775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194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2E835D-2973-4F64-BEE7-087766D59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E00603-7408-4191-9F57-91AE14F2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528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Values/output are recorded with units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55D101-E17C-4C97-9858-784489CDD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528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2B4200-0A08-4390-8FF6-A40637C8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347E19-247F-406D-BD94-D11B6769F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86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Student can defend the result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CEF853-7EB4-47B2-B357-4B5B61735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86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4E9A2E-7817-410B-B424-AB15EFBC5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MECHANICS AND MATERIALS LABORATORY</a:t>
            </a:r>
          </a:p>
        </p:txBody>
      </p:sp>
    </p:spTree>
    <p:extLst>
      <p:ext uri="{BB962C8B-B14F-4D97-AF65-F5344CB8AC3E}">
        <p14:creationId xmlns:p14="http://schemas.microsoft.com/office/powerpoint/2010/main" val="20877342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2026-08-24T16:03:07.1910000Z</dcterms:created>
  <dcterms:modified xsi:type="dcterms:W3CDTF">2026-08-24T16:03:07.1910000Z</dcterms:modified>
</coreProperties>
</file>