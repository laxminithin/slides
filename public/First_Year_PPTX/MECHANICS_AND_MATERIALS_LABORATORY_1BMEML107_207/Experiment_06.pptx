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468bb7c8e84195" /><Relationship Type="http://schemas.openxmlformats.org/officeDocument/2006/relationships/extended-properties" Target="/docProps/app.xml" Id="R9f4e61320e41414f" /><Relationship Type="http://schemas.openxmlformats.org/officeDocument/2006/relationships/officeDocument" Target="/ppt/presentation.xml" Id="Rf6dd5548013247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d38d1868804733"/>
  </p:sldMasterIdLst>
  <p:notesMasterIdLst>
    <p:notesMasterId xmlns:r="http://schemas.openxmlformats.org/officeDocument/2006/relationships" r:id="Rb79949268f404ac5"/>
  </p:notesMasterIdLst>
  <p:sldIdLst>
    <p:sldId xmlns:r="http://schemas.openxmlformats.org/officeDocument/2006/relationships" id="256" r:id="R48820538d3a54522"/>
    <p:sldId xmlns:r="http://schemas.openxmlformats.org/officeDocument/2006/relationships" id="257" r:id="Rb9f66814e06442a4"/>
    <p:sldId xmlns:r="http://schemas.openxmlformats.org/officeDocument/2006/relationships" id="258" r:id="R086eea19a2f14c87"/>
    <p:sldId xmlns:r="http://schemas.openxmlformats.org/officeDocument/2006/relationships" id="259" r:id="Rab824d85efcd4532"/>
    <p:sldId xmlns:r="http://schemas.openxmlformats.org/officeDocument/2006/relationships" id="260" r:id="Ra4090b7904a84134"/>
    <p:sldId xmlns:r="http://schemas.openxmlformats.org/officeDocument/2006/relationships" id="261" r:id="Rcdcecbf443224f30"/>
    <p:sldId xmlns:r="http://schemas.openxmlformats.org/officeDocument/2006/relationships" id="262" r:id="Rae9065df51fd43f9"/>
    <p:sldId xmlns:r="http://schemas.openxmlformats.org/officeDocument/2006/relationships" id="263" r:id="R9057107a9b344532"/>
    <p:sldId xmlns:r="http://schemas.openxmlformats.org/officeDocument/2006/relationships" id="264" r:id="R8d6cc8d5f6c14c58"/>
    <p:sldId xmlns:r="http://schemas.openxmlformats.org/officeDocument/2006/relationships" id="265" r:id="R9d9f5c5fde6f47d7"/>
    <p:sldId xmlns:r="http://schemas.openxmlformats.org/officeDocument/2006/relationships" id="266" r:id="R83efa0d518944ded"/>
    <p:sldId xmlns:r="http://schemas.openxmlformats.org/officeDocument/2006/relationships" id="267" r:id="Redf47cefa67146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d7d4159d6b4de4" /><Relationship Type="http://schemas.openxmlformats.org/officeDocument/2006/relationships/slideMaster" Target="/ppt/slideMasters/slideMaster1.xml" Id="R2cd38d1868804733" /><Relationship Type="http://schemas.openxmlformats.org/officeDocument/2006/relationships/notesMaster" Target="/ppt/notesMasters/notesMaster1.xml" Id="Rb79949268f404ac5" /><Relationship Type="http://schemas.openxmlformats.org/officeDocument/2006/relationships/presProps" Target="/ppt/presProps.xml" Id="R35ecfbcb60984789" /><Relationship Type="http://schemas.openxmlformats.org/officeDocument/2006/relationships/tableStyles" Target="/ppt/tableStyles.xml" Id="R25bd56eb9ddf4e6f" /><Relationship Type="http://schemas.openxmlformats.org/officeDocument/2006/relationships/slide" Target="/ppt/slides/slide1.xml" Id="R48820538d3a54522" /><Relationship Type="http://schemas.openxmlformats.org/officeDocument/2006/relationships/slide" Target="/ppt/slides/slide2.xml" Id="Rb9f66814e06442a4" /><Relationship Type="http://schemas.openxmlformats.org/officeDocument/2006/relationships/slide" Target="/ppt/slides/slide3.xml" Id="R086eea19a2f14c87" /><Relationship Type="http://schemas.openxmlformats.org/officeDocument/2006/relationships/slide" Target="/ppt/slides/slide4.xml" Id="Rab824d85efcd4532" /><Relationship Type="http://schemas.openxmlformats.org/officeDocument/2006/relationships/slide" Target="/ppt/slides/slide5.xml" Id="Ra4090b7904a84134" /><Relationship Type="http://schemas.openxmlformats.org/officeDocument/2006/relationships/slide" Target="/ppt/slides/slide6.xml" Id="Rcdcecbf443224f30" /><Relationship Type="http://schemas.openxmlformats.org/officeDocument/2006/relationships/slide" Target="/ppt/slides/slide7.xml" Id="Rae9065df51fd43f9" /><Relationship Type="http://schemas.openxmlformats.org/officeDocument/2006/relationships/slide" Target="/ppt/slides/slide8.xml" Id="R9057107a9b344532" /><Relationship Type="http://schemas.openxmlformats.org/officeDocument/2006/relationships/slide" Target="/ppt/slides/slide9.xml" Id="R8d6cc8d5f6c14c58" /><Relationship Type="http://schemas.openxmlformats.org/officeDocument/2006/relationships/slide" Target="/ppt/slides/slide10.xml" Id="R9d9f5c5fde6f47d7" /><Relationship Type="http://schemas.openxmlformats.org/officeDocument/2006/relationships/slide" Target="/ppt/slides/slide11.xml" Id="R83efa0d518944ded" /><Relationship Type="http://schemas.openxmlformats.org/officeDocument/2006/relationships/slide" Target="/ppt/slides/slide12.xml" Id="Redf47cefa67146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cbcdbdbde49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89eacbd0ad457b" /><Relationship Type="http://schemas.openxmlformats.org/officeDocument/2006/relationships/notesMaster" Target="/ppt/notesMasters/notesMaster1.xml" Id="R74187714213e43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869efd931645ed" /><Relationship Type="http://schemas.openxmlformats.org/officeDocument/2006/relationships/notesMaster" Target="/ppt/notesMasters/notesMaster1.xml" Id="R7d080db6039341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73d10228764e46" /><Relationship Type="http://schemas.openxmlformats.org/officeDocument/2006/relationships/notesMaster" Target="/ppt/notesMasters/notesMaster1.xml" Id="R443699fc36834f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3eeb11af744c56" /><Relationship Type="http://schemas.openxmlformats.org/officeDocument/2006/relationships/notesMaster" Target="/ppt/notesMasters/notesMaster1.xml" Id="R728b93c301b24d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76a1528fa64621" /><Relationship Type="http://schemas.openxmlformats.org/officeDocument/2006/relationships/notesMaster" Target="/ppt/notesMasters/notesMaster1.xml" Id="R87ff7b5ae33444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f386a36534047" /><Relationship Type="http://schemas.openxmlformats.org/officeDocument/2006/relationships/notesMaster" Target="/ppt/notesMasters/notesMaster1.xml" Id="R167fe593a3c945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901c739e4247c9" /><Relationship Type="http://schemas.openxmlformats.org/officeDocument/2006/relationships/notesMaster" Target="/ppt/notesMasters/notesMaster1.xml" Id="Rdba62f2d916a46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fe51a552934eda" /><Relationship Type="http://schemas.openxmlformats.org/officeDocument/2006/relationships/notesMaster" Target="/ppt/notesMasters/notesMaster1.xml" Id="R0ee8dcb575e846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890ea8945f4f9d" /><Relationship Type="http://schemas.openxmlformats.org/officeDocument/2006/relationships/notesMaster" Target="/ppt/notesMasters/notesMaster1.xml" Id="R9c461ddef70f4a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d50a602acd4472" /><Relationship Type="http://schemas.openxmlformats.org/officeDocument/2006/relationships/notesMaster" Target="/ppt/notesMasters/notesMaster1.xml" Id="R2bc9aed860c84d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7bf55df154495e" /><Relationship Type="http://schemas.openxmlformats.org/officeDocument/2006/relationships/notesMaster" Target="/ppt/notesMasters/notesMaster1.xml" Id="Rc72bce5aee224f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9aa9b879d74699" /><Relationship Type="http://schemas.openxmlformats.org/officeDocument/2006/relationships/notesMaster" Target="/ppt/notesMasters/notesMaster1.xml" Id="R305a33f2684b44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a6db420c242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3fc20ed5d541dd" /><Relationship Type="http://schemas.openxmlformats.org/officeDocument/2006/relationships/slideLayout" Target="/ppt/slideLayouts/slideLayout1.xml" Id="R769be564f26b42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9be564f26b42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9bcebc94f4733" /><Relationship Type="http://schemas.openxmlformats.org/officeDocument/2006/relationships/notesSlide" Target="/ppt/notesSlides/notesSlide1.xml" Id="R2c130b3fffbd40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003a2c7ac46ac" /><Relationship Type="http://schemas.openxmlformats.org/officeDocument/2006/relationships/notesSlide" Target="/ppt/notesSlides/notesSlide2.xml" Id="R807aef1c834f48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4763c663145a4" /><Relationship Type="http://schemas.openxmlformats.org/officeDocument/2006/relationships/notesSlide" Target="/ppt/notesSlides/notesSlide3.xml" Id="Rce5b353fbe8c4f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b14d845764386" /><Relationship Type="http://schemas.openxmlformats.org/officeDocument/2006/relationships/notesSlide" Target="/ppt/notesSlides/notesSlide4.xml" Id="R9d292d7e557c44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a031731ef430f" /><Relationship Type="http://schemas.openxmlformats.org/officeDocument/2006/relationships/notesSlide" Target="/ppt/notesSlides/notesSlide5.xml" Id="Rc87d0c2e196246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8c46a2f78465d" /><Relationship Type="http://schemas.openxmlformats.org/officeDocument/2006/relationships/notesSlide" Target="/ppt/notesSlides/notesSlide6.xml" Id="R5b546a68087641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8a958b53c44e7" /><Relationship Type="http://schemas.openxmlformats.org/officeDocument/2006/relationships/notesSlide" Target="/ppt/notesSlides/notesSlide7.xml" Id="R16c9692c1b7a4a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4e934a57e4ea6" /><Relationship Type="http://schemas.openxmlformats.org/officeDocument/2006/relationships/notesSlide" Target="/ppt/notesSlides/notesSlide8.xml" Id="Rc418c9bcb84d48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d34f4835b403d" /><Relationship Type="http://schemas.openxmlformats.org/officeDocument/2006/relationships/notesSlide" Target="/ppt/notesSlides/notesSlide9.xml" Id="Rb739c9bac6e641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49463774c47eb" /><Relationship Type="http://schemas.openxmlformats.org/officeDocument/2006/relationships/notesSlide" Target="/ppt/notesSlides/notesSlide10.xml" Id="Rccaf4ab6575342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30adcd29e401a" /><Relationship Type="http://schemas.openxmlformats.org/officeDocument/2006/relationships/notesSlide" Target="/ppt/notesSlides/notesSlide11.xml" Id="R3d87653b27e545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b532919b544d4" /><Relationship Type="http://schemas.openxmlformats.org/officeDocument/2006/relationships/notesSlide" Target="/ppt/notesSlides/notesSlide12.xml" Id="Rd7ad02a12b7e48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A1237-560E-495D-8CA1-8C4A9AA0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DFC2A-CF39-494E-B009-14E5822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Sieve analysis of soil-Graphical representation of the gradation curve AND Visual identification of building materials: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F966B-ADF9-41FA-9050-937A5BA5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936F4-743D-40AB-A4A0-101C2164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7B102-7426-432E-B320-782DA19E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77AAC-5D61-4A51-BC33-689A9A05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C49AB-8480-43F5-A4DE-BC01A255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AD138-BB12-4333-BCE8-FC1D6CAB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11DD7-2DDA-46D2-8C13-F1FFC543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8276A-1B10-4780-BE59-7EB41D27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FCC5F-6358-4135-8CFA-BEAF0443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1E3E8-7439-4D78-A8B7-19AAE407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5A673-459A-4220-8B78-E8F5EEE7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631403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8F3B6-6423-45C3-B0DB-1EF987F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78BDF-E180-4756-B36F-142A0EC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C49F9-F5AB-473A-A840-0EDC420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9B515-F56E-4C1F-BC26-302AC8EB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3A386-20BA-4210-817D-30D6F15A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Sieve analysis of soil-Graphical representation of the gradation curve AND Visual identification of building materials: 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9C2F8-A2AD-4DFA-8172-B58C0E76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387863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84FC0-DE0B-4976-8C0E-E42AAFD0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C933F-A30E-4FDD-AA65-A14F7D2E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DDEC2-C894-4B25-8C74-7F1EBFF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01321-F2F2-41D6-A4C3-206E7D9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EB740-E471-4A93-87E2-0A458BAB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Sieve analysis of soil-Graphical representation of the gradation curve AND Visu....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76A36-EACF-4E98-9F98-7B2FE383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Sieve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E978B-3FC8-490D-8257-AE51CCA3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6D6E3-0F1F-4104-861A-AA2ACB8C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soil-Graphical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F58CF-599A-47AE-816C-F80BBBA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CD2D4-3EDC-4A02-A11D-264FF577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D4651-5B6A-4BCE-8078-16A971F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768E2-8235-4853-B838-B9B11F09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06DE1-DD0A-4BC6-8260-0DE67239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FE12F-8499-4BAA-9369-097AD412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curve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CCE03-A952-4AE0-84BD-BB5F5618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513977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BEFAC-DBA1-489F-B0BF-D4D892B5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90B8B-B165-4EFF-B54F-F8974E4B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1DB48-E99E-4AFD-970A-1CFEE9DF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D0277-194E-4230-927B-70F20983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90CB4-D7B9-40BF-9380-DD0BFE50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BD87D-4C99-4905-A13B-94C2C259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507213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67D90-7A77-4C91-8854-890572D6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F9CE7-BBD1-41E0-9147-B1416534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3A5CC-E188-4F5A-82E2-775EA613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8120A-549A-4D39-BF1D-FBBB1F60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10826-91E4-4883-9209-F4A0351C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699BB-8323-4F17-876F-5C6CDD6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43464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83CE7-8DDE-4A1F-8D40-C4A10D81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9DB20-26AD-45BA-B3E6-C8E1A0AA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FE1DB-16B7-4C7A-9143-383A61BF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D523B-9A8E-4C80-AFEF-D88C1278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E3DE2-D429-476B-8C46-0BF7607C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8A021-5297-451B-9F5C-5C17F9EE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8B4BD-A445-4920-969E-2ED64E84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2DADC-F455-49E5-9896-ED5EFB65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66282-AC29-454D-85BC-C4E48F7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6B367-8720-4447-88F7-D64AC49B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CC3E4-8711-43EE-A5D0-19B46394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1736D-9A7A-4C31-AC9F-A290CC94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BE61A-4297-4343-9057-5B6BD85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AE17D-D1FA-4FEA-8682-15EB5C0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03BC8-FE9F-4EC3-B247-6B32414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039848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761B9-9122-4230-A1C7-A5CD8B26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050A1-77CD-45F8-B4FC-BB72CA25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775F3-E4D5-49A8-A08B-0639EFF6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D44D9-F40D-42F8-9029-1E5A4883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5E01E-05E1-4CA9-A97B-715FF7B6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B530C-3C03-43A3-A715-4EEB97CB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F274E-9617-48CD-A0CF-16A0D4E9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2BC32-EE0A-4985-97D3-5E7804A4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2D50E-2795-452F-BBD0-350ADC9D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20BFD-4208-4C0E-AD1D-FD6A4ED0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F76AB-9B5A-4E02-A1B3-DF1565A6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C5F7D-C8FE-4B1B-BA6B-732DD098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33709-81D7-45FE-85BD-A29851E5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38EF8-09F4-4638-AACA-9E39A6B2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627F1-91A3-430C-BEC8-409AA39B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D2558-9D68-4937-AD1F-3673464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92070-D5E8-4FA8-960B-FE7BA34A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5C844-AEE6-4D39-BD75-82CFD3CA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7C6F6-5E8B-4E83-983F-825926C1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E3265-8D3B-4F13-B2D8-06C73303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DC3F4-6F57-4B65-B148-EF69E9F0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FF1E4-E344-4AC5-AA79-97E002ED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C755F-E29A-46EC-8AA8-5BEE47E8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E863A-994B-47B0-9BAD-82057411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F2F45-D6F6-4575-AB51-A5E9F32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401171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29656-E362-4E41-AC44-19D6BB84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5CBFF-9FDE-40CA-A5BF-3A1AA5F5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BF92A-DD62-4B7C-85E2-087F3007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31EB0-3AA9-4FFA-83D4-D6AFE4DA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FEA24-5EB1-48A1-B853-A659B234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C8E7C-BB70-4820-B07B-3092D669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329471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D6316-3521-4D1E-9ACC-99CC441F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9423A-D4BA-4638-B57E-A4A87FF7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E38DE-82BC-46C7-975C-9C6D3EA9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D3D76-F499-46CF-B8A0-34978FBF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34A87-8E9F-436C-8D4F-53513B9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C2B8B-701D-4FC0-96FD-5C001D11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4893264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26BD9-A487-481A-9F3F-B093D128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6B77F-6D15-4089-A2BA-68C9DBC6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8EF84-6C10-4E85-B237-E6620442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EF611-204E-4AB9-9D5E-B4BDFA16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1A279-CA8C-414E-AD75-AB5F1CF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Sieve analysis of soil-Graphical representation...?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954D6-A0CD-46AF-AFA6-4D6B65FF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640009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2D3AB-DD4F-4A30-B3CE-AD29B973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BB438-C354-4198-A250-D868DE59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61865-26BC-4E23-9FB1-FD478366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279CB-0968-42E4-99D2-912D40A2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3C9CB-1114-4359-99DE-380220F2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790AC-7BC0-42B1-A1CC-72739B87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954083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DC227-83BB-4A9A-8A56-AC5209CA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66458-34BE-4505-A20A-181FB087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D5C69-8E27-47AF-BD37-7887B8B3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B84D4-DCE6-4CA6-BAD0-253B2C90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D660E-0A25-4363-B200-D2E3E898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E9E37-FFF8-40D1-AF19-38E8CBA8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9C239-7869-4DC3-92B6-9C4BA96B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0DA35-FD39-40AF-BECA-5F74513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21741-E1CE-4F48-BD41-197B9F20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3794B-7842-467F-A4D0-032E0E6B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77D6F-AC66-4863-9132-DF84CEFD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6F48C-B6B1-47D3-800A-8B8D1160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72709-5D64-4697-83F9-E72D524D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F5295-F05D-4E6D-8EB1-FCB3CFBD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DA692-84CD-41DE-BCF1-290EE628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CA65F-5412-455C-BDC0-5751575D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2D053-C330-4D62-B035-83984D74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F9AB0-F69E-4487-814F-7EE71619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F9A86-D270-4415-9F13-7A090E8E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2BD3C-AB18-42B2-AC24-8177C5FB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153B2-0D25-4550-8E73-5D8F91A7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ADD98-5B93-4B55-8BB8-D4779EEB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221B6-C313-499D-8EA9-9889E736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729628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2026-08-24T16:03:07.3300000Z</dcterms:created>
  <dcterms:modified xsi:type="dcterms:W3CDTF">2026-08-24T16:03:07.3300000Z</dcterms:modified>
</coreProperties>
</file>