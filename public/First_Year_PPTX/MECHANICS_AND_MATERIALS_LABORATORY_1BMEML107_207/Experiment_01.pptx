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2a40f4ae2a42a8" /><Relationship Type="http://schemas.openxmlformats.org/officeDocument/2006/relationships/extended-properties" Target="/docProps/app.xml" Id="R33ca52bcbb884073" /><Relationship Type="http://schemas.openxmlformats.org/officeDocument/2006/relationships/officeDocument" Target="/ppt/presentation.xml" Id="Rc4abb1e54d7945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12bdf35f9a4a8d"/>
  </p:sldMasterIdLst>
  <p:notesMasterIdLst>
    <p:notesMasterId xmlns:r="http://schemas.openxmlformats.org/officeDocument/2006/relationships" r:id="R0640bd9e23764e37"/>
  </p:notesMasterIdLst>
  <p:sldIdLst>
    <p:sldId xmlns:r="http://schemas.openxmlformats.org/officeDocument/2006/relationships" id="256" r:id="R8d109e48930d462d"/>
    <p:sldId xmlns:r="http://schemas.openxmlformats.org/officeDocument/2006/relationships" id="257" r:id="R6b883b24a0a842ee"/>
    <p:sldId xmlns:r="http://schemas.openxmlformats.org/officeDocument/2006/relationships" id="258" r:id="R8102bdeed16247d5"/>
    <p:sldId xmlns:r="http://schemas.openxmlformats.org/officeDocument/2006/relationships" id="259" r:id="Rd1c8daeaca0445a3"/>
    <p:sldId xmlns:r="http://schemas.openxmlformats.org/officeDocument/2006/relationships" id="260" r:id="Rb1603d12fe714de5"/>
    <p:sldId xmlns:r="http://schemas.openxmlformats.org/officeDocument/2006/relationships" id="261" r:id="Re92f56fe659b4d5f"/>
    <p:sldId xmlns:r="http://schemas.openxmlformats.org/officeDocument/2006/relationships" id="262" r:id="Rf22edd2405814cf2"/>
    <p:sldId xmlns:r="http://schemas.openxmlformats.org/officeDocument/2006/relationships" id="263" r:id="Rc5cb78b0be714f92"/>
    <p:sldId xmlns:r="http://schemas.openxmlformats.org/officeDocument/2006/relationships" id="264" r:id="Ra5231752d2b94308"/>
    <p:sldId xmlns:r="http://schemas.openxmlformats.org/officeDocument/2006/relationships" id="265" r:id="R639dbbe24a6842b2"/>
    <p:sldId xmlns:r="http://schemas.openxmlformats.org/officeDocument/2006/relationships" id="266" r:id="Ra8e5afb2dd7c4dc3"/>
    <p:sldId xmlns:r="http://schemas.openxmlformats.org/officeDocument/2006/relationships" id="267" r:id="R0508b428c35d4b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ac96704b534e16" /><Relationship Type="http://schemas.openxmlformats.org/officeDocument/2006/relationships/slideMaster" Target="/ppt/slideMasters/slideMaster1.xml" Id="Rb212bdf35f9a4a8d" /><Relationship Type="http://schemas.openxmlformats.org/officeDocument/2006/relationships/notesMaster" Target="/ppt/notesMasters/notesMaster1.xml" Id="R0640bd9e23764e37" /><Relationship Type="http://schemas.openxmlformats.org/officeDocument/2006/relationships/presProps" Target="/ppt/presProps.xml" Id="R27d155e81f174fec" /><Relationship Type="http://schemas.openxmlformats.org/officeDocument/2006/relationships/tableStyles" Target="/ppt/tableStyles.xml" Id="R39a5252bb38a4253" /><Relationship Type="http://schemas.openxmlformats.org/officeDocument/2006/relationships/slide" Target="/ppt/slides/slide1.xml" Id="R8d109e48930d462d" /><Relationship Type="http://schemas.openxmlformats.org/officeDocument/2006/relationships/slide" Target="/ppt/slides/slide2.xml" Id="R6b883b24a0a842ee" /><Relationship Type="http://schemas.openxmlformats.org/officeDocument/2006/relationships/slide" Target="/ppt/slides/slide3.xml" Id="R8102bdeed16247d5" /><Relationship Type="http://schemas.openxmlformats.org/officeDocument/2006/relationships/slide" Target="/ppt/slides/slide4.xml" Id="Rd1c8daeaca0445a3" /><Relationship Type="http://schemas.openxmlformats.org/officeDocument/2006/relationships/slide" Target="/ppt/slides/slide5.xml" Id="Rb1603d12fe714de5" /><Relationship Type="http://schemas.openxmlformats.org/officeDocument/2006/relationships/slide" Target="/ppt/slides/slide6.xml" Id="Re92f56fe659b4d5f" /><Relationship Type="http://schemas.openxmlformats.org/officeDocument/2006/relationships/slide" Target="/ppt/slides/slide7.xml" Id="Rf22edd2405814cf2" /><Relationship Type="http://schemas.openxmlformats.org/officeDocument/2006/relationships/slide" Target="/ppt/slides/slide8.xml" Id="Rc5cb78b0be714f92" /><Relationship Type="http://schemas.openxmlformats.org/officeDocument/2006/relationships/slide" Target="/ppt/slides/slide9.xml" Id="Ra5231752d2b94308" /><Relationship Type="http://schemas.openxmlformats.org/officeDocument/2006/relationships/slide" Target="/ppt/slides/slide10.xml" Id="R639dbbe24a6842b2" /><Relationship Type="http://schemas.openxmlformats.org/officeDocument/2006/relationships/slide" Target="/ppt/slides/slide11.xml" Id="Ra8e5afb2dd7c4dc3" /><Relationship Type="http://schemas.openxmlformats.org/officeDocument/2006/relationships/slide" Target="/ppt/slides/slide12.xml" Id="R0508b428c35d4b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0d2a99799f4b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acbcbe369643c6" /><Relationship Type="http://schemas.openxmlformats.org/officeDocument/2006/relationships/notesMaster" Target="/ppt/notesMasters/notesMaster1.xml" Id="Re54b22cb3cac45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5f027dfe93494d" /><Relationship Type="http://schemas.openxmlformats.org/officeDocument/2006/relationships/notesMaster" Target="/ppt/notesMasters/notesMaster1.xml" Id="R0bc3d964c3e54f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83251ae6294ece" /><Relationship Type="http://schemas.openxmlformats.org/officeDocument/2006/relationships/notesMaster" Target="/ppt/notesMasters/notesMaster1.xml" Id="R59fba79850e94b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73982158cb4a43" /><Relationship Type="http://schemas.openxmlformats.org/officeDocument/2006/relationships/notesMaster" Target="/ppt/notesMasters/notesMaster1.xml" Id="Rcc3e6efbd34f4a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31107e19434eb8" /><Relationship Type="http://schemas.openxmlformats.org/officeDocument/2006/relationships/notesMaster" Target="/ppt/notesMasters/notesMaster1.xml" Id="R522f92d836354e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b9615174f84771" /><Relationship Type="http://schemas.openxmlformats.org/officeDocument/2006/relationships/notesMaster" Target="/ppt/notesMasters/notesMaster1.xml" Id="Rdf9e2937be9443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21535efad0436a" /><Relationship Type="http://schemas.openxmlformats.org/officeDocument/2006/relationships/notesMaster" Target="/ppt/notesMasters/notesMaster1.xml" Id="R3d75bd66b5a844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45c6cce22d4242" /><Relationship Type="http://schemas.openxmlformats.org/officeDocument/2006/relationships/notesMaster" Target="/ppt/notesMasters/notesMaster1.xml" Id="R54485abdd8ef43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2fad08bc5e45e4" /><Relationship Type="http://schemas.openxmlformats.org/officeDocument/2006/relationships/notesMaster" Target="/ppt/notesMasters/notesMaster1.xml" Id="R9b8bbe566a2e43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da0cbe79ba4f1c" /><Relationship Type="http://schemas.openxmlformats.org/officeDocument/2006/relationships/notesMaster" Target="/ppt/notesMasters/notesMaster1.xml" Id="Ra00c971ad96d46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8cfca1b69e4d7f" /><Relationship Type="http://schemas.openxmlformats.org/officeDocument/2006/relationships/notesMaster" Target="/ppt/notesMasters/notesMaster1.xml" Id="Rabe17ef8dd5442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de3a88110b41ca" /><Relationship Type="http://schemas.openxmlformats.org/officeDocument/2006/relationships/notesMaster" Target="/ppt/notesMasters/notesMaster1.xml" Id="R7258439a89f340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955a6d948a41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6309e4872b4051" /><Relationship Type="http://schemas.openxmlformats.org/officeDocument/2006/relationships/slideLayout" Target="/ppt/slideLayouts/slideLayout1.xml" Id="R2d6fc77472e141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6fc77472e141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cb7d28dcd411e" /><Relationship Type="http://schemas.openxmlformats.org/officeDocument/2006/relationships/notesSlide" Target="/ppt/notesSlides/notesSlide1.xml" Id="Raa0a74ae70524c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7747bdd5c446e" /><Relationship Type="http://schemas.openxmlformats.org/officeDocument/2006/relationships/notesSlide" Target="/ppt/notesSlides/notesSlide2.xml" Id="Re0dc74dedb2445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d5cf285824173" /><Relationship Type="http://schemas.openxmlformats.org/officeDocument/2006/relationships/notesSlide" Target="/ppt/notesSlides/notesSlide3.xml" Id="R9bbdf4eed43a42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ab865a6ff45af" /><Relationship Type="http://schemas.openxmlformats.org/officeDocument/2006/relationships/notesSlide" Target="/ppt/notesSlides/notesSlide4.xml" Id="Rdfba01e63e0845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6fa5720fe475f" /><Relationship Type="http://schemas.openxmlformats.org/officeDocument/2006/relationships/notesSlide" Target="/ppt/notesSlides/notesSlide5.xml" Id="R811b89237cc346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d875cd1a14245" /><Relationship Type="http://schemas.openxmlformats.org/officeDocument/2006/relationships/notesSlide" Target="/ppt/notesSlides/notesSlide6.xml" Id="Rbbdbcbbf0abc45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4f26158064089" /><Relationship Type="http://schemas.openxmlformats.org/officeDocument/2006/relationships/notesSlide" Target="/ppt/notesSlides/notesSlide7.xml" Id="R349e98243f4a43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66e5f46f94027" /><Relationship Type="http://schemas.openxmlformats.org/officeDocument/2006/relationships/notesSlide" Target="/ppt/notesSlides/notesSlide8.xml" Id="R27f098511fef48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babbbe84b41ab" /><Relationship Type="http://schemas.openxmlformats.org/officeDocument/2006/relationships/notesSlide" Target="/ppt/notesSlides/notesSlide9.xml" Id="R401db1d5087941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ec136d0624992" /><Relationship Type="http://schemas.openxmlformats.org/officeDocument/2006/relationships/notesSlide" Target="/ppt/notesSlides/notesSlide10.xml" Id="R7013384e8ea34c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e11cbc00c4949" /><Relationship Type="http://schemas.openxmlformats.org/officeDocument/2006/relationships/notesSlide" Target="/ppt/notesSlides/notesSlide11.xml" Id="R6f5f03c4d20c47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c6c68572143d8" /><Relationship Type="http://schemas.openxmlformats.org/officeDocument/2006/relationships/notesSlide" Target="/ppt/notesSlides/notesSlide12.xml" Id="R8f6f48b0075c42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470C44-9376-4BC2-94F3-ABAA3C43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08D71-BEF5-4374-8431-79F618DC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Verification of Lami's Theorem.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A3815-BE5B-4F26-852D-56841F6A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MECHANICS AND MATERIALS LABORATORY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1BMEML107/207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E830D-A2C2-43B2-8606-714B42AE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F666E-9218-49BE-B9ED-FEACA35C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05E3E-CE6C-4E50-A1C2-B2AD3AC4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F205E-B825-4CE6-AA80-BA38C7D4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2E167-1C48-41FE-B091-7C41D244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EEEC1-A4E3-4708-9AB4-60513707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675FB-5A1D-44A4-B27F-AC0CEA08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CB2B4-F8D5-4788-85CB-B4198257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CDBC1-312A-49F2-BCDF-EBCD926A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EA0532-F612-45D7-9FAD-671F1BC1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4885915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189FE-20AF-43C9-BBC8-6B85317A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82BC0-0D4A-49E6-83F1-CA8A9A31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D706F-1B4F-4FDD-9A5D-34BE6C9E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25FB2-7A47-4DF0-896F-A1CC1DB1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C2072-DDF0-43E4-9C67-61F794F1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Verification of Lami's Theorem.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90C64-8156-4942-A38F-B823FAA3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03585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CA9D6-B382-4977-A68E-3DA418EC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C9FE3-ECF5-4474-B0F9-119E71FF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CD884-C47A-4135-B3A7-5EADF60E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60187-C900-4F5B-A3B2-4AEA238D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D0242-10F1-4D43-BB60-D98A685B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Verification of Lami's Theorem..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81121-2111-4D49-A6A3-E5A412E0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31718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Verification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6DEAB-568A-4B12-9A16-9B7D2FD9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D825C-FC03-41EB-B4DF-1436FF7E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53000"/>
            <a:ext cx="31718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Lami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180AD-8D4E-4568-939C-B47F5544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6C527-D473-4E06-91F2-C894EFC9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53000"/>
            <a:ext cx="31718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Theorem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BC99E-2AB1-4C37-827E-8B5B178C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2496182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C39AD-0117-41FC-B457-741E0BFB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564DD-5CD5-497C-8FD2-88C8F29B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77FF1-1FA3-4329-AF8D-48F7118C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CF726-5662-44B9-90B6-9CE2E206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F999A-441C-4801-B9C7-6930E1A4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F5C59-633B-4343-ABB9-D88C3F39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0785662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A02C7-A6AD-4AEF-A759-74346F49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34D60-61D1-4629-BE17-2604E367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DF8AE-14E0-41F6-94E0-AE64E17C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704EC-A55F-4E87-AC87-BEB23870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769F0-D4CC-43AF-9455-9E28B399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A0C0A-2885-4A35-B9D6-9CCBFCBB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1490788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D8D8DB-A7E5-49EF-84C0-CCDC0D60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66B60-FF63-434F-A3E8-08B31589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EDF52-A05B-4E0F-88EA-EB9C2786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D1B0A-DC51-4D37-A7EE-69C66B94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36ECE-79F1-44D1-85CF-AEB68D54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7431D-81D4-4676-9045-E28F7E56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B7D52-B8C5-49D3-A241-C4AB049E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683264-9CA6-4BA9-885D-0C73F53A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4B7BB-CD72-4498-9037-7C386A6B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43C8C-5916-48EA-B8D4-65FE86F5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7E868-C382-490F-ACFB-4452F9B3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25783-37A6-4884-8F38-A3D36E1E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1F79F-77D1-4AAE-B1D3-BA8982B2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7CB81D-696F-41D1-834C-00763F31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DB8F9-8CAD-4A31-9444-F8120196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21214499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84ADC9-B409-430C-B52D-D284373A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FB047-99E8-4F73-AE0C-C34AF9AE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CCA9C-CFEA-42A4-B669-BFDA42D5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7AC8A-F7F2-47D6-818C-5443B34A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5545F-5B8D-4719-87AF-3377D54F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425D9-0465-4886-9F70-9FC4EBB7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3E9DB-658B-47DD-97B1-0359D84E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EBE60-0227-4038-9945-FF9A3F11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9061EB-C225-4840-9984-06643FA6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B6796-6349-44E7-A885-B935F348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D730E-4501-4B1B-AD87-8612B813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0BA683-1C02-47F9-9667-9FFB4A55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AC10FC-44ED-41A5-952D-FEAAE754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E99FA-A12D-47F9-B0E4-2222557C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692C6-DA43-4D51-94C4-B75A31E3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A6C13-5028-48EF-9E55-A5D1F7DD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4054D2-8AF6-41ED-9F66-99680AF0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F15474-DBB0-49E1-A5E8-260226BC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E18217-B15C-45E3-8651-80B87D55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C15102-2AA0-4EFA-B8E3-CC874C13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086030-3CCB-4492-B905-5FA0C07F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81E063-5E41-46E3-80D8-3E08F3F1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48636A-862A-4E14-914D-390C023F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6DAF62-3039-41B0-B4EC-0C5B2745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438D00-400F-4B73-A2D3-0F693BA3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8926607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771FF-C74E-4D43-B33A-B0DE4368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00E09-F44D-469E-BF04-D4AA9287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C24F7-5E9F-4458-98D6-293B8869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292EF-2730-4F52-8071-4989444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87479-B09E-4F85-9171-5D8FBC9B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798E5-EEA6-4218-B903-0E8E0628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9816638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786EB-3218-4BA9-B3A4-68E2E0CE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71DDF-0205-4E8B-8A52-2DECD886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FE2D6-B10F-4F3C-9C5A-8B186491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FC4C5-5739-40EB-976D-F5DC3ACD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7D5CD-A445-4BAD-8230-2FA9FB09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FE741-6C31-4D9A-9070-2D0CE8CF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1806131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5B566-749E-4ADB-B4E6-179606C5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4FCC3-B36C-4BFE-B141-FD44706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C7E02-5035-4F61-858F-5D6DD7D7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A32A7-484C-4358-9C64-73026489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1ECA2-B029-47AF-8A5B-6C22ACAD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Verification of Lami's Theorem.?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58FFE-FBAA-45B0-B762-FECBA92E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3952411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B3E2B-767B-48AC-AA1A-4A6F6CB2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122C7-0558-4BBA-8A36-9990F923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39253-C16C-4000-83A1-022AAE6B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6E12A-1E95-4880-84A2-538E9C1D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10C04-9313-4326-98FE-BF8FE2D9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E84B5-F0BB-4CA6-AAAB-7064233A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9871856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805BC7-D14A-4E4E-9C6A-BCA2F197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32C53-9ED0-4274-B4CB-EFD06083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37766-D3DD-4AF8-BAF9-D841795C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4DD19-3607-44FA-A55C-261B7249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B1517-D3D9-45C7-8A08-4E5EA4D1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D588D-3F3E-47A1-BFAD-0E84BAAF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0A127-6199-4A3C-9AFA-74BB6E93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DC44E-742C-41AA-A6C8-251B7B42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F02921-9DD1-4F95-B24D-7DC6A8DB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239ED-3FE2-41E7-ABC1-018F84E3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DA01C-DF7F-452A-A942-ACB38E18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01D299-D199-4E14-9378-9EE6AF0F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A9F74-A89A-4C89-B37B-EA111C29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1D09A2-B8FD-4DB8-A00C-44BF0326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4270B8-3A6A-4633-9CFD-69A4E052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4B074-F276-48F2-AD92-A5979456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DACE9A-BD17-4E31-869C-E2C33563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DE12BD-F044-496A-9F8D-034C5F3A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ED156E-DBBD-4B75-99B4-6825CC4A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5A244C-E542-44BF-B017-ADAD613E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87C1D2-2358-4F39-8B28-F1806D31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AAF5A7-25A3-4295-AE73-2D559814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319AD2-8828-4375-A940-D61799E0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1139378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2026-08-24T16:03:07.0170000Z</dcterms:created>
  <dcterms:modified xsi:type="dcterms:W3CDTF">2026-08-24T16:03:07.0170000Z</dcterms:modified>
</coreProperties>
</file>