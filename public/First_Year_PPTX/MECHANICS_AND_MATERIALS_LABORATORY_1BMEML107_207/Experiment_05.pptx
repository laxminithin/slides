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584d220da451f" /><Relationship Type="http://schemas.openxmlformats.org/officeDocument/2006/relationships/extended-properties" Target="/docProps/app.xml" Id="R4300cd3c2f0848b1" /><Relationship Type="http://schemas.openxmlformats.org/officeDocument/2006/relationships/officeDocument" Target="/ppt/presentation.xml" Id="R5f694ffc545f4f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bc9d93bda4a39"/>
  </p:sldMasterIdLst>
  <p:notesMasterIdLst>
    <p:notesMasterId xmlns:r="http://schemas.openxmlformats.org/officeDocument/2006/relationships" r:id="R094e718b168c4538"/>
  </p:notesMasterIdLst>
  <p:sldIdLst>
    <p:sldId xmlns:r="http://schemas.openxmlformats.org/officeDocument/2006/relationships" id="256" r:id="Rc2b1d7d3fe4b4521"/>
    <p:sldId xmlns:r="http://schemas.openxmlformats.org/officeDocument/2006/relationships" id="257" r:id="R88f55ddf726e48ec"/>
    <p:sldId xmlns:r="http://schemas.openxmlformats.org/officeDocument/2006/relationships" id="258" r:id="R4eb5e6d4c986483a"/>
    <p:sldId xmlns:r="http://schemas.openxmlformats.org/officeDocument/2006/relationships" id="259" r:id="Rf25cb02f55654b8a"/>
    <p:sldId xmlns:r="http://schemas.openxmlformats.org/officeDocument/2006/relationships" id="260" r:id="Rd06634535ff742b3"/>
    <p:sldId xmlns:r="http://schemas.openxmlformats.org/officeDocument/2006/relationships" id="261" r:id="Rf526dc0a95fe4bdf"/>
    <p:sldId xmlns:r="http://schemas.openxmlformats.org/officeDocument/2006/relationships" id="262" r:id="Raee626c603de4495"/>
    <p:sldId xmlns:r="http://schemas.openxmlformats.org/officeDocument/2006/relationships" id="263" r:id="R8da8d5a0fae94d0c"/>
    <p:sldId xmlns:r="http://schemas.openxmlformats.org/officeDocument/2006/relationships" id="264" r:id="Rae06e1c2c20f44be"/>
    <p:sldId xmlns:r="http://schemas.openxmlformats.org/officeDocument/2006/relationships" id="265" r:id="R7b6b273cda304ebb"/>
    <p:sldId xmlns:r="http://schemas.openxmlformats.org/officeDocument/2006/relationships" id="266" r:id="Rd5c0800b0a444139"/>
    <p:sldId xmlns:r="http://schemas.openxmlformats.org/officeDocument/2006/relationships" id="267" r:id="Rfab37252a9e340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cd00e57b0348b5" /><Relationship Type="http://schemas.openxmlformats.org/officeDocument/2006/relationships/slideMaster" Target="/ppt/slideMasters/slideMaster1.xml" Id="Rd56bc9d93bda4a39" /><Relationship Type="http://schemas.openxmlformats.org/officeDocument/2006/relationships/notesMaster" Target="/ppt/notesMasters/notesMaster1.xml" Id="R094e718b168c4538" /><Relationship Type="http://schemas.openxmlformats.org/officeDocument/2006/relationships/presProps" Target="/ppt/presProps.xml" Id="Re4f2d02a430d4de0" /><Relationship Type="http://schemas.openxmlformats.org/officeDocument/2006/relationships/tableStyles" Target="/ppt/tableStyles.xml" Id="Raff2c95a085a41d3" /><Relationship Type="http://schemas.openxmlformats.org/officeDocument/2006/relationships/slide" Target="/ppt/slides/slide1.xml" Id="Rc2b1d7d3fe4b4521" /><Relationship Type="http://schemas.openxmlformats.org/officeDocument/2006/relationships/slide" Target="/ppt/slides/slide2.xml" Id="R88f55ddf726e48ec" /><Relationship Type="http://schemas.openxmlformats.org/officeDocument/2006/relationships/slide" Target="/ppt/slides/slide3.xml" Id="R4eb5e6d4c986483a" /><Relationship Type="http://schemas.openxmlformats.org/officeDocument/2006/relationships/slide" Target="/ppt/slides/slide4.xml" Id="Rf25cb02f55654b8a" /><Relationship Type="http://schemas.openxmlformats.org/officeDocument/2006/relationships/slide" Target="/ppt/slides/slide5.xml" Id="Rd06634535ff742b3" /><Relationship Type="http://schemas.openxmlformats.org/officeDocument/2006/relationships/slide" Target="/ppt/slides/slide6.xml" Id="Rf526dc0a95fe4bdf" /><Relationship Type="http://schemas.openxmlformats.org/officeDocument/2006/relationships/slide" Target="/ppt/slides/slide7.xml" Id="Raee626c603de4495" /><Relationship Type="http://schemas.openxmlformats.org/officeDocument/2006/relationships/slide" Target="/ppt/slides/slide8.xml" Id="R8da8d5a0fae94d0c" /><Relationship Type="http://schemas.openxmlformats.org/officeDocument/2006/relationships/slide" Target="/ppt/slides/slide9.xml" Id="Rae06e1c2c20f44be" /><Relationship Type="http://schemas.openxmlformats.org/officeDocument/2006/relationships/slide" Target="/ppt/slides/slide10.xml" Id="R7b6b273cda304ebb" /><Relationship Type="http://schemas.openxmlformats.org/officeDocument/2006/relationships/slide" Target="/ppt/slides/slide11.xml" Id="Rd5c0800b0a444139" /><Relationship Type="http://schemas.openxmlformats.org/officeDocument/2006/relationships/slide" Target="/ppt/slides/slide12.xml" Id="Rfab37252a9e3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01ee05d83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bc7450ae44cdd" /><Relationship Type="http://schemas.openxmlformats.org/officeDocument/2006/relationships/notesMaster" Target="/ppt/notesMasters/notesMaster1.xml" Id="R20a58261696d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f9cb6aa764819" /><Relationship Type="http://schemas.openxmlformats.org/officeDocument/2006/relationships/notesMaster" Target="/ppt/notesMasters/notesMaster1.xml" Id="Rca23f73120dd40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334bdcde7c4cfc" /><Relationship Type="http://schemas.openxmlformats.org/officeDocument/2006/relationships/notesMaster" Target="/ppt/notesMasters/notesMaster1.xml" Id="Rdc8a0a15fbc14c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23ff041846407f" /><Relationship Type="http://schemas.openxmlformats.org/officeDocument/2006/relationships/notesMaster" Target="/ppt/notesMasters/notesMaster1.xml" Id="Ra343732e81bf4d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9875160ee841a5" /><Relationship Type="http://schemas.openxmlformats.org/officeDocument/2006/relationships/notesMaster" Target="/ppt/notesMasters/notesMaster1.xml" Id="R18c87a6e8815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9092482aff4996" /><Relationship Type="http://schemas.openxmlformats.org/officeDocument/2006/relationships/notesMaster" Target="/ppt/notesMasters/notesMaster1.xml" Id="R45ab203deba94e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a4878258bf4e2d" /><Relationship Type="http://schemas.openxmlformats.org/officeDocument/2006/relationships/notesMaster" Target="/ppt/notesMasters/notesMaster1.xml" Id="R06fd6ac25a51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d532745214aa8" /><Relationship Type="http://schemas.openxmlformats.org/officeDocument/2006/relationships/notesMaster" Target="/ppt/notesMasters/notesMaster1.xml" Id="R9c810215688a4c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c7d5413ae4ed2" /><Relationship Type="http://schemas.openxmlformats.org/officeDocument/2006/relationships/notesMaster" Target="/ppt/notesMasters/notesMaster1.xml" Id="R0ed1c682d925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816b6c90634ef7" /><Relationship Type="http://schemas.openxmlformats.org/officeDocument/2006/relationships/notesMaster" Target="/ppt/notesMasters/notesMaster1.xml" Id="Rb78d7d35dc074c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3de8eb4c244df7" /><Relationship Type="http://schemas.openxmlformats.org/officeDocument/2006/relationships/notesMaster" Target="/ppt/notesMasters/notesMaster1.xml" Id="R516067b572ac41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675206a9464cab" /><Relationship Type="http://schemas.openxmlformats.org/officeDocument/2006/relationships/notesMaster" Target="/ppt/notesMasters/notesMaster1.xml" Id="R135ebbfedff34f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66f443aa1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e24ea1acec4a5d" /><Relationship Type="http://schemas.openxmlformats.org/officeDocument/2006/relationships/slideLayout" Target="/ppt/slideLayouts/slideLayout1.xml" Id="Rfca2b6336e394f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a2b6336e394f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c4f9090fc4f1e" /><Relationship Type="http://schemas.openxmlformats.org/officeDocument/2006/relationships/notesSlide" Target="/ppt/notesSlides/notesSlide1.xml" Id="R9543faecab4a47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521c153644de9" /><Relationship Type="http://schemas.openxmlformats.org/officeDocument/2006/relationships/notesSlide" Target="/ppt/notesSlides/notesSlide2.xml" Id="Rc7c58a27b977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b140357274803" /><Relationship Type="http://schemas.openxmlformats.org/officeDocument/2006/relationships/notesSlide" Target="/ppt/notesSlides/notesSlide3.xml" Id="R16a549d2641748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7207862854f06" /><Relationship Type="http://schemas.openxmlformats.org/officeDocument/2006/relationships/notesSlide" Target="/ppt/notesSlides/notesSlide4.xml" Id="R866cc7b05e4845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9023b26e140f8" /><Relationship Type="http://schemas.openxmlformats.org/officeDocument/2006/relationships/notesSlide" Target="/ppt/notesSlides/notesSlide5.xml" Id="Rb544fb0204824a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b30705e234117" /><Relationship Type="http://schemas.openxmlformats.org/officeDocument/2006/relationships/notesSlide" Target="/ppt/notesSlides/notesSlide6.xml" Id="R6705dfbe286b4e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1e21fb4504685" /><Relationship Type="http://schemas.openxmlformats.org/officeDocument/2006/relationships/notesSlide" Target="/ppt/notesSlides/notesSlide7.xml" Id="R92d7975dc62949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5fdcb50a742aa" /><Relationship Type="http://schemas.openxmlformats.org/officeDocument/2006/relationships/notesSlide" Target="/ppt/notesSlides/notesSlide8.xml" Id="Rb82ca05f68a1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cf56d33484848" /><Relationship Type="http://schemas.openxmlformats.org/officeDocument/2006/relationships/notesSlide" Target="/ppt/notesSlides/notesSlide9.xml" Id="R88fc82be67b440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f4cb1900d43ae" /><Relationship Type="http://schemas.openxmlformats.org/officeDocument/2006/relationships/notesSlide" Target="/ppt/notesSlides/notesSlide10.xml" Id="R07a93f8b1a114a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3b6797be44b8b" /><Relationship Type="http://schemas.openxmlformats.org/officeDocument/2006/relationships/notesSlide" Target="/ppt/notesSlides/notesSlide11.xml" Id="R55cff9011c654c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ac391ed314db8" /><Relationship Type="http://schemas.openxmlformats.org/officeDocument/2006/relationships/notesSlide" Target="/ppt/notesSlides/notesSlide12.xml" Id="R447daa7f550e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8A997-558A-462B-8515-EF43FACC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CE675-E60C-4CD7-B5F4-910D6745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Specific Gravity of a) Fine aggregates. b) Coarse aggregates. c) Cement. d) Soil.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B679F-A4F1-4E38-A1F2-6A21B058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850D2-201D-4956-ABCC-6580C989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8F75D-D5C6-4330-AC9D-75D4B184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164B8-FB78-4DA9-91FE-9C019C30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E3EBC-63C3-4C9C-B7F8-28770152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A1993-8083-48CA-9D7B-294C3007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14024-0558-4236-BF31-375D952F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C0EE1-9206-450D-9203-9AE0BEA7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7D8FB-5576-47B9-A9B3-39C1884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BDA17-447C-42F1-8E99-39ACF0FE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E58D2-7C83-4BFB-AB5B-B50C00B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25444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F1EEB-87C3-4F98-A80F-1568130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6DA04-2BA2-49CD-8E67-5298FFB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247D2-E4E0-4AEF-936A-26EDFA35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ADAB6-B96A-4B41-8719-35705B89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7FCCB-46E9-4364-A108-3C9FB8D3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Specific Gravity of a) Fine aggregates. b) Coarse aggregates. c) Cement. d) Soil.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CA866-0742-4B9E-AEFA-3F9674A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948235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6D1C7-1E5C-4734-860C-6A09BA2D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7D206-555E-4FC1-ABFA-BDD88669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72FA-D4E1-4199-9DA5-004ECFC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61742-B0A2-497E-807A-5AA089EC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F510E-6E24-4136-91F0-96A80343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Specific Gravity of a) Fine aggregates. b) Coarse aggregates. c) Cement. d) Soi....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FE6EE-2160-4E4B-AE9E-0D591F0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Specific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B78BF-358A-4D40-AC35-A691B89E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97A9A-A045-4BA1-B88E-B5123CE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4877D-CD69-4F20-86D8-A6EFAF8C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CD091-F72F-421A-A9A3-4DD88287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08FE5-47FB-4CBA-8ACA-FAE8E873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29DE9-152E-493A-83A6-A25779F2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aggregates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55D3B-DA47-484B-B0D8-908F72B4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90092-11B5-4E5C-AE26-8871EEF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AF179-0251-48B1-B356-6D2260A1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834912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C76D-7EF1-43B7-9DAB-97DE4586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A2734-15F6-4BDC-948D-6CE3AEF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71A7F-DB42-4ABD-93E6-508CF973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DB44D-969C-4277-844B-4E33C3D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2E5DC-A6E5-4369-BEDA-DBE3797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7B733-EDA8-4BDF-B5E8-6D3B5016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580803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F241D-0F66-46B7-8C2A-000698F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6F579-A1D6-45A8-954A-EEA8DD1C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1AC9E-1FAF-4D63-800F-F6017805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F1F5-6F65-4387-B9B3-2C42B981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4634F-BFB8-4DFA-B9C2-8EABD7CF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0F040-5EAF-4E32-B1AC-D82193A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34487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E50DC-70FF-4CC6-BAF8-6B69EDC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7D143-3224-4E4E-8B01-44938CE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086FC-5CCD-48E4-AB38-678C4579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174FE-75BB-4F40-82B8-A1A7FA7C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961C3-B416-46D7-A143-8EFEF1F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AEDF3-2E17-405A-999E-B31949CC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A0102-F654-4EC9-B1AF-0F881F0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798D4-3565-4C72-88B3-E038A88A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2037A-B57A-47FC-9B3D-C522FB2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7EE31-1363-47A8-B37F-5513FCBC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8A6C8-2163-4548-8D05-D38FE273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1CAD1-672F-4CED-8760-FF42A53E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E96DC-0098-4845-A4BA-A5515758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D92E5-5904-4BF8-9566-374E5DF9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3791B-5AD5-4638-B571-067AC5A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036055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775F0-F3EE-4207-877E-56E308F0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0892B-9AE3-4387-8A0F-A8252EF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34BBF-B037-4084-AAB7-2D3523EE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F7C4C-FB0A-4641-9FAD-05EEE086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EC5D-06A5-4FEA-AE02-178E039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2C6E8-A1D7-4C3E-BFD0-0F5D18DF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1448C-E325-47C3-8E88-2F9B01F7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1FEE2-1A3A-4753-8D9C-EED5E6BC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09AE4-DF65-4BD2-B669-9BA22A4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B5F3-E877-477B-8A87-E9C8EB10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18E1B-D8FC-4D61-B5FC-54693859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E0759-DF1B-4D0A-B813-76D9FA9B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DAF31-8349-41FE-A758-41E4AB78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A1149-C01B-49CC-B94C-C4EA1E8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3ACD6-6C7A-4FA7-A6D5-687575E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2B1B0-43F4-4FE4-8A3C-F76F01CC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40432-30B6-4621-9E87-4E637A28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4D70E-CCBE-448D-B503-7C89552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5366D-59BD-4E1B-A42D-EE02CB7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4BC05-90CC-4F77-913D-5BDA4E8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28938-9412-4577-A35E-F25C268C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111A8-05F3-418D-8403-C7DA8BC0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1A251-5A17-46C8-BE14-8D35C142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B8082-FA16-4FD5-B21C-81BDC4F4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C6386-8E07-48E3-8818-9FBEFB6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5496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AD028-0180-47D3-8581-9882C80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0D365-8B0F-4053-8A6D-FCB1CA9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77AED-6704-4A0A-A641-FA555C95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43F7E-CD07-4CB2-A905-CB403918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220A9-64CC-45F5-9801-A84DBB16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A9C30-F5D1-479B-86A4-1EDEEB12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473300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A4A15-11A6-49E5-8C3F-2AF92AC8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4EBE2-D4F2-4102-A5F0-4EA90A7B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326BF-9E14-4809-91C5-C0C5C946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9EA0F-12AD-439A-A763-12B4DA57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B8216-288E-4B0D-9F8C-9D652F18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18844-237D-47FA-A092-ADE8F59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3522382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3AAEE-4E5E-4D49-93EA-EFDBCC3C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BA7C6-636A-40CD-A34B-4212AFA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EDA18-3FFC-48A4-A483-2050486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A5699-61FA-41C2-A8AE-1ED3DE26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2F1BF-9287-4C48-A0E2-986FDECB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Specific Gravity of a) Fine aggregates. b) Coar...?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2CF3-50E1-4475-9EA8-FBBC79AE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3950757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D1DEE-8FA4-4294-B405-E942C854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99789-E73C-411C-958F-A180F39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7094F-FFA1-4D28-A7E6-85B2873F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ACB62-6069-4416-A23A-F50935BB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E0A5B-C4D7-4E33-BBFC-EBC1F972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7A705-0869-417E-A957-9B80606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802744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9CCF9-D9D8-4A2E-817D-155AEEE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5E646-F763-46B9-A165-6DBCB7C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6E202-766F-4428-9172-6626B018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182F5-BB83-4AAA-BC53-4BDFDC71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242FF-F5CA-44CB-8509-7DEF2C1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EE7EE-0D0D-4CC5-A14C-80495B3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24F99-C1E2-4371-A902-BAD2C596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53E51-1317-40AD-8822-D81BE3F5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4CCAD-44BD-4A2A-B201-7D6A7895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914F7-E046-4634-9F52-F44BD778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C558E-5C85-4003-BAF1-AC85532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EB2C4-7698-4D07-852D-03FF253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13517-F7D1-4196-98D7-5F95B404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5A14-64C7-4C55-ABFF-1E2D106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C0B72-06A1-4E16-A7F9-F7296C34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A1389-03F1-4548-96B3-EB42E40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50520-5486-4E7E-9CAE-CDB945A9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811D3-218E-445E-AEDC-3772844A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EA414-B76E-4561-871C-94E5D156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CDD06-107F-4D6E-B310-A4B2C4C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55186-F758-41D2-A676-BBB1DA03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CBC45-585F-45B5-9C33-227A107D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D2B10-2033-46DE-9B66-1887CFA3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03655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2026-08-24T16:03:07.2650000Z</dcterms:created>
  <dcterms:modified xsi:type="dcterms:W3CDTF">2026-08-24T16:03:07.2650000Z</dcterms:modified>
</coreProperties>
</file>