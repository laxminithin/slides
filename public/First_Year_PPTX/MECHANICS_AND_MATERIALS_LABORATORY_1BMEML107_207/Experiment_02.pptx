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4360bb3ac74a5f" /><Relationship Type="http://schemas.openxmlformats.org/officeDocument/2006/relationships/extended-properties" Target="/docProps/app.xml" Id="Rb081f5f026b245c0" /><Relationship Type="http://schemas.openxmlformats.org/officeDocument/2006/relationships/officeDocument" Target="/ppt/presentation.xml" Id="R2839009af60343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05bec317ec40eb"/>
  </p:sldMasterIdLst>
  <p:notesMasterIdLst>
    <p:notesMasterId xmlns:r="http://schemas.openxmlformats.org/officeDocument/2006/relationships" r:id="R222b100dd5e64bb9"/>
  </p:notesMasterIdLst>
  <p:sldIdLst>
    <p:sldId xmlns:r="http://schemas.openxmlformats.org/officeDocument/2006/relationships" id="256" r:id="Rd79478134db34ac0"/>
    <p:sldId xmlns:r="http://schemas.openxmlformats.org/officeDocument/2006/relationships" id="257" r:id="R15a089a5650c4969"/>
    <p:sldId xmlns:r="http://schemas.openxmlformats.org/officeDocument/2006/relationships" id="258" r:id="R0b666ec8f66a429d"/>
    <p:sldId xmlns:r="http://schemas.openxmlformats.org/officeDocument/2006/relationships" id="259" r:id="Rbfeb211d44aa4aac"/>
    <p:sldId xmlns:r="http://schemas.openxmlformats.org/officeDocument/2006/relationships" id="260" r:id="Rb7ea955a365b447c"/>
    <p:sldId xmlns:r="http://schemas.openxmlformats.org/officeDocument/2006/relationships" id="261" r:id="R7544331b5e1649b5"/>
    <p:sldId xmlns:r="http://schemas.openxmlformats.org/officeDocument/2006/relationships" id="262" r:id="Reabaafb05e9a4ecd"/>
    <p:sldId xmlns:r="http://schemas.openxmlformats.org/officeDocument/2006/relationships" id="263" r:id="Rb38347891a0f4d6b"/>
    <p:sldId xmlns:r="http://schemas.openxmlformats.org/officeDocument/2006/relationships" id="264" r:id="Rb77e5203a76b4c69"/>
    <p:sldId xmlns:r="http://schemas.openxmlformats.org/officeDocument/2006/relationships" id="265" r:id="R514b7632a15e4491"/>
    <p:sldId xmlns:r="http://schemas.openxmlformats.org/officeDocument/2006/relationships" id="266" r:id="R2b2e3e48fd154ffb"/>
    <p:sldId xmlns:r="http://schemas.openxmlformats.org/officeDocument/2006/relationships" id="267" r:id="R8596723a720343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3f003d08fc426c" /><Relationship Type="http://schemas.openxmlformats.org/officeDocument/2006/relationships/slideMaster" Target="/ppt/slideMasters/slideMaster1.xml" Id="Ra905bec317ec40eb" /><Relationship Type="http://schemas.openxmlformats.org/officeDocument/2006/relationships/notesMaster" Target="/ppt/notesMasters/notesMaster1.xml" Id="R222b100dd5e64bb9" /><Relationship Type="http://schemas.openxmlformats.org/officeDocument/2006/relationships/presProps" Target="/ppt/presProps.xml" Id="R24dd3d1d2ad949e6" /><Relationship Type="http://schemas.openxmlformats.org/officeDocument/2006/relationships/tableStyles" Target="/ppt/tableStyles.xml" Id="R2e24137d428a4e8e" /><Relationship Type="http://schemas.openxmlformats.org/officeDocument/2006/relationships/slide" Target="/ppt/slides/slide1.xml" Id="Rd79478134db34ac0" /><Relationship Type="http://schemas.openxmlformats.org/officeDocument/2006/relationships/slide" Target="/ppt/slides/slide2.xml" Id="R15a089a5650c4969" /><Relationship Type="http://schemas.openxmlformats.org/officeDocument/2006/relationships/slide" Target="/ppt/slides/slide3.xml" Id="R0b666ec8f66a429d" /><Relationship Type="http://schemas.openxmlformats.org/officeDocument/2006/relationships/slide" Target="/ppt/slides/slide4.xml" Id="Rbfeb211d44aa4aac" /><Relationship Type="http://schemas.openxmlformats.org/officeDocument/2006/relationships/slide" Target="/ppt/slides/slide5.xml" Id="Rb7ea955a365b447c" /><Relationship Type="http://schemas.openxmlformats.org/officeDocument/2006/relationships/slide" Target="/ppt/slides/slide6.xml" Id="R7544331b5e1649b5" /><Relationship Type="http://schemas.openxmlformats.org/officeDocument/2006/relationships/slide" Target="/ppt/slides/slide7.xml" Id="Reabaafb05e9a4ecd" /><Relationship Type="http://schemas.openxmlformats.org/officeDocument/2006/relationships/slide" Target="/ppt/slides/slide8.xml" Id="Rb38347891a0f4d6b" /><Relationship Type="http://schemas.openxmlformats.org/officeDocument/2006/relationships/slide" Target="/ppt/slides/slide9.xml" Id="Rb77e5203a76b4c69" /><Relationship Type="http://schemas.openxmlformats.org/officeDocument/2006/relationships/slide" Target="/ppt/slides/slide10.xml" Id="R514b7632a15e4491" /><Relationship Type="http://schemas.openxmlformats.org/officeDocument/2006/relationships/slide" Target="/ppt/slides/slide11.xml" Id="R2b2e3e48fd154ffb" /><Relationship Type="http://schemas.openxmlformats.org/officeDocument/2006/relationships/slide" Target="/ppt/slides/slide12.xml" Id="R8596723a720343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d72936b4a445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8c13abd091403b" /><Relationship Type="http://schemas.openxmlformats.org/officeDocument/2006/relationships/notesMaster" Target="/ppt/notesMasters/notesMaster1.xml" Id="R7658c421bf044d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a39591f0db40f2" /><Relationship Type="http://schemas.openxmlformats.org/officeDocument/2006/relationships/notesMaster" Target="/ppt/notesMasters/notesMaster1.xml" Id="Rab86ca2a9caf46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4ea7e03b9d4a21" /><Relationship Type="http://schemas.openxmlformats.org/officeDocument/2006/relationships/notesMaster" Target="/ppt/notesMasters/notesMaster1.xml" Id="R00e0e89c7a7443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d45e86c8a644da" /><Relationship Type="http://schemas.openxmlformats.org/officeDocument/2006/relationships/notesMaster" Target="/ppt/notesMasters/notesMaster1.xml" Id="Re97dede87cff46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36f0b1433d40cb" /><Relationship Type="http://schemas.openxmlformats.org/officeDocument/2006/relationships/notesMaster" Target="/ppt/notesMasters/notesMaster1.xml" Id="R4be59e84dee14d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094829b0384556" /><Relationship Type="http://schemas.openxmlformats.org/officeDocument/2006/relationships/notesMaster" Target="/ppt/notesMasters/notesMaster1.xml" Id="Re8da2e91e80942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5848d521f24cbd" /><Relationship Type="http://schemas.openxmlformats.org/officeDocument/2006/relationships/notesMaster" Target="/ppt/notesMasters/notesMaster1.xml" Id="R83d2923b361145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9af2b6056a4696" /><Relationship Type="http://schemas.openxmlformats.org/officeDocument/2006/relationships/notesMaster" Target="/ppt/notesMasters/notesMaster1.xml" Id="R2d5bf2ae56f146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a9877359ce410a" /><Relationship Type="http://schemas.openxmlformats.org/officeDocument/2006/relationships/notesMaster" Target="/ppt/notesMasters/notesMaster1.xml" Id="Raca0009cc72642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75f8b353b84533" /><Relationship Type="http://schemas.openxmlformats.org/officeDocument/2006/relationships/notesMaster" Target="/ppt/notesMasters/notesMaster1.xml" Id="R1d6bf197e06a41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95b91a04f24a2b" /><Relationship Type="http://schemas.openxmlformats.org/officeDocument/2006/relationships/notesMaster" Target="/ppt/notesMasters/notesMaster1.xml" Id="R3205db55c7524b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0a7537233c4a54" /><Relationship Type="http://schemas.openxmlformats.org/officeDocument/2006/relationships/notesMaster" Target="/ppt/notesMasters/notesMaster1.xml" Id="Rc5f5ca856cd94e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f12e18792a44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d8fc9306f14c6c" /><Relationship Type="http://schemas.openxmlformats.org/officeDocument/2006/relationships/slideLayout" Target="/ppt/slideLayouts/slideLayout1.xml" Id="R94f7e54f1e354e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f7e54f1e354e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1a9c6c95c41f6" /><Relationship Type="http://schemas.openxmlformats.org/officeDocument/2006/relationships/notesSlide" Target="/ppt/notesSlides/notesSlide1.xml" Id="Rae4a932c8a164a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09677a6b64db7" /><Relationship Type="http://schemas.openxmlformats.org/officeDocument/2006/relationships/notesSlide" Target="/ppt/notesSlides/notesSlide2.xml" Id="R8d39fdafc80f48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13228b04241e2" /><Relationship Type="http://schemas.openxmlformats.org/officeDocument/2006/relationships/notesSlide" Target="/ppt/notesSlides/notesSlide3.xml" Id="R2b5dde6849f048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5bec87916432d" /><Relationship Type="http://schemas.openxmlformats.org/officeDocument/2006/relationships/notesSlide" Target="/ppt/notesSlides/notesSlide4.xml" Id="R6b6c4971c2c44d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a75dd04454868" /><Relationship Type="http://schemas.openxmlformats.org/officeDocument/2006/relationships/notesSlide" Target="/ppt/notesSlides/notesSlide5.xml" Id="Rcf5407efe8924c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1b27945ae4073" /><Relationship Type="http://schemas.openxmlformats.org/officeDocument/2006/relationships/notesSlide" Target="/ppt/notesSlides/notesSlide6.xml" Id="R9c91e8f5e2c245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0db3e94a242db" /><Relationship Type="http://schemas.openxmlformats.org/officeDocument/2006/relationships/notesSlide" Target="/ppt/notesSlides/notesSlide7.xml" Id="R778b8520caf54e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4c833e6f14447" /><Relationship Type="http://schemas.openxmlformats.org/officeDocument/2006/relationships/notesSlide" Target="/ppt/notesSlides/notesSlide8.xml" Id="R1ad2a75eaa0c44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bbbfb95fd4986" /><Relationship Type="http://schemas.openxmlformats.org/officeDocument/2006/relationships/notesSlide" Target="/ppt/notesSlides/notesSlide9.xml" Id="R682fee425c4c47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6fa4e49514779" /><Relationship Type="http://schemas.openxmlformats.org/officeDocument/2006/relationships/notesSlide" Target="/ppt/notesSlides/notesSlide10.xml" Id="R9f634e81840043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b5d5e43804393" /><Relationship Type="http://schemas.openxmlformats.org/officeDocument/2006/relationships/notesSlide" Target="/ppt/notesSlides/notesSlide11.xml" Id="Re1798b4db1a841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f042752114eec" /><Relationship Type="http://schemas.openxmlformats.org/officeDocument/2006/relationships/notesSlide" Target="/ppt/notesSlides/notesSlide12.xml" Id="R0b7d47164c8e44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46623D-7034-4390-B8C5-59BA9B10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91D2D-39CC-4C17-AAC1-18B39EBC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Equilibrium of concurrent forces.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EF266B-EA80-425F-874F-EA85B1AB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MECHANICS AND MATERIALS LABORATORY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1BMEML107/207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929F0-35D6-4F49-9522-F7152BA5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8A9BB-2639-45E0-B8A3-12EA7280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A05BC-153A-4041-89CF-B28EE2C8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BD652-934B-4C79-AFDD-409A9DD5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8BD48-AE32-4028-850D-206DFD45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6A1A4-8BF3-4422-B6B3-869AFBB1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596751-0872-40F1-A924-A0039A58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B9E6D-2909-4000-9621-949FC9E5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B37435-F82E-4C65-ABD7-F5C21A23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2E1F1-592E-4B03-91DA-D6F7B3EC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1603143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05689-E60D-4966-B54F-81AF6830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94598-4F49-4DD7-9E99-1EA0A1B8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AC1CD-2C0C-4D87-B5EF-2C6B1B5E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EBC28-C4F3-4C2F-85BE-1F463FC4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F19D7-4709-4614-B951-CC9BE20A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Equilibrium of concurrent forces.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19569-1195-4726-A790-F26670C3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5499262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0E4F0D-C8D8-4FD8-A0C2-3EACC0B7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E1ABB-787C-4889-93EF-93A01DA7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92314F-7548-484A-A5C0-353FC0C6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0B464-98B2-4453-94BE-F4291505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1DA74-558B-417A-A9BB-4F2B58D6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Equilibrium of concurrent forces..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B5F3F-AEDE-4F22-B086-39188FD7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31718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Equilibrium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20314-6CDC-49AD-8F58-0EBB4172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BB4CCD-759F-44C1-A94C-0F632AA1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53000"/>
            <a:ext cx="31718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concurrent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6AA22-C4B6-48E9-96F3-8AD4A387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7583BC-AAEB-43F4-966E-15A6E2A4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953000"/>
            <a:ext cx="31718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D1FD9-C293-4A88-A1B9-A1A236FE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5816088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F4D60-31B2-4CE7-8181-1A118937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BAA65-6169-421F-9E0F-EC3141D3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BB751-A2E0-42AC-AFBD-F6226347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97147-153F-4D70-ADDC-E592D1AA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0EC244-2B56-4219-B6A6-9B80CAAA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16968A-F2E5-4BC9-9EDA-992F9BAE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4406873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512C1A-39B4-4089-BFF0-3319520C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79A09-0447-43F8-B7DB-5F35F010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4618D-39C9-48F0-BB51-50581743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7B03B-83C5-4C4C-B845-445D733F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D6B49-D408-4AF7-A576-CE696FE3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EA5C7-A87D-474E-9856-9BF9CCBE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8416907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0FFFC7-C413-4C8F-BEFB-886A2626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9B0FA-CCC0-47A8-A170-693F83F8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A8DB0-A47A-4A8B-B365-372AC7AE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85C66-C4AF-41E3-BED5-4E709930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569DA-9A5E-4FB7-BA55-5F4A9323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2BC10-9243-4F90-876D-E0C59838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03145-D24E-4AC1-9629-09493FAF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E6C12-9F23-4F76-B886-4F372624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C5BC9-C19F-493C-A9F1-C068760A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DBEACD-2693-476A-BD6B-E6A63DC8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110F3-A388-495E-9C07-A4893E0E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FC37F2-0AE4-43A9-8CA6-6080AC8F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034FCD-5C29-4411-8FDB-922CBC07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7680F-3F99-45F5-9AA0-48604AAF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EF38E4-54C4-4DF6-9E4E-A5DAD44C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8526034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BB8830-BEE8-4121-A3FB-D6460804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D872C-86C8-4859-B79A-51A8FDA7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F742F-20C2-44D8-B866-620048E1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118CB-4EC0-4352-B444-80450E39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F9542-CE2B-4814-A3FA-1F002065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6DFA5-96F6-4C2A-9F6B-1D059D13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50865-4271-4492-BF42-BE98B715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82CE0-7A3B-4BFA-BD58-59CF1825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8ED0D-47C9-4F72-8612-3E665CAB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0743B8-8EF3-4060-BC5E-6B86B953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C33108-A0D2-418B-86D9-C0A7BEB1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DD3877-138B-4118-8387-2BB3303C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7BE449-12F7-4C46-AE95-394B7E6E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0211B6-57A7-4035-A9CB-0838B082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80B542-8AA8-45E3-8F10-C4BD6132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6BDD9E-E28B-4428-81BB-9ED3FA88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20290-1816-49CA-87DE-F55734C5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101BC8-0EEE-4F0D-9ACF-A12ADB85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4BB1C0-2403-4AB0-912E-B0307451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4CBAC9-512B-4B29-A980-FE0C1E86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1BC5AE-738F-41B7-84E1-F19854FA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CD69E5-57C0-4584-A588-765F7BB9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DB84F9-32F9-4536-8F76-216ED2AE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FE64AD-654E-46E1-9659-ABA43BD1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3DCA8C-8EF0-4866-B231-8E5A793A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2786168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AB84D-1CCF-4673-BD2F-E900448F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95DB1-165C-4486-8222-6248063F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AB759-7430-47C6-B606-54C7D44F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09686-012F-49C6-BFC8-F3D0FFE6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65CFF-1FFF-4AEA-AA3C-2B2295F6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1C0CA-ED0A-4A85-AB41-1E320277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602878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67E11-24AC-43BE-8E1B-7FAC50D1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D78EDF-4CBE-4635-B2F6-C4DEF18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DFE98D-B6C3-45B9-8283-F68262F2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60DBB-F4BF-40B6-8FD1-0B5627BB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795A6-DE50-4D8C-A822-F8E56998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194D0-77BE-4A70-9A8D-5F82AD01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354305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BC1D4-0226-40E7-AC3B-72823329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6FD40-6A53-4E84-90A2-51F42EEB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60CD7-80D6-48A3-B644-6F72E611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CF6A4-17F4-4457-AEBA-1432AB06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6F355-604E-4F78-8784-9CF97AFE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Equilibrium of concurrent forces.?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4A9BF-A44A-4C82-9DE9-2386F99F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7231626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92F80-1615-410B-863A-B5000BFB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19E9D-D347-4FF8-A181-AEFB30C5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761C8-F947-408B-BA6C-D888290D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822C0-19D5-47F1-A1AD-8FCE3127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C04A6-AD65-4650-80F0-48CEA68F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81DAC-20A5-4D8C-B40B-2191F170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1603202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895667-B436-4AB0-9304-1B02B1DF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C69D1-A80C-4FAF-B4C7-A98CFA10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4B0AB7-57A8-496C-9330-7747AD61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6D22D-31B0-4BFA-9BF5-D9DCF9C8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D0007-2B25-4B47-9921-ADDB1C98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559CF-4790-4DAE-A4CA-C2B2BC9F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B1122-C386-4E4B-885D-AA7E0DF7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4591FF-B50F-4508-A705-6C0025BB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88429-0831-47D8-BBB5-10289500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558F7-218C-4FB8-9C5A-0E0A8ED0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74CC5-E80F-4867-9817-32AD0E35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634B4-ACB9-4655-8C5E-C6B54E31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1864EB-FE65-4538-B46D-B0713F07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5442DF-ADA4-42B4-9E21-AA886851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4DEC54-EF39-4560-B90B-3F47AD67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119DB0-5A2A-4A1F-A459-60258AB4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B225AF-E36F-4F42-BEB2-9A6442B6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A53F93-87B1-4F4A-8CD7-B3F72003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478AD1-3018-4EC1-BFFF-B50ADA0E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77F329-91A2-4F83-AACF-A4C3DCDF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0B9D37-93DD-4538-AFFA-785E8EFF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F342C4-A2A5-4EC4-879B-433FC2B9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82B117-0284-455B-A732-A8E7C556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9303313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2026-08-24T16:03:07.0750000Z</dcterms:created>
  <dcterms:modified xsi:type="dcterms:W3CDTF">2026-08-24T16:03:07.0750000Z</dcterms:modified>
</coreProperties>
</file>