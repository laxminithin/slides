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d4c1c196964ac1" /><Relationship Type="http://schemas.openxmlformats.org/officeDocument/2006/relationships/extended-properties" Target="/docProps/app.xml" Id="Rcaa220d3fdc2401e" /><Relationship Type="http://schemas.openxmlformats.org/officeDocument/2006/relationships/officeDocument" Target="/ppt/presentation.xml" Id="Rec857a4a1b1b42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c9157a9f1f48e6"/>
  </p:sldMasterIdLst>
  <p:notesMasterIdLst>
    <p:notesMasterId xmlns:r="http://schemas.openxmlformats.org/officeDocument/2006/relationships" r:id="Rf82f43374ff24831"/>
  </p:notesMasterIdLst>
  <p:sldIdLst>
    <p:sldId xmlns:r="http://schemas.openxmlformats.org/officeDocument/2006/relationships" id="256" r:id="R6cb1052a49be4eb3"/>
    <p:sldId xmlns:r="http://schemas.openxmlformats.org/officeDocument/2006/relationships" id="257" r:id="Re4c3bb6f9bf24217"/>
    <p:sldId xmlns:r="http://schemas.openxmlformats.org/officeDocument/2006/relationships" id="258" r:id="Re31db76bc73f4d17"/>
    <p:sldId xmlns:r="http://schemas.openxmlformats.org/officeDocument/2006/relationships" id="259" r:id="R238960fbdb4e43f4"/>
    <p:sldId xmlns:r="http://schemas.openxmlformats.org/officeDocument/2006/relationships" id="260" r:id="R597d49bff53e46e6"/>
    <p:sldId xmlns:r="http://schemas.openxmlformats.org/officeDocument/2006/relationships" id="261" r:id="R6bcae20f92b54bf5"/>
    <p:sldId xmlns:r="http://schemas.openxmlformats.org/officeDocument/2006/relationships" id="262" r:id="R3180eaf8add24b5d"/>
    <p:sldId xmlns:r="http://schemas.openxmlformats.org/officeDocument/2006/relationships" id="263" r:id="R109773c4ede042ed"/>
    <p:sldId xmlns:r="http://schemas.openxmlformats.org/officeDocument/2006/relationships" id="264" r:id="Rb40aacb0beae4369"/>
    <p:sldId xmlns:r="http://schemas.openxmlformats.org/officeDocument/2006/relationships" id="265" r:id="Rb33fce3e3464478d"/>
    <p:sldId xmlns:r="http://schemas.openxmlformats.org/officeDocument/2006/relationships" id="266" r:id="Re6ed0d85b05243c4"/>
    <p:sldId xmlns:r="http://schemas.openxmlformats.org/officeDocument/2006/relationships" id="267" r:id="Rd5b0e005a05e4d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ade8cd4fb641da" /><Relationship Type="http://schemas.openxmlformats.org/officeDocument/2006/relationships/slideMaster" Target="/ppt/slideMasters/slideMaster1.xml" Id="R16c9157a9f1f48e6" /><Relationship Type="http://schemas.openxmlformats.org/officeDocument/2006/relationships/notesMaster" Target="/ppt/notesMasters/notesMaster1.xml" Id="Rf82f43374ff24831" /><Relationship Type="http://schemas.openxmlformats.org/officeDocument/2006/relationships/presProps" Target="/ppt/presProps.xml" Id="R71f2aa95f3284f4d" /><Relationship Type="http://schemas.openxmlformats.org/officeDocument/2006/relationships/tableStyles" Target="/ppt/tableStyles.xml" Id="R58dcfffb826b4f16" /><Relationship Type="http://schemas.openxmlformats.org/officeDocument/2006/relationships/slide" Target="/ppt/slides/slide1.xml" Id="R6cb1052a49be4eb3" /><Relationship Type="http://schemas.openxmlformats.org/officeDocument/2006/relationships/slide" Target="/ppt/slides/slide2.xml" Id="Re4c3bb6f9bf24217" /><Relationship Type="http://schemas.openxmlformats.org/officeDocument/2006/relationships/slide" Target="/ppt/slides/slide3.xml" Id="Re31db76bc73f4d17" /><Relationship Type="http://schemas.openxmlformats.org/officeDocument/2006/relationships/slide" Target="/ppt/slides/slide4.xml" Id="R238960fbdb4e43f4" /><Relationship Type="http://schemas.openxmlformats.org/officeDocument/2006/relationships/slide" Target="/ppt/slides/slide5.xml" Id="R597d49bff53e46e6" /><Relationship Type="http://schemas.openxmlformats.org/officeDocument/2006/relationships/slide" Target="/ppt/slides/slide6.xml" Id="R6bcae20f92b54bf5" /><Relationship Type="http://schemas.openxmlformats.org/officeDocument/2006/relationships/slide" Target="/ppt/slides/slide7.xml" Id="R3180eaf8add24b5d" /><Relationship Type="http://schemas.openxmlformats.org/officeDocument/2006/relationships/slide" Target="/ppt/slides/slide8.xml" Id="R109773c4ede042ed" /><Relationship Type="http://schemas.openxmlformats.org/officeDocument/2006/relationships/slide" Target="/ppt/slides/slide9.xml" Id="Rb40aacb0beae4369" /><Relationship Type="http://schemas.openxmlformats.org/officeDocument/2006/relationships/slide" Target="/ppt/slides/slide10.xml" Id="Rb33fce3e3464478d" /><Relationship Type="http://schemas.openxmlformats.org/officeDocument/2006/relationships/slide" Target="/ppt/slides/slide11.xml" Id="Re6ed0d85b05243c4" /><Relationship Type="http://schemas.openxmlformats.org/officeDocument/2006/relationships/slide" Target="/ppt/slides/slide12.xml" Id="Rd5b0e005a05e4d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48db6fe74e43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29561731b34a1e" /><Relationship Type="http://schemas.openxmlformats.org/officeDocument/2006/relationships/notesMaster" Target="/ppt/notesMasters/notesMaster1.xml" Id="R5d129a2eefac4a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a79737940c4e29" /><Relationship Type="http://schemas.openxmlformats.org/officeDocument/2006/relationships/notesMaster" Target="/ppt/notesMasters/notesMaster1.xml" Id="R9f99785b0f584d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2d299ece3c44e1" /><Relationship Type="http://schemas.openxmlformats.org/officeDocument/2006/relationships/notesMaster" Target="/ppt/notesMasters/notesMaster1.xml" Id="R3a3f0e189a2d46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0082d82e0243ba" /><Relationship Type="http://schemas.openxmlformats.org/officeDocument/2006/relationships/notesMaster" Target="/ppt/notesMasters/notesMaster1.xml" Id="R22fed4e971aa4f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48918a779d4cd7" /><Relationship Type="http://schemas.openxmlformats.org/officeDocument/2006/relationships/notesMaster" Target="/ppt/notesMasters/notesMaster1.xml" Id="R23cc1c52a0a24a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b75ed6d7724f7b" /><Relationship Type="http://schemas.openxmlformats.org/officeDocument/2006/relationships/notesMaster" Target="/ppt/notesMasters/notesMaster1.xml" Id="R1a761e09759c4e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af591ce56640a8" /><Relationship Type="http://schemas.openxmlformats.org/officeDocument/2006/relationships/notesMaster" Target="/ppt/notesMasters/notesMaster1.xml" Id="Rf436ec0d28ef41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c2e289738a4652" /><Relationship Type="http://schemas.openxmlformats.org/officeDocument/2006/relationships/notesMaster" Target="/ppt/notesMasters/notesMaster1.xml" Id="Rbb8384afa23a45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417e4c2adc49c3" /><Relationship Type="http://schemas.openxmlformats.org/officeDocument/2006/relationships/notesMaster" Target="/ppt/notesMasters/notesMaster1.xml" Id="R6023bedc984f4e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f0e28db6bf4762" /><Relationship Type="http://schemas.openxmlformats.org/officeDocument/2006/relationships/notesMaster" Target="/ppt/notesMasters/notesMaster1.xml" Id="R486a6e73abe443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e22be7357d4b8c" /><Relationship Type="http://schemas.openxmlformats.org/officeDocument/2006/relationships/notesMaster" Target="/ppt/notesMasters/notesMaster1.xml" Id="Rb1ad3d4e6afa44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576f2522944349" /><Relationship Type="http://schemas.openxmlformats.org/officeDocument/2006/relationships/notesMaster" Target="/ppt/notesMasters/notesMaster1.xml" Id="Rbc9c2a6bcb604d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39a8b211c44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5e276ec8b84f7c" /><Relationship Type="http://schemas.openxmlformats.org/officeDocument/2006/relationships/slideLayout" Target="/ppt/slideLayouts/slideLayout1.xml" Id="R2910f5bb2fa04b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10f5bb2fa04b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fe778a683459a" /><Relationship Type="http://schemas.openxmlformats.org/officeDocument/2006/relationships/notesSlide" Target="/ppt/notesSlides/notesSlide1.xml" Id="R029bddc5828b44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240702efd4ccc" /><Relationship Type="http://schemas.openxmlformats.org/officeDocument/2006/relationships/notesSlide" Target="/ppt/notesSlides/notesSlide2.xml" Id="Re3d4f70657894d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c0b20efcf4e93" /><Relationship Type="http://schemas.openxmlformats.org/officeDocument/2006/relationships/notesSlide" Target="/ppt/notesSlides/notesSlide3.xml" Id="Rd1029f10c70d4f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65bb3da954302" /><Relationship Type="http://schemas.openxmlformats.org/officeDocument/2006/relationships/notesSlide" Target="/ppt/notesSlides/notesSlide4.xml" Id="Rf3b4ca7b48b540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6fe9b43984786" /><Relationship Type="http://schemas.openxmlformats.org/officeDocument/2006/relationships/notesSlide" Target="/ppt/notesSlides/notesSlide5.xml" Id="R696f90934cd245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23bf4179c4a31" /><Relationship Type="http://schemas.openxmlformats.org/officeDocument/2006/relationships/notesSlide" Target="/ppt/notesSlides/notesSlide6.xml" Id="Rff02b158d4da43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14c8e9d3b42e7" /><Relationship Type="http://schemas.openxmlformats.org/officeDocument/2006/relationships/notesSlide" Target="/ppt/notesSlides/notesSlide7.xml" Id="Re842340957d243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7c6e5942945b9" /><Relationship Type="http://schemas.openxmlformats.org/officeDocument/2006/relationships/notesSlide" Target="/ppt/notesSlides/notesSlide8.xml" Id="R509be46d46c34c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901211ce745ee" /><Relationship Type="http://schemas.openxmlformats.org/officeDocument/2006/relationships/notesSlide" Target="/ppt/notesSlides/notesSlide9.xml" Id="R59b03d3d211e4b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d5130db204b16" /><Relationship Type="http://schemas.openxmlformats.org/officeDocument/2006/relationships/notesSlide" Target="/ppt/notesSlides/notesSlide10.xml" Id="R75c42abeeb3c48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195ccc7714a0f" /><Relationship Type="http://schemas.openxmlformats.org/officeDocument/2006/relationships/notesSlide" Target="/ppt/notesSlides/notesSlide11.xml" Id="R62994d20db3243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75881f43b46aa" /><Relationship Type="http://schemas.openxmlformats.org/officeDocument/2006/relationships/notesSlide" Target="/ppt/notesSlides/notesSlide12.xml" Id="R34454b75e3d245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DC5C6-E10E-49B5-AD16-330C093F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33572-421B-4278-ADFB-74C41B94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Particle size distribution.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70B0B-876A-44EE-B46F-D718718B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MECHANICS AND MATERIALS LABORATORY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1BMEML107/207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EEA38-785A-4C51-B085-AEF29A0A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43D27-F8FB-4FD3-8FBA-DF8F2391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002FB-A384-43CC-BAB4-CA6E18E0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3A5C1-C50E-4285-9BCC-8F14D7D4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A1D32-E6EA-45C8-828E-10A9E4A2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C271B-D050-4CCC-9B40-5A0361AE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16419-0430-4A9B-A691-6F03B0EF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9A04F-AACD-48C2-BF95-7D8F5CEA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D8636-BAAE-4447-AC98-62FA29A7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B224E-DF4C-480E-AB6C-E57F8D5B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810090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0BD81-6E6F-4979-97C9-591D1308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9558F-BDDB-499B-9CDF-E3C6DFDE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EAC91-CF5E-49E9-817A-115360B8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BDEE4-32C0-4289-AF89-D1188261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2FEE5-9462-4DD2-AB20-5E19FF9B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Particle size distribution.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2174C-3514-4DA7-BD5D-EE343A05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4225182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C924F-00E8-4574-8107-8939EEA0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18CC3-1EDE-464B-AECB-262E1B43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793B6-4B04-4C79-A543-8621822C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4182A-2EB2-4D15-91E0-AD748F28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FFA99-C8D9-43CB-8886-182BD1F8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Particle size distribution..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AA04C-D422-47A7-8003-3B10E6C4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3171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Particle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DD2F5-ADD1-401A-990A-79E53D3B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152D7-2CC4-4A23-B3AD-BE4FC3C5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53000"/>
            <a:ext cx="3171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19A7A-92A1-440E-A5D4-71C72F01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0E9FE-32E2-4AF9-949E-7C2CB32C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53000"/>
            <a:ext cx="3171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distribution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77841-AE88-4E6C-94D6-903D6C20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7150045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9D089-94D3-4305-88E4-58F48D10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3C0B3-6AB8-45B8-9ED4-44073171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EB1D9-232A-4081-B2FD-AE95ACDF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042F3-64BB-4C5F-96EE-0B2355EC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CA5A6-373C-4D97-9287-CB297A44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4CB4D-7CEB-48CF-88B4-B1C8373E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20641447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77542-04FB-4641-9A6E-85F33142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72FD2-8CE0-4F68-952D-53C8D063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C1218-18F3-4D4A-88A2-6A7E9B44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081CE-8786-4559-94EA-B49D44EC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F1226-4363-4338-8D1F-9ED390D7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49B3E-2AB5-4CDB-ADDA-82495A82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9088526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C1D97-B034-476C-A465-05A82F98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2554E-D19A-47B7-ACB5-86EEB3D1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0CBF1-B822-4549-9CEB-89C12F9A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A90A6-DCBD-485A-B644-AE191D65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250E4-6E03-4E3B-9D0A-8D4308BE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D1D50-0BE8-4639-9E58-21269D7F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F96E5-3CDB-4E4B-922F-67330E06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CC4EA-9CF3-45F2-AB65-354D1009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0931C-0342-44D3-90D4-1BCA8683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86908-111F-4257-B59C-8A569886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6EB5C-86A8-42D8-9700-428AAD07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6F719-1296-4BFA-9819-C98C2050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2840D-D92B-4707-9D7B-42229C56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29955-F1F1-42EF-A2D4-66F2E7E6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8F584-B4E4-49E8-A48A-58499BC8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9930896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E9E99F-96C6-4E10-BB1E-890F29CF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08AC8-506F-437D-A351-A3A73FB7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2D8A1-F077-471A-843F-EE5B459B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4E74E-4DBD-47BA-AB8A-D0CEDD9F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3DEAC-7BC2-48E7-AAB4-F9AD9946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281A7-ADD1-4219-9EAE-D61B4469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D3793-7D7A-45FD-9C45-4D4905FE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D1411-FB81-425B-B984-E19D4D3D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D6D71-9A26-48B1-B74C-878858DC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B6546-FCEF-4FFA-81E7-88241125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6B474-CE23-4B0B-8312-D693C22D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8F54E-62A9-4DE6-8FCF-F01DC5A4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39F45-B117-42E9-9251-366D69AD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3B646-4A50-46F7-8D16-378C6DC0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4E3FE-B349-4A66-96E1-C2F5EDFA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841D3-D7E9-49F8-AEB3-6150A056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4CBF7-0876-4FC8-AE31-5A172017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551DD-A2FC-426C-B396-1219CED7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7EF05-46B5-4BB5-B7BC-4011BBEB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15D1C-9AF8-45EE-A5B7-2ACBC710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CA761A-2EAA-48DF-8417-6B68D12A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BB57D3-8E86-4683-9E0C-6980FEF3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499287-D45E-436F-90C6-97F16482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715618-DAC0-46AD-A22E-CBF189B1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D6A78F-A47D-4D4E-AE71-51EF4233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564243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D8836-57D1-4491-98CA-A326C0FD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2C512-6F27-4347-839A-E1113D0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2B596-737F-4050-AFEC-9989C04C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EF01F-4AC0-48FA-A23E-50F00356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76089-8AB7-46B0-AFA1-B378D8DD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01014-9EAE-4E0C-81F8-279D177E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9797880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3FDAB-0C0E-4C7B-8890-6FF29328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EC020-929F-4738-BD36-3586B845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A5B12-AB68-48EB-8728-9BB7F467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A4B51-3268-48D8-B7BA-3D07A6F0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FBE92-F585-4F14-9FA8-45C3F5E8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1BC2E-227C-4F9D-A903-84074C2A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789113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2BA2A-8A7A-4A8C-A362-548856B9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E4F05-BA1A-4A1A-9F5B-AD30A66F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11437-3C58-49F9-9C41-14B7C07F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52D6A-88FC-48D3-B84A-8B5A61F6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CFACD-4083-41F5-92EC-1C102E32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Particle size distribution.?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A6042-A4E0-464E-92F8-F0F5576F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4550485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6D25D-B8EB-4CBC-9D0E-6D85634A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BF728-259E-4581-8E69-2BA9149D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985F7-9E73-44A5-93F4-5F969F54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2E06F-F139-4EAE-BFFA-5A803FFC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A9DFB-E2A3-48E7-A847-C744881D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5B796-FB75-4182-88E3-168A1665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2082744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D48857-5579-4C27-849F-F3C5B623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5B11B-54E0-40EA-8807-84864BDA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2721C-65B2-449E-98F8-B3047B2E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2B421-4961-4661-9318-837290DC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1D532-F2D7-4478-B56B-B9EF291A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E1312-58FC-4E21-B090-79E6AA22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1B81B-2380-402D-A9A1-9067B6CF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C90BF-0E26-4498-A29C-4BF6A24D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50EF1-8838-4B99-916F-0A7735E1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8E2A6-363D-4F85-8484-5B23EE88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62D8D-B9B3-40CB-8123-FD25C417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B8A95-46F1-4ED9-B37A-D3915CB0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5B410-C4D1-4EC9-B2BF-7D9D44E6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47D5A-084A-4997-9EA0-D8928E48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45ADB-6D19-408E-975E-D88980D3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F010E-B8AB-4026-8EFF-43A95CB2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1DB72-81CC-45B6-AD79-84050ABC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176664-CC38-413C-AB1E-873F6E86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24334A-5750-471C-B63C-EAE540B9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94D09D-E436-4C3E-AE41-B7B4B97A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21095A-7490-4E38-BB04-76080C4A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EB8DFE-ABB6-4980-A2A7-38712794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10C84-145B-4F0B-8227-3DC44DCE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660634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2026-08-24T16:03:07.4430000Z</dcterms:created>
  <dcterms:modified xsi:type="dcterms:W3CDTF">2026-08-24T16:03:07.4430000Z</dcterms:modified>
</coreProperties>
</file>