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d91c846f684679" /><Relationship Type="http://schemas.openxmlformats.org/officeDocument/2006/relationships/extended-properties" Target="/docProps/app.xml" Id="R46cfdee71df343c3" /><Relationship Type="http://schemas.openxmlformats.org/officeDocument/2006/relationships/officeDocument" Target="/ppt/presentation.xml" Id="R7b330ead76f243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5feb69ab044166"/>
  </p:sldMasterIdLst>
  <p:notesMasterIdLst>
    <p:notesMasterId xmlns:r="http://schemas.openxmlformats.org/officeDocument/2006/relationships" r:id="Re25b73b80a644e85"/>
  </p:notesMasterIdLst>
  <p:sldIdLst>
    <p:sldId xmlns:r="http://schemas.openxmlformats.org/officeDocument/2006/relationships" id="256" r:id="R2e9dc8e2e31a4043"/>
    <p:sldId xmlns:r="http://schemas.openxmlformats.org/officeDocument/2006/relationships" id="257" r:id="R427eceb62fcc4230"/>
    <p:sldId xmlns:r="http://schemas.openxmlformats.org/officeDocument/2006/relationships" id="258" r:id="Re8ea5283bd974dcd"/>
    <p:sldId xmlns:r="http://schemas.openxmlformats.org/officeDocument/2006/relationships" id="259" r:id="R089f7743a03c4a2d"/>
    <p:sldId xmlns:r="http://schemas.openxmlformats.org/officeDocument/2006/relationships" id="260" r:id="R18285854f3f04912"/>
    <p:sldId xmlns:r="http://schemas.openxmlformats.org/officeDocument/2006/relationships" id="261" r:id="R1e700f5de08a4ffd"/>
    <p:sldId xmlns:r="http://schemas.openxmlformats.org/officeDocument/2006/relationships" id="262" r:id="Rbab464d8e09e4275"/>
    <p:sldId xmlns:r="http://schemas.openxmlformats.org/officeDocument/2006/relationships" id="263" r:id="Rde3d9d9619cf4d71"/>
    <p:sldId xmlns:r="http://schemas.openxmlformats.org/officeDocument/2006/relationships" id="264" r:id="R9bb0077a5f2943fa"/>
    <p:sldId xmlns:r="http://schemas.openxmlformats.org/officeDocument/2006/relationships" id="265" r:id="R2f5a97d3b49a4ec9"/>
    <p:sldId xmlns:r="http://schemas.openxmlformats.org/officeDocument/2006/relationships" id="266" r:id="R210d85752d6a4d8a"/>
    <p:sldId xmlns:r="http://schemas.openxmlformats.org/officeDocument/2006/relationships" id="267" r:id="R8f52ebcbae77406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c25c5826714f84" /><Relationship Type="http://schemas.openxmlformats.org/officeDocument/2006/relationships/slideMaster" Target="/ppt/slideMasters/slideMaster1.xml" Id="R255feb69ab044166" /><Relationship Type="http://schemas.openxmlformats.org/officeDocument/2006/relationships/notesMaster" Target="/ppt/notesMasters/notesMaster1.xml" Id="Re25b73b80a644e85" /><Relationship Type="http://schemas.openxmlformats.org/officeDocument/2006/relationships/presProps" Target="/ppt/presProps.xml" Id="Rb18b5af0e57f4147" /><Relationship Type="http://schemas.openxmlformats.org/officeDocument/2006/relationships/tableStyles" Target="/ppt/tableStyles.xml" Id="R983126b666ad4fc5" /><Relationship Type="http://schemas.openxmlformats.org/officeDocument/2006/relationships/slide" Target="/ppt/slides/slide1.xml" Id="R2e9dc8e2e31a4043" /><Relationship Type="http://schemas.openxmlformats.org/officeDocument/2006/relationships/slide" Target="/ppt/slides/slide2.xml" Id="R427eceb62fcc4230" /><Relationship Type="http://schemas.openxmlformats.org/officeDocument/2006/relationships/slide" Target="/ppt/slides/slide3.xml" Id="Re8ea5283bd974dcd" /><Relationship Type="http://schemas.openxmlformats.org/officeDocument/2006/relationships/slide" Target="/ppt/slides/slide4.xml" Id="R089f7743a03c4a2d" /><Relationship Type="http://schemas.openxmlformats.org/officeDocument/2006/relationships/slide" Target="/ppt/slides/slide5.xml" Id="R18285854f3f04912" /><Relationship Type="http://schemas.openxmlformats.org/officeDocument/2006/relationships/slide" Target="/ppt/slides/slide6.xml" Id="R1e700f5de08a4ffd" /><Relationship Type="http://schemas.openxmlformats.org/officeDocument/2006/relationships/slide" Target="/ppt/slides/slide7.xml" Id="Rbab464d8e09e4275" /><Relationship Type="http://schemas.openxmlformats.org/officeDocument/2006/relationships/slide" Target="/ppt/slides/slide8.xml" Id="Rde3d9d9619cf4d71" /><Relationship Type="http://schemas.openxmlformats.org/officeDocument/2006/relationships/slide" Target="/ppt/slides/slide9.xml" Id="R9bb0077a5f2943fa" /><Relationship Type="http://schemas.openxmlformats.org/officeDocument/2006/relationships/slide" Target="/ppt/slides/slide10.xml" Id="R2f5a97d3b49a4ec9" /><Relationship Type="http://schemas.openxmlformats.org/officeDocument/2006/relationships/slide" Target="/ppt/slides/slide11.xml" Id="R210d85752d6a4d8a" /><Relationship Type="http://schemas.openxmlformats.org/officeDocument/2006/relationships/slide" Target="/ppt/slides/slide12.xml" Id="R8f52ebcbae7740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727a139b554a8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27bed59e1c4327" /><Relationship Type="http://schemas.openxmlformats.org/officeDocument/2006/relationships/notesMaster" Target="/ppt/notesMasters/notesMaster1.xml" Id="R05441931610348d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e173018b08d4b5b" /><Relationship Type="http://schemas.openxmlformats.org/officeDocument/2006/relationships/notesMaster" Target="/ppt/notesMasters/notesMaster1.xml" Id="R740aa25a6c004b1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761bc1d16214987" /><Relationship Type="http://schemas.openxmlformats.org/officeDocument/2006/relationships/notesMaster" Target="/ppt/notesMasters/notesMaster1.xml" Id="Ra69eb2e4c2cd475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ad66b1b1c98491e" /><Relationship Type="http://schemas.openxmlformats.org/officeDocument/2006/relationships/notesMaster" Target="/ppt/notesMasters/notesMaster1.xml" Id="R21498a79129d47a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ff4f659720040e4" /><Relationship Type="http://schemas.openxmlformats.org/officeDocument/2006/relationships/notesMaster" Target="/ppt/notesMasters/notesMaster1.xml" Id="Ra954162ca08d489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ec4df83017f4c42" /><Relationship Type="http://schemas.openxmlformats.org/officeDocument/2006/relationships/notesMaster" Target="/ppt/notesMasters/notesMaster1.xml" Id="R6fa470d2cae44f7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ad5dfa33bab422f" /><Relationship Type="http://schemas.openxmlformats.org/officeDocument/2006/relationships/notesMaster" Target="/ppt/notesMasters/notesMaster1.xml" Id="R822856c1548146f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494ee83771e4160" /><Relationship Type="http://schemas.openxmlformats.org/officeDocument/2006/relationships/notesMaster" Target="/ppt/notesMasters/notesMaster1.xml" Id="Refa615ceae97441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2516312aa4d456f" /><Relationship Type="http://schemas.openxmlformats.org/officeDocument/2006/relationships/notesMaster" Target="/ppt/notesMasters/notesMaster1.xml" Id="R9b5a04ddeb1f42e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87e5e2a264d4895" /><Relationship Type="http://schemas.openxmlformats.org/officeDocument/2006/relationships/notesMaster" Target="/ppt/notesMasters/notesMaster1.xml" Id="R3314f440acb8468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8987149ef8f4506" /><Relationship Type="http://schemas.openxmlformats.org/officeDocument/2006/relationships/notesMaster" Target="/ppt/notesMasters/notesMaster1.xml" Id="Rd7ee5eaecd5d4c3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b185d52f0a14c51" /><Relationship Type="http://schemas.openxmlformats.org/officeDocument/2006/relationships/notesMaster" Target="/ppt/notesMasters/notesMaster1.xml" Id="R5c20fdd3f3b947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97941e0ad34c0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32e158082342d6" /><Relationship Type="http://schemas.openxmlformats.org/officeDocument/2006/relationships/slideLayout" Target="/ppt/slideLayouts/slideLayout1.xml" Id="R613cdc11c98544b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3cdc11c98544b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2e63ddb48d4781" /><Relationship Type="http://schemas.openxmlformats.org/officeDocument/2006/relationships/notesSlide" Target="/ppt/notesSlides/notesSlide1.xml" Id="Rb47bca7a396d4e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9bf10f0dd64d59" /><Relationship Type="http://schemas.openxmlformats.org/officeDocument/2006/relationships/notesSlide" Target="/ppt/notesSlides/notesSlide2.xml" Id="Rf1197e26044c41f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50c5ef5a73486c" /><Relationship Type="http://schemas.openxmlformats.org/officeDocument/2006/relationships/notesSlide" Target="/ppt/notesSlides/notesSlide3.xml" Id="Rf228dc2d59cf46d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afc47c1eab47e0" /><Relationship Type="http://schemas.openxmlformats.org/officeDocument/2006/relationships/notesSlide" Target="/ppt/notesSlides/notesSlide4.xml" Id="Reae04bc9e7b9436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a8be5ba37b4173" /><Relationship Type="http://schemas.openxmlformats.org/officeDocument/2006/relationships/notesSlide" Target="/ppt/notesSlides/notesSlide5.xml" Id="Rf0d073d754ef4ad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41e2cbff3340b8" /><Relationship Type="http://schemas.openxmlformats.org/officeDocument/2006/relationships/notesSlide" Target="/ppt/notesSlides/notesSlide6.xml" Id="Rad9f4babd257425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17816295d54b78" /><Relationship Type="http://schemas.openxmlformats.org/officeDocument/2006/relationships/notesSlide" Target="/ppt/notesSlides/notesSlide7.xml" Id="Rd2f219438de24d6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58357b21a94bb9" /><Relationship Type="http://schemas.openxmlformats.org/officeDocument/2006/relationships/notesSlide" Target="/ppt/notesSlides/notesSlide8.xml" Id="Rc1ff15e565da4f8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bfe91e883b44d1" /><Relationship Type="http://schemas.openxmlformats.org/officeDocument/2006/relationships/notesSlide" Target="/ppt/notesSlides/notesSlide9.xml" Id="R11e0cad4aa3445a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520a9b2fb841f6" /><Relationship Type="http://schemas.openxmlformats.org/officeDocument/2006/relationships/notesSlide" Target="/ppt/notesSlides/notesSlide10.xml" Id="R50b4e898085349a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8e7fa59fff4b4e" /><Relationship Type="http://schemas.openxmlformats.org/officeDocument/2006/relationships/notesSlide" Target="/ppt/notesSlides/notesSlide11.xml" Id="R9aeb3377d85c474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a04d233b4447ec" /><Relationship Type="http://schemas.openxmlformats.org/officeDocument/2006/relationships/notesSlide" Target="/ppt/notesSlides/notesSlide12.xml" Id="Re0f3947b906e46f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DAC686-59C3-4105-A812-20465740C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447CD7-A96E-452B-95A6-E5F01DB44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001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33"/>
                </a:solidFill>
              </a:defRPr>
            </a:pPr>
            <a:r>
              <a:rPr sz="2550" b="1">
                <a:solidFill>
                  <a:srgbClr val="182033"/>
                </a:solidFill>
              </a:rPr>
              <a:t>Field tests on cement.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57CC0A-7204-4DAD-ACD3-0F56F558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6191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Subject: MECHANICS AND MATERIALS LABORATORY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Code: 1BMEML107/207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Depth pass: 7 -&gt; 12 slides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4ED2A1-6CF9-4CBF-BF84-FC97E2D5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28CD81-D986-4F42-87C4-C9FF4D41D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CA613E-821B-458E-A989-4CE43C15F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B08CDB-63EC-4489-8E67-783CCB9F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183E47-1B3B-4B93-A769-E5B321630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9077EB-512B-4517-9D8A-3E94E0A4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C5BEF1-DAEB-4BD5-A85A-189E09A15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677961-DE59-440B-945C-28E6288C2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58C698-7FAE-467C-A897-648F931B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920E3D-FFB6-4B4E-AE6D-D585FE7F1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11411579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2E64D5-67B3-4785-B497-A3E5EB4CE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AB6FA6-BED0-41F0-A651-9067746E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09064C-D8F9-4636-AD6F-509CB45F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5C38C3-B1CE-46BD-9978-CB32F09E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272E84-B01E-4F26-B10F-D7AADE679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Field tests on cement.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State the measurable or demonstrable outcome before starting.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A178C3-867C-4457-B53C-41DE60E6A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11470624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12EFD8-0236-4C6A-8EE5-4A3776F8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1535DF-E8FF-4CA8-A8A0-948440E5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EAC0EC-A14A-4EBB-81F4-399324BFE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88ECD2-662B-446A-BB1C-C4160B831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D97BE6-02DE-4FCA-A78C-25E2129A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This experiment demonstrates Field tests on cement..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Connect the observation to the principle, algorithm, circuit, setup, or design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706A75-9341-430B-BDF1-58FA81EA5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31718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Field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FCCF7A-E04B-4DC2-8678-5AF436D0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E6CF68-23E0-4F85-B87F-828BAAE22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953000"/>
            <a:ext cx="31718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tests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A82BDC-2ECA-451A-8D10-E42D5CD42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6DF2EC-54A8-4188-8386-816595614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953000"/>
            <a:ext cx="31718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7F5AE1-5BA4-4BC7-8EC9-F8E961CC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9525612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ACB655-875D-46DA-8265-5D19A2701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14B90E-C26F-489A-86E0-0B65EFFBF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Tools and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607F89-A5D4-41F8-BC20-EE8FBF0A2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B8DE83-0B79-463C-AE66-FEBDBF09F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2EB515-812A-400C-A44B-AFF009B8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Required apparatus/software/components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table or lab record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Safety and calibration checklist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FA0D68-66B8-44BE-AFD9-335E4AA0E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16187349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6F36B0-5CE1-433A-A3A2-C7CFCB70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8FC7A4-9EED-4DC2-AC0E-2C1352D0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177985-BE89-45CD-97BC-21E3050A7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ABAC7C-1DCB-4C25-A605-A2001CBD8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9314F8-A28C-4244-8C8C-187BD5A79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Prepare the setup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Execute the steps in order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readings/output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Verify result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Conclude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E9D683-AC77-42C8-81C4-B2860BC78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15251256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328421-5205-410D-8EB5-9779D422B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689916-0297-450A-9B57-D5E60A15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Algorithm / circuit /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7A2896-A924-48EE-8911-7BDE0895D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2B39AC-225A-48EF-8D9C-170F52324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DB8FEB-3CB7-4BC8-91FE-DC4BE6EF4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FDA6BA-FDA1-4A28-87E3-2BB3A79D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76F60B-D997-437C-AAC7-C9B61FD1D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8E12B8-EC2E-4F42-B611-0A9B38A8C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378DF5-EC03-4E04-8FA2-E4F0BC0C4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71C7FE-4578-46EE-846E-91D8807A1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239E7E-756A-461C-8FEF-099D23005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4CB076-D10B-4565-A6A4-D056860D6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D1000-859F-4008-B8B0-F6382A00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B74F7C-E29B-49C9-A5C7-3B8F953C9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Draw or write the working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Label inputs, outputs, units, and constraints.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50ED5D-259F-4841-AFEA-4DDCF85F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18790736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9F7E8E-AE20-4972-88E6-F8E07C37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2E551B-CB5D-4715-981C-C5FE09C3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Observation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F7B9D4-F16A-45E6-BFD6-0F3F17F01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E3B723-6443-4808-87F5-9D514F496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D217C5-1D62-476B-8DC8-E886D4FF4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573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A72E00-2918-467A-BA00-6400AD9F4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573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02599B-6FDF-4168-B845-1A18B96B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6573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EA8DEA-58DA-4422-9777-242116E7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573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AB63A4-6054-4327-8504-A273D946B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1B9895-85E7-4B0E-AA52-E224AE3B9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098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952AA1-D465-49DB-A0D3-643F1D77B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098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3C7509-1105-4644-A60D-12F00B4AE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0BE4A6-24FD-4FEC-8A96-DF14F641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56B2AC-EA69-4A90-BDAB-E426E1323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622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BA74DF-ACB1-4AB8-935A-1B0D7DD45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622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63D123-4354-4B04-92C9-3EA57E233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1227A3-F9EE-468C-9468-C1EAC1B62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E9BB8F-66DB-423E-9736-2BC1D112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147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041281-C408-4CE0-B945-DFA217748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147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34ED4A-2BCB-4F8E-8F19-DDA0BC96F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147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1DF040-EC50-4BF6-8706-6A88D2C2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3718AC-F81E-4482-BF86-456EADF02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671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1B88F9-CEC0-47CC-8489-AEEDCED68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671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387415-971E-4ED7-BFEA-12A0EF03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671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EF5797-9A98-452C-AE95-4E265306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15839016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C08B80-43EA-4ECC-AA33-0A2A533C7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AEEBD4-52DB-4029-9AC8-54DC89D54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Expected output /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BEECAC-7A2E-4EE4-85F8-37B63BC1F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303003-F367-499D-8C0B-884742D73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141EDC-9830-48A1-9084-56CA4B1BA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 result should match the stated aim and be explainable from the theory.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deviations and possible causes.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AD8299-B007-4302-8638-86983F11C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9838615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14A25E-53A7-4687-8A11-E5EE99CD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90318B-D7B8-4DA0-9896-E02528352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1D96E5-D2A0-4C5F-8C97-E750EC7F2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E78491-8B86-4C2B-91C1-1587D85C1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600DE5-FA4B-4B0B-9CCF-F06D5FD7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Wrong connection/input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No units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Skipping calibration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Unclear result statement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E92DCA-9036-4B44-885F-3F6CF35F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4401200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F1D13A-5107-4BAF-A705-F85AB7787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FD4F4F-C2EB-4D38-ADF0-F4B5D66D7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CDA7DE-9FEA-4848-9655-1D2A4540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E51335-F366-4AEC-8237-BA65E8A8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92EE4F-9C2E-458C-B4ED-1F654364A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is the aim of Field tests on cement.?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Which principle is used?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How is error detected?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changes if input/setup changes?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3CE66F-65AF-4A17-8E3C-433E657A3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153343889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C3958E-587E-4E19-8667-CB117485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8F071F-1649-4023-ACF9-8C08771DD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Lab record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442EDD-6D8E-4DAA-9EEE-742A5F244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8028E1-648A-459D-84E3-A5AEF69E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F6844F-3FE8-4AA6-9B0E-26B965336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Aim written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Theory summarized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Setup labeled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complete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Result stated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745CD9-429E-408B-9888-9C3EB57B6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130578475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0CE152-A4B3-4CC2-B7F5-E6A6F89C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01ABEF-0DC3-4300-894D-5A98300A5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Experiment completion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349ACA-2D2F-4568-BE71-2FBB1DBDA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131BEF-D8C5-4F2F-97B2-1533601E7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DBDBEC-723E-4CEB-83A3-3E827216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Element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246FA9-75B6-4510-B101-409F66CEA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19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Complete when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E801FF-BB77-4E29-B91C-32E946B0C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19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58C958-09B3-4F60-80EF-21E55CF67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3F976F-70CD-4044-936E-F21AD59FF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Outcome is stated clearly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136A2A-CE65-419A-9039-E33512AE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526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3919E7-5AAE-42A7-9756-776BE3150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0D6852-4C9B-4967-A1AE-856309FCC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Principle is connected to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320774-2ACA-422A-B3E9-D4EA25C7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BE18A9-EC7B-435A-81DB-A467588D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08EBE2-6BC1-40F0-A10C-9FD8E4FE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194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Steps can be followed safely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90B073-8797-43C0-97FB-69ED81AD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194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56A6AA-4F82-4833-AE7C-F7EBCECA5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4F6512-AD40-4295-BAC7-E73B660BC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528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Values/output are recorded with units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89BE0A-D553-4EDC-9946-0E37003AB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528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C8DD27-3C89-4890-AFEB-CBA84E9D7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AAE03C-65DF-4C4B-AD9B-D7F60A22A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86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Student can defend the 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AF2429-C195-402F-9F67-586D0F07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86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1BEB8B-3A93-4A5E-A680-37997DEBE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13532432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2026-08-24T16:03:07.3870000Z</dcterms:created>
  <dcterms:modified xsi:type="dcterms:W3CDTF">2026-08-24T16:03:07.3870000Z</dcterms:modified>
</coreProperties>
</file>