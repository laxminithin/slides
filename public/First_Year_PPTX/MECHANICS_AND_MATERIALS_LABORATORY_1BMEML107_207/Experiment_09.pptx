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543828eb64bf9" /><Relationship Type="http://schemas.openxmlformats.org/officeDocument/2006/relationships/extended-properties" Target="/docProps/app.xml" Id="R54f0d85799e54103" /><Relationship Type="http://schemas.openxmlformats.org/officeDocument/2006/relationships/officeDocument" Target="/ppt/presentation.xml" Id="R9ec5c3b159dc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adb77e9ad4cb3"/>
  </p:sldMasterIdLst>
  <p:notesMasterIdLst>
    <p:notesMasterId xmlns:r="http://schemas.openxmlformats.org/officeDocument/2006/relationships" r:id="R31ac450800144fd5"/>
  </p:notesMasterIdLst>
  <p:sldIdLst>
    <p:sldId xmlns:r="http://schemas.openxmlformats.org/officeDocument/2006/relationships" id="256" r:id="R9bcfd95761e446c9"/>
    <p:sldId xmlns:r="http://schemas.openxmlformats.org/officeDocument/2006/relationships" id="257" r:id="Re09612a49af644a7"/>
    <p:sldId xmlns:r="http://schemas.openxmlformats.org/officeDocument/2006/relationships" id="258" r:id="Rb4dd7080977c4ed6"/>
    <p:sldId xmlns:r="http://schemas.openxmlformats.org/officeDocument/2006/relationships" id="259" r:id="R65bc1cb27c124b1d"/>
    <p:sldId xmlns:r="http://schemas.openxmlformats.org/officeDocument/2006/relationships" id="260" r:id="R2a3f06437d844913"/>
    <p:sldId xmlns:r="http://schemas.openxmlformats.org/officeDocument/2006/relationships" id="261" r:id="R0ef7c188fe5948ac"/>
    <p:sldId xmlns:r="http://schemas.openxmlformats.org/officeDocument/2006/relationships" id="262" r:id="R230ac21f1fff4792"/>
    <p:sldId xmlns:r="http://schemas.openxmlformats.org/officeDocument/2006/relationships" id="263" r:id="R756d4082ab1042c0"/>
    <p:sldId xmlns:r="http://schemas.openxmlformats.org/officeDocument/2006/relationships" id="264" r:id="R24a25cafb6e74d64"/>
    <p:sldId xmlns:r="http://schemas.openxmlformats.org/officeDocument/2006/relationships" id="265" r:id="R462b6064508849bb"/>
    <p:sldId xmlns:r="http://schemas.openxmlformats.org/officeDocument/2006/relationships" id="266" r:id="Raaa16c000add41a8"/>
    <p:sldId xmlns:r="http://schemas.openxmlformats.org/officeDocument/2006/relationships" id="267" r:id="R26040385782245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609b6bb8b4a3e" /><Relationship Type="http://schemas.openxmlformats.org/officeDocument/2006/relationships/slideMaster" Target="/ppt/slideMasters/slideMaster1.xml" Id="R2f5adb77e9ad4cb3" /><Relationship Type="http://schemas.openxmlformats.org/officeDocument/2006/relationships/notesMaster" Target="/ppt/notesMasters/notesMaster1.xml" Id="R31ac450800144fd5" /><Relationship Type="http://schemas.openxmlformats.org/officeDocument/2006/relationships/presProps" Target="/ppt/presProps.xml" Id="R7659f6d039924a62" /><Relationship Type="http://schemas.openxmlformats.org/officeDocument/2006/relationships/tableStyles" Target="/ppt/tableStyles.xml" Id="R021ffc364c434c52" /><Relationship Type="http://schemas.openxmlformats.org/officeDocument/2006/relationships/slide" Target="/ppt/slides/slide1.xml" Id="R9bcfd95761e446c9" /><Relationship Type="http://schemas.openxmlformats.org/officeDocument/2006/relationships/slide" Target="/ppt/slides/slide2.xml" Id="Re09612a49af644a7" /><Relationship Type="http://schemas.openxmlformats.org/officeDocument/2006/relationships/slide" Target="/ppt/slides/slide3.xml" Id="Rb4dd7080977c4ed6" /><Relationship Type="http://schemas.openxmlformats.org/officeDocument/2006/relationships/slide" Target="/ppt/slides/slide4.xml" Id="R65bc1cb27c124b1d" /><Relationship Type="http://schemas.openxmlformats.org/officeDocument/2006/relationships/slide" Target="/ppt/slides/slide5.xml" Id="R2a3f06437d844913" /><Relationship Type="http://schemas.openxmlformats.org/officeDocument/2006/relationships/slide" Target="/ppt/slides/slide6.xml" Id="R0ef7c188fe5948ac" /><Relationship Type="http://schemas.openxmlformats.org/officeDocument/2006/relationships/slide" Target="/ppt/slides/slide7.xml" Id="R230ac21f1fff4792" /><Relationship Type="http://schemas.openxmlformats.org/officeDocument/2006/relationships/slide" Target="/ppt/slides/slide8.xml" Id="R756d4082ab1042c0" /><Relationship Type="http://schemas.openxmlformats.org/officeDocument/2006/relationships/slide" Target="/ppt/slides/slide9.xml" Id="R24a25cafb6e74d64" /><Relationship Type="http://schemas.openxmlformats.org/officeDocument/2006/relationships/slide" Target="/ppt/slides/slide10.xml" Id="R462b6064508849bb" /><Relationship Type="http://schemas.openxmlformats.org/officeDocument/2006/relationships/slide" Target="/ppt/slides/slide11.xml" Id="Raaa16c000add41a8" /><Relationship Type="http://schemas.openxmlformats.org/officeDocument/2006/relationships/slide" Target="/ppt/slides/slide12.xml" Id="R260403857822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541d187a8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37fbdbfd245b5" /><Relationship Type="http://schemas.openxmlformats.org/officeDocument/2006/relationships/notesMaster" Target="/ppt/notesMasters/notesMaster1.xml" Id="R9db456d793a34f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dc485b3f54539" /><Relationship Type="http://schemas.openxmlformats.org/officeDocument/2006/relationships/notesMaster" Target="/ppt/notesMasters/notesMaster1.xml" Id="Rf3b7911120024a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147d342684221" /><Relationship Type="http://schemas.openxmlformats.org/officeDocument/2006/relationships/notesMaster" Target="/ppt/notesMasters/notesMaster1.xml" Id="R188b35e3e94e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6a7bacb384dfd" /><Relationship Type="http://schemas.openxmlformats.org/officeDocument/2006/relationships/notesMaster" Target="/ppt/notesMasters/notesMaster1.xml" Id="Rdb6534f8e1ba4a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1b719d4bcf49de" /><Relationship Type="http://schemas.openxmlformats.org/officeDocument/2006/relationships/notesMaster" Target="/ppt/notesMasters/notesMaster1.xml" Id="R8fcf169ca656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f28d6687d4031" /><Relationship Type="http://schemas.openxmlformats.org/officeDocument/2006/relationships/notesMaster" Target="/ppt/notesMasters/notesMaster1.xml" Id="R65068c4688a649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9adbaee7945f8" /><Relationship Type="http://schemas.openxmlformats.org/officeDocument/2006/relationships/notesMaster" Target="/ppt/notesMasters/notesMaster1.xml" Id="R5dc6a41c5d19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b86b1ca9974274" /><Relationship Type="http://schemas.openxmlformats.org/officeDocument/2006/relationships/notesMaster" Target="/ppt/notesMasters/notesMaster1.xml" Id="R9dab0ed474b94a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b0146fe5b94d60" /><Relationship Type="http://schemas.openxmlformats.org/officeDocument/2006/relationships/notesMaster" Target="/ppt/notesMasters/notesMaster1.xml" Id="Rea54aa5845c541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30327e87a64173" /><Relationship Type="http://schemas.openxmlformats.org/officeDocument/2006/relationships/notesMaster" Target="/ppt/notesMasters/notesMaster1.xml" Id="R35642170365b4b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4e1550192c43c6" /><Relationship Type="http://schemas.openxmlformats.org/officeDocument/2006/relationships/notesMaster" Target="/ppt/notesMasters/notesMaster1.xml" Id="R640bcc8751a949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1a401538c3492b" /><Relationship Type="http://schemas.openxmlformats.org/officeDocument/2006/relationships/notesMaster" Target="/ppt/notesMasters/notesMaster1.xml" Id="R825a918a9bba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db19396fb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25292570f4f11" /><Relationship Type="http://schemas.openxmlformats.org/officeDocument/2006/relationships/slideLayout" Target="/ppt/slideLayouts/slideLayout1.xml" Id="R63414165ae8e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414165ae8e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10739832b47b2" /><Relationship Type="http://schemas.openxmlformats.org/officeDocument/2006/relationships/notesSlide" Target="/ppt/notesSlides/notesSlide1.xml" Id="R21291960ffbd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c45b03e9a4bba" /><Relationship Type="http://schemas.openxmlformats.org/officeDocument/2006/relationships/notesSlide" Target="/ppt/notesSlides/notesSlide2.xml" Id="R60a75ea0f48849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3ec2bf794b5a" /><Relationship Type="http://schemas.openxmlformats.org/officeDocument/2006/relationships/notesSlide" Target="/ppt/notesSlides/notesSlide3.xml" Id="R0244d2e21c7c49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05365dfba4407" /><Relationship Type="http://schemas.openxmlformats.org/officeDocument/2006/relationships/notesSlide" Target="/ppt/notesSlides/notesSlide4.xml" Id="R79954f47b58047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acf0b525c4906" /><Relationship Type="http://schemas.openxmlformats.org/officeDocument/2006/relationships/notesSlide" Target="/ppt/notesSlides/notesSlide5.xml" Id="R2591e0903346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a1a830d8475c" /><Relationship Type="http://schemas.openxmlformats.org/officeDocument/2006/relationships/notesSlide" Target="/ppt/notesSlides/notesSlide6.xml" Id="R332b3342f4ef4c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f5793351b407d" /><Relationship Type="http://schemas.openxmlformats.org/officeDocument/2006/relationships/notesSlide" Target="/ppt/notesSlides/notesSlide7.xml" Id="Re23bf90504454b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02731bc9435d" /><Relationship Type="http://schemas.openxmlformats.org/officeDocument/2006/relationships/notesSlide" Target="/ppt/notesSlides/notesSlide8.xml" Id="R2364bc281a81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cb2d36602444c" /><Relationship Type="http://schemas.openxmlformats.org/officeDocument/2006/relationships/notesSlide" Target="/ppt/notesSlides/notesSlide9.xml" Id="R804b3996d21940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4ee4ebe6e41db" /><Relationship Type="http://schemas.openxmlformats.org/officeDocument/2006/relationships/notesSlide" Target="/ppt/notesSlides/notesSlide10.xml" Id="R3fab6388e2b549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664877cec4642" /><Relationship Type="http://schemas.openxmlformats.org/officeDocument/2006/relationships/notesSlide" Target="/ppt/notesSlides/notesSlide11.xml" Id="Rde6f7521ebce48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df7934f8448a7" /><Relationship Type="http://schemas.openxmlformats.org/officeDocument/2006/relationships/notesSlide" Target="/ppt/notesSlides/notesSlide12.xml" Id="R125972c8c88e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23DEC-5563-451E-B16F-565B626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7C78E-0082-41C0-8E6F-8507981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Well graded. 03 LAB COURSE (1 Credit) template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10460-720C-4B3A-8A5B-102F8853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67A3A-6BC7-478E-95B3-A6E72C1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8346A-FCE0-40A1-B4E1-0BDF3B2E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924D1-8FA4-4622-9582-6A324E66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B53DE-5D67-4AB1-A0C9-D4AF656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CD29C-F940-4B06-AC5F-16E9F9EB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F4A49-8580-434C-956E-EAAA088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FA10E-EDD3-4B1D-81B6-FC34BACC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DFAFA-9889-4DF1-9156-B605F76D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06B03-48F1-4F6D-AEB1-C5B3C8D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2C1EC-9E05-417E-BEBF-B0B6583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93185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5DE79-21AF-420F-BA48-45CC3784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48A40-8B05-4886-9395-82652D3C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9B1C-391B-4AC0-BE06-1606814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B8ACC-C1E6-470C-A717-5A4EAD7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A7B7F-D5C3-4C79-8015-384DB39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Well graded. 03 LAB COURSE (1 Credit) template 2 2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88EE2-6C85-40E5-8938-7FD343D8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264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063D9-53B2-47C9-B445-2993D4BA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217A-8479-418A-86FC-9D459B1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5005F-B40A-41A2-81BF-D2F5F76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8F0FC-E015-4EB7-8AD8-36D50D4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70613-FA65-4977-9D18-26DCC289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Well graded. 03.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FA912-D02E-426E-8D03-53C469EE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895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893EE-A7AF-44D0-9C89-C813D761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4F21F-002C-4CC1-AD1C-1E33798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4895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D3B91-EB86-413E-829F-5B44DA4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615855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A5CF0-EB66-437B-973A-0DE8993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EF2F4-7CA0-4E5D-9D56-B6B34B6C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FA53D-9CE1-4809-9B2D-AAD4039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85EF-8F79-4078-9315-4F8C1C0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07AE1-12E2-46EA-8422-BF5E9ACA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5746C-E921-40A4-ABD3-9F77F46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20388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29374-1833-43C8-9EF0-25D89162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D22A-6924-4FEA-85DA-6C0FA5F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AB614-1510-4786-9C1A-C82FA8A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E64AC-D18A-46C9-854B-4AC29A6D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613EB-B208-4071-B89B-2FE90A99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2AF2E-0175-4ABB-85A0-64D5D180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391534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AE652-A32D-4BB4-A938-34FFC8AB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F4844-F755-4609-B85A-A87ADE0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DFE41-1EC7-4710-B76C-9DEEB95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5F678-0928-4818-9B97-4739A12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F3BD4-BE39-49CE-9114-C0864BBF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2A6B1-5E57-42AD-8859-F728157C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C111D-ADDE-4563-B2B2-A5D618C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58C84-2EE9-4E0B-B0C1-7A2BE78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2F5B9-355A-4570-8286-3FD9C4AA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3662D-779E-4B57-BD94-FF5DCB9E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40663-32AF-4D9C-92AC-737AE3E0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980F3-1322-4286-9A91-B2510AB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6EDFF-D061-4015-92C2-69FFA35F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E6909-721E-491E-9CB0-A6A0CCA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C5B91-4BCB-4283-A98E-9C4BB79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0425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D5762-BBF0-45A8-AD85-855CE252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8C2C6-37AB-4107-AEA5-BC8F8D7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093E9-D60D-4306-8A6C-E89DAA5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168C3-7ABD-474B-BF18-4D04F86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26986-E4D3-4E29-96B5-54DFF8A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FE3D6-F1C4-4CA3-B906-FA874C3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F48F7-6803-48E6-A6F4-9C36CBB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E9571-0AD9-4B56-BF6F-44D0ACB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10FC-FB97-4E6B-A786-DC0D5B6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A16A2-2987-4F70-8E29-4F590A63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056B1-29A1-4AB6-8E93-8DF6AD0D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1A9E9-D19E-46C9-B5A2-425F2FA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A683B-0A0C-47E1-9183-F0D459D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3C9ED-746E-4DB4-BDAF-56C2AF20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60ADF-236B-4B7B-A1F8-680CA7D3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6DB39-5FB6-41B1-9C20-FF3C000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C3548-B6A8-4989-A4B1-440C4DB8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67E02-5A69-40F3-A4CE-25CFA57D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0E919-C799-484C-8DF3-14FB18BD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3E1E1-F21E-442D-8EF4-D560F897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BD5D1-6524-4515-95DF-163EBC6B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1C0D7-2446-448A-85FF-B64BBA79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A08EF-EEF0-4BB7-B520-B1174ED8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CAD97-B00F-4BD8-9165-A5E6DFD7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7F51D-889F-4EE9-9646-A1943C0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57640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A3CD9-2C5B-4941-9679-52BE58D6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58730-33A0-4046-8075-77D8F75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3C702-4CAF-473F-B4C4-B2EFD49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B1F6-1800-4342-9C76-262D6044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C2EA0-07CF-448D-BD41-8BF42D5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533B-124C-49D6-8CE7-7DBFD85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46961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8B2A5-D726-4038-AA1B-78BC762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2CFD5-7BAF-4EB9-9A2C-9860483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FEB84-F24C-4864-A38D-317E5C22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183E-63D1-403A-8373-436384C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8DBC-CDB8-4F56-A8A0-F4CD3DD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705C4-E40F-4218-8AF4-074FF7B2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57007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E8A08-892F-4242-A36A-05D7941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52BAE-6538-4C53-970F-76BF5E41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57FD-81C4-4866-AF09-26F3823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24A5-FFD0-4ADA-8E9E-E8BFDFA1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3387-19A9-4AC1-820C-66D5FE9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Well graded. 03?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EBD4-D6E5-4D4A-A6AE-46DE8E4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551820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5B437-EBB0-4E87-B5AC-D306EB0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688FC-35F9-4DCA-97BA-B0A614D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38393-197B-4129-9B8C-0F8C265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D5F2-35C3-471E-9150-3C76F550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9014D-24CD-4807-88C4-FD4BDFE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0BC31-CD6B-45CB-A5F9-A97AFFD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915779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AB9CA-5954-4F0D-85BA-A27499E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33BD-C33F-4754-BB52-3B47EBC7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FBBEA-F367-47A6-9CBF-D7E7369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9CEE8-DC8F-43F4-BBBB-4FEBC82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FF6F4-F740-42C4-A720-4DCEBC0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28571-7B1D-4D94-BA1A-6C18162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96565-87FD-44EE-8C0F-42420405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189E8-B32E-4760-B52E-DC63158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BCE14-47E5-4259-AF73-5AB819F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C2B41-5320-451B-8593-E9D1FF88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91DCE-12BD-477B-901C-748DE95E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64C68-8643-4B0E-BD80-A86F7AB3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D0D9D-E7CD-4FEC-A609-F5B8D568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8AC4-ACF9-4F47-BF0A-81475722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FFD07-68CD-4F36-B35E-70F0F9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607D9-D161-4446-9CCE-DD45B73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DF58B-7DCA-453E-BD97-B905891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F34E9-F09C-46AE-8D21-F69F3AB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9DEBB-386C-4648-86D6-FC021718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A9136-0FB8-46C2-A7FA-F1AB80A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8A799-D140-46BC-AFE4-9A25EC1F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E9D6F-67E1-4AED-9290-73C6FDF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FCE80-9331-4EDF-87BB-7F2B72C3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113269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2026-08-24T16:03:07.4980000Z</dcterms:created>
  <dcterms:modified xsi:type="dcterms:W3CDTF">2026-08-24T16:03:07.4980000Z</dcterms:modified>
</coreProperties>
</file>