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c417c52b5842fb" /><Relationship Type="http://schemas.openxmlformats.org/officeDocument/2006/relationships/extended-properties" Target="/docProps/app.xml" Id="R4d11f603f7034c19" /><Relationship Type="http://schemas.openxmlformats.org/officeDocument/2006/relationships/officeDocument" Target="/ppt/presentation.xml" Id="R071aae8ac22248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c83b622652466e"/>
  </p:sldMasterIdLst>
  <p:notesMasterIdLst>
    <p:notesMasterId xmlns:r="http://schemas.openxmlformats.org/officeDocument/2006/relationships" r:id="R1bc12347ae8a445c"/>
  </p:notesMasterIdLst>
  <p:sldIdLst>
    <p:sldId xmlns:r="http://schemas.openxmlformats.org/officeDocument/2006/relationships" id="256" r:id="R5f686d018e224218"/>
    <p:sldId xmlns:r="http://schemas.openxmlformats.org/officeDocument/2006/relationships" id="257" r:id="Rbccf42262ff84d91"/>
    <p:sldId xmlns:r="http://schemas.openxmlformats.org/officeDocument/2006/relationships" id="258" r:id="R3ff461ea5b504f0a"/>
    <p:sldId xmlns:r="http://schemas.openxmlformats.org/officeDocument/2006/relationships" id="259" r:id="R0d5b3468c62a4df3"/>
    <p:sldId xmlns:r="http://schemas.openxmlformats.org/officeDocument/2006/relationships" id="260" r:id="Rf2d461401c6346a7"/>
    <p:sldId xmlns:r="http://schemas.openxmlformats.org/officeDocument/2006/relationships" id="261" r:id="R6ff9a554c0e9482f"/>
    <p:sldId xmlns:r="http://schemas.openxmlformats.org/officeDocument/2006/relationships" id="262" r:id="R2659bbac0e584811"/>
    <p:sldId xmlns:r="http://schemas.openxmlformats.org/officeDocument/2006/relationships" id="263" r:id="Rb05c768ebd134660"/>
    <p:sldId xmlns:r="http://schemas.openxmlformats.org/officeDocument/2006/relationships" id="264" r:id="R397eb834446c4c19"/>
    <p:sldId xmlns:r="http://schemas.openxmlformats.org/officeDocument/2006/relationships" id="265" r:id="R97d3a46278954a70"/>
    <p:sldId xmlns:r="http://schemas.openxmlformats.org/officeDocument/2006/relationships" id="266" r:id="Raac812ed5e754ca4"/>
    <p:sldId xmlns:r="http://schemas.openxmlformats.org/officeDocument/2006/relationships" id="267" r:id="R9e6e39af56724f82"/>
    <p:sldId xmlns:r="http://schemas.openxmlformats.org/officeDocument/2006/relationships" id="268" r:id="R66739f643e5f42eb"/>
    <p:sldId xmlns:r="http://schemas.openxmlformats.org/officeDocument/2006/relationships" id="269" r:id="Rbe0d13dcacb54342"/>
    <p:sldId xmlns:r="http://schemas.openxmlformats.org/officeDocument/2006/relationships" id="270" r:id="R7b26965037bb41ec"/>
    <p:sldId xmlns:r="http://schemas.openxmlformats.org/officeDocument/2006/relationships" id="271" r:id="Rae494bc3419645f1"/>
    <p:sldId xmlns:r="http://schemas.openxmlformats.org/officeDocument/2006/relationships" id="272" r:id="Rd447a7b6352f42d1"/>
    <p:sldId xmlns:r="http://schemas.openxmlformats.org/officeDocument/2006/relationships" id="273" r:id="R7248634bea79402f"/>
    <p:sldId xmlns:r="http://schemas.openxmlformats.org/officeDocument/2006/relationships" id="274" r:id="R5a8dbf21554c4fcd"/>
    <p:sldId xmlns:r="http://schemas.openxmlformats.org/officeDocument/2006/relationships" id="275" r:id="Rd19174c8cc504b72"/>
    <p:sldId xmlns:r="http://schemas.openxmlformats.org/officeDocument/2006/relationships" id="276" r:id="R25583bc9bfa94916"/>
    <p:sldId xmlns:r="http://schemas.openxmlformats.org/officeDocument/2006/relationships" id="277" r:id="Rbbb1d9b798544abf"/>
    <p:sldId xmlns:r="http://schemas.openxmlformats.org/officeDocument/2006/relationships" id="278" r:id="R1e6927d47e4f4d07"/>
    <p:sldId xmlns:r="http://schemas.openxmlformats.org/officeDocument/2006/relationships" id="279" r:id="Rfcc3a912173847e8"/>
    <p:sldId xmlns:r="http://schemas.openxmlformats.org/officeDocument/2006/relationships" id="280" r:id="R23d977821bde4f4b"/>
    <p:sldId xmlns:r="http://schemas.openxmlformats.org/officeDocument/2006/relationships" id="281" r:id="R5658ed5e57bf4e4c"/>
    <p:sldId xmlns:r="http://schemas.openxmlformats.org/officeDocument/2006/relationships" id="282" r:id="R046d924c8f274616"/>
    <p:sldId xmlns:r="http://schemas.openxmlformats.org/officeDocument/2006/relationships" id="283" r:id="Rfdfdafcf7ece4816"/>
    <p:sldId xmlns:r="http://schemas.openxmlformats.org/officeDocument/2006/relationships" id="284" r:id="R0e5b87d62e554b1f"/>
    <p:sldId xmlns:r="http://schemas.openxmlformats.org/officeDocument/2006/relationships" id="285" r:id="Rffb0e0cf248542d4"/>
    <p:sldId xmlns:r="http://schemas.openxmlformats.org/officeDocument/2006/relationships" id="286" r:id="R95014add897040f1"/>
    <p:sldId xmlns:r="http://schemas.openxmlformats.org/officeDocument/2006/relationships" id="287" r:id="Rc19235f1c0774d40"/>
    <p:sldId xmlns:r="http://schemas.openxmlformats.org/officeDocument/2006/relationships" id="288" r:id="R6cf755a0d1b14b3c"/>
    <p:sldId xmlns:r="http://schemas.openxmlformats.org/officeDocument/2006/relationships" id="289" r:id="R2459f01f44234b33"/>
    <p:sldId xmlns:r="http://schemas.openxmlformats.org/officeDocument/2006/relationships" id="290" r:id="R54a791d5ff424846"/>
    <p:sldId xmlns:r="http://schemas.openxmlformats.org/officeDocument/2006/relationships" id="291" r:id="R70da116ab6f04146"/>
    <p:sldId xmlns:r="http://schemas.openxmlformats.org/officeDocument/2006/relationships" id="292" r:id="Rc870f2abec5f4576"/>
    <p:sldId xmlns:r="http://schemas.openxmlformats.org/officeDocument/2006/relationships" id="293" r:id="Rcf70e0d61b3c40fc"/>
    <p:sldId xmlns:r="http://schemas.openxmlformats.org/officeDocument/2006/relationships" id="294" r:id="R232d4a6ad45f4b60"/>
    <p:sldId xmlns:r="http://schemas.openxmlformats.org/officeDocument/2006/relationships" id="295" r:id="R1f93b56e3ab44cc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91e84c03a74594" /><Relationship Type="http://schemas.openxmlformats.org/officeDocument/2006/relationships/slideMaster" Target="/ppt/slideMasters/slideMaster1.xml" Id="Rf0c83b622652466e" /><Relationship Type="http://schemas.openxmlformats.org/officeDocument/2006/relationships/notesMaster" Target="/ppt/notesMasters/notesMaster1.xml" Id="R1bc12347ae8a445c" /><Relationship Type="http://schemas.openxmlformats.org/officeDocument/2006/relationships/presProps" Target="/ppt/presProps.xml" Id="R39c9ed0c59284236" /><Relationship Type="http://schemas.openxmlformats.org/officeDocument/2006/relationships/tableStyles" Target="/ppt/tableStyles.xml" Id="Rdeeeeacb401f4fef" /><Relationship Type="http://schemas.openxmlformats.org/officeDocument/2006/relationships/slide" Target="/ppt/slides/slide1.xml" Id="R5f686d018e224218" /><Relationship Type="http://schemas.openxmlformats.org/officeDocument/2006/relationships/slide" Target="/ppt/slides/slide2.xml" Id="Rbccf42262ff84d91" /><Relationship Type="http://schemas.openxmlformats.org/officeDocument/2006/relationships/slide" Target="/ppt/slides/slide3.xml" Id="R3ff461ea5b504f0a" /><Relationship Type="http://schemas.openxmlformats.org/officeDocument/2006/relationships/slide" Target="/ppt/slides/slide4.xml" Id="R0d5b3468c62a4df3" /><Relationship Type="http://schemas.openxmlformats.org/officeDocument/2006/relationships/slide" Target="/ppt/slides/slide5.xml" Id="Rf2d461401c6346a7" /><Relationship Type="http://schemas.openxmlformats.org/officeDocument/2006/relationships/slide" Target="/ppt/slides/slide6.xml" Id="R6ff9a554c0e9482f" /><Relationship Type="http://schemas.openxmlformats.org/officeDocument/2006/relationships/slide" Target="/ppt/slides/slide7.xml" Id="R2659bbac0e584811" /><Relationship Type="http://schemas.openxmlformats.org/officeDocument/2006/relationships/slide" Target="/ppt/slides/slide8.xml" Id="Rb05c768ebd134660" /><Relationship Type="http://schemas.openxmlformats.org/officeDocument/2006/relationships/slide" Target="/ppt/slides/slide9.xml" Id="R397eb834446c4c19" /><Relationship Type="http://schemas.openxmlformats.org/officeDocument/2006/relationships/slide" Target="/ppt/slides/slide10.xml" Id="R97d3a46278954a70" /><Relationship Type="http://schemas.openxmlformats.org/officeDocument/2006/relationships/slide" Target="/ppt/slides/slide11.xml" Id="Raac812ed5e754ca4" /><Relationship Type="http://schemas.openxmlformats.org/officeDocument/2006/relationships/slide" Target="/ppt/slides/slide12.xml" Id="R9e6e39af56724f82" /><Relationship Type="http://schemas.openxmlformats.org/officeDocument/2006/relationships/slide" Target="/ppt/slides/slide13.xml" Id="R66739f643e5f42eb" /><Relationship Type="http://schemas.openxmlformats.org/officeDocument/2006/relationships/slide" Target="/ppt/slides/slide14.xml" Id="Rbe0d13dcacb54342" /><Relationship Type="http://schemas.openxmlformats.org/officeDocument/2006/relationships/slide" Target="/ppt/slides/slide15.xml" Id="R7b26965037bb41ec" /><Relationship Type="http://schemas.openxmlformats.org/officeDocument/2006/relationships/slide" Target="/ppt/slides/slide16.xml" Id="Rae494bc3419645f1" /><Relationship Type="http://schemas.openxmlformats.org/officeDocument/2006/relationships/slide" Target="/ppt/slides/slide17.xml" Id="Rd447a7b6352f42d1" /><Relationship Type="http://schemas.openxmlformats.org/officeDocument/2006/relationships/slide" Target="/ppt/slides/slide18.xml" Id="R7248634bea79402f" /><Relationship Type="http://schemas.openxmlformats.org/officeDocument/2006/relationships/slide" Target="/ppt/slides/slide19.xml" Id="R5a8dbf21554c4fcd" /><Relationship Type="http://schemas.openxmlformats.org/officeDocument/2006/relationships/slide" Target="/ppt/slides/slide20.xml" Id="Rd19174c8cc504b72" /><Relationship Type="http://schemas.openxmlformats.org/officeDocument/2006/relationships/slide" Target="/ppt/slides/slide21.xml" Id="R25583bc9bfa94916" /><Relationship Type="http://schemas.openxmlformats.org/officeDocument/2006/relationships/slide" Target="/ppt/slides/slide22.xml" Id="Rbbb1d9b798544abf" /><Relationship Type="http://schemas.openxmlformats.org/officeDocument/2006/relationships/slide" Target="/ppt/slides/slide23.xml" Id="R1e6927d47e4f4d07" /><Relationship Type="http://schemas.openxmlformats.org/officeDocument/2006/relationships/slide" Target="/ppt/slides/slide24.xml" Id="Rfcc3a912173847e8" /><Relationship Type="http://schemas.openxmlformats.org/officeDocument/2006/relationships/slide" Target="/ppt/slides/slide25.xml" Id="R23d977821bde4f4b" /><Relationship Type="http://schemas.openxmlformats.org/officeDocument/2006/relationships/slide" Target="/ppt/slides/slide26.xml" Id="R5658ed5e57bf4e4c" /><Relationship Type="http://schemas.openxmlformats.org/officeDocument/2006/relationships/slide" Target="/ppt/slides/slide27.xml" Id="R046d924c8f274616" /><Relationship Type="http://schemas.openxmlformats.org/officeDocument/2006/relationships/slide" Target="/ppt/slides/slide28.xml" Id="Rfdfdafcf7ece4816" /><Relationship Type="http://schemas.openxmlformats.org/officeDocument/2006/relationships/slide" Target="/ppt/slides/slide29.xml" Id="R0e5b87d62e554b1f" /><Relationship Type="http://schemas.openxmlformats.org/officeDocument/2006/relationships/slide" Target="/ppt/slides/slide30.xml" Id="Rffb0e0cf248542d4" /><Relationship Type="http://schemas.openxmlformats.org/officeDocument/2006/relationships/slide" Target="/ppt/slides/slide31.xml" Id="R95014add897040f1" /><Relationship Type="http://schemas.openxmlformats.org/officeDocument/2006/relationships/slide" Target="/ppt/slides/slide32.xml" Id="Rc19235f1c0774d40" /><Relationship Type="http://schemas.openxmlformats.org/officeDocument/2006/relationships/slide" Target="/ppt/slides/slide33.xml" Id="R6cf755a0d1b14b3c" /><Relationship Type="http://schemas.openxmlformats.org/officeDocument/2006/relationships/slide" Target="/ppt/slides/slide34.xml" Id="R2459f01f44234b33" /><Relationship Type="http://schemas.openxmlformats.org/officeDocument/2006/relationships/slide" Target="/ppt/slides/slide35.xml" Id="R54a791d5ff424846" /><Relationship Type="http://schemas.openxmlformats.org/officeDocument/2006/relationships/slide" Target="/ppt/slides/slide36.xml" Id="R70da116ab6f04146" /><Relationship Type="http://schemas.openxmlformats.org/officeDocument/2006/relationships/slide" Target="/ppt/slides/slide37.xml" Id="Rc870f2abec5f4576" /><Relationship Type="http://schemas.openxmlformats.org/officeDocument/2006/relationships/slide" Target="/ppt/slides/slide38.xml" Id="Rcf70e0d61b3c40fc" /><Relationship Type="http://schemas.openxmlformats.org/officeDocument/2006/relationships/slide" Target="/ppt/slides/slide39.xml" Id="R232d4a6ad45f4b60" /><Relationship Type="http://schemas.openxmlformats.org/officeDocument/2006/relationships/slide" Target="/ppt/slides/slide40.xml" Id="R1f93b56e3ab44c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6b354e957b45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1ca41536754196" /><Relationship Type="http://schemas.openxmlformats.org/officeDocument/2006/relationships/notesMaster" Target="/ppt/notesMasters/notesMaster1.xml" Id="R582725a37fa7464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55927850134308" /><Relationship Type="http://schemas.openxmlformats.org/officeDocument/2006/relationships/notesMaster" Target="/ppt/notesMasters/notesMaster1.xml" Id="R5b7dc48212fe4d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3b612e8781743a2" /><Relationship Type="http://schemas.openxmlformats.org/officeDocument/2006/relationships/notesMaster" Target="/ppt/notesMasters/notesMaster1.xml" Id="R707e7d54b2e244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e26eb32116e4968" /><Relationship Type="http://schemas.openxmlformats.org/officeDocument/2006/relationships/notesMaster" Target="/ppt/notesMasters/notesMaster1.xml" Id="R8fcaa6896ffb475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0d634ec13504a83" /><Relationship Type="http://schemas.openxmlformats.org/officeDocument/2006/relationships/notesMaster" Target="/ppt/notesMasters/notesMaster1.xml" Id="R890958a286784f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d2b6e32235c4293" /><Relationship Type="http://schemas.openxmlformats.org/officeDocument/2006/relationships/notesMaster" Target="/ppt/notesMasters/notesMaster1.xml" Id="Ra64ea674723a456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e28a6cc810e47b8" /><Relationship Type="http://schemas.openxmlformats.org/officeDocument/2006/relationships/notesMaster" Target="/ppt/notesMasters/notesMaster1.xml" Id="Ref8b986b958f4cd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6f210bfff64b10" /><Relationship Type="http://schemas.openxmlformats.org/officeDocument/2006/relationships/notesMaster" Target="/ppt/notesMasters/notesMaster1.xml" Id="Ra3b80a237489405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1c0dfb1618549d6" /><Relationship Type="http://schemas.openxmlformats.org/officeDocument/2006/relationships/notesMaster" Target="/ppt/notesMasters/notesMaster1.xml" Id="Rfc2a5a073599470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cbffd9dcab6497b" /><Relationship Type="http://schemas.openxmlformats.org/officeDocument/2006/relationships/notesMaster" Target="/ppt/notesMasters/notesMaster1.xml" Id="Rce514debb57a4e6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a89840077684a4f" /><Relationship Type="http://schemas.openxmlformats.org/officeDocument/2006/relationships/notesMaster" Target="/ppt/notesMasters/notesMaster1.xml" Id="R0790c7d01a4e4ec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caae0e9f27c42b9" /><Relationship Type="http://schemas.openxmlformats.org/officeDocument/2006/relationships/notesMaster" Target="/ppt/notesMasters/notesMaster1.xml" Id="Rf93d23738154460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68d784b028a4a39" /><Relationship Type="http://schemas.openxmlformats.org/officeDocument/2006/relationships/notesMaster" Target="/ppt/notesMasters/notesMaster1.xml" Id="R81889275672f465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57f6d0e8f7b4b0c" /><Relationship Type="http://schemas.openxmlformats.org/officeDocument/2006/relationships/notesMaster" Target="/ppt/notesMasters/notesMaster1.xml" Id="R927087d62d56427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09041dbc7754998" /><Relationship Type="http://schemas.openxmlformats.org/officeDocument/2006/relationships/notesMaster" Target="/ppt/notesMasters/notesMaster1.xml" Id="R63b43bab50124ba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a0b7ecebf2d4e1a" /><Relationship Type="http://schemas.openxmlformats.org/officeDocument/2006/relationships/notesMaster" Target="/ppt/notesMasters/notesMaster1.xml" Id="Rdd6069abd133486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d7686b00cb24d01" /><Relationship Type="http://schemas.openxmlformats.org/officeDocument/2006/relationships/notesMaster" Target="/ppt/notesMasters/notesMaster1.xml" Id="Rf05ee0b6c0054fb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67283d9a5a04271" /><Relationship Type="http://schemas.openxmlformats.org/officeDocument/2006/relationships/notesMaster" Target="/ppt/notesMasters/notesMaster1.xml" Id="R3f307482d205446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a44301f061144ef" /><Relationship Type="http://schemas.openxmlformats.org/officeDocument/2006/relationships/notesMaster" Target="/ppt/notesMasters/notesMaster1.xml" Id="R4c42d2bc9397457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251cd0c4ee84a61" /><Relationship Type="http://schemas.openxmlformats.org/officeDocument/2006/relationships/notesMaster" Target="/ppt/notesMasters/notesMaster1.xml" Id="Rbe098921da7a41d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4843481fc8c4efc" /><Relationship Type="http://schemas.openxmlformats.org/officeDocument/2006/relationships/notesMaster" Target="/ppt/notesMasters/notesMaster1.xml" Id="R9ff6054761ff4f6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0174eaa9efe4f7e" /><Relationship Type="http://schemas.openxmlformats.org/officeDocument/2006/relationships/notesMaster" Target="/ppt/notesMasters/notesMaster1.xml" Id="R9636c7ef51174d2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cf649f1c8294eea" /><Relationship Type="http://schemas.openxmlformats.org/officeDocument/2006/relationships/notesMaster" Target="/ppt/notesMasters/notesMaster1.xml" Id="R0515d1ae6490415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6990ee5221a4281" /><Relationship Type="http://schemas.openxmlformats.org/officeDocument/2006/relationships/notesMaster" Target="/ppt/notesMasters/notesMaster1.xml" Id="R7f6cb41cd1eb471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46e6046ac614107" /><Relationship Type="http://schemas.openxmlformats.org/officeDocument/2006/relationships/notesMaster" Target="/ppt/notesMasters/notesMaster1.xml" Id="Rb6ff24b5fc0c459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30e76fa07134b48" /><Relationship Type="http://schemas.openxmlformats.org/officeDocument/2006/relationships/notesMaster" Target="/ppt/notesMasters/notesMaster1.xml" Id="R5d92993302674d9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6ed7d91f6204ee4" /><Relationship Type="http://schemas.openxmlformats.org/officeDocument/2006/relationships/notesMaster" Target="/ppt/notesMasters/notesMaster1.xml" Id="R1cce6429bbfc4f5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33a00cb8f6a488d" /><Relationship Type="http://schemas.openxmlformats.org/officeDocument/2006/relationships/notesMaster" Target="/ppt/notesMasters/notesMaster1.xml" Id="R242e57b29537485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66ae14ec5f5477d" /><Relationship Type="http://schemas.openxmlformats.org/officeDocument/2006/relationships/notesMaster" Target="/ppt/notesMasters/notesMaster1.xml" Id="R9c47366408bb4a2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d2e0cb35f2c4eed" /><Relationship Type="http://schemas.openxmlformats.org/officeDocument/2006/relationships/notesMaster" Target="/ppt/notesMasters/notesMaster1.xml" Id="Rd013cf081df049a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91a488f6a804a8f" /><Relationship Type="http://schemas.openxmlformats.org/officeDocument/2006/relationships/notesMaster" Target="/ppt/notesMasters/notesMaster1.xml" Id="Rb25796cfbd00465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60dcc68010248af" /><Relationship Type="http://schemas.openxmlformats.org/officeDocument/2006/relationships/notesMaster" Target="/ppt/notesMasters/notesMaster1.xml" Id="R206ac7944602481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bd67a36d5f94351" /><Relationship Type="http://schemas.openxmlformats.org/officeDocument/2006/relationships/notesMaster" Target="/ppt/notesMasters/notesMaster1.xml" Id="R97428c95fa34455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d33c01eb834a4435" /><Relationship Type="http://schemas.openxmlformats.org/officeDocument/2006/relationships/notesMaster" Target="/ppt/notesMasters/notesMaster1.xml" Id="R9e7e9d32eefa4b85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3193daf4d9948b7" /><Relationship Type="http://schemas.openxmlformats.org/officeDocument/2006/relationships/notesMaster" Target="/ppt/notesMasters/notesMaster1.xml" Id="R04f4a7f5942a4e0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35cfafd9fa8d4f95" /><Relationship Type="http://schemas.openxmlformats.org/officeDocument/2006/relationships/notesMaster" Target="/ppt/notesMasters/notesMaster1.xml" Id="R0b7bc2708d034fed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d06a9e544872483c" /><Relationship Type="http://schemas.openxmlformats.org/officeDocument/2006/relationships/notesMaster" Target="/ppt/notesMasters/notesMaster1.xml" Id="R56603db30e1a44bc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597a9049a7454871" /><Relationship Type="http://schemas.openxmlformats.org/officeDocument/2006/relationships/notesMaster" Target="/ppt/notesMasters/notesMaster1.xml" Id="R8e41c5b41188416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1a8cb10e05284f61" /><Relationship Type="http://schemas.openxmlformats.org/officeDocument/2006/relationships/notesMaster" Target="/ppt/notesMasters/notesMaster1.xml" Id="R7e9b54f2f3b2452e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fde46cbe02404590" /><Relationship Type="http://schemas.openxmlformats.org/officeDocument/2006/relationships/notesMaster" Target="/ppt/notesMasters/notesMaster1.xml" Id="R6de49076c35346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679f2f1cfa41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da7b28f2234a71" /><Relationship Type="http://schemas.openxmlformats.org/officeDocument/2006/relationships/slideLayout" Target="/ppt/slideLayouts/slideLayout1.xml" Id="R413d852a121f44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3d852a121f44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e9dd4c795146ec" /><Relationship Type="http://schemas.openxmlformats.org/officeDocument/2006/relationships/notesSlide" Target="/ppt/notesSlides/notesSlide1.xml" Id="R4ca2f1f0db8e48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77035d969f46f9" /><Relationship Type="http://schemas.openxmlformats.org/officeDocument/2006/relationships/notesSlide" Target="/ppt/notesSlides/notesSlide2.xml" Id="Re79ec6f2f87d46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5a99a328214445" /><Relationship Type="http://schemas.openxmlformats.org/officeDocument/2006/relationships/notesSlide" Target="/ppt/notesSlides/notesSlide3.xml" Id="R153c57189e9e49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2d15d81f47495f" /><Relationship Type="http://schemas.openxmlformats.org/officeDocument/2006/relationships/notesSlide" Target="/ppt/notesSlides/notesSlide4.xml" Id="Ra0ce7fed761b45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c60a794b01479e" /><Relationship Type="http://schemas.openxmlformats.org/officeDocument/2006/relationships/notesSlide" Target="/ppt/notesSlides/notesSlide5.xml" Id="Rdc6fdb0d8615414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35f2dcf59c44fd" /><Relationship Type="http://schemas.openxmlformats.org/officeDocument/2006/relationships/notesSlide" Target="/ppt/notesSlides/notesSlide6.xml" Id="R34548f0c9de9443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abe886cc544465" /><Relationship Type="http://schemas.openxmlformats.org/officeDocument/2006/relationships/notesSlide" Target="/ppt/notesSlides/notesSlide7.xml" Id="R4e594f93399c43e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633928dd734f9f" /><Relationship Type="http://schemas.openxmlformats.org/officeDocument/2006/relationships/notesSlide" Target="/ppt/notesSlides/notesSlide8.xml" Id="Rc83ce0c00e944bf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756176d072431a" /><Relationship Type="http://schemas.openxmlformats.org/officeDocument/2006/relationships/notesSlide" Target="/ppt/notesSlides/notesSlide9.xml" Id="R972a8571fe9f4f6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2337b51707400c" /><Relationship Type="http://schemas.openxmlformats.org/officeDocument/2006/relationships/notesSlide" Target="/ppt/notesSlides/notesSlide10.xml" Id="R156d86a4408e4c3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f9dddd002d4b77" /><Relationship Type="http://schemas.openxmlformats.org/officeDocument/2006/relationships/notesSlide" Target="/ppt/notesSlides/notesSlide11.xml" Id="Rb63d3fe0927d450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b13c201904496d" /><Relationship Type="http://schemas.openxmlformats.org/officeDocument/2006/relationships/notesSlide" Target="/ppt/notesSlides/notesSlide12.xml" Id="Rd3cdfdbc912f427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0b0ec6dc154647" /><Relationship Type="http://schemas.openxmlformats.org/officeDocument/2006/relationships/notesSlide" Target="/ppt/notesSlides/notesSlide13.xml" Id="R70be3b7afcf04bd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8d007b14a448c2" /><Relationship Type="http://schemas.openxmlformats.org/officeDocument/2006/relationships/notesSlide" Target="/ppt/notesSlides/notesSlide14.xml" Id="Rcd8191b14a244fe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5b1d39d6bd43ff" /><Relationship Type="http://schemas.openxmlformats.org/officeDocument/2006/relationships/notesSlide" Target="/ppt/notesSlides/notesSlide15.xml" Id="R2dd1af05cc114b0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7a916646a4464e" /><Relationship Type="http://schemas.openxmlformats.org/officeDocument/2006/relationships/notesSlide" Target="/ppt/notesSlides/notesSlide16.xml" Id="R72d28649cec747b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740d243a14414d" /><Relationship Type="http://schemas.openxmlformats.org/officeDocument/2006/relationships/notesSlide" Target="/ppt/notesSlides/notesSlide17.xml" Id="R46a3a6f11a5940e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1f2e20b4454a3d" /><Relationship Type="http://schemas.openxmlformats.org/officeDocument/2006/relationships/notesSlide" Target="/ppt/notesSlides/notesSlide18.xml" Id="R2134b865739f46c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c9c0a4c287454a" /><Relationship Type="http://schemas.openxmlformats.org/officeDocument/2006/relationships/notesSlide" Target="/ppt/notesSlides/notesSlide19.xml" Id="R65e986022f644a0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ae491c598492e" /><Relationship Type="http://schemas.openxmlformats.org/officeDocument/2006/relationships/notesSlide" Target="/ppt/notesSlides/notesSlide20.xml" Id="Rc57317cc330c498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3a6df6f06446e9" /><Relationship Type="http://schemas.openxmlformats.org/officeDocument/2006/relationships/notesSlide" Target="/ppt/notesSlides/notesSlide21.xml" Id="R02236a93c9c1458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48ba7ec1a84325" /><Relationship Type="http://schemas.openxmlformats.org/officeDocument/2006/relationships/notesSlide" Target="/ppt/notesSlides/notesSlide22.xml" Id="Re1714ceaa9bd449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9b1e9da7bc4d95" /><Relationship Type="http://schemas.openxmlformats.org/officeDocument/2006/relationships/notesSlide" Target="/ppt/notesSlides/notesSlide23.xml" Id="Raac6a05e155c4c6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5263a7612a4229" /><Relationship Type="http://schemas.openxmlformats.org/officeDocument/2006/relationships/notesSlide" Target="/ppt/notesSlides/notesSlide24.xml" Id="Reac036bd9b32451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fa133b1e344007" /><Relationship Type="http://schemas.openxmlformats.org/officeDocument/2006/relationships/notesSlide" Target="/ppt/notesSlides/notesSlide25.xml" Id="Rd8c38283b37c488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306b06f4154fc9" /><Relationship Type="http://schemas.openxmlformats.org/officeDocument/2006/relationships/notesSlide" Target="/ppt/notesSlides/notesSlide26.xml" Id="R8a892beb69054fd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59cbc1c0584187" /><Relationship Type="http://schemas.openxmlformats.org/officeDocument/2006/relationships/notesSlide" Target="/ppt/notesSlides/notesSlide27.xml" Id="Rd1c6b7cfd4ad44b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ea3b14ec284062" /><Relationship Type="http://schemas.openxmlformats.org/officeDocument/2006/relationships/notesSlide" Target="/ppt/notesSlides/notesSlide28.xml" Id="R871256e9f9ae4e7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b54128003d4f6a" /><Relationship Type="http://schemas.openxmlformats.org/officeDocument/2006/relationships/notesSlide" Target="/ppt/notesSlides/notesSlide29.xml" Id="R7a25624fe9f744f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45d845c41c434a" /><Relationship Type="http://schemas.openxmlformats.org/officeDocument/2006/relationships/notesSlide" Target="/ppt/notesSlides/notesSlide30.xml" Id="R314912896e124b9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5d306eadd6475e" /><Relationship Type="http://schemas.openxmlformats.org/officeDocument/2006/relationships/notesSlide" Target="/ppt/notesSlides/notesSlide31.xml" Id="R6eb4b77614d04a4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3d65a27e094b88" /><Relationship Type="http://schemas.openxmlformats.org/officeDocument/2006/relationships/notesSlide" Target="/ppt/notesSlides/notesSlide32.xml" Id="R3c1794e05f1e48b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43ab41a4a0472e" /><Relationship Type="http://schemas.openxmlformats.org/officeDocument/2006/relationships/notesSlide" Target="/ppt/notesSlides/notesSlide33.xml" Id="R4f68799d9cc046f2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b4e28d75e74370" /><Relationship Type="http://schemas.openxmlformats.org/officeDocument/2006/relationships/notesSlide" Target="/ppt/notesSlides/notesSlide34.xml" Id="Rf6052334e9644424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ce62fb62cd42f9" /><Relationship Type="http://schemas.openxmlformats.org/officeDocument/2006/relationships/notesSlide" Target="/ppt/notesSlides/notesSlide35.xml" Id="Rd34a6f495db94cd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611d2b05b1437e" /><Relationship Type="http://schemas.openxmlformats.org/officeDocument/2006/relationships/notesSlide" Target="/ppt/notesSlides/notesSlide36.xml" Id="R1aa2271a5e894117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42b386b6f84370" /><Relationship Type="http://schemas.openxmlformats.org/officeDocument/2006/relationships/notesSlide" Target="/ppt/notesSlides/notesSlide37.xml" Id="Rde890000b68e4694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6a386b59c743ee" /><Relationship Type="http://schemas.openxmlformats.org/officeDocument/2006/relationships/notesSlide" Target="/ppt/notesSlides/notesSlide38.xml" Id="R884fe4eaeb534842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5f0bb3065c457f" /><Relationship Type="http://schemas.openxmlformats.org/officeDocument/2006/relationships/notesSlide" Target="/ppt/notesSlides/notesSlide39.xml" Id="R898838f64cab4107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3b51305ffc443b" /><Relationship Type="http://schemas.openxmlformats.org/officeDocument/2006/relationships/notesSlide" Target="/ppt/notesSlides/notesSlide40.xml" Id="Ref96b7e12dbe4d6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079C3C-80ED-4D09-B471-FE0D1235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D1F55D-206C-4339-9FAE-DD2CDB9D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Introduction to Prompt Engineering , Introduction to Prompt Engineering, The Evolution of Prompt Engineering, Types of 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31248C-1FD2-40DC-9283-512B523A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Introduction to AI and Applications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1BAIA103/203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Textbook 2: Chapters 1, 3, 4 &amp; 5 Number of Hours: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8AE0DC-C056-40BE-A307-4B475E8D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88FF87-02D2-48C7-8612-9D07AF7E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C36D10-684D-4BC4-BC37-0096529B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B20680-E0D6-43EF-AFC8-D787A6D8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29B57B-0C28-4A99-8183-0ABA3B39D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1F4F42-9C18-409B-AF9E-1BB9847F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30805A-4783-442F-B885-88E9C226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D27002-C776-4A83-A6F4-763A3CDC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83583C-4DFE-4A70-B679-7754C816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6C5E45-8156-45B0-8DF2-43661FA0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5828960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AD9B81-FCEF-44CD-AF47-68D1DB19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8CC3EA-FCD5-4186-B3BD-21DEDD2D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DBE3FA-A5D7-4B51-8F10-896613DC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322DA6-9BAC-4152-A64B-5193A665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423858-A389-47D8-A414-3D3095E9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C8DA40-8E69-485D-885A-10ACA7EF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08F47F-750C-4398-A8FE-BE5A4B45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78E4DE-0099-4613-B51F-72822753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160A02-9C7B-4511-BA70-E6F22B74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223C64-5E58-491B-B841-6E0B8F3D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AA6B9E-8204-400D-9C00-EF63BE79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902932-D5F4-4FE3-8D24-B639A927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681441-EB01-482E-872F-A8D8AFBF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48822C-D079-4DAF-A7E2-9138FA88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23CB98-062A-4A30-890A-2B45E897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8609130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5D1572-4F90-4015-994F-715632C5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F223B2-6AC9-43A8-845A-FD206128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63EE40-E7E8-4086-8196-1A6C43FF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F92DDD-A309-481F-8E9D-F4FBB867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1789EC-FD6B-481F-974F-505D4DD51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C7F95E-51A7-46D9-B70E-0606BB03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71EF20-B338-4F5D-A933-AC807632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7ADA92-216F-4531-8993-BE8CD27D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8671A7-5080-4A5A-92EB-BDF600C1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Introduction to Prompt Engineering , Introduction to Prom...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1C1ADD-9247-4DC6-84BC-46E1B258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7E7A2C-4B14-4913-9C18-84242426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E9FB11-F24C-41A7-8674-F5548BAD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Prompt Engineering Techniques for ChatGPT , Introduction...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ED2888-A6BE-48A1-B1E4-96F02B38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5323CE-3EE8-49DE-972D-AA3A755E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F47E6F-A6DA-45A5-93E8-6F1374F7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Thinking: Introduction, Unlocking Imagination and Innovat...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4BDA00-F819-481E-B645-CD398493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189BC8-9A11-4378-A095-9BB726C5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CEAFC2-5649-4940-91FC-F7621F22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Writing: Introduction, Igniting the Writing Process with...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254BFE-80EE-4162-9171-B195C41E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571193-02B7-4AF1-875C-5764D02A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5919316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650682-2F0A-4573-A37D-3584E430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4C9F93-1AD3-401A-89ED-F2AAC919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BE5EAD-F980-4BA1-8B9E-FDC81251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F241C8-19A3-4CFE-A601-09542B3D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E7977E-E813-49B4-8F5D-045AC684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802A2F-0921-4D1B-ADE4-ACB06554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974A82-113D-4498-80B3-B7B2744A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532814-BB32-4021-89F6-650D5411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Introduction to Prompt Engineering , Introduction to Prom...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A14696-3DCB-42A6-8B3F-0A90772AD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2: Chapters 1, 3, 4 &amp; 5 Number of Hours: 08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E85B1C-AC3E-45B0-84C7-9E4C8EE3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7277B4-370B-4D28-936F-4A50C515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Prompt Engineering Techniques for ChatGPT , Introduction....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9C86A5-77CD-4C72-A9CC-5C19ACF2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2: Chapters 1, 3, 4 &amp; 5 Number of Hours: 08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953F4F-DF35-4ED0-9D03-B4898E17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E5FAF2-772F-495E-858E-4325BBE5F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Thinking: Introduction, Unlocking Imagination and Innovat...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438D30-4853-4493-A9EC-748D74C2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2: Chapters 1, 3, 4 &amp; 5 Number of Hours: 08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72D666-3319-45E5-8E18-2A5169A4A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415D22-F0C8-440C-B12E-25537498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Writing: Introduction, Igniting the Writing Process with....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B740D1-6273-491D-87CA-335F7DF5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2: Chapters 1, 3, 4 &amp; 5 Number of Hours: 08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1B67EF-7AD6-48C0-AD35-1674E7ABB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AB5A42-2FE0-4764-AD15-CD08C093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9535338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4E2824-9EC6-472F-A102-8A1B3BCC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80B611-424D-4694-94A4-912DF167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27AA59-305B-410E-8B71-30BCFD27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D5C197-F497-457F-A511-FA882206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32CB71-D661-497B-B2A4-86C21EC7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Prompt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36547A-26B2-4A66-B85D-97F05CF7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Evolution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8B14CB-205C-4217-AB93-337B2E21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Types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D7C6E2-427E-4E8E-828B-56BA54CA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Prompts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D660EA-F618-45A0-8086-8E1558F3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Does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5394AC-3A42-4A75-87AE-208C3FEE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Work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0AF6FF-1CAF-494F-9495-273008FE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Comprehending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872922-12C3-4383-94F9-D4AB6D76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Function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02073A-A66A-4C44-82ED-0839DFA4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Communication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A59593-875E-4F8A-BB28-4B8C4AE9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Advantages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2E49C3-0CD4-433F-8CCE-D8165B88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1B9F65-D345-40F4-9547-7846BDF7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3991063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D53880-563D-44BF-B063-70EBF135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566D64-54CD-431E-8331-5451EB5C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035C9D-CA9E-41E2-9E79-98EA9763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C29215-B1E8-49A9-BE08-3DF915D9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B9192C-2554-41B5-8833-5BDC7E13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Introduction to Prompt Engineering , Introduction to Prompt Engineering, The Evolution of Prompt Engineering, T...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ECD252-3ACF-4041-AFBD-0ECC9083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Introduction to Prompt Engineering , Intr...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0FB061-D47F-4284-9FB8-2366A641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1C179B-BA80-4CF0-9208-20E93493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1181CE-9CDC-4B99-B9DD-F1951DAF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268B63-037B-4620-9512-B486F9F7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6631BF-B305-49BC-8AAC-0047FF35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5B5ACF-EF0E-4C60-9740-7C0AF260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6ABFDC-32B2-4124-9937-E08CF712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D498EF-B6D1-44E2-BA67-5941D978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C769D7-89B1-458B-96A8-C48AFA3D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AA3AAB-5EC6-4E7C-8E2C-5ED7A3CB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8417510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612F2F-EAC3-4CC0-B12B-A24212AE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7B3545-CD62-4E09-A638-8082EAE5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C4B61D-918F-4CA9-933A-872C33D0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CB6699-B5E1-43D6-8A6D-0359748C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15788A-DA40-44CA-825A-6467DCBD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BA92DE-835D-4823-9912-FBD9753A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9695A4-EEFE-46AC-85B8-11D825D7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EF4AE0-DEB9-41E9-81B4-9E8A1F46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6D1745-2827-4697-A548-7E04968B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Introduction to Prom...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ABD6CC-2126-4E1F-A4A0-549EC81B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03D308-86B3-48D4-B444-8AB4CEA6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BC1C58-6468-464D-913A-0CD8E7E8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Introduction to...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2DD159-A5B2-480A-BCAC-E5BC26D2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B5BC14-DD48-4A37-99D6-AA82E9AF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30452F-F9C0-4C18-9697-8C4D36558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Introduction...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A43775-9F59-4774-B027-7217964E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EA219F-EE45-4D03-AD50-F672E469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C7CB7A-0A53-4852-82E9-47C7ACA1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Introduction...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562B9D-2443-48A0-84CD-1F76865E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4E44B9-E0BF-40BA-A9BB-EF15D8C9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67F1C3-C964-4DFA-9DA5-3DD50918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Introduction to Pro...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4921EF-626F-46E8-ADC4-BB15BD82C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978B17-4D80-45E0-9F96-87E5A258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3355282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E1CA57-47F4-4A46-9A18-4A0029EA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31C1B3-8C73-4180-8D8A-06D9183E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3A199F-CB5D-4848-A5B0-46B9DB90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CC1BE0-FEA2-4EBE-B949-53C327C1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8835AF-4245-458B-87A2-9BA2946D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EE27CF-6D02-4F2D-A899-D3583BF1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8F1EE8-F267-47A1-9F78-3BDC178C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11DCD1-1F01-4CB4-A71A-3E5AF32B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BD8411-9A7E-472B-B292-6DD3B673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66B9D-6A86-4428-A095-00ED5F5A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CCF550-2F64-4799-849B-4D2DF43A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3CF066-2114-491B-8BE5-E67ED3BC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C9DE49-98E3-48EF-B83B-30041B6C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95329B-740A-4B10-8749-4289AB10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7CF217-DCA9-47DD-9BC9-07C74F3D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20047027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79FFED-1676-4740-8B04-61E8CDB2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C170B6-E6FC-4A01-BFFA-81F99B7D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E54435-797E-4B8E-B9E1-8A0188B8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41D2E6-B20E-468D-B5E1-D30A6EFF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F6EB87-6BC3-445D-8D9C-8A8E2436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46A91F-6013-466A-80AC-56373471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Introduction to Prompt Engineering , Introduction to Prom...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01A2CD-A2D1-4228-B761-1B9AAE01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DE3898-53C6-41ED-945C-FC4B7209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97142A-7A6E-497C-A184-074DF658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B639EF-FAE8-4916-B608-0C835BE5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BB496F-F8A6-434E-A306-81BE42E7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8990354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A7540E-F802-45E4-84BB-057CB2DF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E5A3BC-50A7-4FCD-BCD5-217A6CFC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54EC24-ADEC-45BB-9113-1BBE288B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CD359B-8739-450B-A8C7-F5555DC8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9662D9-67CD-4F57-8D61-948CC66D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Prompt Engineering Techniques for ChatGPT , Introduction to Prompt Engineering Techniques, Instructions Prompt...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ADBD99-7CC3-4617-A234-2B3858F4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Prompt Engineering Techniques for ChatGPT...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D7406C-36D4-4BBE-B244-4F8F25E4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17ED55-8D7C-48B9-87DB-7AA24507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D20F2A-17DC-49B9-8489-93F8D3D2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F95D12-3336-46AF-8D68-F1E1BB48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661A82-FDB3-4AA4-8F80-C4976151F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12182D-9A14-4737-B51F-1A2AE744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9B081A-28A0-48B8-B67B-CFBF8C49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471F85-3F47-4570-9A0E-E6A9A479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82F7E5-B889-4BF9-B202-EA48A798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4AB941-DD6C-4724-A858-196300D2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4390528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A4FC60-C1F4-46C1-BE7E-E6CE40D9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B2366E-1C5B-4D3F-932F-9A62AB2D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BA6BBE-5B89-4EF8-ACE5-5603B305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66AD21-041F-4DB8-B4D5-6736175C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98367B-E2AE-4D36-ACE3-2A39046A4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2DA15A-8200-4F21-A4F2-555FE4DB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0C0162-2339-483D-A517-2E421B12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5FA709-7093-436B-A609-EBB0A2D3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9DB740-9AE5-4E98-9DA3-346AF78A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Prompt Engineering 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38DD15-6AF5-4619-95F1-B1E8626C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3D9083-C248-4DC3-A425-11DCFFED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39361C-84EA-49D8-A93E-8B350406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Prompt Engineeri...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3D2185-E5FF-438B-963C-F27AFD64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143179-092F-43E1-8274-DD24CBEC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EF6B59-E343-4C19-A9BE-C9E0287D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Prompt Engin...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74274F-CE3D-4FF9-9135-086D4055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78BA26-6626-42E2-BB97-10422FF6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1BD56D-4E99-4210-AC7E-17E18F2C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Prompt Engine...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B0C4C8-939F-4810-AE66-F88C2620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345375-5356-404E-B292-6A49F951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1C16AF-7D45-45AB-982D-93975764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Prompt Engineering...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51C66B-C084-45E7-9095-6EDC679A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19DE70-2916-4917-AF3B-2368C6D0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78216898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695C3C-CE69-4FD1-BCEB-72782D03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AF0D26-9641-4AD7-8A1A-D93BE527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F944C4-D3FC-42C1-B05B-E7C5F0ED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08F2EE-9181-4066-AE99-6D9BC77F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F22CFD-7C0B-4D03-A519-83317508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DEA0F0-46A0-44A7-A5AE-28FA4A8B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03EA59-C403-4ADA-B764-2EF24A50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472CA6-3FDF-45A2-B1C6-6FBD98EB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006B03-68F9-4686-A995-C348A813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D595DA-F98B-4504-9A83-A290DE59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56610E-373C-4B03-9C15-6B8ECCD7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9CE968-4A97-4C0A-A0EF-CD014C3A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F811F0-9D5E-4013-A467-BE4DBFBA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414E2A-AE6E-4664-93C1-42A48941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3C5F34-B80F-444C-9441-D925D14A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77016823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A60C3E-0B0C-42DE-903F-2DB60969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76B343-9BEA-4143-B82B-7F7FDEB8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BCBC9B-BF00-4CBA-8907-6622BCD7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8937CB-2B20-4EA5-A70F-C8A9D796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40BAB8-9B89-40CA-8379-2D6E595A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01E841-1BB1-4670-B9C0-D40602A7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Prompt Engineering Techniques for ChatGPT , Introduction...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503446-49DC-41E5-9CF3-812CE6D4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B67D0D-6754-482D-8E50-A1387104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CD51CC-4DAC-4E56-8312-1EE45068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7534D4-492E-4328-A03F-5A9350F9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F0BB6E-6C8F-4AFE-A472-89DF698E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83715170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A20FF0-92FB-43BE-867E-EB9F07CD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F76352-5671-4B41-8EAD-D0E0C395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81ADFC-F9F8-43C7-8ED1-1E968DDB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DAD5B8-5C62-4631-B0A1-B57830D6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94DE14-9CF0-4CC4-927C-22184363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Thinking: Introduction, Unlocking Imagination and Innovation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72C512-9DE9-44D2-AB5B-92FED65E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Thinking: Introduction, Unlocking Imagina...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D78DF5-3B91-4A69-B0DA-2AC64BB8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8DF48C-877F-4945-9357-1C5BA05A6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C99728-EEAB-41CD-A1E3-4FBFEC66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0529F3-1E96-4B57-B77B-43B7D2EB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E1040D-3ABC-48BC-BAC5-79517985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02CC24-EF54-48D9-808F-810996DD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7DF638-EC74-4625-9142-98696CBAC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37CFC0-87AD-49FE-9EA6-3323C68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FAF2A0-44CC-4DD5-85A6-7E4CF235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8EEFE3-E446-4856-B6E5-146257C3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24133301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52207C-DC6E-4794-9BBE-447A75D0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93D7F0-C424-46AA-9A83-CF682858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1C4BEA-BE3C-4856-805F-50F16857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372BDE-31E8-404E-BC03-3B4046FA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1DB91F-A9FB-45D7-BEA6-47FCF52C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6750AD-601C-405E-BB65-9D0A8929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798C2B-6967-45A4-9D45-2478A2F0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4EA904-EEC1-42B7-A34F-DB56406A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9A53E3-A99E-46FB-BC4B-F21FFB07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Thinking: Introducti...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25B3F9-BFE2-4036-B424-9E8A5073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ECCAF5-EF8B-4B8E-AD58-CE969E44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64A1E7-FEA7-4E1D-AE64-8CE36A12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Thinking: Introd...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8751D2-226A-4CD6-A23F-7BA0A724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7EBA50-29D9-4903-B75A-2876248D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00784B-2BE4-4056-808D-2DCA89E0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Thinking: In...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F92AD4-E5A5-4725-9A7E-F76A0F63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F2CBCA-C554-4F1C-A5B1-6D844045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C9D3E6-0B0F-470C-BB34-E2CC6A71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Thinking: Int...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70BA27-ED88-45C7-8ACF-A430D211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FE82AD-FE3F-45CD-BBE6-23931AD1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9EF8CD-431E-41B1-9584-3DEB655A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Thinking: Introduct...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0E111E-9448-4361-BC06-6345B6EA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B69BB2-33DA-40A1-8D38-DA57EFAC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10792161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E3CD0A-239A-48E4-9AE7-3A99DCC1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C4DFBE-E7F9-499B-BC1A-B4495891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4817D8-76DA-4DDD-AF45-15B7611D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BC159E-8B65-4CC6-8EF4-7FB643FF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D8C447-63E0-49CB-99C5-7BD98CDD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BA34EE-C0A4-4A58-9BFA-A1E0A6BF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B0F5E4-DD4A-4884-8A85-FA835539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5C71A0-47F9-457C-8BAA-4FFBBF1C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091A15-3321-4B80-9AA3-ACB03721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8AA51C-1AA6-4F4F-9424-C31D647C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4B814F-CEDF-49AE-A344-ED72A132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414534-FB68-4E5C-A851-D040FB75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1274CA-7832-44B5-A1BB-B7078D67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F89AFF-6D81-4AC6-8A99-5D6D5E21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DBF7FB-E523-4D7D-91A5-F38F044B0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80108013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F4D0AF-5425-4F04-8494-C7B45B54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E9F60E-B9D0-42DF-8ECA-CFAC371F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559D8E-FD89-4A86-864A-E2716A00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0750FD-5311-4B69-84DB-EB1A7299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BB3FA1-4C8C-43C8-8D80-6DF898CD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173D3E-C19B-4A0C-B37B-B1F93365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Thinking: Introduction, Unlocking Imagination and Innovat...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B5E329-0CFB-45F4-B80E-0A359C62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F45646-2F18-4D6A-8319-0E3F1002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054959-9B53-4959-91D3-0B9BDFD77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B08455-F4D1-48D6-A4CB-0D6DDFAF8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566565-A0FF-4E73-BEB6-33C37252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26244334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2E6214-459C-43B5-A844-2410775F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031E60-D440-4B3B-8DC2-F564BAC4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F1F56C-EE72-4973-939F-4E9B63CD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6BF7E6-F459-4FFE-AAA8-A2FBB86E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43835B-3587-4010-B0FD-5C994DE4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Writing: Introduction, Igniting the Writing Process with Prompts.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EC79B9-9FB1-4368-8BFA-7862967D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Writing: Introduction, Igniting the Writi...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DB1A85-4980-41C9-B9F6-BC9D16E2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EB8489-5F7E-4E36-8CBB-A96CA28A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E563DC-7CDA-4AF6-883C-C39FF633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264CEB-6FB4-4D33-AD82-4F6EA1E8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A4ACDA-D6F6-49C3-B2F8-AE470470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BD8A5D-82A3-440E-ABDC-9D8BB699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E162CB-7BE2-449F-9C14-D4112ACA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1E5650-E40D-4308-A7E0-0D754FC4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49AF6C-9F47-4CCD-85E0-B15BB73C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66EA8E-C71D-482B-9D8F-D624F3A6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77191618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2CBD92-3E0F-4631-B4FE-0DFDBA06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11A793-A1D4-4196-AA8A-223BE9C0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DB5500-77B4-4E99-82FE-FFB41B3A2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9C493D-BD37-4A63-9ADA-D2E9F339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E031D8-EDEA-49E1-B231-BF147D5D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F609E0-64C9-4D0C-947D-8511A644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F12F41-6321-4E71-B0A8-B926226B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B1563B-AC21-400D-BFDF-4E95F7A1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1FAAF3-1259-4E55-BEDA-EB7CD53B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Writing: Introductio...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E441E0-4626-48BD-852A-5EF4A1A8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5D874D-4427-40A8-9B87-BE0858B2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5200F6-B80F-4668-A42B-9A73A218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Writing: Introdu...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1842D1-D3E3-4A2B-AFDC-DA9860E3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03D0B6-BEED-4152-B78F-0FF3B071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386621-2DF6-4A80-ADAB-17C8874C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Writing: Int...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94DC11-985B-4A99-934A-121CDD66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C6AACA-9491-49C3-9881-0DC3C391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713889-2616-4D5C-A24A-6C62DF75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Writing: Intr...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61ECCC-9DA5-4A7F-B90B-824CFF0B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E130B4-C9C0-48C9-9754-174F0FD9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875D7D-A148-4FC4-86BD-F74AEC71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Writing: Introducti...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98B54D-46F9-4E4A-A246-DDEB8F20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8C6878-00FC-4297-A69C-53B19516D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45907276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9639B8-5872-453C-8373-8F4AF5198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ACF9AE-96ED-4C62-B48D-B978E8B8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8B784E-1333-44F8-A0B4-FEC030464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4F758F-7AF2-4770-A2A5-094822C1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D4923F-5662-46EA-BF49-21D63786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29BABF-26A5-4235-9842-0672C8D1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A95EA8-69E0-4402-96AB-2B0A86E3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3B8CA8-0EBC-46BE-8E14-6E8C6FD2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B9F449-8CB6-48A2-A569-57A22B08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07C725-0523-49BC-B96B-8964207A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46A6F-23EF-44E8-8966-65E86CF6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303883-804F-4A4C-B0E8-DBFBA8A1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EF6C7E-754D-4ADE-9835-CED64D60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2F1317-C0F2-4489-A84C-AFA86EAE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E0708B-6F1D-4E9B-B842-C91998939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64662429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9E2C4D-9F1B-4A85-ABAE-1F07F099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E9F467-BA25-4C7B-BBE8-C6616FD5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BEE111-365A-4B49-BA10-3862E401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E31D49-DEE0-4890-8B6D-4C7DB20A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8EA81B-8F33-4D23-B815-5DBA566B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C9C5D4-887C-4DAD-9DA1-9EB53238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Writing: Introduction, Igniting the Writing Process with...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4D5F13-12A1-49D9-A528-B274278B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1E61C6-D079-4F56-ADB8-CCFB2BBC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2232DA-7565-4972-A545-34909AF9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48F460-138A-4622-B9DE-BD5091B86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27717E-14D4-44D6-B213-196BFDED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97235137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15EF19-FDE3-46C5-9861-1B26D414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85DC6D-834A-440F-98DB-8DCB6A18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A22AEA-CCEA-4D32-91FC-AF18BB3C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389892-1CC9-4CF4-B4D1-F80265F39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BB07A0-0B28-4337-880B-985009A9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CE978B-DA03-4045-9B7E-E2A253C9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69285335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B74CD5-8590-4F22-9A90-7A25C073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B01B60-B8FC-4CB9-ADC8-CD39B6F0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AD19CC-352D-4178-9839-5472F2C6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1DA4FB-CD7F-4E06-B920-B4D4A550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0DBBA0-3EDD-4125-A7AD-68287EE9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Prompt: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Evolution: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Types: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Prompts: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Does: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6633E6-6D01-4F83-BFC9-697142A8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43769664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9CD660-2754-4476-9039-64B593FB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F83E6B-1C14-491E-B197-95656A12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DA25C0-8B99-457B-9264-1CDFC25CB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64DE56-AE8B-4CD1-AF34-0A711E89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5CCFAC-40F9-40E9-920F-3AFAB1D9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Input: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Variables: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Decision/loop: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State update: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Output: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446726-880B-4785-B072-72391276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86330719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5FB934-2C7F-4AF7-8F8F-2AAB2A69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80B647-2CBA-4D37-BED8-E98F4DDD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F207A1-FB38-446F-B887-0FC80680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C9DD93-39BB-4814-B4D2-520ADF33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6BC7B2-3E53-4CD7-9039-181C04EA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Pasting code without explaining data flow, control flow, and the point where the output is produced.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3A6C34-85D6-451C-B175-4048DEBC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53100998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C31C32-0AD5-4E5A-8014-2C3A7917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F6DB8C-724C-4631-9776-D97B5BDF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A7A671-ECBD-48C9-A83C-2BEE78D5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DEDABA-5288-49DA-8838-D7C3C70B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CAE4A6-8CFD-4314-98E9-9DC8AE33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Introduction to Prompt Engineering , Introduction to Prompt Engineering...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Prompt Engineering Techniques for ChatGPT , Introduction to Prompt Engi...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Thinking: Introduction, Unlocking Imagination and Innovation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Writing: Introduction, Igniting the Writing Process with Prompts.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7C3B5B-7127-4E2A-9C76-9ED05ED6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9B22AE-8A2D-4923-883D-6205C44E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5C3149-B19F-4929-9613-3F896815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59575573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4FC457-76AF-4596-843C-D49EC35F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84E79A-4641-417F-B882-A612FF59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Prompt Engineering Techniques for ChatGPT ,...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2736A9-A2DF-4A33-9E69-27F86AAF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CDF4E0-FB83-49E7-8B22-56EA994D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A7FFCA-3823-43DE-88A3-41573D2E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64F5F0-22B1-4D9F-B345-9EECC63B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6ADDAB-9E1C-4982-9C31-D0AC1000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37562E-AE26-4539-91B3-708B9C18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4AC863-E10C-408F-AE8E-28C05D19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74BA33-0079-44C6-B032-A70F3880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5C55D6-1BA5-4306-9F1B-A974ABCD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4EE7F3-3C07-422F-8632-B04AE6F3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C72C16-0899-41BF-A8B7-8A45B718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E63A7B-DA2A-43DF-8668-F2C8D6A4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CCF272-8578-4068-A052-F680989C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8349F2-00CA-4B4E-BA3A-A6521F7B4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148F82-098B-43AC-9CCA-2452864C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70A9D7-5CAB-4476-A66D-81B92EA5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02B3F3-9299-41A8-8122-EC2F9DA4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464684-4134-4FFC-9910-4C1BDEFE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519DFB-AFE4-4094-9A41-7F638313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D1A153-2861-4A62-9860-DD78FFFE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3A1C7D-C686-41F1-9B58-EDB73F5F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8847D6-95F7-474D-8101-B5F96429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FF5CCC-B386-490B-B4CA-B1E5D326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7EFE94-8C07-4991-BD44-D4C522EA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04495B-904A-41BB-9A76-EB24B0E7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0DEDB5-6329-461A-B791-315B79566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D37BEA-19D2-4520-ABEB-AE3A3029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985A06-5A80-42FC-9E0C-466E14C5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946C5C-C3FB-415D-B01E-BA8C6176B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03A953-C660-4143-9F88-0DE897BE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48923973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FAF06C-4B3D-4FA9-895B-24FD4B6B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633E51-1936-47C6-9A03-6F8375FF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Thinking: Introduction, Unlocking Imaginati...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73F54A-0CE5-4F30-B3E1-555FE371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F57844-E499-4F4E-85D3-F8649E8F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1DAF59-ACB2-498B-994D-552A4DBD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A0805A-CBF0-477B-BBB4-79151A20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697E75-C715-4DF1-979A-D1AC451B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D20787-08AD-4CF9-8B83-F4715F8E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4E2393-4554-470C-8854-B5290D03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33EF66-202C-4B23-95C3-F79A643F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C8D581-E963-442B-AA06-F9458F26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722846-B1D0-40E3-BBF6-144E8D9E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8B6A6E-A06F-48E1-AA96-93375261B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ABBB9E-948C-4B8F-9691-17BCFDBB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FCC496-1FD9-4495-BA41-4667329B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A6EA85-B84D-4487-955A-B95C8DD0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96B00F-8EE6-412F-8F3F-45825FF2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9B39CA-74B9-4EB2-A575-62A41E59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03AFB0-E82A-4405-B0E9-D94C4A63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C293A3-A614-4C61-B4B8-7092A3AB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91A9B9-CB96-4CFD-A2C1-DF8A755B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B8B4B1-1217-4F3A-B065-FB6BB18E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E55BCA-08D5-46B2-B834-2C060477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65C7C6-C7F8-4ADA-889B-C266868E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1B7D66-FB8D-4A73-9C9F-8CEFBAB4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E5DD32-5D27-44EF-A966-4C02315C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51D626-C5FF-4A67-8823-F81523E7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2FD7ED-0DE7-4D66-8412-F46C6753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4E4916-6E9F-4924-BD0A-2D84B05F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C8FCF7-DEC9-44A9-A8B5-0FE2EA1F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DCB2BA-28B2-4660-98D5-A70B4D50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1174C2-FCC1-4DA5-A659-FA09E27C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214457623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E10C15-127B-46AB-BC39-C98BAFF0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9C5F12-2195-4F9B-A708-D489458C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Writing: Introduction, Igniting the Writing...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317E41-575F-43D1-97E6-E7CE2BA2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BE5B63-F2FA-4B4D-B910-D2E4FCE77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00BC39-AC35-4255-B51C-76014513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75F242-B78E-4141-8062-31FE292A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6467AE-3C1F-4072-BFD0-A45BA3DF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5B36AF-13F6-4727-8764-BDACAF90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1A223C-5A74-4269-8F6A-D6FF81B2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CC40D6-0C17-4F42-84C0-A653F5FD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16F9D4-E484-4BAF-B0C2-FF577235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BDFCCE-5D91-4D59-BF44-AF8CAE4F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927700-7C9E-4E84-B57F-119F68C8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9EF4CC-A9DD-462D-B2A7-DDE9BDD3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0D0D05-7EBB-4FFA-ABE1-5B219340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852191-3A74-4BC0-8CF6-6C656EC3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D844D0-BF5A-415E-8821-768A808BC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80FB25-6FE0-4FE8-9831-0479ABA1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7DD9AA-6D58-48C8-8BBB-6BADFF6D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EB9F4D-E414-4025-BA32-9974DDE3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9765C8-9DE2-450E-975B-F00E1C05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DC0A13-CE1E-42B2-81C6-65FC2E90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7F62D2-2937-4CC0-9F85-9AA939A6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026886-3891-473B-B38F-F9657E5D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4340CE-F8EB-4F1C-AE71-203CFBDA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2636DC-3665-4C3D-BB12-F7B223C3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797BB3-65F2-4292-ADB4-375B1F86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83C150-DA8F-4FBB-A5B1-4B47A664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2B3D50-D6B1-4407-9EE7-5D21E96C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7F82E2-503D-4A23-97BC-C7F80D5B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E5D67E-24D2-4274-B2D4-E3A23355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C28724-AB66-48AB-9AE4-07C30A53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07509882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7139B3-6741-4A64-B701-17891FA13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43F4DE-96AE-4977-8C16-88DA7883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Introduction to Prompt Engineering , Introd...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557D3C-B233-405B-928C-922B5D8A3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A4320-D6E8-4D98-9FCB-E4A27968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76B5D5-DA8B-4D7B-9A2F-E70C3FF3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1E6008-9C5F-4F6C-8BD2-9F68F79E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844EE3-F965-40FE-A98D-B90B31E74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115020-391A-4EC8-8799-1DFE4D65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5510FE-3552-4748-8A8B-936D0444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65A95A-1F86-48CE-9179-16D31336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680465-53DD-4479-BEBE-06825AF5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1B64E-E038-4F5E-AD6D-3080B6382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4A5768-A2B1-444E-A3E0-D29F043F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87212A-83FE-473F-A134-8C2F74E0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306477-546C-4B97-8EF1-7A159DC0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FC747D-82FA-4A45-BD6D-CDFD0767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69B613-FBF0-4F9A-98BB-EC7390DF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F0F586-5D05-47AC-8194-C4989108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DDE2DE-96CD-468C-84D7-FDA2F2DF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E8A77A-0FA3-4AD5-A77C-5CAB2ABD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73960C-FCB1-44F8-A14E-118BAD7D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3FD306-D19B-4279-9041-61513C1A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E76DFC-DE62-4526-B9F4-C9EC4B76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9EE31A-AC2F-46EF-8CAC-8BADFD6D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59D45E-1EBF-41B0-B6A2-E86DE1ED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B1CC38-E2BD-4F67-9C62-958769F7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A2C6F1-B1DC-4FF9-A8E4-068FA09A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A74AE9-26BD-4750-80A0-0BCB0852A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9653AE-065E-4987-9D94-D38E7AE1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F92913-486E-4254-9A45-ED784376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323DCE-529F-40AE-BB22-9CEF99F7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D81520-7464-4C7A-83EB-D5540022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48072403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C658B8-8B79-4032-85B8-26930357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0D167A-AC4A-4596-8C9B-2A0C1B23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Prompt Engineering Techniques for ChatGPT ,...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1F394F-0B41-4C16-A0F6-2C04628A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367679-6792-48D2-984A-CE8AB9F2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5E86E4-0318-465D-85B5-B784D257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0CE42F-C71E-421A-BB0F-51524177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869E52-0F63-461D-B807-9BA7B33C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7D204A-9F84-47D7-B955-21ABD28D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F0B30D-4C59-4A84-AB5D-68738840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532A68-C6BE-48B9-9AE1-B69377CA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9E1B6E-1A45-42D4-845A-1131BE96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8B9467-C563-4C1C-918A-DDB564C3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6D1977-8724-4517-A791-948684B0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901985-AA96-4520-89DC-8A108A54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FCC754-9937-4E49-975C-91F32B98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D4425D-F76D-4E40-8C44-A23639D2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43F541-77E1-4855-B2B7-9909E375C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B531C3-E5EA-4EB6-983F-19701945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8C9F75-9FD5-4613-8322-150D92B8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2B3CF7-C654-42D5-A6C0-E73F7584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8F7E0A-928A-41CF-9DB5-27455F58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3ACBC6-8C92-41EB-821B-7D4D75E8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EED0B1-3B53-481B-95FF-00119C9F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A4812F-BDAC-42C1-91C0-B0EB34CF2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AC74BB-0513-4DB2-B5D2-75AF7DD4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C86575-F531-47A5-AA22-DB2A51AA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D7A68F-F446-46DF-8758-B431F14C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83528D-9E00-4392-B3D7-415782BD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65A94F-134D-4FC5-9B27-A39D6D99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2F36FC-0A21-478F-9D2F-454EA433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FF5067-DACB-43A6-A2D9-26E311C0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770902-F23B-44E7-964F-07EC3C82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214670266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B09324-2A9E-480D-A9B6-3FE0690A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22A486-BCFB-4F7C-B656-1C192DB8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Thinking: Introduction, Unlocking Imaginati...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046887-614D-4D2A-AA67-78641836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C1B530-679F-4106-8D9E-DEF75DF2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946FD5-7BA1-4361-A70E-C5E6C781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814283-6D34-4311-A3C5-A95DCC54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4D7173-4DD5-4295-87C8-43F88C17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93C8F7-072C-42CD-9CBA-39BFC67A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2C1175-10B6-4855-8024-4B940975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11DB86-99E5-4B77-B4B0-DDC2E7B7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4A194F-1C6D-4210-A1D8-2BAE7760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D21E7A-6E50-47CD-BA7E-27B7C97F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4AE5BB-42B2-49B2-91C3-8D2CB756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A94265-2C7B-4D83-8D2C-3A204A50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95F4C8-C095-4E06-8640-3CCF2F16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0BE0F3-C9A7-4E25-B9DB-F89C47B68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6C1361-29A5-435D-BC95-12E30D09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95DD31-20E4-491C-8F2F-BC78145A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F138B9-B4F4-482E-A3CA-2547A176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7923DB-911B-4AC7-ADDC-B0EAD2B9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F9B529-8169-42AB-9593-1D52A9A6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720881-38A3-41BD-ACFD-BC4F8AF5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7464B7-8AC9-4C45-A163-5C5828EE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789BEE-CA92-4275-8F5B-917D3F1A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6F309D-F754-4036-A327-4CDB2366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069936-D6AA-498C-AB6E-EBD8C6EE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88EEF3-6CC2-4DE0-9FDC-E96114F12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201548-1B07-4BA5-9D64-6E34B8366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3BF9EF-50E7-45F8-9CA9-E22DD4D8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285AF9-4C56-491E-8E99-D3388999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DB17DB-ED23-4754-87FC-288862EA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2F0E2B-6306-4E85-A71B-328D8BBA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56371034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DDA014-881C-4919-9A16-BF1A1121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5A8ED3-BEDD-4E89-96FB-9DA275BB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Writing: Introduction, Igniting the Writing...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FD5283-CFAB-44ED-974E-D57934C6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C069B4-ECF8-4807-8E55-72597AF15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20BAD0-7FFF-44CD-98DE-861220F8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CE4812-C6C4-4C0F-9690-8D6D27AA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9DCC32-82B9-4E86-9A02-F7073D51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6F4330-2701-48D3-93FD-1173E51B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DC23B2-495F-4C51-9B3E-44220C25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3B4C04-D8FA-4626-A5E2-81DA6664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616E9D-C850-49BB-83A9-B999C209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078888-C32C-4F91-816F-C17B74D6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5943DD-325D-47B9-BAA8-DE13E0C8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F96C44-D18F-4DEB-B425-48AD1190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994986-6DD2-47F4-9D41-CE323674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9365DE-78E1-4048-983D-35D9D9A0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3EFC12-D2EB-431E-BE60-DA78CCE7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2AA2C4-DE89-4624-916D-F426436B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D91C08-C789-4EB0-BCC4-1FF0A3C2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020FBA-8FBD-46BC-8C4D-9F91C792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59A31A-F508-4B13-846D-8FEC76F7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65038F-E515-4E00-8F50-C8678E1C0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A6AD58-6EC5-4488-82DD-F7235CBE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C427E5-34EF-476D-9614-23CC4062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F0EF7F-0AD3-4C9F-9818-7167B96B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0F4226-D87A-4535-B140-88CFD1D9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4A44A2-187A-403D-9C49-57D0C97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4B8A0D-6BE5-463E-8356-BB859595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611CE6-C7AB-4829-9837-AF77C694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52CD35-A6B0-47BA-91C4-22918A10A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42F775-6E9E-4F7D-B659-0912F166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D58ED9-A894-448F-8CDF-706447F6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57436288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6DBBB4-E486-4FB8-BEC4-EBD73E59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19B5EC-35C6-4D56-A747-397B8D16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Introduction to Prompt Engineering , Introd...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9897E1-CFCA-4605-A08E-75FD9216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CED2F8-2FF3-4247-AB72-D349C787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B4C951-1164-44D6-BF54-FA304A17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A22B5B-5921-4D11-B269-692CCD2D9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B2001A-9B24-40EC-81C5-FBDB8390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A028E9-4C41-440F-B83E-D9F0BDED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AD0A6D-96E2-4028-BF9C-E1A7CA042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E6A325-D6EB-4C91-94F0-4573335C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EA36D2-D2D1-4FB1-9E19-36B0B70A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6E8B4E-F0C9-4178-AF02-6902D333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6100E3-5A0F-499B-A64B-4908655A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1D1736-418D-4E1B-97D4-FFF4C2A3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50444C-4E3F-4B24-B6D0-1A0F0030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16AEC6-0A30-43C9-9A9E-93C0C86F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8644F1-C102-4A22-B315-4E3675CC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FAA41B-0CF0-4333-8FDF-29BFF0D3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6A806D-80AA-4EFA-A409-92D5ECB7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374FE-C6AF-4E80-9043-78936DA2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F141B5-FC36-4061-9222-0999447A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B0DF81-8CA4-45D7-939D-87D30CCCD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40B4C4-CCBB-476F-A85E-3A4000EC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B5B338-B1F6-407D-9A79-575BFE195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291E52-F743-47E7-AB41-31C1C688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1B3DED-EA02-4F26-84B1-1B4ECA69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5EA442-F241-4ADA-A5B8-916420BF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991701-9CFA-418E-B909-380A5932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218432-A5A1-4D7F-A639-4FAA0130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C0B331-C9E9-48B1-8985-0670CAA4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E8AE8C-8E1C-4428-BD74-F2238EFB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A1573C-1216-4083-A28E-4B177BBD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97706395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3B7E6A-E1FC-4779-AB3A-2AE227B0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C7EEED-BB8B-48C5-B9C8-DD799E31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Prompt Engineering Techniques for ChatGPT ,...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94F1D6-4B74-4A7D-A719-217B9F4D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71750D-6EFE-48E5-887E-A422FC01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8E877C-75DF-41F3-9B77-227B5B2F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24CFF5-B0C8-4FC4-8359-D29B87A0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16792D-C03D-48BB-A922-834F6C7CB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37F656-E35B-46BF-898A-82E1DBAA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084C74-8FA9-4DE9-A0A3-1D6E2C3C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2B24C0-F87A-4DCD-B208-A1C0240D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0876B3-953A-45B9-8EFC-E69DE621E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5B8F7C-7BDB-4766-9A4B-C28966B0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5C4765-99AC-4F35-B7D5-F148D84C4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B69013-712B-4DEA-BBCB-2648393C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2CF033-6A93-49BD-8CC7-952AF83F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6058B5-B602-4AB7-B00B-CA137F04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09B977-159C-4A74-B4BE-2DC2220A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B6C201-CBD3-4631-909B-19AA5480C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50D23E-7D93-4919-9ACD-484B9CCF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03497C-AE29-4465-A873-564D975D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9C80BC-553B-44D2-83B6-F902BEB4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9DAE15-866F-4E77-8D2A-AE2F1C0F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D7375E-5618-4EE8-B5BD-B5D0F76D3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C81D44-61B4-4D76-989A-0BAC7AA4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2AC149-35B8-40AC-BF02-176ABCBF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33F4D7-A2BE-4DD1-9F6A-1FD1A9E8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107EB6-7304-467D-9080-DBC14F69E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E1254E-AE31-4E28-A1E8-6303BBC9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0A1ADB-C7BB-4E6A-B0C9-336DF829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A3D16D-6114-49E1-8CBC-D02A2EEF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014E3B-8C9A-4B9E-9A3D-7C97C4E8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2CAD9B-5A9F-4070-9E9D-9C0DE924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32432088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DFEBE1-9554-41DF-A26C-4B86216A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0510FA-A4A7-48DD-97EF-DB352E26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Thinking: Introduction, Unlocking Imaginati...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C2E8C7-564F-4BF7-A2DF-F2EDA972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815627-B2D5-462F-A005-C9720F0A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B1A965-93B1-48FD-9F67-B0736EDF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64041C-4BB8-471C-B9DD-9F19868E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9516F8-5E75-4CAD-A14C-524E0D25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50DBAA-E22C-4DE7-80A6-ACE17014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A961A0-9721-4AF0-88C4-C0E2C149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B57C0D-A6C4-4199-81DA-FE65AF68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1EEC6E-DC62-4F65-917D-64F30737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D76CAD-903E-4573-A930-0E2B459F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D59C43-F7C1-4043-9D8C-FC62664B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A428ED-FFCC-4F49-9913-6BF68DB8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87C3A2-A438-4307-87B6-B7F7340D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CDB53E-0DA1-463F-BB8C-A4460FC3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4966FF-0801-49B1-8A76-DA8CFD88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BCCA11-E981-4ED3-9180-7BDC17483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26700C-FE32-4BA5-9070-22141A7B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4B7243-8A65-43BF-B2C5-F157D5AA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62AD3C-DF94-456B-AF4E-8085ADA6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E99823-69BE-4670-9EAF-E875372B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30E070-7E5E-4C46-A735-91D56586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08ED7C-1676-4D07-9819-DDCCDA16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30A60B-7D3C-48D5-B93E-57FEE501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FE8761-52D5-4C68-8C15-58A8FFAC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76F2C3-5F38-4F56-BF30-0637B8D9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29BEF7-7D7A-44C5-992D-23E75D8C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55A6B8-6C91-4F89-BEB1-76802B6A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2C7E30-B961-4F8B-9D08-49A54C4D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5EF4C2-BD51-4C2E-8044-FD49A210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9EBE6E-BAD6-48F2-A407-F4B45AA9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71194496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C00073-B5EA-4CFB-A8E7-6FACD0A3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D5AFA3-B705-4407-8AD8-5FBF63BA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Writing: Introduction, Igniting the Writing...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364E3F-3755-41E4-A4E6-F41C5CA7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29FB29-73AA-4CEE-B04B-325C2AAE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97D14C-696F-4EC4-AF6D-9A45799B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29F0CF-4078-4D26-9C75-C64E109A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8A568B-15DF-46F4-AA4C-98C229F6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DB9786-7876-47E8-941C-6F29B514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F8A12D-F544-4BAB-982F-E69C97B4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86BC9C-CD33-44E4-A0A8-B6F2F189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DA7240-5594-4707-8A97-6AA4A43FB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DC68CF-5121-4B93-900F-E92C8FE1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F83736-1B36-495F-93AE-9EABB6DF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B2048A-4372-41B3-9AEB-486ADBDD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6974A9-9023-432E-A347-6600E698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8487EF-68D3-499C-92B7-DD24AF1D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5E448D-8FC6-404A-AB22-F5E9D2A1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FA00A7-220C-4110-9D16-74CE873F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BF2015-205C-4F48-8BCF-48CA71E4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4D0407-4990-41FC-8ACC-FAEB70BD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C9BA27-0542-480E-8975-934590D4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E7D7E2-2F53-450B-91DF-AA770575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6CACA7-6839-4529-AEE5-C4F22537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06EEF6-44D9-471E-AD06-50713FBE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644E2A-5F50-4AFD-9682-76315E1D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CACC4A-7633-4EFD-9B2C-01D2F7BF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ABBCDB-7F28-4B79-9022-DBB243D17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917654-D81C-4563-B576-60FAC5D8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996B2C-B846-4B80-B47D-FE8D2006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29E628-B331-4400-BCA0-453E6D61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782284-8880-488A-8893-CE483A5EB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29813A-7E3D-405A-ADBA-8626E130A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19034122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EB23C3-5542-4A7D-A6F0-A0946F41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7484BB-994C-479B-BBE8-0BE33E36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Introduction to Prompt Engineering , Introd...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BFBB2E-3E8C-4C07-86C0-F333E72D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BD276-F608-4F88-8138-A147F347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8A3544-16E8-4762-AB1C-BE43162D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330CC0-C0BB-4153-A471-ED5DE4C3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82A7E7-66B1-4FF9-A7F1-DDB5BCD4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4F4A4F-0128-4DEE-A18E-7B87D2D5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1D8251-427D-4F30-B086-A53CDD01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5C35CA-7E2B-42B6-A1A9-55A78732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33A8F0-A080-40E8-B896-6DA20B67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F04A41-0FA6-4BD6-8883-9A43B848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432E8D-00EA-49A5-BE8D-9333222A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ED4857-69D8-4601-82F8-6EA9AFCD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4C6136-421A-4F00-875B-68CA1023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308068-ECBE-45A6-B016-90486B6C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C5CC71-3C3B-43C5-9CE8-4D400365A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FEC4E4-E324-4EA9-B422-1C63B194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6A7F2D-C516-4397-94EB-2561EF72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558845-95A9-4910-88F8-49BB81ED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7AB9D7-E797-4C59-A04B-D469DECD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86FB4B-1997-4E94-BDC8-0A05A297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1A2C6C-41BA-4C88-B287-7E6FCE3D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CB006F-4A6A-4BFE-935F-1243658D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434BCB-50C4-4B25-8B2B-3E9547E5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45610B-C28E-489E-93AB-60A01BDA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C02FB2-E846-44EA-B676-3163EB86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0DD4CA-4156-4F48-A6E0-4F0F2CE5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43F22E-9138-4424-9844-A82D4940C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685736-8365-4C08-B3C8-AA1EDBBC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F16415-B518-45C6-BF52-2DF83492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C2E91D-6787-426D-A3F1-708B37727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78048079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D82FE9-33C4-4D9B-9C9D-6979E0EB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3E4178-9504-446C-B1DF-91D4A0A2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Prompt Engineering Techniques for ChatGPT ,...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25ADF6-0DB1-49FA-9544-478FB825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B50241-7626-4030-81BE-A868B568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4AE961-822A-4AE6-B92C-29478DAC6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B36899-38A3-4754-9DB3-D3A98A9E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6B2010-E49C-4057-865F-C76F5EB8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28D69E-A9A7-4245-84B0-903B9E79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557E3F-7145-4267-B823-C15EC504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2C6C77-F62B-47FE-A71F-BA880A7C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3045C7-1C2F-4223-92D5-4D001810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93A9B0-4BB8-4691-BC2D-5EAE2B1F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F015C7-E065-4E39-BEC0-B7B7214D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4C4C40-5FD8-4C11-A52C-434B1D8D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CFDF73-2149-4C9B-8F26-7125FD95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7C071B-BD3A-424B-BD2C-D0C9C0ED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9DA036-2CAE-4C75-B7BD-F64A1D66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AD92DB-A3D5-4D61-BCCF-ED5B8811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12128E-470B-4F03-87F5-231BFB586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028325-7CB8-403E-92B5-CE6FDB04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615900-C0FC-458B-AF0E-AB48D67B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1E0055-6F43-4136-8AC0-ABF255A9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7E0CF7-0691-4223-85FC-D4B80435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DFE704-7128-4BA4-A2D7-0BF8507A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838B43-1FC9-464E-91C0-385D63BA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77C4AE-0C86-496F-A706-FC6A5E4E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D6B685-93E7-4873-8FA4-29A28D49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7EBB48-D417-43A2-94C6-05404752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54D71A-ED70-49E3-AB24-D88C8BD3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FB6BB4-D1DD-41C8-96A3-45E7B761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E20E26-8CA4-4A77-91D1-2FB13697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DE627B-736E-4175-8C8F-70AF6ECB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71746869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18DF39-5B40-4BBB-A6F9-103608D6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0B75D5-52E4-4E33-9760-61648745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Thinking: Introduction, Unlocking Imaginati...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739036-7D6F-477F-AC5C-9E551786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7679D9-0242-4DA1-B8DA-DBD6AC9E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D8D7A1-474D-48E6-B8BE-34E91AB5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C6E8A5-CF33-4C33-AC79-D75C97D1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98C992-72EA-4AA1-98B7-FAAC8116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8D5D21-10D7-40AE-A303-C5A15FFB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75CD75-50AA-4C91-A31D-403BFACB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0243C6-BBEB-43DA-A22E-1203CE6C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B7ED4F-1903-4FAB-A1B7-066F71A2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C07778-F131-471D-8DC3-4CBA7691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3AA5BC-BE5D-4837-BF02-268A1AD7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DEC0D9-1F4D-46FC-B791-C67C5865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34286B-8B87-4F23-8ED7-28A0F505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D34583-0378-4C37-A5BE-C1118C2E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832811-BC39-4904-97E1-0C47879F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FAF0C8-F43C-4DE3-9D14-4953C149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757B36-0C16-460E-81BA-0A9D47FF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4758B0-7B4B-403A-8FFE-29F8115DA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2027B6-3ABE-4B9A-82C8-8993BF98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187125-D89D-4ADF-9DAE-5C5EB7BA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DFA418-C5AF-4EFA-BCEE-343456B4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C5CF0D-7724-46AE-BBE1-30FFA5FE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6C58BC-3435-4EC0-9346-A4551073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E27173-0B3E-49C1-8091-D01CD0D7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500887-9C92-40EA-90DA-303E9138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4CF5A2-B5BD-4DFC-A9F6-C12B7D2A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FEFE66-AFD0-4161-9A34-DA94F861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212797-A525-4D05-BC7A-323BB977C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351DEA-519D-41C2-BC97-E6AA656B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7031BF-7345-4DDD-8904-D3BD0A80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4884984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2026-08-24T16:02:20.8370000Z</dcterms:created>
  <dcterms:modified xsi:type="dcterms:W3CDTF">2026-08-24T16:02:20.8370000Z</dcterms:modified>
</coreProperties>
</file>