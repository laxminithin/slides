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7b50c4681d44e8" /><Relationship Type="http://schemas.openxmlformats.org/officeDocument/2006/relationships/extended-properties" Target="/docProps/app.xml" Id="R794afb8203a643e4" /><Relationship Type="http://schemas.openxmlformats.org/officeDocument/2006/relationships/officeDocument" Target="/ppt/presentation.xml" Id="R4dcec6bc247e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f9dc0ef644f88"/>
  </p:sldMasterIdLst>
  <p:notesMasterIdLst>
    <p:notesMasterId xmlns:r="http://schemas.openxmlformats.org/officeDocument/2006/relationships" r:id="R5cd85ac00bc0449a"/>
  </p:notesMasterIdLst>
  <p:sldIdLst>
    <p:sldId xmlns:r="http://schemas.openxmlformats.org/officeDocument/2006/relationships" id="256" r:id="Rf366ba1b6b134377"/>
    <p:sldId xmlns:r="http://schemas.openxmlformats.org/officeDocument/2006/relationships" id="257" r:id="R07f168d826754d3c"/>
    <p:sldId xmlns:r="http://schemas.openxmlformats.org/officeDocument/2006/relationships" id="258" r:id="R15253958380f4ac7"/>
    <p:sldId xmlns:r="http://schemas.openxmlformats.org/officeDocument/2006/relationships" id="259" r:id="R499eb8bdd3874324"/>
    <p:sldId xmlns:r="http://schemas.openxmlformats.org/officeDocument/2006/relationships" id="260" r:id="Rfa60159183e54ccc"/>
    <p:sldId xmlns:r="http://schemas.openxmlformats.org/officeDocument/2006/relationships" id="261" r:id="R85cfd4f297c94eac"/>
    <p:sldId xmlns:r="http://schemas.openxmlformats.org/officeDocument/2006/relationships" id="262" r:id="R118258928f3c4445"/>
    <p:sldId xmlns:r="http://schemas.openxmlformats.org/officeDocument/2006/relationships" id="263" r:id="Rc704bd5b6f4b43f0"/>
    <p:sldId xmlns:r="http://schemas.openxmlformats.org/officeDocument/2006/relationships" id="264" r:id="R001dd55a91ff457c"/>
    <p:sldId xmlns:r="http://schemas.openxmlformats.org/officeDocument/2006/relationships" id="265" r:id="Ra032bbf5f28d4f02"/>
    <p:sldId xmlns:r="http://schemas.openxmlformats.org/officeDocument/2006/relationships" id="266" r:id="Rc22e084cf51540c1"/>
    <p:sldId xmlns:r="http://schemas.openxmlformats.org/officeDocument/2006/relationships" id="267" r:id="Rb793227d8bf6492c"/>
    <p:sldId xmlns:r="http://schemas.openxmlformats.org/officeDocument/2006/relationships" id="268" r:id="R07d444b4eb444f34"/>
    <p:sldId xmlns:r="http://schemas.openxmlformats.org/officeDocument/2006/relationships" id="269" r:id="R4d849d226a284e1e"/>
    <p:sldId xmlns:r="http://schemas.openxmlformats.org/officeDocument/2006/relationships" id="270" r:id="Rcb6757b66b994f22"/>
    <p:sldId xmlns:r="http://schemas.openxmlformats.org/officeDocument/2006/relationships" id="271" r:id="R55dc3f9229e94a42"/>
    <p:sldId xmlns:r="http://schemas.openxmlformats.org/officeDocument/2006/relationships" id="272" r:id="R059a3d0e2eda458a"/>
    <p:sldId xmlns:r="http://schemas.openxmlformats.org/officeDocument/2006/relationships" id="273" r:id="Rbb5c4e98e5314a18"/>
    <p:sldId xmlns:r="http://schemas.openxmlformats.org/officeDocument/2006/relationships" id="274" r:id="Rd33cdc35d14a4ac6"/>
    <p:sldId xmlns:r="http://schemas.openxmlformats.org/officeDocument/2006/relationships" id="275" r:id="R18334968d3c947d4"/>
    <p:sldId xmlns:r="http://schemas.openxmlformats.org/officeDocument/2006/relationships" id="276" r:id="Rd6215b2fa9844014"/>
    <p:sldId xmlns:r="http://schemas.openxmlformats.org/officeDocument/2006/relationships" id="277" r:id="R85afd17f18c24da3"/>
    <p:sldId xmlns:r="http://schemas.openxmlformats.org/officeDocument/2006/relationships" id="278" r:id="R4a9e2abf272049a8"/>
    <p:sldId xmlns:r="http://schemas.openxmlformats.org/officeDocument/2006/relationships" id="279" r:id="R6f955956ee7f4e7b"/>
    <p:sldId xmlns:r="http://schemas.openxmlformats.org/officeDocument/2006/relationships" id="280" r:id="R791c989885e74cb7"/>
    <p:sldId xmlns:r="http://schemas.openxmlformats.org/officeDocument/2006/relationships" id="281" r:id="R01266267ea4846e4"/>
    <p:sldId xmlns:r="http://schemas.openxmlformats.org/officeDocument/2006/relationships" id="282" r:id="Rac861e4a3467491d"/>
    <p:sldId xmlns:r="http://schemas.openxmlformats.org/officeDocument/2006/relationships" id="283" r:id="Ra2e417d0f32d4b2c"/>
    <p:sldId xmlns:r="http://schemas.openxmlformats.org/officeDocument/2006/relationships" id="284" r:id="Rfbde8950aa9f42f8"/>
    <p:sldId xmlns:r="http://schemas.openxmlformats.org/officeDocument/2006/relationships" id="285" r:id="R6c66d8b8d39a440e"/>
    <p:sldId xmlns:r="http://schemas.openxmlformats.org/officeDocument/2006/relationships" id="286" r:id="Ra37c5ea4f0ab4bd7"/>
    <p:sldId xmlns:r="http://schemas.openxmlformats.org/officeDocument/2006/relationships" id="287" r:id="Rdc0f2cacff0e4ff1"/>
    <p:sldId xmlns:r="http://schemas.openxmlformats.org/officeDocument/2006/relationships" id="288" r:id="R81fde9d07dab49ae"/>
    <p:sldId xmlns:r="http://schemas.openxmlformats.org/officeDocument/2006/relationships" id="289" r:id="Rf3e14d81a1a44df1"/>
    <p:sldId xmlns:r="http://schemas.openxmlformats.org/officeDocument/2006/relationships" id="290" r:id="R1b4412b16ebc462e"/>
    <p:sldId xmlns:r="http://schemas.openxmlformats.org/officeDocument/2006/relationships" id="291" r:id="Rbf4fc9247c44464a"/>
    <p:sldId xmlns:r="http://schemas.openxmlformats.org/officeDocument/2006/relationships" id="292" r:id="R189b79f2c5cd4466"/>
    <p:sldId xmlns:r="http://schemas.openxmlformats.org/officeDocument/2006/relationships" id="293" r:id="R63c60105b9ff441f"/>
    <p:sldId xmlns:r="http://schemas.openxmlformats.org/officeDocument/2006/relationships" id="294" r:id="R69407af16e6249f0"/>
    <p:sldId xmlns:r="http://schemas.openxmlformats.org/officeDocument/2006/relationships" id="295" r:id="Rafbe3595e4d048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5a470c134440a3" /><Relationship Type="http://schemas.openxmlformats.org/officeDocument/2006/relationships/slideMaster" Target="/ppt/slideMasters/slideMaster1.xml" Id="R085f9dc0ef644f88" /><Relationship Type="http://schemas.openxmlformats.org/officeDocument/2006/relationships/notesMaster" Target="/ppt/notesMasters/notesMaster1.xml" Id="R5cd85ac00bc0449a" /><Relationship Type="http://schemas.openxmlformats.org/officeDocument/2006/relationships/presProps" Target="/ppt/presProps.xml" Id="R189b231d1ce14402" /><Relationship Type="http://schemas.openxmlformats.org/officeDocument/2006/relationships/tableStyles" Target="/ppt/tableStyles.xml" Id="R774637de2f344cb9" /><Relationship Type="http://schemas.openxmlformats.org/officeDocument/2006/relationships/slide" Target="/ppt/slides/slide1.xml" Id="Rf366ba1b6b134377" /><Relationship Type="http://schemas.openxmlformats.org/officeDocument/2006/relationships/slide" Target="/ppt/slides/slide2.xml" Id="R07f168d826754d3c" /><Relationship Type="http://schemas.openxmlformats.org/officeDocument/2006/relationships/slide" Target="/ppt/slides/slide3.xml" Id="R15253958380f4ac7" /><Relationship Type="http://schemas.openxmlformats.org/officeDocument/2006/relationships/slide" Target="/ppt/slides/slide4.xml" Id="R499eb8bdd3874324" /><Relationship Type="http://schemas.openxmlformats.org/officeDocument/2006/relationships/slide" Target="/ppt/slides/slide5.xml" Id="Rfa60159183e54ccc" /><Relationship Type="http://schemas.openxmlformats.org/officeDocument/2006/relationships/slide" Target="/ppt/slides/slide6.xml" Id="R85cfd4f297c94eac" /><Relationship Type="http://schemas.openxmlformats.org/officeDocument/2006/relationships/slide" Target="/ppt/slides/slide7.xml" Id="R118258928f3c4445" /><Relationship Type="http://schemas.openxmlformats.org/officeDocument/2006/relationships/slide" Target="/ppt/slides/slide8.xml" Id="Rc704bd5b6f4b43f0" /><Relationship Type="http://schemas.openxmlformats.org/officeDocument/2006/relationships/slide" Target="/ppt/slides/slide9.xml" Id="R001dd55a91ff457c" /><Relationship Type="http://schemas.openxmlformats.org/officeDocument/2006/relationships/slide" Target="/ppt/slides/slide10.xml" Id="Ra032bbf5f28d4f02" /><Relationship Type="http://schemas.openxmlformats.org/officeDocument/2006/relationships/slide" Target="/ppt/slides/slide11.xml" Id="Rc22e084cf51540c1" /><Relationship Type="http://schemas.openxmlformats.org/officeDocument/2006/relationships/slide" Target="/ppt/slides/slide12.xml" Id="Rb793227d8bf6492c" /><Relationship Type="http://schemas.openxmlformats.org/officeDocument/2006/relationships/slide" Target="/ppt/slides/slide13.xml" Id="R07d444b4eb444f34" /><Relationship Type="http://schemas.openxmlformats.org/officeDocument/2006/relationships/slide" Target="/ppt/slides/slide14.xml" Id="R4d849d226a284e1e" /><Relationship Type="http://schemas.openxmlformats.org/officeDocument/2006/relationships/slide" Target="/ppt/slides/slide15.xml" Id="Rcb6757b66b994f22" /><Relationship Type="http://schemas.openxmlformats.org/officeDocument/2006/relationships/slide" Target="/ppt/slides/slide16.xml" Id="R55dc3f9229e94a42" /><Relationship Type="http://schemas.openxmlformats.org/officeDocument/2006/relationships/slide" Target="/ppt/slides/slide17.xml" Id="R059a3d0e2eda458a" /><Relationship Type="http://schemas.openxmlformats.org/officeDocument/2006/relationships/slide" Target="/ppt/slides/slide18.xml" Id="Rbb5c4e98e5314a18" /><Relationship Type="http://schemas.openxmlformats.org/officeDocument/2006/relationships/slide" Target="/ppt/slides/slide19.xml" Id="Rd33cdc35d14a4ac6" /><Relationship Type="http://schemas.openxmlformats.org/officeDocument/2006/relationships/slide" Target="/ppt/slides/slide20.xml" Id="R18334968d3c947d4" /><Relationship Type="http://schemas.openxmlformats.org/officeDocument/2006/relationships/slide" Target="/ppt/slides/slide21.xml" Id="Rd6215b2fa9844014" /><Relationship Type="http://schemas.openxmlformats.org/officeDocument/2006/relationships/slide" Target="/ppt/slides/slide22.xml" Id="R85afd17f18c24da3" /><Relationship Type="http://schemas.openxmlformats.org/officeDocument/2006/relationships/slide" Target="/ppt/slides/slide23.xml" Id="R4a9e2abf272049a8" /><Relationship Type="http://schemas.openxmlformats.org/officeDocument/2006/relationships/slide" Target="/ppt/slides/slide24.xml" Id="R6f955956ee7f4e7b" /><Relationship Type="http://schemas.openxmlformats.org/officeDocument/2006/relationships/slide" Target="/ppt/slides/slide25.xml" Id="R791c989885e74cb7" /><Relationship Type="http://schemas.openxmlformats.org/officeDocument/2006/relationships/slide" Target="/ppt/slides/slide26.xml" Id="R01266267ea4846e4" /><Relationship Type="http://schemas.openxmlformats.org/officeDocument/2006/relationships/slide" Target="/ppt/slides/slide27.xml" Id="Rac861e4a3467491d" /><Relationship Type="http://schemas.openxmlformats.org/officeDocument/2006/relationships/slide" Target="/ppt/slides/slide28.xml" Id="Ra2e417d0f32d4b2c" /><Relationship Type="http://schemas.openxmlformats.org/officeDocument/2006/relationships/slide" Target="/ppt/slides/slide29.xml" Id="Rfbde8950aa9f42f8" /><Relationship Type="http://schemas.openxmlformats.org/officeDocument/2006/relationships/slide" Target="/ppt/slides/slide30.xml" Id="R6c66d8b8d39a440e" /><Relationship Type="http://schemas.openxmlformats.org/officeDocument/2006/relationships/slide" Target="/ppt/slides/slide31.xml" Id="Ra37c5ea4f0ab4bd7" /><Relationship Type="http://schemas.openxmlformats.org/officeDocument/2006/relationships/slide" Target="/ppt/slides/slide32.xml" Id="Rdc0f2cacff0e4ff1" /><Relationship Type="http://schemas.openxmlformats.org/officeDocument/2006/relationships/slide" Target="/ppt/slides/slide33.xml" Id="R81fde9d07dab49ae" /><Relationship Type="http://schemas.openxmlformats.org/officeDocument/2006/relationships/slide" Target="/ppt/slides/slide34.xml" Id="Rf3e14d81a1a44df1" /><Relationship Type="http://schemas.openxmlformats.org/officeDocument/2006/relationships/slide" Target="/ppt/slides/slide35.xml" Id="R1b4412b16ebc462e" /><Relationship Type="http://schemas.openxmlformats.org/officeDocument/2006/relationships/slide" Target="/ppt/slides/slide36.xml" Id="Rbf4fc9247c44464a" /><Relationship Type="http://schemas.openxmlformats.org/officeDocument/2006/relationships/slide" Target="/ppt/slides/slide37.xml" Id="R189b79f2c5cd4466" /><Relationship Type="http://schemas.openxmlformats.org/officeDocument/2006/relationships/slide" Target="/ppt/slides/slide38.xml" Id="R63c60105b9ff441f" /><Relationship Type="http://schemas.openxmlformats.org/officeDocument/2006/relationships/slide" Target="/ppt/slides/slide39.xml" Id="R69407af16e6249f0" /><Relationship Type="http://schemas.openxmlformats.org/officeDocument/2006/relationships/slide" Target="/ppt/slides/slide40.xml" Id="Rafbe3595e4d0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282034be445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b36406a9934a46" /><Relationship Type="http://schemas.openxmlformats.org/officeDocument/2006/relationships/notesMaster" Target="/ppt/notesMasters/notesMaster1.xml" Id="R4de88eee4c2441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d93726a2a64e45" /><Relationship Type="http://schemas.openxmlformats.org/officeDocument/2006/relationships/notesMaster" Target="/ppt/notesMasters/notesMaster1.xml" Id="Rf58fedd1155541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e8a9a1a254945" /><Relationship Type="http://schemas.openxmlformats.org/officeDocument/2006/relationships/notesMaster" Target="/ppt/notesMasters/notesMaster1.xml" Id="R122b7c069f1c41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055a449aab4378" /><Relationship Type="http://schemas.openxmlformats.org/officeDocument/2006/relationships/notesMaster" Target="/ppt/notesMasters/notesMaster1.xml" Id="R81e02d23d5c54b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e2faeb92504fc6" /><Relationship Type="http://schemas.openxmlformats.org/officeDocument/2006/relationships/notesMaster" Target="/ppt/notesMasters/notesMaster1.xml" Id="R0053338e41f2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9f9683d1fc4f3c" /><Relationship Type="http://schemas.openxmlformats.org/officeDocument/2006/relationships/notesMaster" Target="/ppt/notesMasters/notesMaster1.xml" Id="Rfd7de6e3feb5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822e9c8341417b" /><Relationship Type="http://schemas.openxmlformats.org/officeDocument/2006/relationships/notesMaster" Target="/ppt/notesMasters/notesMaster1.xml" Id="R4be7a24054b6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60591d179541bd" /><Relationship Type="http://schemas.openxmlformats.org/officeDocument/2006/relationships/notesMaster" Target="/ppt/notesMasters/notesMaster1.xml" Id="R37d8f4f4dd364b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9b1a1ba1384192" /><Relationship Type="http://schemas.openxmlformats.org/officeDocument/2006/relationships/notesMaster" Target="/ppt/notesMasters/notesMaster1.xml" Id="R6acaf085ac7a41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002ea4fcbe4c92" /><Relationship Type="http://schemas.openxmlformats.org/officeDocument/2006/relationships/notesMaster" Target="/ppt/notesMasters/notesMaster1.xml" Id="R212143e9c5d943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66cbad97984675" /><Relationship Type="http://schemas.openxmlformats.org/officeDocument/2006/relationships/notesMaster" Target="/ppt/notesMasters/notesMaster1.xml" Id="R159b2620911e4f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5ccf0828a54f1b" /><Relationship Type="http://schemas.openxmlformats.org/officeDocument/2006/relationships/notesMaster" Target="/ppt/notesMasters/notesMaster1.xml" Id="Rc7beaecec09243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0c819d66784734" /><Relationship Type="http://schemas.openxmlformats.org/officeDocument/2006/relationships/notesMaster" Target="/ppt/notesMasters/notesMaster1.xml" Id="R7e8dbdd60eb24f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700558c18e40b6" /><Relationship Type="http://schemas.openxmlformats.org/officeDocument/2006/relationships/notesMaster" Target="/ppt/notesMasters/notesMaster1.xml" Id="R5abd4e05c9bf4b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1bf3d1501a42a7" /><Relationship Type="http://schemas.openxmlformats.org/officeDocument/2006/relationships/notesMaster" Target="/ppt/notesMasters/notesMaster1.xml" Id="R955f6ee5b8124d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6ea9a676c048c7" /><Relationship Type="http://schemas.openxmlformats.org/officeDocument/2006/relationships/notesMaster" Target="/ppt/notesMasters/notesMaster1.xml" Id="R6c6d8b20ad6240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2160897151488f" /><Relationship Type="http://schemas.openxmlformats.org/officeDocument/2006/relationships/notesMaster" Target="/ppt/notesMasters/notesMaster1.xml" Id="R671a76f690954b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209d57366649f1" /><Relationship Type="http://schemas.openxmlformats.org/officeDocument/2006/relationships/notesMaster" Target="/ppt/notesMasters/notesMaster1.xml" Id="R78dda8c6c8c04a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823d7699f14e86" /><Relationship Type="http://schemas.openxmlformats.org/officeDocument/2006/relationships/notesMaster" Target="/ppt/notesMasters/notesMaster1.xml" Id="Rce320a56b8c04b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dc3f04a2e14038" /><Relationship Type="http://schemas.openxmlformats.org/officeDocument/2006/relationships/notesMaster" Target="/ppt/notesMasters/notesMaster1.xml" Id="R12818ae3974b49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04cd23ce5d4f0f" /><Relationship Type="http://schemas.openxmlformats.org/officeDocument/2006/relationships/notesMaster" Target="/ppt/notesMasters/notesMaster1.xml" Id="R0bee19e5458e4c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ea34dd9bbc456c" /><Relationship Type="http://schemas.openxmlformats.org/officeDocument/2006/relationships/notesMaster" Target="/ppt/notesMasters/notesMaster1.xml" Id="R09ccd72666f746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4146a320d1447f" /><Relationship Type="http://schemas.openxmlformats.org/officeDocument/2006/relationships/notesMaster" Target="/ppt/notesMasters/notesMaster1.xml" Id="R0117dd9f32b249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d601ff50bb4b54" /><Relationship Type="http://schemas.openxmlformats.org/officeDocument/2006/relationships/notesMaster" Target="/ppt/notesMasters/notesMaster1.xml" Id="R26790d7760d742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4bbf340fd2445d" /><Relationship Type="http://schemas.openxmlformats.org/officeDocument/2006/relationships/notesMaster" Target="/ppt/notesMasters/notesMaster1.xml" Id="Rb0482349cbad49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90361266ce4246" /><Relationship Type="http://schemas.openxmlformats.org/officeDocument/2006/relationships/notesMaster" Target="/ppt/notesMasters/notesMaster1.xml" Id="R031c543f3fe945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cbd430658c46e0" /><Relationship Type="http://schemas.openxmlformats.org/officeDocument/2006/relationships/notesMaster" Target="/ppt/notesMasters/notesMaster1.xml" Id="R899d0b7ad4af44c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b309e6b65804223" /><Relationship Type="http://schemas.openxmlformats.org/officeDocument/2006/relationships/notesMaster" Target="/ppt/notesMasters/notesMaster1.xml" Id="R7e117a256a5141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05373afcae4c32" /><Relationship Type="http://schemas.openxmlformats.org/officeDocument/2006/relationships/notesMaster" Target="/ppt/notesMasters/notesMaster1.xml" Id="R5ee81c0621bc40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df54c388cc427c" /><Relationship Type="http://schemas.openxmlformats.org/officeDocument/2006/relationships/notesMaster" Target="/ppt/notesMasters/notesMaster1.xml" Id="Rb5c73f725f0944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0d8697ef1ed41da" /><Relationship Type="http://schemas.openxmlformats.org/officeDocument/2006/relationships/notesMaster" Target="/ppt/notesMasters/notesMaster1.xml" Id="Re36d14884b03484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178cbb7eb34bf2" /><Relationship Type="http://schemas.openxmlformats.org/officeDocument/2006/relationships/notesMaster" Target="/ppt/notesMasters/notesMaster1.xml" Id="R4462ed201a6c42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0d1f55f4acb4590" /><Relationship Type="http://schemas.openxmlformats.org/officeDocument/2006/relationships/notesMaster" Target="/ppt/notesMasters/notesMaster1.xml" Id="Rb09f0ff3b17f4fb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189c14e8cc4539" /><Relationship Type="http://schemas.openxmlformats.org/officeDocument/2006/relationships/notesMaster" Target="/ppt/notesMasters/notesMaster1.xml" Id="Rf84a19d110c345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69cfd77f9a1433f" /><Relationship Type="http://schemas.openxmlformats.org/officeDocument/2006/relationships/notesMaster" Target="/ppt/notesMasters/notesMaster1.xml" Id="R482c2e8af36e442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16350bda3741e4" /><Relationship Type="http://schemas.openxmlformats.org/officeDocument/2006/relationships/notesMaster" Target="/ppt/notesMasters/notesMaster1.xml" Id="Rcdbb876acd414d9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b9791233fb4b97" /><Relationship Type="http://schemas.openxmlformats.org/officeDocument/2006/relationships/notesMaster" Target="/ppt/notesMasters/notesMaster1.xml" Id="R3cdec2460f0a456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83298ea010c4a2c" /><Relationship Type="http://schemas.openxmlformats.org/officeDocument/2006/relationships/notesMaster" Target="/ppt/notesMasters/notesMaster1.xml" Id="Rca7c6db134e24ea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42e070150c46b0" /><Relationship Type="http://schemas.openxmlformats.org/officeDocument/2006/relationships/notesMaster" Target="/ppt/notesMasters/notesMaster1.xml" Id="R327f0bace2b74f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a02c99658d0468c" /><Relationship Type="http://schemas.openxmlformats.org/officeDocument/2006/relationships/notesMaster" Target="/ppt/notesMasters/notesMaster1.xml" Id="Redb94b14b44f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0c4762fe242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dac71c8f574cb1" /><Relationship Type="http://schemas.openxmlformats.org/officeDocument/2006/relationships/slideLayout" Target="/ppt/slideLayouts/slideLayout1.xml" Id="R3457acd0edeb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7acd0edeb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51d3535d54368" /><Relationship Type="http://schemas.openxmlformats.org/officeDocument/2006/relationships/notesSlide" Target="/ppt/notesSlides/notesSlide1.xml" Id="R5ae4f066f9f948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4339726f543bd" /><Relationship Type="http://schemas.openxmlformats.org/officeDocument/2006/relationships/notesSlide" Target="/ppt/notesSlides/notesSlide2.xml" Id="R0efb7e7c82ed45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c272f81984b7b" /><Relationship Type="http://schemas.openxmlformats.org/officeDocument/2006/relationships/notesSlide" Target="/ppt/notesSlides/notesSlide3.xml" Id="R79eea6cc152545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6a5b961bf4471" /><Relationship Type="http://schemas.openxmlformats.org/officeDocument/2006/relationships/notesSlide" Target="/ppt/notesSlides/notesSlide4.xml" Id="Ree3896adb3cd40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911050abc4c1b" /><Relationship Type="http://schemas.openxmlformats.org/officeDocument/2006/relationships/notesSlide" Target="/ppt/notesSlides/notesSlide5.xml" Id="R736c2ca6d1fd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55d491c9b4cb6" /><Relationship Type="http://schemas.openxmlformats.org/officeDocument/2006/relationships/notesSlide" Target="/ppt/notesSlides/notesSlide6.xml" Id="R12be4bc5c20a4f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e448a9d794c55" /><Relationship Type="http://schemas.openxmlformats.org/officeDocument/2006/relationships/notesSlide" Target="/ppt/notesSlides/notesSlide7.xml" Id="R7427a336c55543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b21797c2a4dc2" /><Relationship Type="http://schemas.openxmlformats.org/officeDocument/2006/relationships/notesSlide" Target="/ppt/notesSlides/notesSlide8.xml" Id="R13763b88d87143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82312f9634c0c" /><Relationship Type="http://schemas.openxmlformats.org/officeDocument/2006/relationships/notesSlide" Target="/ppt/notesSlides/notesSlide9.xml" Id="Radae4230c58741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dc288fa3441dd" /><Relationship Type="http://schemas.openxmlformats.org/officeDocument/2006/relationships/notesSlide" Target="/ppt/notesSlides/notesSlide10.xml" Id="R5eb04e2d703948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f73a61e51418b" /><Relationship Type="http://schemas.openxmlformats.org/officeDocument/2006/relationships/notesSlide" Target="/ppt/notesSlides/notesSlide11.xml" Id="R812af395d2dc4a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18af267dd4f9b" /><Relationship Type="http://schemas.openxmlformats.org/officeDocument/2006/relationships/notesSlide" Target="/ppt/notesSlides/notesSlide12.xml" Id="Rd9c5230b261447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ab4f145654013" /><Relationship Type="http://schemas.openxmlformats.org/officeDocument/2006/relationships/notesSlide" Target="/ppt/notesSlides/notesSlide13.xml" Id="Rabf75f93d12347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b7cd7a1744ba5" /><Relationship Type="http://schemas.openxmlformats.org/officeDocument/2006/relationships/notesSlide" Target="/ppt/notesSlides/notesSlide14.xml" Id="Rccad429449674a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a9d7db394de5" /><Relationship Type="http://schemas.openxmlformats.org/officeDocument/2006/relationships/notesSlide" Target="/ppt/notesSlides/notesSlide15.xml" Id="Rd6fc8ff914e442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1b04d5a674e44" /><Relationship Type="http://schemas.openxmlformats.org/officeDocument/2006/relationships/notesSlide" Target="/ppt/notesSlides/notesSlide16.xml" Id="R52663983694541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738fa1e9746d1" /><Relationship Type="http://schemas.openxmlformats.org/officeDocument/2006/relationships/notesSlide" Target="/ppt/notesSlides/notesSlide17.xml" Id="Rcf8d745f224544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dd73eb5464ea6" /><Relationship Type="http://schemas.openxmlformats.org/officeDocument/2006/relationships/notesSlide" Target="/ppt/notesSlides/notesSlide18.xml" Id="Rf08bd41f4c4b4ca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7f4b5972a41ad" /><Relationship Type="http://schemas.openxmlformats.org/officeDocument/2006/relationships/notesSlide" Target="/ppt/notesSlides/notesSlide19.xml" Id="R5b6ff76861e042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776a8993c45ec" /><Relationship Type="http://schemas.openxmlformats.org/officeDocument/2006/relationships/notesSlide" Target="/ppt/notesSlides/notesSlide20.xml" Id="Re3bf6c18926e4a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d51d3560449d9" /><Relationship Type="http://schemas.openxmlformats.org/officeDocument/2006/relationships/notesSlide" Target="/ppt/notesSlides/notesSlide21.xml" Id="R0d8dec0aba0d44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0fd15be74571" /><Relationship Type="http://schemas.openxmlformats.org/officeDocument/2006/relationships/notesSlide" Target="/ppt/notesSlides/notesSlide22.xml" Id="Red6a7a1464414c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30be69f1a469a" /><Relationship Type="http://schemas.openxmlformats.org/officeDocument/2006/relationships/notesSlide" Target="/ppt/notesSlides/notesSlide23.xml" Id="Rb2c1ab02d8f349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67a997e6f43a7" /><Relationship Type="http://schemas.openxmlformats.org/officeDocument/2006/relationships/notesSlide" Target="/ppt/notesSlides/notesSlide24.xml" Id="R718989876a7e4e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0a906eac641ee" /><Relationship Type="http://schemas.openxmlformats.org/officeDocument/2006/relationships/notesSlide" Target="/ppt/notesSlides/notesSlide25.xml" Id="R9f8eb0aff28f46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f846121494c76" /><Relationship Type="http://schemas.openxmlformats.org/officeDocument/2006/relationships/notesSlide" Target="/ppt/notesSlides/notesSlide26.xml" Id="R513775d1d3ad41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2c8612fcf4a55" /><Relationship Type="http://schemas.openxmlformats.org/officeDocument/2006/relationships/notesSlide" Target="/ppt/notesSlides/notesSlide27.xml" Id="R1611b297dfd54b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a429e82f64bee" /><Relationship Type="http://schemas.openxmlformats.org/officeDocument/2006/relationships/notesSlide" Target="/ppt/notesSlides/notesSlide28.xml" Id="R0ba01bc0f82e4bf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f6c79f6164a61" /><Relationship Type="http://schemas.openxmlformats.org/officeDocument/2006/relationships/notesSlide" Target="/ppt/notesSlides/notesSlide29.xml" Id="Rfcf290bf5500466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3f8335898407b" /><Relationship Type="http://schemas.openxmlformats.org/officeDocument/2006/relationships/notesSlide" Target="/ppt/notesSlides/notesSlide30.xml" Id="Redb596850ac1478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75032c54249d7" /><Relationship Type="http://schemas.openxmlformats.org/officeDocument/2006/relationships/notesSlide" Target="/ppt/notesSlides/notesSlide31.xml" Id="Re159df901b6e49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4904728624b7d" /><Relationship Type="http://schemas.openxmlformats.org/officeDocument/2006/relationships/notesSlide" Target="/ppt/notesSlides/notesSlide32.xml" Id="R7c4689967c5748c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c09c176e34a3e" /><Relationship Type="http://schemas.openxmlformats.org/officeDocument/2006/relationships/notesSlide" Target="/ppt/notesSlides/notesSlide33.xml" Id="R05d5664db240401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978cc1a224ffe" /><Relationship Type="http://schemas.openxmlformats.org/officeDocument/2006/relationships/notesSlide" Target="/ppt/notesSlides/notesSlide34.xml" Id="R5b65dc4cc47b4e3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792750e504518" /><Relationship Type="http://schemas.openxmlformats.org/officeDocument/2006/relationships/notesSlide" Target="/ppt/notesSlides/notesSlide35.xml" Id="R6e08f99ab0934d7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8672131974fb5" /><Relationship Type="http://schemas.openxmlformats.org/officeDocument/2006/relationships/notesSlide" Target="/ppt/notesSlides/notesSlide36.xml" Id="R6efb64a3df794f8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37c876147477b" /><Relationship Type="http://schemas.openxmlformats.org/officeDocument/2006/relationships/notesSlide" Target="/ppt/notesSlides/notesSlide37.xml" Id="R8706623df6064dc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8c842d6db40d2" /><Relationship Type="http://schemas.openxmlformats.org/officeDocument/2006/relationships/notesSlide" Target="/ppt/notesSlides/notesSlide38.xml" Id="R8bc6e550c148458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59e43f1ca4551" /><Relationship Type="http://schemas.openxmlformats.org/officeDocument/2006/relationships/notesSlide" Target="/ppt/notesSlides/notesSlide39.xml" Id="R59b29258ca334ae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215e8d6ad45e2" /><Relationship Type="http://schemas.openxmlformats.org/officeDocument/2006/relationships/notesSlide" Target="/ppt/notesSlides/notesSlide40.xml" Id="R08cde8177a6e49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219A9-7F9E-41B5-8AF8-34B06FD3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23A13-FA84-4EA2-9EF8-8A0AACB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Artificial Intelligence: Artificial Intelligence, How Does AI Work?, Advantages and Disadvantages of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4CA98-DA97-4DFD-B9EA-FFCBFF7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1 (1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AB5E3-E67E-4695-B9CD-34E657D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CBC73-88FA-4B6E-844C-E5353D1C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EF3E5-508D-46EA-AE32-0776ABD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B1DB5-FB03-4145-81DA-1509C64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DB50E-C050-419B-AA8C-E530EE29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B001D-343C-4578-9A67-16D19DA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B7A12-7655-4EA5-8FDE-992B0AA3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86BDE-FD14-44D9-ADCB-646299BC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487DA-E61D-4003-AEBD-99D45A5E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05671-1670-4E5D-B1EA-A17FA57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18771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FAB5F-EEA9-4B5C-AC7E-F9D0B4AC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0C600-71D9-4611-A4F8-5C65D23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88F09-CE2D-479C-86EA-87C108D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062CA-6627-4195-9682-0C9C6E4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CD74A-4206-4767-910A-8FF2776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1F365-A30E-4BAD-8CB2-B3B39555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802CC-6DC3-4B6D-9089-05E2E404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8EAA1-36A4-4530-8E26-7CB6AC4C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BF516-09D2-4F8A-A1FB-3535E505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D3C19-BF10-461A-9838-A669C4BB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1B4D1-9DFD-44C9-BEE9-1E906E16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DA2D5-635D-4621-B4B1-EF5447AC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C146C-2DD6-4439-A405-ABCE4806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1A85E-F2F2-4CB0-B2DC-558B435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8F0A4-2E4E-45F3-AAB6-BB42921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95299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000BF-0635-4128-85F5-F0F58A8A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BE3BA-9AD5-4603-AEB9-CA8AC6E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7A578-53E5-4282-838C-28FC82C5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7AFB8-B166-487D-8C0B-9E845666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D94FE-DB60-470A-A56A-EE91B3BE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D8A8-2459-4AF9-AE10-7A6EF44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5851A-1A93-4870-B683-29C0D38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CDA88-2CF3-46F5-B6C1-EA430959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08244-25D9-4370-8800-4E9C3EA8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Intelligence: Artificial Intelligence, How Does AI Work?,...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03B54-8AFC-4D62-B5F3-7171A37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1A6A4-8BBA-4974-B453-C7086843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009B1-9886-4ECD-9E22-BCF7310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Intelligence: Defining Intelligence, Components of Intell...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64C94-5493-43AD-ABA8-63C0F51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FCFB4-7DBE-434E-92CE-640DB1C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FCDC9-BCFC-4A09-96C9-A53853BB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Algorithms: Pure Heuristic Search, Best-First Search Algo...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B6DDB-038B-4363-B5F4-7B7817E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A20E0-8E7C-41F8-99DB-9610669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0FC33-CAE4-4FE6-A3D0-30A5B26A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Representation: Introduction, Knowledge Representation, K...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1D84B-EF92-49D3-A0A0-89C2A04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225E6-7A64-4F44-A35E-6F7996E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C5C13-0F87-401F-91EE-91AAA0B5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1-1.5), Chapter 3 (3.1-3.7.2), Chapter 4 (4.1-4.4)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9873B-6B51-4113-B37C-81C239B0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4EE19-6B56-4E14-BE2C-F8AB7A3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6408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911ED-4F5C-42B5-B5C9-DAD1D653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79A85-565A-496B-AB24-5FF0AD35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0A398-421F-49AB-9E1A-1EC4A391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674EA-4C84-40BE-BF46-CFF11BE2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9F79C-0F45-431A-8829-C21173CA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A844C-A575-4A95-BFE7-9440C165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2E576-A03E-4856-8B97-BAF10E05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087EA-AE3D-4A60-BC87-8A8DF3F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Intelligence: Artificial Intelligence, How Does AI Work?,...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0C012-8A90-4443-9D1C-9DDE7DD2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 (1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64F0D-F0A9-498E-89EB-F507A73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7BD6A-D6D1-41DB-9021-525812F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Intelligence: Defining Intelligence, Components of Intell...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91D91-8305-4B90-A578-3F4D3F18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 (1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349E9-347B-4CFF-AC85-E911D66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8B098-1E34-403C-8C07-A1E3229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Algorithms: Pure Heuristic Search, Best-First Search Algo...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7808D-6DA2-4713-A99B-C5A2B3E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 (1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2F640-8D5A-41A6-9CF6-835D4F83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02B48-A30C-4F11-BBA4-FBDC9D58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Representation: Introduction, Knowledge Representation, K...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0334D-E591-4900-80B7-FCA2D668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 (1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360F5-AD7F-470A-B89E-C40122CC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55C13-FD1A-42B6-83DA-A415DA6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1-1.5), Chapter 3 (3.1-3.7.2), Chapter 4 (4.1-4.4)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90977-0A24-4EBD-B4FD-89EA1DC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 (1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59B1A-0FB1-472A-9A1F-9F4426C5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AFB40-5631-4011-AE79-423BCB5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42031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08C03-6816-478B-9B74-B1F7C1B5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E3A61-7FF3-4914-8481-3A346759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4AC19-CFF8-4576-9F7D-1D2795F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D12E-4288-46C5-BC2F-C380DF9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8176D-F939-40F0-82CD-D334F66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Artificial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0BCE9-0962-4D7E-97D5-CCD71D54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CBE22-8C33-4063-B205-5BB127A2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F1DEB-0E45-414B-B74E-75C4725A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58DF7-8050-43B9-9C32-87357F1B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Advantages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87E32-FA8F-4C35-BA5C-0C1C6AB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Disadvantages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547BF-BF53-4F56-9BAC-4677758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1C76F-27C6-4A93-A7D6-B2F06690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5DE4C-41F0-4F09-B4C2-47968C2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D01C3-F7DC-44B4-964F-E0079042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08E03-620D-4207-AB30-8FC9937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71940-77E3-4BE4-83FE-DE005CF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43288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04D5D-4B8F-4D04-8C5A-8156F4F7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A69AE-EA50-4730-A609-F9A14E8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55B7A-640C-4D7D-9B0B-3392B35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BF9DF-4C72-414E-BCD4-73806B99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7B9F9-1D97-4349-9075-D1AD7220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Intelligence: Artificial Intelligence, How Does AI Work?, Advantages and Disadvantages of Artificial Intelligen...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3F22E-23A9-42C7-BD9D-6AF10D20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Intelligence: Artificial Intelligence, Ho...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1C281-C47E-4F03-8A95-9445F48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C6E59-15A3-4800-BFCD-C23AA9C0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44F4A-C0FB-4A3E-803C-709ECCB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F5228-09F2-4093-9CC5-396024B5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F98D2-4E3E-4345-BC4C-64C95A8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DBBAB-1257-49C2-92F0-8BCA051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976B8-04EC-45CB-BF8A-0A4A104F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5794C-7FD7-4FB8-B012-E3FC93F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3CEF6-1E14-496B-9034-3CB60326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3EAD0-8AE8-40C4-ADFE-D04DBA9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41753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9DBD2-D824-4B61-A4FB-8B34D8A8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C5FC-331D-4D61-9166-E79C4AC1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2E40B-C6A4-4167-BF0C-12A47197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1A248-6079-4349-8F45-940DEF9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6D43B-01C5-4C10-A18C-EC6EA52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2B5E3-CF2D-48FF-9844-531961EE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4A250-752C-41F8-A1FC-AE125E5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E2308-C1E7-40CC-9C17-28F4FA1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405CA-E45A-4580-B7B0-2754815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Intelligence: Artifi...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310CD-CB7E-4D0A-91A9-D3F0C251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64DE7-443B-441B-A2A7-8B453DC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F43D7-301D-4B0A-A6B7-8D3F839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Intelligence: 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C6F65-E008-48A2-B80F-CB8230A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08586-2B19-4BBF-87E9-DAA14C86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4E787-AF98-4C18-9F30-11A6A30E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Intelligence...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F3458-3FDB-45D8-B0D6-E2F2E1E1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4ED2E-BC8A-4B30-A4C9-A6BE4BF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0BBB3-83CD-4665-8FD7-95ED8586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Intelligence:...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73038-1792-4BA4-9B52-3D1E66C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DBC3B-C3D8-41E7-AB36-AF69A73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091EC-65C8-468B-9DFC-A889BB2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Intelligence: Artif...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3D238-EF72-4DFA-BDE5-430B523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DFA36-1F35-45DC-A746-4E7B76AD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14819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38991-4CA8-4597-B483-9CECC2EC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A115A-E034-4A81-8307-3144765D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D09A-D5C0-4D6A-AAAB-ABB8142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7510-A499-45EA-AECD-08D7D92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5AF70-6D76-4625-91EF-FB80848C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0FED9-E4EC-44BD-B461-04A1979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8EDAD-A21D-43BB-91C0-9DE731E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9045C-93F5-4253-9194-2ED555B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2ECAD-C74B-4523-AC72-57ED775A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E2DFD-F0FA-42D4-B036-FD7ABF2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9CB98-66A3-411D-9E09-4CAF66F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55CC5-039E-4C20-AF99-097923A1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C90CA-CD98-4F47-87EC-46FD7E2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5F6AB-11CD-4123-A1BB-FFBED63C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F9938-84B4-4BFE-A5C5-040BB23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28345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09FAE-D48E-466A-8806-39CC7E12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18324-512E-41AB-8F3B-99402EAA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290DC-1564-4285-AE68-6D3A0EFE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917C7-3301-4D72-9193-555F77F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EFAAC-33E9-4CA1-8FDA-801ED28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2C39A-1622-4772-9BDE-5FD753FC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Intelligence: Artificial Intelligence, How Does AI Work?,...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5802E-C529-4D30-94A3-FDF178E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0B874-6034-48FF-9B5E-497C63CF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44ADD-45CD-44C3-9442-14BADBC2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717C0-F8D2-43D9-8F64-C19091E6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42FBE-9A50-40BD-B89A-B5EEDA1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7258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A0AB6-1F0E-4F33-8AD9-7C84560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D3A8B-0103-489A-A896-8E496FC8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4859E-697C-4A27-856F-0BAE76DC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E192A-0F65-428E-8866-DD3D840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90A72-9573-47B9-AC25-58839554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Intelligence: Defining Intelligence, Components of Intelligence, Differences Between Human and Machine Intellig...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A5634-F48A-4DA4-B121-407340E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Intelligence: Defining Intelligence, Comp...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72711-7B46-4BBF-A048-BB6FEAED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F36A7-6E65-42AC-B319-DEE62FB6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CE19A-4101-4F9F-9B7C-83BA0036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688C9-D003-4880-A309-B593E53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B2130-6884-46AE-BA36-8DEC24FF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ED2E5-3E72-4C80-BE36-D18F9427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F8301-E118-474F-B9CA-28CB799E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72620-0BFE-432E-AC02-AFD59187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9E105-5F80-4429-9CF7-4E9F67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1C763-3535-4636-B5F0-5AC91960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439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19E23-C322-4E4C-BF1E-D99D5C1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A7245-2DAC-4605-BC73-39687BB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C516-2CA0-4797-B10D-6D131DC0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39FFE-F2C5-4025-9488-FD9E4C0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4BC4-27DF-4BF9-9D0E-734163E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AA866-4182-4EC9-90D7-2354AC01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5C4E7-6774-459F-A750-09FF815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9D151-614D-44DF-87D4-EE2B7F78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431C7-578E-4B43-ADFD-88FB3408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Intelligence: Defini...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48DA9-3387-4F99-9958-8B786BAC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6D92F-00ED-492B-BEB4-F18A263D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87750-4267-48F6-ADEE-E5E4494F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Intelligence: De...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2B269-6867-4D30-8690-70217EF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846C2-421A-4F7F-9F15-64CFF956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1DBA7-596B-4708-9E42-146A57C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Intelligence...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70BDD-87D9-4266-90E1-C3208114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B1117-0EDD-4251-9580-B3437CBA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36BAF-41BC-4BB5-BB17-892D31CE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Intelligence:...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4D810-38CA-4925-8446-03FBB56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DC34F-04F9-4F2E-B59A-8D3A120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74E80-23C2-4855-929E-32E7862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Intelligence: Defin...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20382-0332-4D76-9EBA-828B30D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B4432-79A0-406D-B426-6A9C569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117884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6667D-3E0F-4EE5-8598-B841B36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2F904-4568-4492-A509-FA225DC0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42821-E731-411C-9113-93EAD0B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C0A97-5DAF-49FE-BA0B-4730C135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4E1E7-B89D-40C2-8F52-4684506A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B2867-5F50-41B9-ACCC-F7E6ACED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D1212-440E-44DC-832E-00895941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BD81A-59F6-44A0-8E47-13AB22EA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322F-40CD-41CE-8E8A-3D8272E2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A17B-C996-46F8-A7DC-11C63395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23F8F-1D20-4AF3-A725-DEA19BA5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E4725-8E28-4FE8-892B-F87F816F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0E076-1982-4632-8CFD-774BFDE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E96AB-8774-4C18-8851-26264870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5BE9-BF82-4A3E-82E3-445C0688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652696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47A61-E941-4F74-96A8-1696E41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51751-0D4D-41DA-87B0-8DDDCADA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6125B-BD81-4746-A974-BB757FC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7B38B-4759-4A9F-AE9B-29093F85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C1EE0-4F45-4A7D-9C21-C9740138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B58F2-981E-48EB-BD03-68764CC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Intelligence: Defining Intelligence, Components of Intell...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2D6B2-8D58-4C02-9BAE-12BE1363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E09A5-6208-4636-A433-9572249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6DF99-FF70-403D-A446-8CA6A61E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DB7FE-DDC1-4740-82F9-D231F170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B8D54-3564-46D3-99DD-4053ABD7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917053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8A2FF-C0D2-4B41-BE1E-5E260E2F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36398-5D44-4377-8F1A-CAE8562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290BA-EE0B-49CD-B414-BB741DEB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36C9-5114-4C79-A20B-EC42DAD4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2E5AD-F525-452B-B62F-2790E768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Algorithms: Pure Heuristic Search, Best-First Search Algorithm (Greedy Search)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B933D-08D0-4480-936D-781F506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Algorithms: Pure Heuristic Search, Best-F...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58603-50DA-45F7-BF3E-ADCA922D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6226A-892A-4355-9C97-BA61E16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C751-E62A-4F51-AAF8-0DF85A0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B66C4-D9D5-40E1-BE89-CFAA50E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0176A-2782-4B17-A8E0-FE18B04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8FDCF-EA7A-4F5B-A8A2-188AFDB0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901CA-476A-4570-9BBA-D24C421C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43F74-1C1E-4454-A500-BC0AA17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06C1C-A10E-4D4D-BBFE-F869C172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6800F-9384-4C2D-9DA0-5880683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15198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72602-0E63-49BD-BF9C-558A580F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CE84-BD36-4BF3-8147-2E294F5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87532-71DD-43FA-9700-863ADEB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18B73-94BF-4C8E-AABB-F54A8316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D9DB0-AC3A-474F-B9C4-586A6FC5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024A3-F897-402F-8310-8DF21A57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AF230-9B2F-408A-B119-2FCEEE60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D682A-F324-4D96-9158-0B20419C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7BE60-749F-4AE7-9342-2826BB5A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Algorithms: Pure Heu...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8208C-E152-43EE-8CEE-65B3FEB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A67F7-D91D-4985-91FD-0CF8C90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0DAA2-0539-4A04-80EB-D963F12B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Algorithms: Pure...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0E8E5-04F8-44A3-B7AC-1F225102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3D4B7-88BC-4E7E-B1E2-FCCB26FC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73DB7-0364-4493-AD98-4E89C85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Algorithms:...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B3CF3-CEED-4E26-B07B-FE7EAF28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F46C7-3E2A-42C3-8C37-C70C59E5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B67C2-2D68-478C-9843-AE37D8D4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Algorithms: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BAE2C-BF12-453B-8C85-F3CC8980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275A7-0ED9-4D4B-B990-71E0B06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6EE77-73F9-4E05-9585-794EF04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Algorithms: Pure 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D9057-640C-441B-A92D-FC3EB0C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2948A-CED9-4A93-BAF3-1017EEAB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843076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73E42-32FC-4612-A9E8-0567DC50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74E1B-7BD6-4366-BE17-77A56E02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437CA-B200-4FC1-B91F-DD8B604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768C9-830E-4D44-8EE2-DA1B3B21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8D97C-31F2-4D41-BAF2-2BC0037A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CDB8-6342-4DF2-8B71-93A556D2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DFFC7-4A5F-472C-980A-9D23EC32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4829E-79B8-48CD-8130-978D424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57247-E93B-4DDE-9EFB-C667F234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6AB69-CF0C-4DC1-82B0-DD3DD505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D0E3C-DCA3-4295-BDE7-D599506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5F3B0-38B7-46D2-9B4B-3EB1984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9C020-EE20-4396-A84C-0FB655F5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DF13A-CF09-4F6A-943D-9B6E0821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10A3C-50D1-4CE0-AF66-A8BCEE6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647196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0C20D-9756-48FE-9CC0-406FAAED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E8E18-009E-48AF-8FED-5480129A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1616-E862-4BFB-9C0B-329BD379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84781-79D6-4172-AF08-AE8217B5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65814-6D1C-487A-99B5-A34B04B9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2EA5C-2F9B-48A4-8558-88704B0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Algorithms: Pure Heuristic Search, Best-First Search Algo...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C83CB-FE0C-4015-A4D1-ADA9AC13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0E867-B52F-4140-B1B1-7A87940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E8824-BA33-42C5-8119-819259F0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3762E-24B3-4D0B-A176-C5EB8121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F3B43-ADEA-4435-9A1B-D59EC906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885101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F4582-AD9F-4ED6-BC55-DD9FB598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34464-CD61-4E3F-84B0-1F8CBF7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5ECBC-D4FA-4B5A-ADDB-54E5FD6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D0413-4E14-4BBF-868C-91FC49C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7ED6B-874A-41F0-81CB-EA697E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Representation: Introduction, Knowledge Representation, Knowledge -Based Agent, Types of 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84977-9EB8-4D83-A09F-E10D93EE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Representation: Introduction, Knowledge R...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45DE-0AC0-4009-898E-1C9089D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F1266-DF63-4FB0-8824-7F2023F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D5428-A8F4-4D24-B6BB-5919E59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D5490-3E0D-43DF-AE11-76BD7B22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ACE69-BBFD-473F-8E09-748B6BF6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16862-397C-4CE1-B472-29C918FE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DF5E4-7828-4A29-95E3-24DEF2CB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FA64A-08F3-4345-BACA-B229BBCF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2C63E-70AF-431A-8AED-FECA6FE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95C4A-A3EC-436C-89B3-B0D89925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82479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056AE-886B-4542-9CFE-38487159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929C6-8430-4E64-AF88-2262551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ABADE-09D4-439B-BC1A-9862822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3A6A0-D040-41D5-A4F1-CF84E075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BB88F-933B-4874-8FDC-586A6037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4D9E9-1D2F-423F-B97B-E207A6B1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3BD3B-D651-4CC4-BE7E-FD3899C9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47186-241E-41E1-A13B-1AFA3FA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AA232-DBFA-4D6A-B11C-58F72407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Representation: Intr...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A4752-AA57-4203-ACCC-B8616EC3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8EF49-FD39-4972-B3B3-2551AAE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0FFF5-C41A-47A0-887F-CDC1833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Representation:...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9D874-291F-479C-B6C8-A35F889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E2400-2DC2-4968-9076-BBE9DC91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1AB61-4C2A-4BA1-833C-A6605ABE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Representati...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83A9F-C289-4B57-8003-8F367C6A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9C64C-A4AA-4C75-A8F3-D2FE397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A1392-6FEE-49C0-9B13-DF97BCA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Representatio...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2DAE2-C21C-4819-B8F1-A4A25DB9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0C20F-3C65-43C6-AF44-8217E3B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99840-53EB-437A-85A2-2AEC86DA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Representation: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B785C-13ED-47AF-B03A-716CB78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5313D-D7F2-4699-9E14-13ACBD9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335546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146E7-A81D-42DD-854D-C1F3B2A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52472-33B1-4175-8F0D-8C387D1E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FECED-CB96-4E50-B0CD-5C2C6090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158B-6547-41F9-98A8-F2685284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63433-E917-4148-967F-8E33342E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9130D-FD1C-4713-B884-0E5C5682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D8512-43B5-4536-9B92-B35BDDA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42DF4-E52F-4F8D-89BD-5D018301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0D3C0-6FB3-40D8-8A62-41307686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88BA0-EA4C-4F07-BB8D-00BF8D4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C1A7B-F9D9-453B-8E8F-DC5D5D5E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C0666-D9D5-4128-BBCF-7793D8D6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6B075-0CBF-47EA-A823-64D1D25B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ECE9F-0FB7-43F0-9340-0DBEA5D7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62B40-4E04-4671-843D-71191D4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002430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754AB-1EC2-45EE-9159-585D928A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A1F0E-909D-4B48-8B96-93A424FF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3C16D-FBFB-4D53-A444-97D87806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07A77-24D3-4905-83BF-2593840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0BAE8-F794-41E0-97E9-E9CCDC52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5F278-7B90-4125-8A28-7DF4BC81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Representation: Introduction, Knowledge Representation, K...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346DB-0318-4850-A43C-D26D198E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FBDA0-6937-4C23-B3EE-60DED6FF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01BD8-2BD8-4594-B9EF-774104CD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D7E14-5422-4D75-B676-CC8F22D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B51F7-A4B0-4490-9DB1-C258C8C8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136507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2D051-F00E-438C-AF56-492904B0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7BCF5-B296-452A-B128-228E597B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8C5D6-BADC-4FC0-BB96-3785157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4B71D-E22F-4E59-BD11-D8C84AD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39FF9-1036-4F42-B237-2E893F7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1-1.5), Chapter 3 (3.1-3.7.2), Chapter 4 (4.1-4.4)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EF48B-F9E0-46FE-8D28-E340B953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1-1.5), Chapter 3 (3.1-3.7.2), Chapter 4...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67D42-8651-4FCD-9AED-133C7949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9BF41-F1E1-4042-AACA-E6148EF5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BAF34-EB50-4EF1-88AA-457F2742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5FCDE-6081-4F3A-9D3E-A8D03BE8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EC06B-AB81-4F71-B62C-ED723D48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8B4D0-C12E-400C-BD08-2FA0E4F8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3EF2A-216F-437C-804F-2663881C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D601F-980A-4EE1-83AF-D466667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898CD-D57A-4D95-A78F-09F96CE1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4CF41-7DD9-4C7E-B9B0-402E6AE9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105227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E345B-B39B-48EF-B589-2A88B63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8CB5C-734C-44E2-88C3-2EF9D43B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4D8DD-F9AE-4008-9F60-3BC3AE30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1C2E5-DFA1-4939-8AC4-EEEDE1A6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0274B-1712-4166-9DFD-EA1B85D7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6FDC4-D531-4FC5-9BAF-86CFDD6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ADE35-CAB8-4424-B5F7-3011CE11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4E430-616B-4420-B0DD-1332F30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643D5-BAFD-4CEB-A8AD-1E44D870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1-1.5), Chapter 3 (3...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1E917-6B36-4855-8C9E-BCE4E211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D3286-42CE-4463-8F91-039A696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D06D2-B005-4AF1-926D-9D93FD9E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1-1.5), Chapter...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9BA1A-44FB-4B33-B6D6-9A6A4A43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D93A6-CF1D-4B39-9DA7-0344F52C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9BB7C-BE66-4872-9B67-CB68A0E3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1-1.5), Chap...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2DDC-011B-470A-908C-0F9B9142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DDE81-480A-4CB5-BE14-D7A4BDC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99B08-1742-429A-99A4-5BFE7932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1-1.5), Chapt...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324E1-E72F-4694-BE9A-0219761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101E8-DD13-41A8-98EF-6DF65FD2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C207C-AC99-492E-A8D3-35AEEFFB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1-1.5), Chapter 3 (...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9022B-49E8-421C-AD1B-89976711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BEA03-F920-4774-B8EF-376165B1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26152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A192B-08B5-4423-8FA1-C7F7BDC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3E602-30BD-433B-8A7A-10A8AB1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F7A72-A365-425F-A1B7-0ABFC9A8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03E41-DD8D-4C62-B6F6-5D002DD5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DE69A-C6BC-4E3F-9ED9-5A2787A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D74A2-2B6D-4930-A73F-F0EBFD72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C3092-DD0E-47F2-9C44-47BE0BE7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775E6-C2D6-49BD-A65E-0280EAA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00967-5103-4954-AB15-175743E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6A818-CBB3-40C2-9107-92F459C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1D052-E4F7-4306-B53A-3F37E9D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6E979-AB50-4E1A-9D02-0CB7239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72703-992E-49E7-8F79-E865CCB4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45984-A8E9-4C43-848A-67F6B91D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7769F-89D4-47D0-AF72-CB6BF874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346435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FE778-524A-4B00-832D-BEB4318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D09CD-1F34-4FCD-B7D7-B7D6CA8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B456C-EF29-4E68-BB98-9CBC904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CE534-899A-4989-9EFE-165F547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BA17E-79EC-4287-AFCB-98787005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578D0-3E93-4356-84C3-D61154BA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1-1.5), Chapter 3 (3.1-3.7.2), Chapter 4 (4.1-4.4)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73A2F-5466-4592-8DCB-325A134C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FFE99-91C7-4012-A905-0A7D8B3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F0D4A-08C5-4800-86E0-A16B7A2D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76F71-A9A2-496A-8FAF-4ED1F48E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5ADDC-FD05-4979-9151-ADBA4DC2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840640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343A4-EA36-44A7-8FA2-112F3915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C342C-78CF-48BD-9B92-8D31512A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A86CF-DB2A-4D7B-8533-861E0EBE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0D060-E34C-49F2-A7AE-2F4B1A72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54F5B-8800-4C4B-A5B6-8F9A3811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737DD-03F9-48DA-96F9-F834639A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284081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BB106-6A9E-42AF-9BD3-10982FC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621CC-7A93-49F2-B9FA-F1C544B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41585-7A1D-4CA2-96BD-ACA08E7B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44CBC-64E3-401A-9E05-135BAEC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84D77-1E63-4F1A-A4A5-7ED1B30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Artificial: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Intelligence: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Advantages: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5BC4B-4FCF-4D5C-B53A-7EF5B48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582584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AADE5-E01B-4E3A-BB7A-C4EC34E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8FB1B-4282-42BC-A0B6-A8C41EB1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D4917-6737-4E39-AFF4-8652F90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498E9-6CE6-4815-95FB-8895081C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3555-7D1A-4F7C-9C28-390503C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6F5B5-EAB5-4B54-8F87-1407E4C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10482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1EA3D-346A-4CCB-960D-9208096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82867-2D45-4D7B-AC04-D9460B9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1EC48-76FF-42DC-8FD9-5ABBBC55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93540-3780-4CA1-AFFC-40ABCA9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25176-5EA7-4BDE-A6E9-E274E778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1C647-5736-44A1-B851-C3629D76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922481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42872-217D-4723-A219-ECE875C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575BE-9B9D-4270-B495-859970C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F1275-F0F0-44F8-9554-F98DEFD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50276-B7C2-4860-8E25-0C548013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CEBBA-9013-46AC-91A1-5D9C86FA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Intelligence: Artificial Intelligence, How Does AI Work?, Advantages an...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Intelligence: Defining Intelligence, Components of Intelligence, Differ...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Algorithms: Pure Heuristic Search, Best-First Search Algorithm (Greedy...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Representation: Introduction, Knowledge Representation, Knowledge -Base...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1-1.5), Chapter 3 (3.1-3.7.2), Chapter 4 (4.1-4.4)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6DC91-DA1E-46DB-B834-D50DC973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1D044-8B25-4895-A0E5-8F07889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50412-EC21-4A0A-B79F-2A59AFF5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616487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5D686E-5419-4C5C-85F9-92655941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9E5A2-B218-40F4-ADA3-4528DA5D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Intelligence: Artificial Intelligence, How...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4069F-A912-436F-991C-DFDD258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33D28-3A9C-44AC-B328-ACF7022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EFBF9-13A2-4318-9A9E-A99D80F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9E6C-97D5-418C-A63A-ADE1E044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D412F-C482-4C80-B314-AA1B2AD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8D8E6-D14C-4F57-88F3-8444A4CB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B1ECA-2F15-4603-8E0D-E5F2FDA0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C840D-C8B6-46EC-BF3A-77DB5D11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3626C-A88C-4CFD-9511-5564455C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CDEB6-AE34-480B-B1F3-F68EA696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B2C51-E7DA-4A4D-94D7-52C0C1D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5D2A1-AE01-4BCA-878A-563F2766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559D8-2BFB-4330-97F8-82C04E02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B37EC-D16B-4E71-A8BD-BA1B7DB1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0C037-0561-4182-9532-B5AD51A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5D506-DE76-4C61-ACCF-C07CFF4C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588F4-9FFF-4E98-A27A-5831647E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26408-3F48-48D5-8327-750DC364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AD907-64BB-4C05-B9AE-9F590992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679E0-5156-4F10-B055-57E1E0FD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EFFF8-015E-467B-BAA1-F848D86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16E09-1CB2-4A19-BEF8-66405032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13375-2E7C-4D6B-8785-99FBEFAC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10A78-CF3F-4F12-9C4E-7587743D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78C45-4568-458A-BE4F-672998BD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1A4C5-7263-44BD-B653-9897200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2DCA95-CF37-4059-B30A-84723B3C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69C6E-0C8C-4D5D-B014-890549B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8243A-2BA7-4E7F-B72A-4BAE81F2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DEA814-D12C-4034-B951-ED455B7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109432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C1A5B-38E5-4171-AEDB-E748D498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CE436-F687-4073-8EDD-5D4A201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Intelligence: Defining Intelligence, Compon...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84FCA-26EF-4B54-9D00-60D5F53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50E27-01FD-4C0F-A3B5-A53157A2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1455F-B362-4C08-BD5B-C58DE54E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E8041-DD52-43E3-B8FC-2C87102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8F22C-E4AA-4019-AB2A-CCF665C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A5E86-8D51-4B89-B92F-708FC83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E838E-38F5-49CA-8D9F-468F20C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79B8E-987B-4187-B257-0664E1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8A0F2-75D1-416F-B9C7-5996ADE7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AB46D-7AB2-4556-BA75-AF24C1B0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1EC27-6B70-4976-8AC1-AFC2679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123CF-B40C-4F40-B369-13B362E5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6E827-A62B-4AA6-BD8E-DDDFBCB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F97F2-3803-454A-958B-D6448811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70001-F793-48BF-B5E3-989F1D06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DE2FE-8876-40A6-9F0B-C21F06B0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D1EFE-1564-48AC-BD63-2E5B3CB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EE8EC-2C2E-46CC-A82C-8C296EFE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90C8D-EAD6-413A-8EE3-875C2D7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0C54E-23F0-4597-8477-DBCE893E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99146-7AF6-4B3D-803D-4D04EBB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471D8-11BD-44DD-ACC8-99C8432D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314E6-5C9C-45EF-94F3-D684FF55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78474-EE29-46DD-8C27-C8E755A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1B12E-7BF6-44B6-BD88-32D53BFC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BF1C3-A46A-4DD0-AC95-5F02DEB4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3156F-B2C0-4474-AA9A-3C6E4103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5878C-1A46-407B-BC80-78CF852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4FFB2-22A5-429E-AFAE-ABFC77AB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7188D-85B7-4DFB-A423-2B40521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550035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6E83B-DC1A-4F55-AC82-3ED2F7B9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3661F-296C-4954-A1E7-4AEFAC74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Algorithms: Pure Heuristic Search, Best-Fir...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A6D76-156B-42F3-A7D1-B67D1BE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E974D-185D-4066-8ECF-FBD087B3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C6D63-FE64-478A-B186-25F968D0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E3A6D-6AD7-44CF-B611-42EDFBCF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BBFB7-3837-4B4B-9EB5-2A68F4F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3C205-9ADF-49C0-9AEF-A1649B2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F9AD3-EF97-4EC4-BC72-6235021A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0D98B-CE50-409A-A6BD-270D49F3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E9D2A-37FB-4F1B-8A00-24E377D7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9B0BC-2E69-4C30-897F-039986F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CAC29-3F06-453F-9E06-7D1CDA7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8F3F8-17F8-4F23-92DA-5F83C530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39260-2550-4FEC-BAD2-8D6500B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58B60-AF80-4F74-98F1-9CF08856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94C52-BB07-4990-80D4-C43FEA8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52887-FB70-4C30-BA25-86BACA2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7F62F-9BDF-4C3E-9EBE-B128773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9742F-E310-4E9F-94D5-94C3945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620F2-E0EC-4B29-BED5-FC46D72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88D60-F8CC-422D-930E-94871600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75633-4119-40B3-9C6C-26A72DF8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F6711-42FD-45D3-9EFE-3F277101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E157B-7BCF-4CD1-BB42-E83F6E9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E9E07-14ED-4EE9-972B-F9458954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66EA4-395F-4C9B-9A8D-381E8984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B3899-D130-4D51-96BC-34FB43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EE81B-1ED5-458C-ACBC-E27617FB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9615DB-89CD-41BF-B93D-825CB17A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6D1F5-B84F-4158-A482-78958957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0DEC5D-9B0D-4480-891F-FCC52B8D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279323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E0A72-0AE8-4012-8153-2AFE7EB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610E2-CA54-402A-BAAD-398BDA8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Representation: Introduction, Knowledge Rep...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98E26-FDBD-4605-A519-FA88F218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2BC78-7826-46BB-92F4-F8BF7B2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5DC9C-AEE1-43B1-B5A1-5D77A3D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D749F-41B3-4C6A-90C2-B3FC130D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7F597-2F05-45C6-9ACB-13F1EC6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D3467-CD31-4BB6-8540-059F0592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199E-6010-4755-A7D0-C9D2BCE6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C3854-B987-43F0-9F70-655A523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F13AB-BC69-4C8E-8180-927B1F26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D7846-C0FA-4B33-854E-9FC3E86A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9535D-09D6-408E-BAAE-B120D55B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8428D-327E-43E6-B034-AD4D91B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D446E-854B-4BCE-AC1F-DCDC617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9F908-AC38-4D87-8D10-378459BB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0691E-B091-49C5-B80D-0C3DE22E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754D1-E6A5-42AB-96DE-554EA56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799D2-757E-45C3-8F97-5CBC31B5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060CA-4091-44CA-9449-93CEB929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DF1AD-0D1C-4970-8589-3842F9D3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024EF-7228-4426-9A62-FB640724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F784D-DC05-4347-BF65-081705D6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36DB7-E13E-4EE3-9E01-03097810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D8E2B-4DD7-4327-A094-8AEDF12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22961-7009-4626-87C3-ED354EE9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D890C-843B-4363-B50D-183A2C3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05DFF4-B14F-4299-8406-CA5FE59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C2955-A7E8-4022-A834-BFE64F6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620C7-D3F0-4308-A190-AB8E6C65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D4DF8-7EBB-4F08-878D-3C6B0E13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0AAB5-55BC-4BD9-BC61-9A467950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43999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F6C1AC-E9A8-467C-A122-C88FA74B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8AC93-D70E-4BD5-A13C-33E7A940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1-1.5), Chapter 3 (3.1-3.7.2), Chapter 4 (4...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0194C-5CC9-405D-9205-FB5DF606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0238F-B0FA-4F06-98CC-6C3D037D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86B70-39DA-4713-BC84-9C42879B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FF208-59CE-4563-9ECD-995000C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C0A22-530A-4BDB-87FF-6723ED13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9E0EC-020C-4535-AF55-F8207E5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00F82-60FB-4D67-97A3-54345367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BA7FB-F3FA-4E86-9B20-ED80656D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2B75B-CFA7-4902-8F58-FC5780A4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966ED-80DB-49C5-9520-190A033A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7B003-8679-41DC-B8EF-B7A0C5B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1E609-242A-4A6F-B202-96B01F9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C63CB-1741-496F-A367-9878BFFE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19A85-C9D2-42B3-BEA3-8113E2E8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8FE81-0C5F-4FE6-B394-733CBA8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5EF0F-C28E-44E6-BEEB-C8C23DC8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F4CBB-DCFC-4C58-A470-A329D7ED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73FA3-CC2D-44D4-8E44-BFA0C07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3C612-83E7-4975-A96F-96B4DA0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DA43E-2D75-45A5-B435-3AD8D782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8D8D3-1C04-412D-9DEC-5CA29A4C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68A00-4696-42CA-8DF5-6BDF65BE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8AF3B-C2FF-464E-9346-6324794C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AC172-91F5-4BD6-A362-E2D7394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F48A7-0C52-4B02-8606-28D77804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5BBFB-A5D9-40BB-9DEF-E0A4D3E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622CC-714C-4CFE-BB00-95E6C2A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E64E5-D0E6-4728-8C65-5D6E4F1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41BE14-C14D-4B2E-83CA-BE7C0E14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08CE8-B1C0-44BC-BE40-B38AFFF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99651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C9B6F0-C810-4EC8-80DD-A71ACA1C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B3B86-D421-451B-92E2-B4BA66C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Intelligence: Artificial Intelligence, How...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27853-12E6-42E1-AC10-6CAA2AD6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E5D9A-0083-4CBC-AA77-281154E8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B778D-3224-4A30-B847-7FED7F5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0E520-4383-4608-AEC3-F236FB66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FFD4A-91B4-4BB7-92EF-44ADA3A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D7C17-2152-4AD5-A6C0-02F717C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2278A-B9E1-40DD-9442-8E4516F3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830CD-0AE9-40D0-86A5-F70F0F7D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EC875-0857-42F2-869E-E0E9922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258EE-62C4-4E9C-85AB-ED76C7F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CB84F-A88A-430E-9433-9146A35E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6E53B-29C2-4FE0-9C82-1E2867E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C027B-340D-44C6-8445-6A09DF37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5BAAA-2131-4872-AF19-6B4A1FBB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D6DFA-39B2-4867-A865-F036E29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78BE9-6291-4F82-B2F5-236150B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2CFD1-456B-4BDC-B5D9-01B94BC7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768B5-F793-4CAF-9E54-1A87F6D6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D5830-0D50-493C-9F73-926DD5A5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82F6A-5300-4435-AEB1-27C4ED06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3B29D-C77A-4668-BA51-3EC0AC7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8BE2D-96F3-4DCD-87AE-1DCC2DCD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B2C35-F5AC-4666-B747-602B6AD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C3241-2CA6-48B5-963A-0BDCC2E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25EAD2-974A-49E2-9BCE-4191EC2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54E71E-EFB9-4816-95E4-AA2765B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13A98-41B4-46FB-B1B9-F5DA5A2E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00B967-F741-47C3-B3A0-C569811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71053-EDD1-4E24-9974-A1607CAB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47261-7F7D-45EB-9F76-BFB688F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088291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6B106-2516-4CD9-9A66-17FE0C3F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D2F6E-DF06-4409-936B-9DFE378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Intelligence: Defining Intelligence, Compon...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F5673-2999-44D6-9B63-A510918A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0736B-FC2B-4DA3-8BA5-AA908A9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C6EA9-E338-462D-96EA-7EEC5A0A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939A0-6E3B-44A5-8B81-1605A531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514A5-0366-40E6-A0E0-D2994B2E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55A5F-843D-4BE5-9DEE-D6BA630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C4419-13FC-472D-B122-B6EEAF2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4B9FD-EC8D-429A-B3BD-97CC1DD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6E504-4F64-4D2A-BDC9-365B269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27047-68FA-40D2-9227-DDEB984D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4193F-728A-4EE0-8AF2-2C55FD8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1CE5E-FA23-4F27-8558-764D60CC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ECB6E-4C93-458B-880F-9D3555A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E8444-347B-4390-B0B1-4B621D7D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F6F92-821D-4FB3-8993-140E457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05447-F2A2-4C0D-A6FA-3892F0C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0CB95-C49F-4E33-9CB4-D71123D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A24F2-8CCB-4443-8FDD-B962B0A2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B9214-1469-4024-B2C7-59F126C6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9F65F-62D9-465B-9263-4B5BDC8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F1681-45FD-4BFA-BD4D-B3C3574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C8D6B-E017-4A48-930C-B9D095AC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5A2DD-BA2A-4C91-B21F-04BD2A8B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EC373-82F0-44BB-8FBA-8634C30B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5003A-9F0C-4AA7-844C-BEA3A808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8F6B34-0DC1-4C9A-B918-9DC29070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28B98-488B-48BC-B4E3-3C7DD683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ABFC2-07FA-446F-9EF5-D6EA9CA0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2CD40C-61B1-47CC-B885-DB2AC6B7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0CDCC-30AD-4476-898B-14B4E8F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620208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F0B68D-7C18-4B81-A9DA-A37EA2B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4FDA0-7030-4146-8737-639F6A3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Algorithms: Pure Heuristic Search, Best-Fir...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B2673-A4C5-4F6D-B275-0BCC04C8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FA391-9515-452D-B2CD-BE3B4E9D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4FEC4-2E73-4859-9B5E-0B2FCFC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FEE5B-DE5C-4060-A3AB-BD8A5FF4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08D6C-9EB3-455F-AB44-BD94458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DB1F6-9873-4E3D-9359-A316E66B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845EE-3AD7-44E8-8086-253B6EB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DA9C9-A82A-4172-AAEA-35F1749F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02C63-8298-4372-99FC-A7316AD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480E9-B6C8-4F7A-9353-2A1DB338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43E72-12A3-453C-A0C9-391BEF47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0EC47-3DA3-4C6F-961A-677CF41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2FFB3-55E1-49FB-8A9F-CF3EB032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B30D0-7B5D-49F7-882F-52C253A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29CA9-1C43-4625-8E12-1D296674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0EE55-323B-424C-838D-AB9254B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B1DFE-F273-4F67-8EFE-28BEB4F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D6450-2E1A-4D89-BDC1-E49BA023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DECE9-BCC4-4C73-97F1-D289D9D4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ED96F-DF15-488D-90D0-DF5324EF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53441-3D33-4A87-875F-5C7C411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4619A-D7B4-4CC7-938F-12AA278B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9A5E3-BCD8-4D36-9A5F-B4FA14AA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3EA20-8404-4EB8-AB50-55ABE2F7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4AB05-A27D-4BC5-84F3-CC413018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16F82-C8F6-4E1E-9EEF-47BAA1F9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9CF649-685B-44CE-B68A-4FEA466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C759E-BA1C-4490-8F2A-F65BC915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D4134-3DD0-442A-8371-05417490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CEF06-BB2A-475B-8BF1-2F20968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592699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2FBA6A-25EB-40CA-969E-8DBE016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2F3AF-AA6D-4101-BABC-681E04BB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Representation: Introduction, Knowledge Rep...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0D418-42C3-4C55-B37A-BBE8F22D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6F121-0513-41B0-AF07-A5B984C0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C57E4-BFCC-4AD9-9A92-295A81B0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FE276-BC5B-4E7B-8B10-5D1D7DAC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BDD10-A922-4713-934F-18558372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C218E-8E98-4535-9C78-8E7F4A89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2696D-C6B0-466E-A732-49EEC50C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527F8-5104-425B-AD48-00B1FE4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86266-D186-43C1-A1D5-988E9FC4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A13F1-AD17-4755-99B9-454A3E41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F9927-A741-454A-A0BE-C4AE7D07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4DECD-DF5F-4EE2-99E6-D33846B7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F0E85-BEB8-4959-93DB-4471D029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AE169-CB87-4527-B15C-B4A3DF08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603FA-FCE5-46E7-86DB-1E0D8909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B390B-D490-40A6-8F50-5610DFA1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FBAA3-0642-45A9-BFDF-C689A004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9DF97-84A7-4CE0-8BAA-AC583A7E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0D87A-8924-491F-8D73-3005B97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C1CB4-56B5-4FC2-B858-53FA5000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2D5C7-C077-4133-A163-BAA0EA3E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FBDAA-E477-4796-8F00-8ED81ED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DBA58-49C1-4433-AE46-7F9E427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72BE6-DE5F-4556-9312-D78A9E3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AC4DA-EBC5-489A-AE52-C79B7523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3AA85-CA50-4CE0-A69C-C8A624E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928BD-C271-42DE-957F-50D4DB6C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1809A-B9E4-4229-9ABE-E7A6533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6E03D-04E4-4DAF-B1A2-EE79BE28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72240-EDAB-46AF-9243-A0903368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224670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2C5101-3245-4CFB-A88D-11AF8608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BA654-56C5-4CB1-8F1A-F6906FB0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1-1.5), Chapter 3 (3.1-3.7.2), Chapter 4 (4...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DE5A2-C3B3-4438-913D-62F34B18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73D6E-8256-4C4D-BBAB-DE1112DF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BFEB6-4DFC-43C6-998F-3C5B7CAD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15171-B84E-4EEF-AB01-A41CA135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CDE86-2FDC-4B32-9550-C52B8467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32B80-B08F-442B-9399-2F5D6FEE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8A8DF-210A-4529-A472-6EEEA7A8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A4653-E3C5-416F-8BE2-160DA01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102A0-2C68-4419-AABC-E708E04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3C666-0BA6-4894-AD7C-4213A27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ABFA8-D041-4B00-B01C-281662F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3B9F2-622C-4177-8A69-A00A9A6C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391B2-B311-45AA-B964-2DBCB8B9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C4C49-BCBA-4959-9F82-7EED6AB3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AB228-42D0-4342-A434-BD120F4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B9FDB-06BB-44E0-B629-E1F02104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00288-708C-4AA4-ACAE-00753B3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8C67C-20D4-4DFF-88E7-E6FFFC1F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9A68F-F5E7-4A3B-818B-6957D72B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09957-D7E0-44E6-AC33-1F778B5F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ADD51-6B63-4B9F-86F3-634229A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D0CF7-47BF-4D7E-874E-04FF99B1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5BADC-DF87-4F60-B223-425224B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79490-BD9A-4754-9F06-89CEB2C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E4B30-2C45-48A1-A6CD-1CD4F13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9175C-203A-4631-91A3-43F6179A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1BB937-B822-4C79-AEC8-E579A3AB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6D2F2-5600-471E-9878-4EFF1D82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20A333-1170-4885-999B-64E537F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01D0B1-6AB4-473A-9FEE-0D0603D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AI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6573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2026-08-24T16:02:20.2950000Z</dcterms:created>
  <dcterms:modified xsi:type="dcterms:W3CDTF">2026-08-24T16:02:20.2950000Z</dcterms:modified>
</coreProperties>
</file>