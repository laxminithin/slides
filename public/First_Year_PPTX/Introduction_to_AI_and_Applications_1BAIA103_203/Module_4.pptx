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8048639b54855" /><Relationship Type="http://schemas.openxmlformats.org/officeDocument/2006/relationships/extended-properties" Target="/docProps/app.xml" Id="R0d326d6abd154f5a" /><Relationship Type="http://schemas.openxmlformats.org/officeDocument/2006/relationships/officeDocument" Target="/ppt/presentation.xml" Id="R4ebc481c642240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abb4717f744e3"/>
  </p:sldMasterIdLst>
  <p:notesMasterIdLst>
    <p:notesMasterId xmlns:r="http://schemas.openxmlformats.org/officeDocument/2006/relationships" r:id="R923f8c31b56e4c7e"/>
  </p:notesMasterIdLst>
  <p:sldIdLst>
    <p:sldId xmlns:r="http://schemas.openxmlformats.org/officeDocument/2006/relationships" id="256" r:id="R20cde301990f49b3"/>
    <p:sldId xmlns:r="http://schemas.openxmlformats.org/officeDocument/2006/relationships" id="257" r:id="Re0ef37ecc2744fe7"/>
    <p:sldId xmlns:r="http://schemas.openxmlformats.org/officeDocument/2006/relationships" id="258" r:id="R9cb1af1d73f14ece"/>
    <p:sldId xmlns:r="http://schemas.openxmlformats.org/officeDocument/2006/relationships" id="259" r:id="Ra69eff03cc944f08"/>
    <p:sldId xmlns:r="http://schemas.openxmlformats.org/officeDocument/2006/relationships" id="260" r:id="R9c6d459b2ad0425c"/>
    <p:sldId xmlns:r="http://schemas.openxmlformats.org/officeDocument/2006/relationships" id="261" r:id="Rd8cd42d839ca4a52"/>
    <p:sldId xmlns:r="http://schemas.openxmlformats.org/officeDocument/2006/relationships" id="262" r:id="R490c603e319c4a0e"/>
    <p:sldId xmlns:r="http://schemas.openxmlformats.org/officeDocument/2006/relationships" id="263" r:id="R2262effb44d442be"/>
    <p:sldId xmlns:r="http://schemas.openxmlformats.org/officeDocument/2006/relationships" id="264" r:id="R0472cda8408c4f54"/>
    <p:sldId xmlns:r="http://schemas.openxmlformats.org/officeDocument/2006/relationships" id="265" r:id="Rd580403e53d84624"/>
    <p:sldId xmlns:r="http://schemas.openxmlformats.org/officeDocument/2006/relationships" id="266" r:id="R16005909ea424d33"/>
    <p:sldId xmlns:r="http://schemas.openxmlformats.org/officeDocument/2006/relationships" id="267" r:id="R28e1e0aebae74edc"/>
    <p:sldId xmlns:r="http://schemas.openxmlformats.org/officeDocument/2006/relationships" id="268" r:id="Red0558acf6034a1d"/>
    <p:sldId xmlns:r="http://schemas.openxmlformats.org/officeDocument/2006/relationships" id="269" r:id="R82ae66b659f3450e"/>
    <p:sldId xmlns:r="http://schemas.openxmlformats.org/officeDocument/2006/relationships" id="270" r:id="R193b1ece6a9f4562"/>
    <p:sldId xmlns:r="http://schemas.openxmlformats.org/officeDocument/2006/relationships" id="271" r:id="Rb2f8a8a2b8684439"/>
    <p:sldId xmlns:r="http://schemas.openxmlformats.org/officeDocument/2006/relationships" id="272" r:id="R036da77a92f443a3"/>
    <p:sldId xmlns:r="http://schemas.openxmlformats.org/officeDocument/2006/relationships" id="273" r:id="R66d37ba372f544e5"/>
    <p:sldId xmlns:r="http://schemas.openxmlformats.org/officeDocument/2006/relationships" id="274" r:id="R356c093af1074d6f"/>
    <p:sldId xmlns:r="http://schemas.openxmlformats.org/officeDocument/2006/relationships" id="275" r:id="R7c042225981b4330"/>
    <p:sldId xmlns:r="http://schemas.openxmlformats.org/officeDocument/2006/relationships" id="276" r:id="Rc3ab376aef864e09"/>
    <p:sldId xmlns:r="http://schemas.openxmlformats.org/officeDocument/2006/relationships" id="277" r:id="R1c51432b988b4c3c"/>
    <p:sldId xmlns:r="http://schemas.openxmlformats.org/officeDocument/2006/relationships" id="278" r:id="R571c22b175234fe1"/>
    <p:sldId xmlns:r="http://schemas.openxmlformats.org/officeDocument/2006/relationships" id="279" r:id="R7b678686060d4b9e"/>
    <p:sldId xmlns:r="http://schemas.openxmlformats.org/officeDocument/2006/relationships" id="280" r:id="Rd6ef5d9b2d684554"/>
    <p:sldId xmlns:r="http://schemas.openxmlformats.org/officeDocument/2006/relationships" id="281" r:id="R8864efedca9249fd"/>
    <p:sldId xmlns:r="http://schemas.openxmlformats.org/officeDocument/2006/relationships" id="282" r:id="R705936f7a81a4d34"/>
    <p:sldId xmlns:r="http://schemas.openxmlformats.org/officeDocument/2006/relationships" id="283" r:id="R957420a99eda4349"/>
    <p:sldId xmlns:r="http://schemas.openxmlformats.org/officeDocument/2006/relationships" id="284" r:id="R0ebd63d763b64598"/>
    <p:sldId xmlns:r="http://schemas.openxmlformats.org/officeDocument/2006/relationships" id="285" r:id="R51e5b16acbfd4b32"/>
    <p:sldId xmlns:r="http://schemas.openxmlformats.org/officeDocument/2006/relationships" id="286" r:id="Ra6b1e277afa24158"/>
    <p:sldId xmlns:r="http://schemas.openxmlformats.org/officeDocument/2006/relationships" id="287" r:id="Re77e6a24e08840e1"/>
    <p:sldId xmlns:r="http://schemas.openxmlformats.org/officeDocument/2006/relationships" id="288" r:id="R078901d91a804c28"/>
    <p:sldId xmlns:r="http://schemas.openxmlformats.org/officeDocument/2006/relationships" id="289" r:id="R7a28ac2b85c14f2d"/>
    <p:sldId xmlns:r="http://schemas.openxmlformats.org/officeDocument/2006/relationships" id="290" r:id="Ra40c31090fc64556"/>
    <p:sldId xmlns:r="http://schemas.openxmlformats.org/officeDocument/2006/relationships" id="291" r:id="R8e8a5b7b1f0e4f54"/>
    <p:sldId xmlns:r="http://schemas.openxmlformats.org/officeDocument/2006/relationships" id="292" r:id="Ree9f576801ab40bf"/>
    <p:sldId xmlns:r="http://schemas.openxmlformats.org/officeDocument/2006/relationships" id="293" r:id="Rafec598d8bfa4625"/>
    <p:sldId xmlns:r="http://schemas.openxmlformats.org/officeDocument/2006/relationships" id="294" r:id="Rafb0233c99704b1e"/>
    <p:sldId xmlns:r="http://schemas.openxmlformats.org/officeDocument/2006/relationships" id="295" r:id="R72ba4c8664234f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9f1f28420b475c" /><Relationship Type="http://schemas.openxmlformats.org/officeDocument/2006/relationships/slideMaster" Target="/ppt/slideMasters/slideMaster1.xml" Id="R704abb4717f744e3" /><Relationship Type="http://schemas.openxmlformats.org/officeDocument/2006/relationships/notesMaster" Target="/ppt/notesMasters/notesMaster1.xml" Id="R923f8c31b56e4c7e" /><Relationship Type="http://schemas.openxmlformats.org/officeDocument/2006/relationships/presProps" Target="/ppt/presProps.xml" Id="R9cc57c9d094949e6" /><Relationship Type="http://schemas.openxmlformats.org/officeDocument/2006/relationships/tableStyles" Target="/ppt/tableStyles.xml" Id="Rfe8c0f7e31fa45b5" /><Relationship Type="http://schemas.openxmlformats.org/officeDocument/2006/relationships/slide" Target="/ppt/slides/slide1.xml" Id="R20cde301990f49b3" /><Relationship Type="http://schemas.openxmlformats.org/officeDocument/2006/relationships/slide" Target="/ppt/slides/slide2.xml" Id="Re0ef37ecc2744fe7" /><Relationship Type="http://schemas.openxmlformats.org/officeDocument/2006/relationships/slide" Target="/ppt/slides/slide3.xml" Id="R9cb1af1d73f14ece" /><Relationship Type="http://schemas.openxmlformats.org/officeDocument/2006/relationships/slide" Target="/ppt/slides/slide4.xml" Id="Ra69eff03cc944f08" /><Relationship Type="http://schemas.openxmlformats.org/officeDocument/2006/relationships/slide" Target="/ppt/slides/slide5.xml" Id="R9c6d459b2ad0425c" /><Relationship Type="http://schemas.openxmlformats.org/officeDocument/2006/relationships/slide" Target="/ppt/slides/slide6.xml" Id="Rd8cd42d839ca4a52" /><Relationship Type="http://schemas.openxmlformats.org/officeDocument/2006/relationships/slide" Target="/ppt/slides/slide7.xml" Id="R490c603e319c4a0e" /><Relationship Type="http://schemas.openxmlformats.org/officeDocument/2006/relationships/slide" Target="/ppt/slides/slide8.xml" Id="R2262effb44d442be" /><Relationship Type="http://schemas.openxmlformats.org/officeDocument/2006/relationships/slide" Target="/ppt/slides/slide9.xml" Id="R0472cda8408c4f54" /><Relationship Type="http://schemas.openxmlformats.org/officeDocument/2006/relationships/slide" Target="/ppt/slides/slide10.xml" Id="Rd580403e53d84624" /><Relationship Type="http://schemas.openxmlformats.org/officeDocument/2006/relationships/slide" Target="/ppt/slides/slide11.xml" Id="R16005909ea424d33" /><Relationship Type="http://schemas.openxmlformats.org/officeDocument/2006/relationships/slide" Target="/ppt/slides/slide12.xml" Id="R28e1e0aebae74edc" /><Relationship Type="http://schemas.openxmlformats.org/officeDocument/2006/relationships/slide" Target="/ppt/slides/slide13.xml" Id="Red0558acf6034a1d" /><Relationship Type="http://schemas.openxmlformats.org/officeDocument/2006/relationships/slide" Target="/ppt/slides/slide14.xml" Id="R82ae66b659f3450e" /><Relationship Type="http://schemas.openxmlformats.org/officeDocument/2006/relationships/slide" Target="/ppt/slides/slide15.xml" Id="R193b1ece6a9f4562" /><Relationship Type="http://schemas.openxmlformats.org/officeDocument/2006/relationships/slide" Target="/ppt/slides/slide16.xml" Id="Rb2f8a8a2b8684439" /><Relationship Type="http://schemas.openxmlformats.org/officeDocument/2006/relationships/slide" Target="/ppt/slides/slide17.xml" Id="R036da77a92f443a3" /><Relationship Type="http://schemas.openxmlformats.org/officeDocument/2006/relationships/slide" Target="/ppt/slides/slide18.xml" Id="R66d37ba372f544e5" /><Relationship Type="http://schemas.openxmlformats.org/officeDocument/2006/relationships/slide" Target="/ppt/slides/slide19.xml" Id="R356c093af1074d6f" /><Relationship Type="http://schemas.openxmlformats.org/officeDocument/2006/relationships/slide" Target="/ppt/slides/slide20.xml" Id="R7c042225981b4330" /><Relationship Type="http://schemas.openxmlformats.org/officeDocument/2006/relationships/slide" Target="/ppt/slides/slide21.xml" Id="Rc3ab376aef864e09" /><Relationship Type="http://schemas.openxmlformats.org/officeDocument/2006/relationships/slide" Target="/ppt/slides/slide22.xml" Id="R1c51432b988b4c3c" /><Relationship Type="http://schemas.openxmlformats.org/officeDocument/2006/relationships/slide" Target="/ppt/slides/slide23.xml" Id="R571c22b175234fe1" /><Relationship Type="http://schemas.openxmlformats.org/officeDocument/2006/relationships/slide" Target="/ppt/slides/slide24.xml" Id="R7b678686060d4b9e" /><Relationship Type="http://schemas.openxmlformats.org/officeDocument/2006/relationships/slide" Target="/ppt/slides/slide25.xml" Id="Rd6ef5d9b2d684554" /><Relationship Type="http://schemas.openxmlformats.org/officeDocument/2006/relationships/slide" Target="/ppt/slides/slide26.xml" Id="R8864efedca9249fd" /><Relationship Type="http://schemas.openxmlformats.org/officeDocument/2006/relationships/slide" Target="/ppt/slides/slide27.xml" Id="R705936f7a81a4d34" /><Relationship Type="http://schemas.openxmlformats.org/officeDocument/2006/relationships/slide" Target="/ppt/slides/slide28.xml" Id="R957420a99eda4349" /><Relationship Type="http://schemas.openxmlformats.org/officeDocument/2006/relationships/slide" Target="/ppt/slides/slide29.xml" Id="R0ebd63d763b64598" /><Relationship Type="http://schemas.openxmlformats.org/officeDocument/2006/relationships/slide" Target="/ppt/slides/slide30.xml" Id="R51e5b16acbfd4b32" /><Relationship Type="http://schemas.openxmlformats.org/officeDocument/2006/relationships/slide" Target="/ppt/slides/slide31.xml" Id="Ra6b1e277afa24158" /><Relationship Type="http://schemas.openxmlformats.org/officeDocument/2006/relationships/slide" Target="/ppt/slides/slide32.xml" Id="Re77e6a24e08840e1" /><Relationship Type="http://schemas.openxmlformats.org/officeDocument/2006/relationships/slide" Target="/ppt/slides/slide33.xml" Id="R078901d91a804c28" /><Relationship Type="http://schemas.openxmlformats.org/officeDocument/2006/relationships/slide" Target="/ppt/slides/slide34.xml" Id="R7a28ac2b85c14f2d" /><Relationship Type="http://schemas.openxmlformats.org/officeDocument/2006/relationships/slide" Target="/ppt/slides/slide35.xml" Id="Ra40c31090fc64556" /><Relationship Type="http://schemas.openxmlformats.org/officeDocument/2006/relationships/slide" Target="/ppt/slides/slide36.xml" Id="R8e8a5b7b1f0e4f54" /><Relationship Type="http://schemas.openxmlformats.org/officeDocument/2006/relationships/slide" Target="/ppt/slides/slide37.xml" Id="Ree9f576801ab40bf" /><Relationship Type="http://schemas.openxmlformats.org/officeDocument/2006/relationships/slide" Target="/ppt/slides/slide38.xml" Id="Rafec598d8bfa4625" /><Relationship Type="http://schemas.openxmlformats.org/officeDocument/2006/relationships/slide" Target="/ppt/slides/slide39.xml" Id="Rafb0233c99704b1e" /><Relationship Type="http://schemas.openxmlformats.org/officeDocument/2006/relationships/slide" Target="/ppt/slides/slide40.xml" Id="R72ba4c8664234f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db28594bb4f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edb3035dff4567" /><Relationship Type="http://schemas.openxmlformats.org/officeDocument/2006/relationships/notesMaster" Target="/ppt/notesMasters/notesMaster1.xml" Id="R2ccaab10f2104a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57864fc4a640b2" /><Relationship Type="http://schemas.openxmlformats.org/officeDocument/2006/relationships/notesMaster" Target="/ppt/notesMasters/notesMaster1.xml" Id="Rb84d2ab5bfd5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6cbcc35fc74c78" /><Relationship Type="http://schemas.openxmlformats.org/officeDocument/2006/relationships/notesMaster" Target="/ppt/notesMasters/notesMaster1.xml" Id="R9fe1d6be41d5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12501ea5d74121" /><Relationship Type="http://schemas.openxmlformats.org/officeDocument/2006/relationships/notesMaster" Target="/ppt/notesMasters/notesMaster1.xml" Id="R6f900b7ba29d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60372874a24b4a" /><Relationship Type="http://schemas.openxmlformats.org/officeDocument/2006/relationships/notesMaster" Target="/ppt/notesMasters/notesMaster1.xml" Id="R954e6450a7e9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39cbb9e1714a9d" /><Relationship Type="http://schemas.openxmlformats.org/officeDocument/2006/relationships/notesMaster" Target="/ppt/notesMasters/notesMaster1.xml" Id="R964b37d678d045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8cf5bae15f4160" /><Relationship Type="http://schemas.openxmlformats.org/officeDocument/2006/relationships/notesMaster" Target="/ppt/notesMasters/notesMaster1.xml" Id="Rd1945247a2cf4f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664f05be8848a4" /><Relationship Type="http://schemas.openxmlformats.org/officeDocument/2006/relationships/notesMaster" Target="/ppt/notesMasters/notesMaster1.xml" Id="R2f441dd94eca43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c5f0a417144fc2" /><Relationship Type="http://schemas.openxmlformats.org/officeDocument/2006/relationships/notesMaster" Target="/ppt/notesMasters/notesMaster1.xml" Id="Rc3bd257c853f46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8672dd454e4907" /><Relationship Type="http://schemas.openxmlformats.org/officeDocument/2006/relationships/notesMaster" Target="/ppt/notesMasters/notesMaster1.xml" Id="Re81ada3e612b40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7aba70fbb24d17" /><Relationship Type="http://schemas.openxmlformats.org/officeDocument/2006/relationships/notesMaster" Target="/ppt/notesMasters/notesMaster1.xml" Id="Rbb6b64232e8c47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0ea97dd4f14681" /><Relationship Type="http://schemas.openxmlformats.org/officeDocument/2006/relationships/notesMaster" Target="/ppt/notesMasters/notesMaster1.xml" Id="Ree229ef7675047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1b72c29c3d4f5d" /><Relationship Type="http://schemas.openxmlformats.org/officeDocument/2006/relationships/notesMaster" Target="/ppt/notesMasters/notesMaster1.xml" Id="Rba80f591621e40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88da2d4c5b4501" /><Relationship Type="http://schemas.openxmlformats.org/officeDocument/2006/relationships/notesMaster" Target="/ppt/notesMasters/notesMaster1.xml" Id="Raafcf6109f1a4b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56398021ba4f6c" /><Relationship Type="http://schemas.openxmlformats.org/officeDocument/2006/relationships/notesMaster" Target="/ppt/notesMasters/notesMaster1.xml" Id="R50aaaf4c715d4d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45b91ce0744f15" /><Relationship Type="http://schemas.openxmlformats.org/officeDocument/2006/relationships/notesMaster" Target="/ppt/notesMasters/notesMaster1.xml" Id="R4539f5c9f36548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be850399cd4b74" /><Relationship Type="http://schemas.openxmlformats.org/officeDocument/2006/relationships/notesMaster" Target="/ppt/notesMasters/notesMaster1.xml" Id="Rf12e5498b7174f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8a8de3c3b8409c" /><Relationship Type="http://schemas.openxmlformats.org/officeDocument/2006/relationships/notesMaster" Target="/ppt/notesMasters/notesMaster1.xml" Id="Rd1837c87295848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b17e3c8ed24aee" /><Relationship Type="http://schemas.openxmlformats.org/officeDocument/2006/relationships/notesMaster" Target="/ppt/notesMasters/notesMaster1.xml" Id="R35cf09819a7f4a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10fd32a55540d6" /><Relationship Type="http://schemas.openxmlformats.org/officeDocument/2006/relationships/notesMaster" Target="/ppt/notesMasters/notesMaster1.xml" Id="R7b06ff4112fd47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0192ac8f514e00" /><Relationship Type="http://schemas.openxmlformats.org/officeDocument/2006/relationships/notesMaster" Target="/ppt/notesMasters/notesMaster1.xml" Id="R32f59f27f12949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6d751a29de4ca3" /><Relationship Type="http://schemas.openxmlformats.org/officeDocument/2006/relationships/notesMaster" Target="/ppt/notesMasters/notesMaster1.xml" Id="Rbf349d197e574c7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af51760d1747c2" /><Relationship Type="http://schemas.openxmlformats.org/officeDocument/2006/relationships/notesMaster" Target="/ppt/notesMasters/notesMaster1.xml" Id="R49b6bc8da18e41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5d2d4ca5ca4979" /><Relationship Type="http://schemas.openxmlformats.org/officeDocument/2006/relationships/notesMaster" Target="/ppt/notesMasters/notesMaster1.xml" Id="R24f6189d291748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8e6ff1d45ee44b9" /><Relationship Type="http://schemas.openxmlformats.org/officeDocument/2006/relationships/notesMaster" Target="/ppt/notesMasters/notesMaster1.xml" Id="R845eea65ed444e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2df0d68beb4738" /><Relationship Type="http://schemas.openxmlformats.org/officeDocument/2006/relationships/notesMaster" Target="/ppt/notesMasters/notesMaster1.xml" Id="Rc3586974995e49d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fcec617738848c5" /><Relationship Type="http://schemas.openxmlformats.org/officeDocument/2006/relationships/notesMaster" Target="/ppt/notesMasters/notesMaster1.xml" Id="R83c4937f9434425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d2dd8772e6a4cba" /><Relationship Type="http://schemas.openxmlformats.org/officeDocument/2006/relationships/notesMaster" Target="/ppt/notesMasters/notesMaster1.xml" Id="R17aa553c60514d1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5f64c8811824e4d" /><Relationship Type="http://schemas.openxmlformats.org/officeDocument/2006/relationships/notesMaster" Target="/ppt/notesMasters/notesMaster1.xml" Id="R7818bc7ad18e48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e5fd9b1511440c2" /><Relationship Type="http://schemas.openxmlformats.org/officeDocument/2006/relationships/notesMaster" Target="/ppt/notesMasters/notesMaster1.xml" Id="R1607e1d95596473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47c0d8fc0f49e8" /><Relationship Type="http://schemas.openxmlformats.org/officeDocument/2006/relationships/notesMaster" Target="/ppt/notesMasters/notesMaster1.xml" Id="R9932512bf2ba40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5d1b524a88436d" /><Relationship Type="http://schemas.openxmlformats.org/officeDocument/2006/relationships/notesMaster" Target="/ppt/notesMasters/notesMaster1.xml" Id="Rbc795a87b9d7401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ef62b6e9f034b12" /><Relationship Type="http://schemas.openxmlformats.org/officeDocument/2006/relationships/notesMaster" Target="/ppt/notesMasters/notesMaster1.xml" Id="R5fbfda2ea31f484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8e0c3a6be644a03" /><Relationship Type="http://schemas.openxmlformats.org/officeDocument/2006/relationships/notesMaster" Target="/ppt/notesMasters/notesMaster1.xml" Id="R7d66c5996cd945a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57bdfe7ce6c474d" /><Relationship Type="http://schemas.openxmlformats.org/officeDocument/2006/relationships/notesMaster" Target="/ppt/notesMasters/notesMaster1.xml" Id="R2da4ad61df824d7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b8fcd30a5db4270" /><Relationship Type="http://schemas.openxmlformats.org/officeDocument/2006/relationships/notesMaster" Target="/ppt/notesMasters/notesMaster1.xml" Id="R5a2edfe2db85485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66de6cc71114c94" /><Relationship Type="http://schemas.openxmlformats.org/officeDocument/2006/relationships/notesMaster" Target="/ppt/notesMasters/notesMaster1.xml" Id="Rc9ec434a5cd04d0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e52119ba014402f" /><Relationship Type="http://schemas.openxmlformats.org/officeDocument/2006/relationships/notesMaster" Target="/ppt/notesMasters/notesMaster1.xml" Id="Rb4d6b08a19d54fe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eb5e042eb414c2c" /><Relationship Type="http://schemas.openxmlformats.org/officeDocument/2006/relationships/notesMaster" Target="/ppt/notesMasters/notesMaster1.xml" Id="R96d57f50f1c442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41a8c9841784651" /><Relationship Type="http://schemas.openxmlformats.org/officeDocument/2006/relationships/notesMaster" Target="/ppt/notesMasters/notesMaster1.xml" Id="Rc6a42bb305474f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d21ca1c0346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c398c2c11e4c47" /><Relationship Type="http://schemas.openxmlformats.org/officeDocument/2006/relationships/slideLayout" Target="/ppt/slideLayouts/slideLayout1.xml" Id="R72db8bd29849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db8bd29849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1ae5e89b4709" /><Relationship Type="http://schemas.openxmlformats.org/officeDocument/2006/relationships/notesSlide" Target="/ppt/notesSlides/notesSlide1.xml" Id="Rf7ca13ff64d44d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6e4e406c94cbf" /><Relationship Type="http://schemas.openxmlformats.org/officeDocument/2006/relationships/notesSlide" Target="/ppt/notesSlides/notesSlide2.xml" Id="Rbd2d7052627d46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b3475543144c7" /><Relationship Type="http://schemas.openxmlformats.org/officeDocument/2006/relationships/notesSlide" Target="/ppt/notesSlides/notesSlide3.xml" Id="R7a020568413f48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fedea1f5c4c61" /><Relationship Type="http://schemas.openxmlformats.org/officeDocument/2006/relationships/notesSlide" Target="/ppt/notesSlides/notesSlide4.xml" Id="Rcea1a3524ae0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5844450b74e90" /><Relationship Type="http://schemas.openxmlformats.org/officeDocument/2006/relationships/notesSlide" Target="/ppt/notesSlides/notesSlide5.xml" Id="R50a45ade56e741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8a315a645444b" /><Relationship Type="http://schemas.openxmlformats.org/officeDocument/2006/relationships/notesSlide" Target="/ppt/notesSlides/notesSlide6.xml" Id="R721d48d578fc41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a3da4f74c4c3e" /><Relationship Type="http://schemas.openxmlformats.org/officeDocument/2006/relationships/notesSlide" Target="/ppt/notesSlides/notesSlide7.xml" Id="Raeb4db06caee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24f109ba44e22" /><Relationship Type="http://schemas.openxmlformats.org/officeDocument/2006/relationships/notesSlide" Target="/ppt/notesSlides/notesSlide8.xml" Id="Ra71fa8833e9b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29d31aacb4401" /><Relationship Type="http://schemas.openxmlformats.org/officeDocument/2006/relationships/notesSlide" Target="/ppt/notesSlides/notesSlide9.xml" Id="R3a712a1cb7ce49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10f3b768344eb" /><Relationship Type="http://schemas.openxmlformats.org/officeDocument/2006/relationships/notesSlide" Target="/ppt/notesSlides/notesSlide10.xml" Id="Rcf0030c66fe34a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85b09f61c40b2" /><Relationship Type="http://schemas.openxmlformats.org/officeDocument/2006/relationships/notesSlide" Target="/ppt/notesSlides/notesSlide11.xml" Id="Re78ff5770a854d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dabbc70044626" /><Relationship Type="http://schemas.openxmlformats.org/officeDocument/2006/relationships/notesSlide" Target="/ppt/notesSlides/notesSlide12.xml" Id="R1d7bf1c3df0145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d8f2c597445b" /><Relationship Type="http://schemas.openxmlformats.org/officeDocument/2006/relationships/notesSlide" Target="/ppt/notesSlides/notesSlide13.xml" Id="Re8b76e32514b42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2710adafa425b" /><Relationship Type="http://schemas.openxmlformats.org/officeDocument/2006/relationships/notesSlide" Target="/ppt/notesSlides/notesSlide14.xml" Id="R8ced338e3b9340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3773eadd04dd8" /><Relationship Type="http://schemas.openxmlformats.org/officeDocument/2006/relationships/notesSlide" Target="/ppt/notesSlides/notesSlide15.xml" Id="Rbba9df8d79524a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80afd3e1d455e" /><Relationship Type="http://schemas.openxmlformats.org/officeDocument/2006/relationships/notesSlide" Target="/ppt/notesSlides/notesSlide16.xml" Id="Rebe96bdb17ba42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b279a72a7467f" /><Relationship Type="http://schemas.openxmlformats.org/officeDocument/2006/relationships/notesSlide" Target="/ppt/notesSlides/notesSlide17.xml" Id="Rd0b3d93d021747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8f1d65da3405e" /><Relationship Type="http://schemas.openxmlformats.org/officeDocument/2006/relationships/notesSlide" Target="/ppt/notesSlides/notesSlide18.xml" Id="Re53d6a37ba1c41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edf7ac9194d76" /><Relationship Type="http://schemas.openxmlformats.org/officeDocument/2006/relationships/notesSlide" Target="/ppt/notesSlides/notesSlide19.xml" Id="R4735057ed7d84f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99077da834e0c" /><Relationship Type="http://schemas.openxmlformats.org/officeDocument/2006/relationships/notesSlide" Target="/ppt/notesSlides/notesSlide20.xml" Id="R45a3536735834d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cb002b964cd6" /><Relationship Type="http://schemas.openxmlformats.org/officeDocument/2006/relationships/notesSlide" Target="/ppt/notesSlides/notesSlide21.xml" Id="Ra5bd3946ee3440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d454325184aa4" /><Relationship Type="http://schemas.openxmlformats.org/officeDocument/2006/relationships/notesSlide" Target="/ppt/notesSlides/notesSlide22.xml" Id="Rfacece3072474d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2c85a98914ceb" /><Relationship Type="http://schemas.openxmlformats.org/officeDocument/2006/relationships/notesSlide" Target="/ppt/notesSlides/notesSlide23.xml" Id="Rc91cc58ab0f04e0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ff2f4f6624c03" /><Relationship Type="http://schemas.openxmlformats.org/officeDocument/2006/relationships/notesSlide" Target="/ppt/notesSlides/notesSlide24.xml" Id="R64a292013857423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7a25fb8834aea" /><Relationship Type="http://schemas.openxmlformats.org/officeDocument/2006/relationships/notesSlide" Target="/ppt/notesSlides/notesSlide25.xml" Id="Rf9e0b13386314a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30374d04e4fe6" /><Relationship Type="http://schemas.openxmlformats.org/officeDocument/2006/relationships/notesSlide" Target="/ppt/notesSlides/notesSlide26.xml" Id="Rd7e089c5ad594b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a5bace2e94761" /><Relationship Type="http://schemas.openxmlformats.org/officeDocument/2006/relationships/notesSlide" Target="/ppt/notesSlides/notesSlide27.xml" Id="R44f27cb93eaa44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b5d4ab4424b19" /><Relationship Type="http://schemas.openxmlformats.org/officeDocument/2006/relationships/notesSlide" Target="/ppt/notesSlides/notesSlide28.xml" Id="Rdb8f57450ffe48c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1582ffcaa426b" /><Relationship Type="http://schemas.openxmlformats.org/officeDocument/2006/relationships/notesSlide" Target="/ppt/notesSlides/notesSlide29.xml" Id="R3446f854ce2f427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5a337cf2b41b1" /><Relationship Type="http://schemas.openxmlformats.org/officeDocument/2006/relationships/notesSlide" Target="/ppt/notesSlides/notesSlide30.xml" Id="R48570d352d614e9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9a245e3394ab1" /><Relationship Type="http://schemas.openxmlformats.org/officeDocument/2006/relationships/notesSlide" Target="/ppt/notesSlides/notesSlide31.xml" Id="Ra2eaf22cc524418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eba01e50241e5" /><Relationship Type="http://schemas.openxmlformats.org/officeDocument/2006/relationships/notesSlide" Target="/ppt/notesSlides/notesSlide32.xml" Id="R6489e833f969453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ee2ef235741af" /><Relationship Type="http://schemas.openxmlformats.org/officeDocument/2006/relationships/notesSlide" Target="/ppt/notesSlides/notesSlide33.xml" Id="R02210a1a1963452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dd9b3eb3943fb" /><Relationship Type="http://schemas.openxmlformats.org/officeDocument/2006/relationships/notesSlide" Target="/ppt/notesSlides/notesSlide34.xml" Id="R26ca96a3663d4ce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6548f5a9c42bb" /><Relationship Type="http://schemas.openxmlformats.org/officeDocument/2006/relationships/notesSlide" Target="/ppt/notesSlides/notesSlide35.xml" Id="R97fff48b1b1849e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ba2eb39334f96" /><Relationship Type="http://schemas.openxmlformats.org/officeDocument/2006/relationships/notesSlide" Target="/ppt/notesSlides/notesSlide36.xml" Id="Rb2e9ce001240465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6650b5c964a72" /><Relationship Type="http://schemas.openxmlformats.org/officeDocument/2006/relationships/notesSlide" Target="/ppt/notesSlides/notesSlide37.xml" Id="Re71f146c489d4ad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77346588441f7" /><Relationship Type="http://schemas.openxmlformats.org/officeDocument/2006/relationships/notesSlide" Target="/ppt/notesSlides/notesSlide38.xml" Id="R163fcafd7f9a4a5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f2647b7db4866" /><Relationship Type="http://schemas.openxmlformats.org/officeDocument/2006/relationships/notesSlide" Target="/ppt/notesSlides/notesSlide39.xml" Id="R9d6dfbd88145411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79f927b9f4fbe" /><Relationship Type="http://schemas.openxmlformats.org/officeDocument/2006/relationships/notesSlide" Target="/ppt/notesSlides/notesSlide40.xml" Id="Rbaed36c67466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1D756-75C0-4148-9BFD-BACE50F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67CF6-7219-490E-9908-BBBB324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Trends in AI: AI and Ethical Concerns, AI as a Service (AIaaS), Recent trends in AI, Expert System, Internet of Things,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F3630-1427-4900-891E-35FE2C4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8 (8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61DF2-AFBD-4122-A813-8949F7EF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B86F7-EBDB-4468-8B92-8F5F66AC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761DC-A4C4-466A-AA59-0926877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A7B91-4C04-466D-A165-C40A29E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F63DD-FEA9-4509-AB7F-9924286A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257EA-8F90-4A1C-B74F-7143B7F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B5315-04DC-4FCD-81FA-ECA49F69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80F77-177A-4095-9FCC-E11A44E0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685C3-AF70-470A-A023-2065B42C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36AC6-5F08-4A8B-B95A-A62045A6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91877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3511A-EF32-4513-8B02-C039F1A4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FE1DB-7ECC-4A31-94F4-8C6F3207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66B42-F3B1-4E33-9DC5-8FB7AC4A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92115-9C54-40FA-B59C-FCEEE31A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E9C5-694A-489D-9886-F4B87B12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BF191-38D9-4BBC-97C2-FC7D2231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DF619-30D2-48E9-AC4A-8018FBC9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B0836-AB3B-4451-9F80-35A04A6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ED19C-FFC6-462F-B4CF-B1DF5344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A747A-864C-4CF4-933E-E03D564A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F16DA-50D7-4E1C-86EA-17421FAD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49ABA-8D54-41A7-8371-20B5FA96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C8691-B04D-48E2-984D-F9736849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92AB6-0D2C-4912-B970-08D25EB0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E492-1B5F-4972-BB43-B30958F3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71136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99313-5491-4BDB-A721-A61D048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E4670-637D-41DC-A54E-DE726144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92CD4-3DAE-4FC3-B67D-F48703FB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502ED-7AC0-46F7-AACC-F5DA8E4C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1FB2F-58BA-40D2-9FCA-79DF985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78F16-ACDA-4465-948D-3BC9AAB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A8B5E-358B-4A7C-914D-E8097FC8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9473-CF09-4947-AE24-FC4BE1C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BD26B-7101-4E12-BC5E-C82F3CC3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Trends in AI: AI and Ethical Concerns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16197-9753-4508-B4CD-E690B843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9605D-4700-455E-B36E-2622D325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1DD08-587B-4DFB-9CC3-295CFF7C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 as a Service (AIaaS)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B9A52-ECAE-4CE8-8203-6F687CC9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99A17-C9C7-484E-BF0C-744ACD25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1E598-F899-47B4-9359-113F3E24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Recent trends in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5CE3C-09D6-415C-9CB1-A06830BE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67122-4897-4019-80C3-DB2483C8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F1095-8DAD-464C-BA9F-504F52F6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Expert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C7D0F-BD81-4FEB-9863-87248490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44C18-CAC8-4E69-A3D4-48661764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DF26D-FF58-4D84-BAC5-677ED7D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Internet of Things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32D80-97E6-4E83-9063-E0E3D2C2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76333-139A-40DB-97A9-6E094710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B6E34-479B-49A0-AC47-3991324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Artificial Intelligence of Things (AIoT).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58ECF7-D5F8-4AB2-B13E-FE295C57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EAC46-4B92-485C-ACBC-8FA336E4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5F262-C59B-4DD0-BB0D-FFC95D9B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9 (9.1- 9.3)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2B302-AAD4-46E9-9512-6BDCB42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B8794-AA09-43D8-880B-2F4861F0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26877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E71F84-2061-4CA5-9121-CF285FC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76283-FA68-400B-8A26-CDBB7249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D1612-AD8A-4DB8-BD72-82C986A2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88645-390D-464C-9CB9-4F128F01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67DF9-5F81-4759-96D4-6632B831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02165-580A-43B2-B9A7-7DB90056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24098-9AAE-4966-B7CB-CFEC8DC1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D2349-CD3E-4479-9D41-5631AB0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Trends in AI: AI and Ethical Concerns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4AEE6-C983-424D-98B2-8E7C354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6ABF8-3FAB-499E-BD0C-A67BA7D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B1279-FB8A-4747-A2F7-642B0CEB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 as a Service (AIaaS)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5522C-E161-4F7E-8CE2-BDEAB224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533AE-BC08-4F62-833F-6BD84C47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E3808-8B46-4B1D-817F-863E76E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Recent trends in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1E225-912E-451A-A272-B660712D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6CB8F-45D7-4456-BC43-7BEABE4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F4890-35F9-4199-BAF7-42EF1087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Expert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A772D-828E-438D-B101-2E25D948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4E238-9B37-47C8-A5CB-00946DA6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8731E-D1B0-4CBB-9509-CCB2CD3D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Internet of Things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12FBF-89F6-4DDF-BA4C-659111E4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EE6A2-827A-4B9C-85E8-1AE76749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56E30-A39C-4547-B9EE-7D4E03B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Artificial Intelligence of Things (AIoT).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6F900-A218-4253-AF4A-027AAD9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C78D0-F6C9-43CA-833F-2DB876DF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D6046-0013-463E-B22C-40A8919C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 9 (9.1- 9.3)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FAE4E-05F7-4E7F-BB08-F756716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 (8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38947-9B4E-4FA9-B615-7D8C9C9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021306-DFF2-4FAA-8ABC-D915336B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9950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A5819-93B3-4341-A3A7-B4F306E2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2B5BC-A284-48A4-BDB1-18503BA2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EE298-6FF8-4ED7-89CE-C4B1556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BEFD6-6681-4568-A8ED-0FCCD613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1C332-723D-448E-970E-21499E40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Trends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7CE24-0D52-46D3-BDEC-F28E911C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Ethical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10F11-F5A8-49F6-8CB1-11782B8D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BC950-0ADE-4FCD-BB21-8FC5E4E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12DA8-5FA3-44AC-95EA-8A6E41B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F250E-B01B-43FA-B7E1-56C8BDC7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Recent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AD88A-027E-45AC-B64F-A3FB018E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FCC78-5B5C-404B-820E-3736A3BE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0FCCD-E05F-4176-B296-C9BA4C8C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DAED4-75A8-4629-8280-11CC28CA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Artificial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BEEB3-CEDA-4B2F-955F-E838E1A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CF893-C640-4E05-BF7D-47A87038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42316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5A3ED-CECB-4D72-9C39-BC5F4B25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7F45E-CAA2-4032-A189-72B43DA9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2DD7B-AEC3-4967-AA4A-2FCCE9D1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E10C0-7D37-4A7C-A54F-1509669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CB40B-1E0E-40F4-8EA7-4071C247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Trends in AI: AI and Ethical Concerns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A1C11-21D6-4018-BF52-9E93CD2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Trends in AI: AI and Ethical Concerns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571A9-F6E5-4F0C-8C33-DB0C978A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2074C-A1F0-4CFC-A7AA-68A83FF6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8D1F3-2834-4FFA-83C9-CF8A620E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23A9D-B4D6-4543-8E9E-13AE768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D7D17-2DE4-45CD-B14F-DF172B6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778D0-6DDB-42CB-B737-15829600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EBBCF-390E-4784-B48D-CD05158F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91756-F350-454E-A22E-0E214C9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82486-A32B-4C7E-B776-1D421FD1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863AD-E973-4E0F-8C1A-5457336A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6288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67D79-10FB-4B14-B9F3-244CCF4D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0B179-2FD8-4B70-825A-267B7331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7037C-27B5-4FD4-B452-20CA3B9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DAEA4-3737-48C9-833E-E7D80B2F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C0AC4-4830-4A7A-B298-A359F4F4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9536B-5A8E-4DFF-B797-2F51CF1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05955-8310-44A4-B228-A6A2B25B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FA2C3-8C1E-47D2-839A-87DC035E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ECC1A-E6CB-4034-B896-4DBE81BD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Trends in AI: AI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81AE0-43D0-48E5-AD89-C23DC73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C5181-E523-4E82-A545-167E3D8E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7ED00-FBFB-42FC-8043-A0EFA362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Trends in AI: AI...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37A2A-CE56-4F96-ABE6-11A9B185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263C3-DCD5-497C-AD47-D18AE786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A12AC-2F0F-4E5D-8557-3509A9C1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Trends in AI...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A54E2-E56E-4158-B369-0130707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047D7-351B-4FB9-80A9-C49ADCA9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BE57-BFE0-4C88-B449-5938BF26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Trends in AI:...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426FC-7C39-4D3A-81D7-FFF3187E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DE854-59F5-4006-9BF2-F610EB3D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C0993-AB52-48C8-AC28-B24198E8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Trends in AI: AI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D8CC4-4AB2-4479-BE0D-E59B28B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6FAD5-0E97-40B1-9623-D9EEF67F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08457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8EC8F-0CED-457B-A471-98338949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052D3-47AA-4531-A18C-E14E20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446EA-8332-4B2A-8267-F030A08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99980-EBF6-4711-A90F-7EB48973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67B50-5354-4020-B254-DFCC6DA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62F61-9A43-47ED-AEFB-1F487E7D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F7B9B-070D-41AA-B34F-CF0553C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9462B-1E6F-4BDE-910C-19143282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E7BFA-10DA-4B50-88C3-8602E57C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EA7EC-1E95-4B21-961B-9116CE6F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3273F-2C2B-46A0-A175-4CBB97AE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8CF2F-3A25-4631-B327-133AA1D8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D133A-CED1-4E75-AADB-A8B0D88E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78EC1-DAF2-4A74-9FDB-1147B6B1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95F6E-45D6-41FD-BA1E-0FB5B9D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322666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9A44D-D14D-4C6D-92A4-6F031E14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79BF3-1B0E-4071-B1EB-7552DA8A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BD710-9065-4147-868A-2AF9C755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D31A2-B66F-4BD0-87DE-C583B76F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31BFA-3348-4EDC-BDAF-E131CB21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F0B17-6C93-453F-9039-D9D88ED4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Trends in AI: AI and Ethical Concerns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751DF-4171-4FD0-9373-2D63B134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CF866-AB00-41E8-A100-DE2C93E9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9F570-41F1-4FAA-A5DC-57DCBBA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4941E-B8B3-4786-B9A5-266047BB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8F16C-8306-4217-8D0C-56828F3F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565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6346B-9195-43E6-8C8C-B8D9D203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D730D-0224-4E1B-B73F-EC8FF99C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396D9-A566-4CC8-8D17-387D9D37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AFAE8-7869-4F06-BD2A-95475B78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6675E-2C6D-4502-B8A8-76CEDD69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 as a Service (AIaaS)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5A0E0-A1E4-4227-B7DD-0C1CD59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 as a Service (AIaaS)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FAEA6-52CC-44B1-96AB-2493C67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6A108-31F9-46DF-B9FD-246EB353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52A11-DB9B-41E5-8B7E-A9C54EF1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DDDF9-E528-4283-BEFE-9F77BD59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29762-3B2F-4592-BA5F-1733078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7D9A4-7D6E-499C-9841-AC55889B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3E6CA-DA7A-44D1-98E7-6BF01B6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3DC53-79DB-4B75-AAEF-4A15E712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9D8BE-7AB9-4D47-9BDB-F1D6EB6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6D1F1-ED09-4CE4-9C36-CD3686C7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32881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4E5D0-A8FE-4263-B058-7B2B2147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C8D56-62CA-4F0F-A755-808EF2CA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72547-BFBA-41AA-9E3B-FFF50151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309CD-B19A-4CA9-B443-49073861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0D055-863B-47E1-BF96-01141734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BC93D-1DB2-480E-8CFA-2EE4893B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B594A-7178-4696-B8FA-171C1B6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C89DD-ACCB-4A49-9ECF-8BA78D0A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82239-8E0B-4E59-80D6-1FACE5A4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AI as a Service (AIa...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8F70F-2D91-42AB-831A-1F633E77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867E9-D84A-462A-A922-18AD459C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05395-A6F1-4321-B844-994DAF0C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AI as a Service...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C017B-EDCA-4E15-AA17-735F253A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F1BC6-B820-4FDB-B64D-6AE7D382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6684A-819E-45C5-9578-6D5A5BC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AI as a Serv...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60AD5-1E22-478F-B143-53E2145D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5D26A-DA73-4677-BBFF-FEBF35F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60BF3-3591-4A48-BAFE-B3B5E1C3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AI as a Servi...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7ADA9-927D-4E30-B61B-066F11CD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CD944-E776-42F8-903A-3B4CCC3C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EF620-2EFA-4E87-8E47-CF6ACDAE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AI as a Service (AI...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14F35-46F0-4FB0-BF3A-8236DB63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EE1CE-CE59-48F7-A870-B2BCED2D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8665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FB7FF-9A5C-450C-B21D-07B531FA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77FAE-A616-47C8-B7B2-110A214C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F6D40-FD21-4068-8471-DF9C45BF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99572-7738-4D0E-A826-B4196316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B0DF3-85EB-4B84-A3F2-90504B2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5AA08-2147-41A4-8CDF-FC34A52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714AF-864A-4934-AE9A-17EE7CE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54836-F3B7-4C42-A671-4B7D530C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CA92C-C594-4B94-94AD-859D4C0C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8CC53-E736-4B05-A8AB-FF1249F7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22601-5A85-426E-81C0-7FBC27C0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3EA44-A292-4359-B5BD-8902F344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F2608-5D04-4E53-ADC8-79067D38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CE241-4CED-47C3-ADDE-C80AD6BB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86776-DAD8-47AB-B800-D0D20A25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88638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30B97-FF2E-4271-9222-7C3BA3A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FF9B5-2818-4453-BF8E-C8BEB9E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A9AB1-7E05-4BF5-BD2A-56D15ECD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004CD-B890-4DE1-878E-6277951C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49595-5225-4D19-8ACB-8BC5721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2E950-F933-47AC-AFE6-3D38E45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 as a Service (AIaaS)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AB590-E40D-4257-98F3-F423FFC4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89ED9-5664-4773-87CD-B9868019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852A2-9D65-4CF7-8D47-A35933D3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42065-5E22-44B4-9442-1BC132D9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43026-633B-4B09-95FE-3A5AEF89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46559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4CF97-EA52-4CAA-A0D2-3DE2E728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3E121-855A-40F6-B270-A5DB114A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53E84-89E6-4FB1-87C9-1EB31D8E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DF8EC-F11D-4AA6-A539-9780AC32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39913-8158-410C-96CF-B057D49D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Recent trends in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646BF-4C95-4B45-8C3C-64ADD0A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Recent trends in AI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2189C-BFCF-4ACA-8B0F-88C906A3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D61A8-0E8E-4955-8A64-2492A23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27282-C6E6-42ED-AA4C-EEB1EE6B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DC97A-D9E6-4F80-B8AB-B2865B49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B63C1-A95F-4D29-AFC0-3AF643CA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6792E-A159-4091-AEE6-3F285B64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AF23B-E956-4DEF-A38C-75BC8E46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595F0-56A0-4A61-AB58-AD0F22B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5DE1B-B561-47A5-A5B0-7119FB91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79764-B7DF-4A05-A14B-D305B1E9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739986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C67FE-437E-45FB-9FD8-E8345A1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1BED8-35A9-4B02-9C73-C732B64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E730A-EA4A-47D9-B3BE-4064E918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6F42C-AE3D-4DFE-90FA-F0D0991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D5FFC-EE4E-47EB-A6AB-6D7DB0BD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CB6C2-AD4C-4A60-A36B-F3EBF7B8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A1F98-C586-45A5-B0FC-7FCF130A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8B3FC-B4AD-4734-AEFC-22F7E34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29923-4118-4644-AA49-3AB222F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Recent trends in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F72D0-0F81-4E15-8D05-5A0D1AB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34523-2EBE-4646-AF44-FC92FDF1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FA4E8-EF92-423B-8605-1E60B03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Recent trends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00ECB-D5CE-4A23-AF61-D3A003E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1E7BB-B7FD-4F71-B008-9CD84D08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B4789-7C18-4171-BA47-6B0BDBC1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Recent trend...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314DB-5066-43F2-A260-0BB1A7DE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0D1E0-6180-47CC-9243-CFB47A5B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CA99B-2C5E-4308-AF6B-04A08CA4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Recent trends...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C14F8-00A1-41B8-AA0F-C146E666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B69CA-79EF-4DC9-9AB4-C87B495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A885A-FB35-49A6-B872-55A5D7B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Recent trends in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BFF93-BF18-4F47-A2C0-29BEE75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3C537-0CF5-484A-A267-50BFD79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20256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34374-336A-4C33-AE87-C135B738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57858-2A03-4C05-8E2A-0969944E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2E396-B2DF-44DD-B25A-113D4CF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56BD2-0072-45DA-8C63-33D739E6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A80CB-3EE9-4B54-B1DD-B4700ED3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49388-DFA0-434E-B8A7-0E967E54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1C4A0-B2B8-4B79-B078-0A32E8AC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516B1-08A1-4825-8002-529BFB93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DB3DF-DB22-4A77-9643-5A1FF6A1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5DA98-66A5-4FDF-884C-8C78E32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CF0C9-B15B-4382-92C5-EA65FB20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D4BD9-56E0-441A-B1AF-35E7E48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0BE9A-7174-4B75-B649-4D9591B8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26A79-DD61-4D74-875C-3C8F3B59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2B612-4E82-464C-87F6-E36A18A3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47098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C0075-BEBF-4CC8-B572-747E8084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B16FF-87BD-4A40-969D-0A66EC3E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42A3B-1F56-46DA-BA3F-A0C396E2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F99D8-918F-4B71-8B1A-DC3CD4F8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A218F-CE83-45B6-8E8E-A7FFD0D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AAF95-01F8-49FB-9709-F7A063F0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Recent trends in AI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3C9FA-5EC0-4092-8CB7-40C515E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CB44A-35DB-4D61-9FF9-9B004041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AF9BD-1A52-479E-B69A-FC457B14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47810-9093-4507-926A-CAF015F5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DC246-3420-4062-A40E-F4C1D5A7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068017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11B2D-729C-4E06-AD63-700C7421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9FE31-BB00-45F9-BE92-DEB09EE2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60C28-0644-4FAD-9F96-E9F6BAA7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6B578-8B43-4447-B2FF-926DA3F2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59C20-5CF7-4CB6-8BB9-76E29EA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Expert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28385-F31D-41DF-AD6C-C2E795C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Expert System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11DA3-6845-4EDE-954D-B7BE9D8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3A9CD-7149-4BB7-A28B-2A1FCC0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91E42-9412-41FF-933D-9D446599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6D8A3-CACC-4850-99A3-70107B9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7914E-5E36-4D8B-B634-D8787AEA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50478-8E8F-469D-9835-0E066E9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A086E-4E32-427F-92BD-1692F6B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22EEB-4A3F-4C09-930C-65010F9B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1A8B9-F88E-4441-9703-EEE92AB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E8C37-FAC6-4A7C-83D4-1FB69B7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261703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6CE42-E2B4-4C45-B1A3-4CCCF5E1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BFB95-0C3B-47C0-9CCF-0C17CF9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391C9-9753-402C-B7F4-2E969BCC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12D10-6133-418C-B442-A1C903D6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9701B-6A44-42D0-B83E-72174C47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09F79-9389-49D4-963C-FF810D29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6E6B5-32EE-4114-90A7-A1CAFC5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BBD8D-E6CB-469B-8D64-43578793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B17B9-1E8F-4CE5-93F3-375020FB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Expert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0530F-7222-45B7-A9F3-BF9750DF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C6BD6-7DE2-457B-A3DD-E53B870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5843E-41B9-4FC5-97BC-2F9B0460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Expert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039E8-F3C4-4BC3-9A17-84B33041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376CA-9F06-4BF7-A64D-FFAD1241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78BE6-E648-4D3A-9611-EAB7F8A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Expert Syste...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6DD0A-26E6-405E-A071-2373EDC1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FED58-4A9A-4AD7-8455-64F7714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204FA-4E0B-4B80-B7EE-97412860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Expert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0282E-6DC5-4956-8348-FC619BA4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F7551-086C-4112-9A24-CA20BF0D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D24C1-42D2-4D66-9081-F8EA88F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Expert 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8B80E-6C82-45E2-8A41-E1E67A96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1E68F-81B5-43E9-AA78-9F60390D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702703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17F9C-BE90-4474-9E2C-62694005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1E87D-C5A3-4FE4-8CCE-88DEA02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1DFDB-EFA4-4FD2-A1E7-7D88FADF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4A40A-3175-4D58-9E90-AAAC63B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0DDAE-AF16-4616-890E-4F8137B3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6DC66-B505-43ED-8697-D6EA0191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B8FAD-931E-4602-9F71-273AE014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45474-DF02-44CB-8B77-61BC8DBC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45AEC-E198-46B6-AF2B-FFEA647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1B9AD-12E8-426B-8F00-B1EFCC89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44E37-A48D-4BC4-AF7A-E86C418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201E6-E55A-4597-A13B-C5B28721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8FBCF-61D4-4FE5-ABF5-2467FE1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219CF-7A53-4BFE-A1CC-1F9AFDC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0B9AE-5D6A-4746-9914-E740A154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557556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59212-D8AA-475B-80BB-4A1685BE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3CD78-0A63-4540-87AA-95B9037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919FF-DBB7-4EB5-BABB-5142018B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BBB99-A014-4BC7-918D-14CCEF4D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FCE40-1D2F-445F-A638-F040CE8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0F5D4-C86F-41BD-BA0B-0A8295E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Expert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C23CD-0939-4642-9121-3EEE5700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8F069-8246-44C2-B7CE-8F2F5436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3A66F-6C77-4200-BC4B-DD874428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927E6-DE97-47CC-872F-B5DCB894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3BE05-0B97-4778-8A84-2A94EDF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748963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78355-CC03-426D-9D87-D4E031DC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D8A27-309C-4F6A-B86D-EEEFDA03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11BC8-2DB3-44F5-AB67-B9A15B09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1F1B-593D-4CEC-B5E6-1DDC6A8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A9BF9-100F-4421-A80C-377D251D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Internet of Things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392C3-4A8F-4657-B2A5-B49FCCDD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Internet of Things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DEDA8-92BA-4E48-803A-8D3EB4F8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2051C-7E36-4451-B118-4CB5455A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17B96-218D-46CA-817C-ACBB0EF0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602FF-C3FF-463F-9647-2BC7C3E2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1A7F2-57B3-464C-A50A-1A40056F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4138B-235F-4D76-8FFE-B1A6E266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0A2CC-4FA2-45F5-8CF7-231C0B5C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88A7F-E0E1-4AF0-8B7B-5F26E889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F63FE-DE82-433D-BF82-12742B7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D26EE-145A-449C-A082-F84A93AF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41247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7C2BA-062A-467F-B314-A2D21DE0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855C5-38B2-4FC7-9A97-19BDFC17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3D3DE-90D9-40C9-B636-B1FD8C47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44DB5-57BB-4755-9AA7-F71BE6FB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EDCE7-3AFE-4F59-8374-223DDB6A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8CBA2-B48B-4B3D-A4F7-FAC21F6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B6358-B0A8-4B75-8E6E-39DD89E8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69E35-6461-4B4D-8201-288AB4A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B4DB7-39C4-4468-996F-B89272A0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Internet of Things.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6F17D-E2F9-491B-885E-E68633B6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E77D5-D6EF-4C17-A93A-280D1B4D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A2C95-1A48-4698-8BD0-6ABA1487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Internet of Thin...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BCBE5-C5B5-4358-9A7E-AFD3D0F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6FAA9-3BA1-4637-9A7D-6F4553A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BF556-2738-4812-B6A7-D75AC81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Internet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A19E2-3599-4745-A971-29A4CFBB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8D7A4-F591-4489-8D4F-0A5780AC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F2DD4-9A24-4242-AF88-E30FACC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Internet of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AC116-AE34-4127-9668-9F24180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A5782-1058-4868-BF68-557B5D9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1E317-5C19-415A-BA60-E6DEA6A9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Internet of Things.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36530-8169-469C-8E1F-AE1CA514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7FDE9-F84D-4B59-B59A-F09B4577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740339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364D4-BEFE-4AC8-BCD3-2074FD6C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D3F28-F5ED-4E98-9DCD-E7B25545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1553C-4C13-4EBA-B671-6C1E1F2C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E4911-A588-4DF2-86A7-4D31D599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9CDC4-0851-467F-A5F0-F77465E0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96D36-40BD-4EE6-B2B7-5BD051C5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990DF-88DC-4BD3-A47E-E2ECC435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14644-CE99-4032-8C1D-6803AD6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33856-E480-4511-B901-37B1FC86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8F434-CA7F-4CEA-93D6-9B272674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6CCA0-BB03-48AC-9C86-BC4A6EA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8E98-ABA0-400C-B4F9-EA236E28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DBC02-C0D3-4599-B58A-652F0A9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B662D-DF38-477E-8444-80B9E00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C35B9-2C18-4B75-90EF-7C16DA1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260819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E2913-3D24-456E-8CBB-9F21BE28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72D91-EED7-4FC5-89DF-DAEC7109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BFCD6-3109-4732-B419-DB007DE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94385-A281-4A15-9A04-4A0F644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62B84-B9B2-43D3-B884-FFC89FBE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60DCF-0D5F-4926-8893-937E0729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Internet of Things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AB326-91C9-4F11-B3CD-F412CB79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46564-6378-4838-8872-1282FB77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35E7E-BD49-4F89-84B6-F746FED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63445-2549-4E51-AFFA-69A6ADA8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1C0F8-442D-42F2-A659-B4F6ED63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729642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1F1C0-4C38-419C-9EEE-296E90B9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C4FB-56BB-4675-813A-A48D3DE1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2F6BC-C836-4FE4-A9EB-F1216C9E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F36C6-0E7A-4D4A-AF66-CFA069FD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4FD06-FE9C-4AEB-828A-4BE43F37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Artificial Intelligence of Things (AIoT).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F64F7-E92D-4F2D-8C93-51389CF8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Artificial Intelligence of Things (AIoT)....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5B41C-81D8-4881-B653-612E39FC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A523E-0327-402D-B80E-F66A94CC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9CBB0-4757-4C8F-BEB9-F796CF93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87D39-941E-4714-A3B5-8CA61CAF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61CEF-E3AA-43EA-ACA7-7788A2F3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64724-F0C0-447F-A93C-458A25B3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3BC71-F5F1-4F14-A738-AEDB5324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A3F09-E7E0-40F2-A4F5-52FD811B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43D4A-22C3-4BF1-9EF6-A6CB192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85BCE-0288-4C73-9036-6BB96AE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646040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64CAD-A1E3-451B-94CD-C400D48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1449-DFCC-4B56-8313-D410510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6C896-B94C-4B4E-9E0D-DD01A624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5B6E1-C4DE-4600-A10F-F20D6F23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DA0FB-2CA0-4229-84A1-8D7F2689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A0447-CDAE-470F-93B8-CFA22AB8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BC52A-6071-4862-A6F9-D9C18212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94E8B-5A73-4CBC-973C-9D4E68D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FE735-E463-4FB2-AFFA-01A6DDF9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Artificial Intellige...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8C6C9-E7C9-4C84-B689-F06B4EB1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85F65-A49C-40CA-80BF-475C5298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7808C-8AE9-4397-A2A3-64399B4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Artificial Intel...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68121-2FAD-4AE2-81AD-9F1EDB6A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9C752-09C7-4AFA-8A41-1E285A13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D4FFD-CBE7-4937-897F-7265DD41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Artificial 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3DE85-5111-43A3-96DF-821EDCB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5F004-1F4B-4B26-8AE5-D1A2B14B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95BC3-B8C0-4E99-B6C6-D824AF99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Artificial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388A7-26B6-4720-A9CC-3CA6EF46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AD744-D66A-4F3E-9B18-A9B6B0F7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53B49-F259-49E2-90C2-A1415833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Artificial Intellig...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1159B-82C7-49CB-B070-62F8CCE3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0D802-2C70-48DF-AAA2-A0DA058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556287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E7B96-CBF0-48FE-B81B-09B1EF0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5EF58-A2EF-426B-9C77-189F1B7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B5D01-BCE8-4A23-9BE4-B990DF2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8C548-83D9-4112-A9A9-C8D802F4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F7284-159B-4367-8D4B-C9FE0726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C5EC6-86DA-4A90-ABFB-388BB1FA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3EB02-4319-4B87-8AF1-A7E113B8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03E21-9A1B-48C6-BCB8-7AB2F8A7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B4868-D28C-4B19-B540-F2DA313C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C13F3-55E8-4860-874B-5538544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59E92-9202-4CB9-8330-409898AE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62B1E-FB82-4632-BE38-991B35F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78B5B-F7BB-43A8-A823-29325406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076A4-CD09-413E-8514-611E9E5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37A49-F522-42C9-8D62-3EBF0DF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207515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7692B-82B4-49D3-A7B7-C44A894B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2D787-C482-4620-8ABF-B7D777C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BFB06-53C1-4181-A28E-0DE4EB3F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9A70F-5AFB-4D68-B521-B75E6301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4C79D-B725-4727-8303-C116C406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E3BA2-BE67-4353-AA7F-E503BA26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Artificial Intelligence of Things (AIoT).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01661-9EE9-4236-835B-725620F6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9E615-BE6D-4082-AE32-697924C3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8D4FB-9B53-4581-A809-2351E9F7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E7FA9-ED07-471A-A154-64517383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BFC37-58C2-4664-9990-8D854627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171687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F22C8-851D-4BAD-8FC9-28EA7D6F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343C0-EA79-4B38-98D6-EED071AC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7BF1E-B4D5-4F78-84AA-05C9D441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E1F94-928D-4D7D-AB63-15F6CAB0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AAAE0-CB7D-47A3-88AE-59A9194D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9 (9.1- 9.3)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30575-F6D2-4E0C-86B3-E910FCC1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 9 (9.1- 9.3)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52E8D-8CAB-4C9C-A229-48A6F782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558E4-B412-432B-A78E-169952B7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61311-9699-4F9E-8B6E-62CEC114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48340-A355-4F65-A513-E6F9352E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8C4A8-7D9A-4C31-9D59-C8B6112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74F9B-1871-45EA-8BCF-A8AEC5DB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36FA6-A2A3-4CC0-972A-F5D51F70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2B668-B003-4580-8C67-141938A1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11D6B-5250-4538-AB6A-BA61586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26A01-2727-4624-B447-97AB020F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158778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A8B10-4690-4C2D-BD2B-1E930608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7E8F4-19D4-40F4-BF76-48282009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6A921-12C6-4964-A1A2-5328CF7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93FE8-35FE-4B6C-AADD-931000B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04899-64D4-4019-924E-6C68EDD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55133-8F56-4DEE-AA74-B30F3E1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37C69-09D1-4512-94C1-62880D3E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FD7CD-DA19-433C-82BA-C467533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1BFF0-EE34-4120-8738-845A61A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 9 (9.1- 9.3).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EA7A2-7975-498B-90A2-3F8BC3B1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E09CE-9EC1-4E18-AB17-BF3BB86E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6D211-6B7D-4C2D-99EF-12892CE3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 9 (9.1-...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ADD29-3F16-4533-99B8-EC296CC9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271A6-0FA0-4A11-9FF2-043ABE81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72F0E-65D3-4DC3-873C-D1FF3647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 9 (9...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5F4FD-C9F3-4A1F-B280-D398EA8F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0BD4A-637A-4BE6-A0F2-586E25D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B7922-D703-4F1E-AE64-515D64B3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 9 (9....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2D55A-3950-45F4-8961-4B8B56D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D96EB-2D6C-4080-9BCA-D7D4A878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DE995-384F-487B-8425-28F3F0D8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 9 (9.1- 9.3...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66429-7F77-4213-B917-B77FE8AC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4A11F-3819-46C7-889F-C7E2ABF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903160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71CE3-2077-4783-B0CF-ADB92ACE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979CE-CD5C-4F4A-98E8-2BAB6648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DE6B-CFF7-4778-BA40-78313D3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65194-0DB6-4048-A6F0-EC110B9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7845E-8C01-483D-9435-364D613D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5A57-D930-426B-ACF8-ECDF0D77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B0EF3-4F01-46AC-A00F-0AC623D6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51178-C264-4C0A-8788-974289D0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1F931-6C74-481C-93FD-ED0EF31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261C9-953C-486A-880C-1C2ABD34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9D54E-EB38-427D-A36D-E96198A6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FD921-08D9-4E98-886E-B30E4291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F124D-5E4A-459A-A25C-AB98F28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C24D4-56F2-4016-9F0B-B48E2DE7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D8881-DC04-4258-A30F-3670B468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057863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9A9FB-544E-43CB-83A8-DEED3932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004F4-4B0F-4345-BA06-BDB9B7F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A2F98-866D-40C9-8E89-4F7069F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94658-4A6C-4BC4-8169-DDBB3D0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D723-08BE-481F-BCE6-7ADB8DAC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89B64-48E6-4D00-AB07-74B4C789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9 (9.1- 9.3)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28EF6-9669-48C7-A971-0B010CE1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BED30-6C56-43C0-8116-C499409C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06877-EC9D-4A88-8108-651BD1EC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30B7B-7F36-4FE1-9DFB-181CAC0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6647D-EE8A-446C-928E-CAFE130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196545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CFF6B-CDD6-47ED-BD7B-0C0E6DBF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0E013-6098-4AA5-9608-4013CE94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38494-0A1B-4E22-8349-75612989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3E04E-8888-433D-908A-B42E914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99869-D547-43B6-A8A5-C6D7C2FC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50108-FD54-4588-A626-80BCD8D8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798809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7951C-ABDE-4EAE-A7F1-B7D983B5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BA21B-4F81-418B-8166-D051619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B8178-3F37-4FD9-BA71-715F34AE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4677D-2B61-4275-A0A3-EC61CEFF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D0605-B63E-4B92-844A-16CE924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Trends: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Ethical: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Concerns: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Service: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AIaaS: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2C24B-D387-4146-90E2-A479F8EF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62231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A4B55-64E0-4705-BCBF-AECA08FD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CF4D3-2690-47CB-AAE5-08CF9920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A69F8-BEB8-4125-9DB1-DEBDC5F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A42B-41DC-4F66-B7ED-00B62ED8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30100-4162-4174-8BC0-93EC5E6B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8FAAB-EFE3-474D-B163-DCAA0A0A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868867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20B4F-FD9F-40AB-A1F7-6C0D8B4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24A6B-76E0-4F5B-BF27-D58E7181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9C011-FB55-4CE7-BD63-3250E2DD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764F5-7F28-48E6-A4FA-4785E9A4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78B8F-289F-452C-9BE6-31849BE7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9D3EA-6E8A-4CAD-B1A7-3DF77E10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2266380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D5350-D474-4526-827F-B127C44C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A0AB5-FBD5-4316-A28C-46FDA851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16EFC-EAAF-45C4-A341-458EBD8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95952-EE48-4EFF-AFEE-5560342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2E77F-A3CC-42FD-B7C9-2AE657C8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Trends in AI: AI and Ethical Concerns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AI as a Service (AIaaS)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Recent trends in AI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Expert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Internet of Things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77EA8-D309-434B-B7DE-494E1EE6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F975B-3C9E-4CFD-B0F3-FFE25FF8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E2ED8-EAA3-448D-B5A9-3B4082D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049079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F99667-27F6-4C5E-8014-7AF6020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704B6-F99C-490E-BA93-821C46A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Artificial Intelligence of Things (AIoT).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C9DA3-A36D-4F94-AE40-D00ECEEF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92B88-46B1-4BAC-8769-7D5EEABE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E9E55-A9A2-435F-83E8-F8CCEFA2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D4587-91B7-4DDD-B53B-EBBE2C9F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FCA63-F342-4440-904D-B42FF927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3CAEC-3CBC-47D8-952F-DE3EEDFC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41EB4-E8AD-4CBC-BFA0-88558535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D2075-0230-4144-9CB0-7C742FFF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7E441-A1F2-4AE0-A93D-078C7592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F2485-45FC-4EDC-A6CB-86C718E6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57C81-0686-48FD-A942-BD0F6416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98E1D-82D4-454E-8C28-0105F54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766A1-619D-486C-8296-78CC7AA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B749B-C684-462E-A415-D8CD46C2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0ACA0-97D6-4DA8-A669-B984D05F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AEF69-C822-449C-8BFE-C1317F06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A0CB6-C84B-4518-AAF8-ADFFE0DE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9A4B0-BB51-46F5-A602-718E34A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12D05-4F65-41EB-8128-EFE74D78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09453-F86C-4387-8EC1-A06CCCFB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1BB08-07E6-4AAF-920A-603229F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A7E68-152C-414D-8000-0EE34D8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E2C2B-E6B9-465B-97E3-9E660B9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D14CC-859B-423A-8E6B-BB08F0DB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69296-BD43-467E-A26A-E3C600A9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864DE-6EFD-4E1B-BCFC-7BEF3A90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FC9A1-4590-4524-A2AC-2BC2529E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07C85-4757-41F2-AD0D-8DD65C74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C4C0EA-053C-4010-BA5A-A9D9035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8F57E-B76A-427E-9EBE-EAB3343A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62603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9F58DA-16E3-4453-8F0A-E8CDC15A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4D494-3B7B-40C8-AAE7-DD65571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 9 (9.1- 9.3)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B08C8-5944-4FE4-9C5C-DCC0B52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0AB67-50F0-4EF3-B44D-C691DBB2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A5491-BC20-4AAD-B3C9-BC276B50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BF0E4-FC9B-4775-B1B4-7596B740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CC58F-D0A7-47F8-BEE7-D7AFC1A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837D7-7B17-413E-97D9-8D41027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623E6-0E2B-4549-A3E7-16F43C7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304E6-1EA6-4E0B-BE52-DEF50D76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639B7-0D5D-406F-AC4F-2E3E2714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30623-0ACD-4371-BFC1-E07E2BDF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2C97C-9304-4E57-9661-9FC2B5A5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759E0-2B9C-4E31-B812-C3C91FE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9D565-6EA7-4B0F-A2AB-CD47BCDD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A2B80-6211-4414-8400-29FDD0C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607DF-CD17-41E6-AAE2-8E7E7DD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755A6-9713-49EC-87BA-473C528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0BE4F-4208-4666-9A21-902723D3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9514D-E76D-4964-AF8D-99ADDF6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2F1B2-2A08-44D9-B1ED-CAA6AC18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C1A57-A57B-407C-8E07-695A74E9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70F99-F0CB-43D8-BB53-BDE6A77E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8EF0C-C5EF-4348-9FF6-253C564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EBE85-58CC-4A98-A318-912E1F1F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96861-25CC-453F-BA87-2C7B7A47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08809-D85F-43D2-BCF2-2C92B92B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08CA7-553C-4955-B27F-A7EAA4A1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29BBD-A294-44FD-9AAC-43BE90E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D577B-609E-4DF5-B595-4DBDF11D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2815E-7A5F-46E9-AEAC-B9488611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AA45C-4A09-46CB-85D5-F1B92AB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79859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2026-08-24T16:02:21.4790000Z</dcterms:created>
  <dcterms:modified xsi:type="dcterms:W3CDTF">2026-08-24T16:02:21.4790000Z</dcterms:modified>
</coreProperties>
</file>