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8bf7ad6a8b40dc" /><Relationship Type="http://schemas.openxmlformats.org/officeDocument/2006/relationships/extended-properties" Target="/docProps/app.xml" Id="R2c1e0daacc5848cd" /><Relationship Type="http://schemas.openxmlformats.org/officeDocument/2006/relationships/officeDocument" Target="/ppt/presentation.xml" Id="Rdf2bb76c8b3a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04cbd67b04143"/>
  </p:sldMasterIdLst>
  <p:notesMasterIdLst>
    <p:notesMasterId xmlns:r="http://schemas.openxmlformats.org/officeDocument/2006/relationships" r:id="R0a5fad6c584e43d8"/>
  </p:notesMasterIdLst>
  <p:sldIdLst>
    <p:sldId xmlns:r="http://schemas.openxmlformats.org/officeDocument/2006/relationships" id="256" r:id="R5d634e383b3a4239"/>
    <p:sldId xmlns:r="http://schemas.openxmlformats.org/officeDocument/2006/relationships" id="257" r:id="R0de8a1b972b04d41"/>
    <p:sldId xmlns:r="http://schemas.openxmlformats.org/officeDocument/2006/relationships" id="258" r:id="Rd7b2d7ff1a794733"/>
    <p:sldId xmlns:r="http://schemas.openxmlformats.org/officeDocument/2006/relationships" id="259" r:id="R54a55b9e60ad4194"/>
    <p:sldId xmlns:r="http://schemas.openxmlformats.org/officeDocument/2006/relationships" id="260" r:id="R656f7c302cb44e3d"/>
    <p:sldId xmlns:r="http://schemas.openxmlformats.org/officeDocument/2006/relationships" id="261" r:id="R19eb53962090473a"/>
    <p:sldId xmlns:r="http://schemas.openxmlformats.org/officeDocument/2006/relationships" id="262" r:id="Rdb5b50b5965644f0"/>
    <p:sldId xmlns:r="http://schemas.openxmlformats.org/officeDocument/2006/relationships" id="263" r:id="R6e946a96cf734e3f"/>
    <p:sldId xmlns:r="http://schemas.openxmlformats.org/officeDocument/2006/relationships" id="264" r:id="R2b6257c286534e1e"/>
    <p:sldId xmlns:r="http://schemas.openxmlformats.org/officeDocument/2006/relationships" id="265" r:id="R3631f92f5a4040db"/>
    <p:sldId xmlns:r="http://schemas.openxmlformats.org/officeDocument/2006/relationships" id="266" r:id="Ra6828096dad0400a"/>
    <p:sldId xmlns:r="http://schemas.openxmlformats.org/officeDocument/2006/relationships" id="267" r:id="Re751a7762d984f34"/>
    <p:sldId xmlns:r="http://schemas.openxmlformats.org/officeDocument/2006/relationships" id="268" r:id="R36a77fab987e4fc2"/>
    <p:sldId xmlns:r="http://schemas.openxmlformats.org/officeDocument/2006/relationships" id="269" r:id="Rf3af9dcfbb7c45ce"/>
    <p:sldId xmlns:r="http://schemas.openxmlformats.org/officeDocument/2006/relationships" id="270" r:id="R05be6e9c16d347fd"/>
    <p:sldId xmlns:r="http://schemas.openxmlformats.org/officeDocument/2006/relationships" id="271" r:id="R7328cb1a09b847e2"/>
    <p:sldId xmlns:r="http://schemas.openxmlformats.org/officeDocument/2006/relationships" id="272" r:id="Rf1da5d4ea8d74b5f"/>
    <p:sldId xmlns:r="http://schemas.openxmlformats.org/officeDocument/2006/relationships" id="273" r:id="R0493ce4fcefb4d1e"/>
    <p:sldId xmlns:r="http://schemas.openxmlformats.org/officeDocument/2006/relationships" id="274" r:id="R83a6e3daee4b4b2c"/>
    <p:sldId xmlns:r="http://schemas.openxmlformats.org/officeDocument/2006/relationships" id="275" r:id="Ra761aa7c5d954a27"/>
    <p:sldId xmlns:r="http://schemas.openxmlformats.org/officeDocument/2006/relationships" id="276" r:id="R6064a94a417a437c"/>
    <p:sldId xmlns:r="http://schemas.openxmlformats.org/officeDocument/2006/relationships" id="277" r:id="Rc81f6f2a538743d2"/>
    <p:sldId xmlns:r="http://schemas.openxmlformats.org/officeDocument/2006/relationships" id="278" r:id="R0bc4eb4fc471410c"/>
    <p:sldId xmlns:r="http://schemas.openxmlformats.org/officeDocument/2006/relationships" id="279" r:id="Rd294cacff59b4414"/>
    <p:sldId xmlns:r="http://schemas.openxmlformats.org/officeDocument/2006/relationships" id="280" r:id="R57e34204a9b8446c"/>
    <p:sldId xmlns:r="http://schemas.openxmlformats.org/officeDocument/2006/relationships" id="281" r:id="R3dd3e348be4d49a8"/>
    <p:sldId xmlns:r="http://schemas.openxmlformats.org/officeDocument/2006/relationships" id="282" r:id="R3d9d0f6ee1be4ff7"/>
    <p:sldId xmlns:r="http://schemas.openxmlformats.org/officeDocument/2006/relationships" id="283" r:id="Rbf270556a589431f"/>
    <p:sldId xmlns:r="http://schemas.openxmlformats.org/officeDocument/2006/relationships" id="284" r:id="R48d2d5203dc54195"/>
    <p:sldId xmlns:r="http://schemas.openxmlformats.org/officeDocument/2006/relationships" id="285" r:id="Rcfc56965f76643d3"/>
    <p:sldId xmlns:r="http://schemas.openxmlformats.org/officeDocument/2006/relationships" id="286" r:id="R7aa8214cecc841fd"/>
    <p:sldId xmlns:r="http://schemas.openxmlformats.org/officeDocument/2006/relationships" id="287" r:id="R0e8e013b11804d27"/>
    <p:sldId xmlns:r="http://schemas.openxmlformats.org/officeDocument/2006/relationships" id="288" r:id="Rc87a7c8a7d6d4aa3"/>
    <p:sldId xmlns:r="http://schemas.openxmlformats.org/officeDocument/2006/relationships" id="289" r:id="R9aa7066e8435407b"/>
    <p:sldId xmlns:r="http://schemas.openxmlformats.org/officeDocument/2006/relationships" id="290" r:id="Rd72c02c9f0604a1a"/>
    <p:sldId xmlns:r="http://schemas.openxmlformats.org/officeDocument/2006/relationships" id="291" r:id="Rb021179a1aea452a"/>
    <p:sldId xmlns:r="http://schemas.openxmlformats.org/officeDocument/2006/relationships" id="292" r:id="R9747dd1501f84415"/>
    <p:sldId xmlns:r="http://schemas.openxmlformats.org/officeDocument/2006/relationships" id="293" r:id="Rfe09afe704cd4799"/>
    <p:sldId xmlns:r="http://schemas.openxmlformats.org/officeDocument/2006/relationships" id="294" r:id="R54f59f7ba0c142be"/>
    <p:sldId xmlns:r="http://schemas.openxmlformats.org/officeDocument/2006/relationships" id="295" r:id="Rc9c23e236dbf4a51"/>
    <p:sldId xmlns:r="http://schemas.openxmlformats.org/officeDocument/2006/relationships" id="296" r:id="R6e16905aa0574ade"/>
    <p:sldId xmlns:r="http://schemas.openxmlformats.org/officeDocument/2006/relationships" id="297" r:id="R6175f374eff245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38c98c095a457e" /><Relationship Type="http://schemas.openxmlformats.org/officeDocument/2006/relationships/slideMaster" Target="/ppt/slideMasters/slideMaster1.xml" Id="R93b04cbd67b04143" /><Relationship Type="http://schemas.openxmlformats.org/officeDocument/2006/relationships/notesMaster" Target="/ppt/notesMasters/notesMaster1.xml" Id="R0a5fad6c584e43d8" /><Relationship Type="http://schemas.openxmlformats.org/officeDocument/2006/relationships/presProps" Target="/ppt/presProps.xml" Id="R142e4ca710e54d82" /><Relationship Type="http://schemas.openxmlformats.org/officeDocument/2006/relationships/tableStyles" Target="/ppt/tableStyles.xml" Id="R927c1e7084f648df" /><Relationship Type="http://schemas.openxmlformats.org/officeDocument/2006/relationships/slide" Target="/ppt/slides/slide1.xml" Id="R5d634e383b3a4239" /><Relationship Type="http://schemas.openxmlformats.org/officeDocument/2006/relationships/slide" Target="/ppt/slides/slide2.xml" Id="R0de8a1b972b04d41" /><Relationship Type="http://schemas.openxmlformats.org/officeDocument/2006/relationships/slide" Target="/ppt/slides/slide3.xml" Id="Rd7b2d7ff1a794733" /><Relationship Type="http://schemas.openxmlformats.org/officeDocument/2006/relationships/slide" Target="/ppt/slides/slide4.xml" Id="R54a55b9e60ad4194" /><Relationship Type="http://schemas.openxmlformats.org/officeDocument/2006/relationships/slide" Target="/ppt/slides/slide5.xml" Id="R656f7c302cb44e3d" /><Relationship Type="http://schemas.openxmlformats.org/officeDocument/2006/relationships/slide" Target="/ppt/slides/slide6.xml" Id="R19eb53962090473a" /><Relationship Type="http://schemas.openxmlformats.org/officeDocument/2006/relationships/slide" Target="/ppt/slides/slide7.xml" Id="Rdb5b50b5965644f0" /><Relationship Type="http://schemas.openxmlformats.org/officeDocument/2006/relationships/slide" Target="/ppt/slides/slide8.xml" Id="R6e946a96cf734e3f" /><Relationship Type="http://schemas.openxmlformats.org/officeDocument/2006/relationships/slide" Target="/ppt/slides/slide9.xml" Id="R2b6257c286534e1e" /><Relationship Type="http://schemas.openxmlformats.org/officeDocument/2006/relationships/slide" Target="/ppt/slides/slide10.xml" Id="R3631f92f5a4040db" /><Relationship Type="http://schemas.openxmlformats.org/officeDocument/2006/relationships/slide" Target="/ppt/slides/slide11.xml" Id="Ra6828096dad0400a" /><Relationship Type="http://schemas.openxmlformats.org/officeDocument/2006/relationships/slide" Target="/ppt/slides/slide12.xml" Id="Re751a7762d984f34" /><Relationship Type="http://schemas.openxmlformats.org/officeDocument/2006/relationships/slide" Target="/ppt/slides/slide13.xml" Id="R36a77fab987e4fc2" /><Relationship Type="http://schemas.openxmlformats.org/officeDocument/2006/relationships/slide" Target="/ppt/slides/slide14.xml" Id="Rf3af9dcfbb7c45ce" /><Relationship Type="http://schemas.openxmlformats.org/officeDocument/2006/relationships/slide" Target="/ppt/slides/slide15.xml" Id="R05be6e9c16d347fd" /><Relationship Type="http://schemas.openxmlformats.org/officeDocument/2006/relationships/slide" Target="/ppt/slides/slide16.xml" Id="R7328cb1a09b847e2" /><Relationship Type="http://schemas.openxmlformats.org/officeDocument/2006/relationships/slide" Target="/ppt/slides/slide17.xml" Id="Rf1da5d4ea8d74b5f" /><Relationship Type="http://schemas.openxmlformats.org/officeDocument/2006/relationships/slide" Target="/ppt/slides/slide18.xml" Id="R0493ce4fcefb4d1e" /><Relationship Type="http://schemas.openxmlformats.org/officeDocument/2006/relationships/slide" Target="/ppt/slides/slide19.xml" Id="R83a6e3daee4b4b2c" /><Relationship Type="http://schemas.openxmlformats.org/officeDocument/2006/relationships/slide" Target="/ppt/slides/slide20.xml" Id="Ra761aa7c5d954a27" /><Relationship Type="http://schemas.openxmlformats.org/officeDocument/2006/relationships/slide" Target="/ppt/slides/slide21.xml" Id="R6064a94a417a437c" /><Relationship Type="http://schemas.openxmlformats.org/officeDocument/2006/relationships/slide" Target="/ppt/slides/slide22.xml" Id="Rc81f6f2a538743d2" /><Relationship Type="http://schemas.openxmlformats.org/officeDocument/2006/relationships/slide" Target="/ppt/slides/slide23.xml" Id="R0bc4eb4fc471410c" /><Relationship Type="http://schemas.openxmlformats.org/officeDocument/2006/relationships/slide" Target="/ppt/slides/slide24.xml" Id="Rd294cacff59b4414" /><Relationship Type="http://schemas.openxmlformats.org/officeDocument/2006/relationships/slide" Target="/ppt/slides/slide25.xml" Id="R57e34204a9b8446c" /><Relationship Type="http://schemas.openxmlformats.org/officeDocument/2006/relationships/slide" Target="/ppt/slides/slide26.xml" Id="R3dd3e348be4d49a8" /><Relationship Type="http://schemas.openxmlformats.org/officeDocument/2006/relationships/slide" Target="/ppt/slides/slide27.xml" Id="R3d9d0f6ee1be4ff7" /><Relationship Type="http://schemas.openxmlformats.org/officeDocument/2006/relationships/slide" Target="/ppt/slides/slide28.xml" Id="Rbf270556a589431f" /><Relationship Type="http://schemas.openxmlformats.org/officeDocument/2006/relationships/slide" Target="/ppt/slides/slide29.xml" Id="R48d2d5203dc54195" /><Relationship Type="http://schemas.openxmlformats.org/officeDocument/2006/relationships/slide" Target="/ppt/slides/slide30.xml" Id="Rcfc56965f76643d3" /><Relationship Type="http://schemas.openxmlformats.org/officeDocument/2006/relationships/slide" Target="/ppt/slides/slide31.xml" Id="R7aa8214cecc841fd" /><Relationship Type="http://schemas.openxmlformats.org/officeDocument/2006/relationships/slide" Target="/ppt/slides/slide32.xml" Id="R0e8e013b11804d27" /><Relationship Type="http://schemas.openxmlformats.org/officeDocument/2006/relationships/slide" Target="/ppt/slides/slide33.xml" Id="Rc87a7c8a7d6d4aa3" /><Relationship Type="http://schemas.openxmlformats.org/officeDocument/2006/relationships/slide" Target="/ppt/slides/slide34.xml" Id="R9aa7066e8435407b" /><Relationship Type="http://schemas.openxmlformats.org/officeDocument/2006/relationships/slide" Target="/ppt/slides/slide35.xml" Id="Rd72c02c9f0604a1a" /><Relationship Type="http://schemas.openxmlformats.org/officeDocument/2006/relationships/slide" Target="/ppt/slides/slide36.xml" Id="Rb021179a1aea452a" /><Relationship Type="http://schemas.openxmlformats.org/officeDocument/2006/relationships/slide" Target="/ppt/slides/slide37.xml" Id="R9747dd1501f84415" /><Relationship Type="http://schemas.openxmlformats.org/officeDocument/2006/relationships/slide" Target="/ppt/slides/slide38.xml" Id="Rfe09afe704cd4799" /><Relationship Type="http://schemas.openxmlformats.org/officeDocument/2006/relationships/slide" Target="/ppt/slides/slide39.xml" Id="R54f59f7ba0c142be" /><Relationship Type="http://schemas.openxmlformats.org/officeDocument/2006/relationships/slide" Target="/ppt/slides/slide40.xml" Id="Rc9c23e236dbf4a51" /><Relationship Type="http://schemas.openxmlformats.org/officeDocument/2006/relationships/slide" Target="/ppt/slides/slide41.xml" Id="R6e16905aa0574ade" /><Relationship Type="http://schemas.openxmlformats.org/officeDocument/2006/relationships/slide" Target="/ppt/slides/slide42.xml" Id="R6175f374eff245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f7b28f2c204f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14e55a6444700" /><Relationship Type="http://schemas.openxmlformats.org/officeDocument/2006/relationships/notesMaster" Target="/ppt/notesMasters/notesMaster1.xml" Id="R4b87a55d5aa043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f8a068890c49f3" /><Relationship Type="http://schemas.openxmlformats.org/officeDocument/2006/relationships/notesMaster" Target="/ppt/notesMasters/notesMaster1.xml" Id="R341f3c61e0e647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a0c869cdb04ba5" /><Relationship Type="http://schemas.openxmlformats.org/officeDocument/2006/relationships/notesMaster" Target="/ppt/notesMasters/notesMaster1.xml" Id="Rc0e42777ce4f48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bbdbad3d754ece" /><Relationship Type="http://schemas.openxmlformats.org/officeDocument/2006/relationships/notesMaster" Target="/ppt/notesMasters/notesMaster1.xml" Id="R6fa8a995922f4e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72b42b70734228" /><Relationship Type="http://schemas.openxmlformats.org/officeDocument/2006/relationships/notesMaster" Target="/ppt/notesMasters/notesMaster1.xml" Id="R7412a3d43c8e43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dee0452d314b11" /><Relationship Type="http://schemas.openxmlformats.org/officeDocument/2006/relationships/notesMaster" Target="/ppt/notesMasters/notesMaster1.xml" Id="R120ffe51aeb040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028d42c76478e" /><Relationship Type="http://schemas.openxmlformats.org/officeDocument/2006/relationships/notesMaster" Target="/ppt/notesMasters/notesMaster1.xml" Id="Rd123f7c611274e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69913ca1a4a69" /><Relationship Type="http://schemas.openxmlformats.org/officeDocument/2006/relationships/notesMaster" Target="/ppt/notesMasters/notesMaster1.xml" Id="Rd5324f04999641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b142465ee4d04" /><Relationship Type="http://schemas.openxmlformats.org/officeDocument/2006/relationships/notesMaster" Target="/ppt/notesMasters/notesMaster1.xml" Id="R16789a3c73b046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318f391d584781" /><Relationship Type="http://schemas.openxmlformats.org/officeDocument/2006/relationships/notesMaster" Target="/ppt/notesMasters/notesMaster1.xml" Id="R55e658d0ea704a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f5dd66665e48ce" /><Relationship Type="http://schemas.openxmlformats.org/officeDocument/2006/relationships/notesMaster" Target="/ppt/notesMasters/notesMaster1.xml" Id="R9b33ea3cd3be47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4d911e235849e0" /><Relationship Type="http://schemas.openxmlformats.org/officeDocument/2006/relationships/notesMaster" Target="/ppt/notesMasters/notesMaster1.xml" Id="R4a35b2e665bd46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4fe139195b48f2" /><Relationship Type="http://schemas.openxmlformats.org/officeDocument/2006/relationships/notesMaster" Target="/ppt/notesMasters/notesMaster1.xml" Id="R8a54b58b24994c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d801923b37441d" /><Relationship Type="http://schemas.openxmlformats.org/officeDocument/2006/relationships/notesMaster" Target="/ppt/notesMasters/notesMaster1.xml" Id="R50d844be132e49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2592b786a24019" /><Relationship Type="http://schemas.openxmlformats.org/officeDocument/2006/relationships/notesMaster" Target="/ppt/notesMasters/notesMaster1.xml" Id="R18d7ef4a7ac642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24aded0f4b415b" /><Relationship Type="http://schemas.openxmlformats.org/officeDocument/2006/relationships/notesMaster" Target="/ppt/notesMasters/notesMaster1.xml" Id="Rcefe76a6dca74f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a649ee38b544d8" /><Relationship Type="http://schemas.openxmlformats.org/officeDocument/2006/relationships/notesMaster" Target="/ppt/notesMasters/notesMaster1.xml" Id="Rde7aa5c3d17d4c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37fecf2e3040a7" /><Relationship Type="http://schemas.openxmlformats.org/officeDocument/2006/relationships/notesMaster" Target="/ppt/notesMasters/notesMaster1.xml" Id="Rd7c0519a75d64f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436eba80914790" /><Relationship Type="http://schemas.openxmlformats.org/officeDocument/2006/relationships/notesMaster" Target="/ppt/notesMasters/notesMaster1.xml" Id="R4501da4a31d04f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17c91b205a44b3" /><Relationship Type="http://schemas.openxmlformats.org/officeDocument/2006/relationships/notesMaster" Target="/ppt/notesMasters/notesMaster1.xml" Id="Raf987a27cd1c48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a843695282426a" /><Relationship Type="http://schemas.openxmlformats.org/officeDocument/2006/relationships/notesMaster" Target="/ppt/notesMasters/notesMaster1.xml" Id="R7ca63069208e4c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3a5aaab8ca49c0" /><Relationship Type="http://schemas.openxmlformats.org/officeDocument/2006/relationships/notesMaster" Target="/ppt/notesMasters/notesMaster1.xml" Id="Rae4f2b48bf4840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bcca74d9b1417f" /><Relationship Type="http://schemas.openxmlformats.org/officeDocument/2006/relationships/notesMaster" Target="/ppt/notesMasters/notesMaster1.xml" Id="R6418e7d45f5c49b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44b005bcd445c8" /><Relationship Type="http://schemas.openxmlformats.org/officeDocument/2006/relationships/notesMaster" Target="/ppt/notesMasters/notesMaster1.xml" Id="R22288044de4c429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8910e07e65a4e48" /><Relationship Type="http://schemas.openxmlformats.org/officeDocument/2006/relationships/notesMaster" Target="/ppt/notesMasters/notesMaster1.xml" Id="R215a8e3572d54a9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309145386e44b9" /><Relationship Type="http://schemas.openxmlformats.org/officeDocument/2006/relationships/notesMaster" Target="/ppt/notesMasters/notesMaster1.xml" Id="Rb9ef5999b467460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c6abf2006b4f6e" /><Relationship Type="http://schemas.openxmlformats.org/officeDocument/2006/relationships/notesMaster" Target="/ppt/notesMasters/notesMaster1.xml" Id="Ref049892af1646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779f02b0f074a5c" /><Relationship Type="http://schemas.openxmlformats.org/officeDocument/2006/relationships/notesMaster" Target="/ppt/notesMasters/notesMaster1.xml" Id="Rde9108420e0147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73c7144185146e6" /><Relationship Type="http://schemas.openxmlformats.org/officeDocument/2006/relationships/notesMaster" Target="/ppt/notesMasters/notesMaster1.xml" Id="R986ca16a7f5d431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5d40df4f44c492f" /><Relationship Type="http://schemas.openxmlformats.org/officeDocument/2006/relationships/notesMaster" Target="/ppt/notesMasters/notesMaster1.xml" Id="R6b78f618fdf44c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e74ec87eede41f7" /><Relationship Type="http://schemas.openxmlformats.org/officeDocument/2006/relationships/notesMaster" Target="/ppt/notesMasters/notesMaster1.xml" Id="R87c37ad48aab49d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1ac48834d914327" /><Relationship Type="http://schemas.openxmlformats.org/officeDocument/2006/relationships/notesMaster" Target="/ppt/notesMasters/notesMaster1.xml" Id="R1fc4f41a83a54e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4d37a2e3c5e4faa" /><Relationship Type="http://schemas.openxmlformats.org/officeDocument/2006/relationships/notesMaster" Target="/ppt/notesMasters/notesMaster1.xml" Id="R1db1e2fb1690411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bcbeff7b2ce40dd" /><Relationship Type="http://schemas.openxmlformats.org/officeDocument/2006/relationships/notesMaster" Target="/ppt/notesMasters/notesMaster1.xml" Id="R05756e5536664fe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67c91b92ef84125" /><Relationship Type="http://schemas.openxmlformats.org/officeDocument/2006/relationships/notesMaster" Target="/ppt/notesMasters/notesMaster1.xml" Id="Refd969ac98ee4f5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914e1b10757445f" /><Relationship Type="http://schemas.openxmlformats.org/officeDocument/2006/relationships/notesMaster" Target="/ppt/notesMasters/notesMaster1.xml" Id="R4e06639dd350426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7b56a20645343b5" /><Relationship Type="http://schemas.openxmlformats.org/officeDocument/2006/relationships/notesMaster" Target="/ppt/notesMasters/notesMaster1.xml" Id="R8bfe388a02484fe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850bc3a8e6845ab" /><Relationship Type="http://schemas.openxmlformats.org/officeDocument/2006/relationships/notesMaster" Target="/ppt/notesMasters/notesMaster1.xml" Id="Rf89f4abaf4e04f4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2a8b843357944d8" /><Relationship Type="http://schemas.openxmlformats.org/officeDocument/2006/relationships/notesMaster" Target="/ppt/notesMasters/notesMaster1.xml" Id="R0aef10353b9147a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d1af3cf22f34e6c" /><Relationship Type="http://schemas.openxmlformats.org/officeDocument/2006/relationships/notesMaster" Target="/ppt/notesMasters/notesMaster1.xml" Id="R21cc41c0c0424b5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8e3c5d6d8c94a74" /><Relationship Type="http://schemas.openxmlformats.org/officeDocument/2006/relationships/notesMaster" Target="/ppt/notesMasters/notesMaster1.xml" Id="R1375832b4bb5403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b39536968804f7d" /><Relationship Type="http://schemas.openxmlformats.org/officeDocument/2006/relationships/notesMaster" Target="/ppt/notesMasters/notesMaster1.xml" Id="R1116071a47ee46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8a8b683c847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3b907a318b4ec7" /><Relationship Type="http://schemas.openxmlformats.org/officeDocument/2006/relationships/slideLayout" Target="/ppt/slideLayouts/slideLayout1.xml" Id="R161358633be544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358633be544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fcdae50464b12" /><Relationship Type="http://schemas.openxmlformats.org/officeDocument/2006/relationships/notesSlide" Target="/ppt/notesSlides/notesSlide1.xml" Id="R83b4c1fc52314d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63f4dc1de40a7" /><Relationship Type="http://schemas.openxmlformats.org/officeDocument/2006/relationships/notesSlide" Target="/ppt/notesSlides/notesSlide2.xml" Id="R371e47a6ba664a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4e30ecea249e0" /><Relationship Type="http://schemas.openxmlformats.org/officeDocument/2006/relationships/notesSlide" Target="/ppt/notesSlides/notesSlide3.xml" Id="Ra9aaef1c1c9c4b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01ac4e59043a8" /><Relationship Type="http://schemas.openxmlformats.org/officeDocument/2006/relationships/notesSlide" Target="/ppt/notesSlides/notesSlide4.xml" Id="R128d8ec142d140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34c1637e04c9b" /><Relationship Type="http://schemas.openxmlformats.org/officeDocument/2006/relationships/notesSlide" Target="/ppt/notesSlides/notesSlide5.xml" Id="R142cf5c3dc0047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59938e4684423" /><Relationship Type="http://schemas.openxmlformats.org/officeDocument/2006/relationships/notesSlide" Target="/ppt/notesSlides/notesSlide6.xml" Id="R7797e2bcf1214d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55497222b4e0c" /><Relationship Type="http://schemas.openxmlformats.org/officeDocument/2006/relationships/notesSlide" Target="/ppt/notesSlides/notesSlide7.xml" Id="Rc225a21e88684a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a7e00230d430a" /><Relationship Type="http://schemas.openxmlformats.org/officeDocument/2006/relationships/notesSlide" Target="/ppt/notesSlides/notesSlide8.xml" Id="Rddf87925599740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8598d7aa748fb" /><Relationship Type="http://schemas.openxmlformats.org/officeDocument/2006/relationships/notesSlide" Target="/ppt/notesSlides/notesSlide9.xml" Id="Rf4a34515f7174e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e9bb7fad34711" /><Relationship Type="http://schemas.openxmlformats.org/officeDocument/2006/relationships/notesSlide" Target="/ppt/notesSlides/notesSlide10.xml" Id="R897d639a5b6f42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fea78a2ac4883" /><Relationship Type="http://schemas.openxmlformats.org/officeDocument/2006/relationships/notesSlide" Target="/ppt/notesSlides/notesSlide11.xml" Id="Rea32f70c068942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bd33a00eb45d6" /><Relationship Type="http://schemas.openxmlformats.org/officeDocument/2006/relationships/notesSlide" Target="/ppt/notesSlides/notesSlide12.xml" Id="Redfceb1e7d8241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8722b822b44d8" /><Relationship Type="http://schemas.openxmlformats.org/officeDocument/2006/relationships/notesSlide" Target="/ppt/notesSlides/notesSlide13.xml" Id="R6819f3c5ce3242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95ab765214c98" /><Relationship Type="http://schemas.openxmlformats.org/officeDocument/2006/relationships/notesSlide" Target="/ppt/notesSlides/notesSlide14.xml" Id="R7345d394d04d42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fae0dbfe344ac" /><Relationship Type="http://schemas.openxmlformats.org/officeDocument/2006/relationships/notesSlide" Target="/ppt/notesSlides/notesSlide15.xml" Id="R0db89a06607348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53eb2e21b467a" /><Relationship Type="http://schemas.openxmlformats.org/officeDocument/2006/relationships/notesSlide" Target="/ppt/notesSlides/notesSlide16.xml" Id="R3ba47e637bd84c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3344a5f49493a" /><Relationship Type="http://schemas.openxmlformats.org/officeDocument/2006/relationships/notesSlide" Target="/ppt/notesSlides/notesSlide17.xml" Id="Rea2adce7141c4a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8f635556d4153" /><Relationship Type="http://schemas.openxmlformats.org/officeDocument/2006/relationships/notesSlide" Target="/ppt/notesSlides/notesSlide18.xml" Id="Ra6b588e03b1d40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50481c61c45bc" /><Relationship Type="http://schemas.openxmlformats.org/officeDocument/2006/relationships/notesSlide" Target="/ppt/notesSlides/notesSlide19.xml" Id="R9a048e38d70a44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72d143d764d7f" /><Relationship Type="http://schemas.openxmlformats.org/officeDocument/2006/relationships/notesSlide" Target="/ppt/notesSlides/notesSlide20.xml" Id="R261bc13c53c04dd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0176cdcd14a0e" /><Relationship Type="http://schemas.openxmlformats.org/officeDocument/2006/relationships/notesSlide" Target="/ppt/notesSlides/notesSlide21.xml" Id="Rfb08e1f1b169450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94f17aab24017" /><Relationship Type="http://schemas.openxmlformats.org/officeDocument/2006/relationships/notesSlide" Target="/ppt/notesSlides/notesSlide22.xml" Id="R3eb608f6b35844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ac424f13e462f" /><Relationship Type="http://schemas.openxmlformats.org/officeDocument/2006/relationships/notesSlide" Target="/ppt/notesSlides/notesSlide23.xml" Id="Ra38f7bc9a2d648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ceeed3ac4ca4" /><Relationship Type="http://schemas.openxmlformats.org/officeDocument/2006/relationships/notesSlide" Target="/ppt/notesSlides/notesSlide24.xml" Id="R8903dc2e3bf94fa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193dafcfc489d" /><Relationship Type="http://schemas.openxmlformats.org/officeDocument/2006/relationships/notesSlide" Target="/ppt/notesSlides/notesSlide25.xml" Id="R2d705c176025439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6958cf2ab4a6b" /><Relationship Type="http://schemas.openxmlformats.org/officeDocument/2006/relationships/notesSlide" Target="/ppt/notesSlides/notesSlide26.xml" Id="R652a74a9e440465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e6d5a60b445a2" /><Relationship Type="http://schemas.openxmlformats.org/officeDocument/2006/relationships/notesSlide" Target="/ppt/notesSlides/notesSlide27.xml" Id="Rc5b530f05544486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359c2392d4dcf" /><Relationship Type="http://schemas.openxmlformats.org/officeDocument/2006/relationships/notesSlide" Target="/ppt/notesSlides/notesSlide28.xml" Id="R3dc9b4a05d87462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5833bbfb34ee1" /><Relationship Type="http://schemas.openxmlformats.org/officeDocument/2006/relationships/notesSlide" Target="/ppt/notesSlides/notesSlide29.xml" Id="R13174d22d2404f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da20b31084af8" /><Relationship Type="http://schemas.openxmlformats.org/officeDocument/2006/relationships/notesSlide" Target="/ppt/notesSlides/notesSlide30.xml" Id="R8c5ddb617bbe453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956ce22ca4b07" /><Relationship Type="http://schemas.openxmlformats.org/officeDocument/2006/relationships/notesSlide" Target="/ppt/notesSlides/notesSlide31.xml" Id="R5db16936c53940d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28061fc3e4c77" /><Relationship Type="http://schemas.openxmlformats.org/officeDocument/2006/relationships/notesSlide" Target="/ppt/notesSlides/notesSlide32.xml" Id="R6b149ea02ec84bf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2434204244525" /><Relationship Type="http://schemas.openxmlformats.org/officeDocument/2006/relationships/notesSlide" Target="/ppt/notesSlides/notesSlide33.xml" Id="Rd59c416511d046a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32d8a75c04b27" /><Relationship Type="http://schemas.openxmlformats.org/officeDocument/2006/relationships/notesSlide" Target="/ppt/notesSlides/notesSlide34.xml" Id="Rbbed9acea3f6480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f5a2b927c4350" /><Relationship Type="http://schemas.openxmlformats.org/officeDocument/2006/relationships/notesSlide" Target="/ppt/notesSlides/notesSlide35.xml" Id="R4b02b556ffd64c6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63b92ca894e06" /><Relationship Type="http://schemas.openxmlformats.org/officeDocument/2006/relationships/notesSlide" Target="/ppt/notesSlides/notesSlide36.xml" Id="R91f01de51efb49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a8551fb784984" /><Relationship Type="http://schemas.openxmlformats.org/officeDocument/2006/relationships/notesSlide" Target="/ppt/notesSlides/notesSlide37.xml" Id="R5fe3c12f58e6496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599d711134aac" /><Relationship Type="http://schemas.openxmlformats.org/officeDocument/2006/relationships/notesSlide" Target="/ppt/notesSlides/notesSlide38.xml" Id="R785f0b991846481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b2c053525436a" /><Relationship Type="http://schemas.openxmlformats.org/officeDocument/2006/relationships/notesSlide" Target="/ppt/notesSlides/notesSlide39.xml" Id="R8a2fab76a4764ff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bba4852504bab" /><Relationship Type="http://schemas.openxmlformats.org/officeDocument/2006/relationships/notesSlide" Target="/ppt/notesSlides/notesSlide40.xml" Id="R39e1a23bef2d446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a3b792c01495a" /><Relationship Type="http://schemas.openxmlformats.org/officeDocument/2006/relationships/notesSlide" Target="/ppt/notesSlides/notesSlide41.xml" Id="R10d61d817cdc40a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05068a2d540b7" /><Relationship Type="http://schemas.openxmlformats.org/officeDocument/2006/relationships/notesSlide" Target="/ppt/notesSlides/notesSlide42.xml" Id="R552389252e5446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2E62B-5C45-4731-AD7A-605601F1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F04DE-F87E-4753-B420-49571169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Robotics, Robotics-an Application of AI, Drones Using AI, No Code AI, Low Code 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F4AD2-94CF-43C3-A48F-B1CAFF69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8 (8; Textbook 3: Chapter 3, Chapter 5 (5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08089-7736-47EA-8BC0-8417D8B0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FA389-AD9A-4257-A2E9-25C6F19B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00314-376E-4EF5-AC34-36B467AC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12BC7-DD6C-4B28-A5B3-9308962F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1A7BB-275D-4AA4-A8CC-CF36BE0F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37334-66DC-45D9-86A2-BC62967A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EBDAE-3057-4D2B-A5E2-64699354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E1BC8-35C4-4F3B-8098-E8EE56E4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9FF10-B8DC-4412-A902-B24A0124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56A7F-B96F-4C99-9BAA-9A9B1DD6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62228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3895B-9AE3-45D5-9729-A281C3C3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AA8A7-11F7-43CC-ACA5-0EC9291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A132E-CD3F-4298-BDBA-72DEE2CA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E3933-10CB-4C3C-9C73-31411FF9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323D2-F200-43F6-87BF-23E4FCCE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B5DB7-3266-430F-8229-34BD954F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FDD1-EB8D-43C1-9EB3-79FF5281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BD09E-9D37-4ED1-9899-4CE68A3E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785B8-E5DB-4538-81E3-0467C925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E509F-A125-4502-9E68-43DB01D3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75103-F068-4B69-851C-6B53F2BE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3BF27-20D0-4C78-A40C-C0E65612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45DE4-7327-4E45-B486-A07C2B68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CB5B3-EA7E-44B0-A807-A3E353C6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BED3D-8E5F-4053-9479-5152157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6174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B87A6E-AB1B-4A1F-BBA7-C6FCA234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8A901-E25C-4D2E-A916-6F9B508C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24BF7-B7F9-47E2-BB4B-4CABA49D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540C0-A7C0-48FB-97E9-315E2421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D8AD0-AB9F-42B6-BEA0-5C9AEDA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807D8-FB1D-457E-AD6B-5029DDE1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C6483-0D84-465A-A445-DA0E85A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9398B-0938-43BF-8612-C83BC100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D20CD-66AB-437B-8200-728DC57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Robotics-an Application of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7D37C-9E8C-42EF-8005-23FD748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35F46-768C-47AA-B28C-A348C68D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D02CE-2629-45F0-9BD9-84DC48FD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Drones Using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64615-6293-4A78-B461-BA7837FC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0CE11-E0AC-4CA5-88D2-360FECD8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86C40-0D9B-4D54-8EA9-C6F367C0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No Code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B846D-F16F-4883-BC1E-83F99D7C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A2B2C-62BB-4DBF-B8AD-60FB7730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23664-083F-4143-82AE-A38B938F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Low Code AI. 3)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06E7D-CEFC-4F40-8487-00DEEE9A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C69A7-4488-4794-8D54-6DE78475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52E6F-2E24-451A-BE27-F11D3DAE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 1 (1.7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F9BE7-FCDD-4000-98FC-EEF51895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E903D-45AD-435B-9AC0-80D6636E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D5665-06A5-49AC-824B-49D49751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1.11) Industrial Applications of AI: Application of AI in...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A5364-538F-49B6-9B12-CC4C9184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3C9D6-F380-4005-A000-ADA049C5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98BD2-409C-423B-A632-5AA5819A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 of AI in Finance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D365D0-1C3E-459E-A450-9C1DA903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70A07-8819-4FE1-86A7-F9CFDEF8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67D66F-716F-4D71-A9E1-493D02B6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 of AI in Retail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568BB-EF82-43EB-BA62-51984372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A7D23-E11F-4A69-B781-EBA01E42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06885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167CE2-1710-4491-9F15-D9579EAC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D364A-E1F4-41C4-AAB4-870417DE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B06A9-3218-4C5F-A528-CD0D2C3C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99E41-815E-4C1C-A861-A940680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E15DD-DE80-4005-8BF5-D01D118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8A7EA-47E1-4983-9BF8-9939DCEA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01B96-6028-4A75-A4D4-F786BF88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4CF45-4365-493D-AD77-E2E4CD3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Robotics-an Application of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920C9-5A14-4E9B-865D-7405A8F1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(8; Textbook 3: Chapter 3, Chapter...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B018A-1D66-4727-9691-C491ED66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16337-2AFE-4DEC-9D53-08690F83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Drones Using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4C512-4BE6-4297-8449-C198DF4C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(8; Textbook 3: Chapter 3, Chapter...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CF6C9-0096-4C58-AC41-78D0E484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347E7-CAE3-4576-B7A1-BB2391DA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No Code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34DCF-B6DA-4E90-B4C7-56C965C1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(8; Textbook 3: Chapter 3, Chapter...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7964C-12FD-4290-8B9B-1BF35A00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4BD35-A58D-46D8-B5B6-03B90564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Low Code AI. 3)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0C65E-6B08-4270-A89A-7402F703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(8; Textbook 3: Chapter 3, Chapter...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18C92-015D-43D8-8E7E-28E824F5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414EF-9C9A-479C-8525-547BB35D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 1 (1.7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74793-54CA-4BBD-A20C-8E043A7D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(8; Textbook 3: Chapter 3, Chapter...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22FC9-FF12-4BC8-9895-08578C35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D763A0-EA1D-4F79-B0F9-A526804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1.11) Industrial Applications of AI: Application of AI in...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49FB3-91CB-428A-BBCC-4D3F223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(8; Textbook 3: Chapter 3, Chapter...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4F379-0705-4786-8977-6DC8BE19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DD009-ADC9-49BA-8D71-566F885E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 of AI in Finance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0613D-8DAA-485D-B12F-BD7C8F7A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(8; Textbook 3: Chapter 3, Chapter...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EA89F-2357-4D81-98BC-1577CCA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3A70C-B966-4B8A-860E-EBDF2175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17657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31EC4-4BDB-4820-AC26-5BC805A8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ACCD5-28A2-4B34-BE6D-C4B93781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10144-D986-40CF-9A30-11BC643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39E5A-FA6E-4E2A-A48E-09B671EC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37821-7D8D-4E9C-A666-DE24DF35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Robotics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7EC74-3BA0-45E1-86A5-506D2224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Robotics-an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014AE-425D-468E-9D3A-DB01A9F5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2D2D2-E3FF-4100-8702-3C477809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B797E-908A-40ED-9B2E-C1A11901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Industrial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C965F-36F4-43F2-9FA8-3F2FA66C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33D7D-B7E4-4236-996A-960ECBD7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Healthcare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9717F-7E42-4B20-8BE4-11330D1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AD825-453A-4798-9821-05A5BD5F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C4294-3E70-4D4C-90F6-41EDDCBA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Agriculture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D599F-8F2F-44D7-A70C-44AB4B9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90F12-CDEC-4A06-BF8B-3030AFF1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1490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4CA2E-55FF-456D-9061-86E49303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CD995-9A16-48AA-AA77-20B448C5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EA1D0-E22A-4BD8-AAEC-830426AA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F5A3B-4608-4453-BDF0-1EB787E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9041C-8B51-4E78-B5C6-4CC68B33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Robotics-an Application of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4100D-DA38-4B07-9535-A2A8DE25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Robotics-an Application of AI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EEA68-E04A-4F7D-89CC-01A09B44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EF7A2-6F81-4C78-B62C-54BCD4DF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3FA9A-2891-4AEB-9152-69606B00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22C29-3531-4380-8D6F-449DC2EE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FF0EC-ECCB-441E-9C8E-49F9488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7EC01-6920-4373-96D1-C2B4BAE8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5C265-C220-4311-B281-A037382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7EF2C-C75E-494C-B8CE-3E41E750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B9D35-2ED8-4929-BC91-080393C9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24CE2-6872-4B21-9A44-1570A1B5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40075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A3AB6-5112-43E5-A510-2FBEF8BF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3A11D-78AF-4EEC-8DBC-304C2E86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A1B87-F29A-413C-A652-ABC98773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A7B2A-62BD-4829-8790-796E74B8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93605-9547-48C4-838C-665A8E4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04F78-847F-4D42-9D38-C06D18A8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6D456-8696-465C-842C-45005F9F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BE0AC-ABA7-472B-BBF4-9C52542D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064EB-ECB5-4A7B-ABF3-2D24BFB3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Robotics-an Applicat...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6F21B-9551-4484-817C-461C405D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9BEDE-E354-4E0F-9BE7-CA3FA19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B1BA0-2787-472C-A66F-C2EC4C7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Robotics-an Appl...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9B9CC-40A5-467F-8672-77233CEC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B07C2-927E-4767-ACDC-074D98D8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79D05-187E-407E-B5B5-DC575DE7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Robotics-an...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08E76-0E3A-4E61-9214-C2CBA954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72F87-0D55-4896-9283-36DF4506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A4EA2-06CB-4260-86B1-5C066378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Robotics-an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20473-EEB4-4777-9465-EFD21E3C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3F686-B2D7-4EEF-AF06-4C977C3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DD6F9-BA91-4A87-B90E-6F20E4E5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Robotics-an Applica...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C246E-6B93-4D16-9BC6-38F3BC6F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5E799-7000-4AEE-AF2A-D428F345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60496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9357C-4AE8-422C-8EA4-EBDD1B19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969FD-D627-4B39-91A8-4E82BEA7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7E38F-E8E6-4F2C-8092-E7DBE0A7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29641-DF02-4A31-B3FE-5046F09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96D19-C573-418D-AAA4-E1519A0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A120E-B34C-4B4C-9AE8-34EE3166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6DEA1-4B42-4C19-8915-0068B70F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FCD9C-4D33-4813-A323-93DF94F0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09E31-D86D-4508-9730-4925CE37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F0325-BF17-4CF4-B64C-39A3141E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A1C94-23E1-4EED-AFB7-4012AB4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A3325-A98D-4508-8828-FB6E01A2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C23F5-0F2E-4A7D-92EE-B1593FC7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97E8F-D336-4352-85FD-2D365B39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666CB-6DE9-4A1E-A9C6-2390D7EC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462764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58C9A-C13F-47C9-AB49-59A548E0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67B5B-A3FC-4A3A-A72E-62DF1DD2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E59B7-20D8-4EA8-8AAF-9C5B6AA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1BC54-C6CF-4047-A182-8D6CEB14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36B7D-0CF5-4FFE-A28F-FEA414FF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25C19-DA7B-4226-B14A-627863A4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Robotics-an Application of AI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7A3F2-7EAA-4D9E-9A78-DDF39ED6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653FC-DCA1-495D-BDAE-9981D10C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F12E3-F54F-4176-9099-76DF2B7B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0795E-4080-4F0B-93D7-8F9F75E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AF47C-DFE5-40AC-93FE-040FF48F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9850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8ADB5-5ACD-41B4-871E-F80F18E6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65249-67A5-438D-838E-2B434CDD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4695C-18D8-474E-9A83-BD1B9A9E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E48EA-E40C-48AF-A0D4-BBC06E4C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B97DA-2B97-42D4-99F2-4EB6FEAD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Drones Using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4F2AC-3A63-4CB8-B888-707D16C5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Drones Using AI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BE212-67BD-4461-969D-5C4A1A0D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7AEFC-C482-4A61-AF69-0BD9ED3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D3786-A15E-43B1-971D-12E59EB9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83992-9117-4914-8FD3-AFA1CC70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E52DB-21DF-450B-9E00-54745EC5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2205D-E4FC-4D1C-BCDE-7AC47D31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ABF6E-B454-4251-B580-91E10BB9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286DC-DD6A-4B7A-90F2-894F35DE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2DBD6-E803-413B-9AF3-96F553F6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0F3A2-9974-49DA-ADB5-3ACD9CDF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518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FC905-5821-490F-90E0-EAE02D11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4DA8B-57A4-4177-A75C-2924E6CC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79F9C-3D7B-4AF2-9631-F8D50199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9D246-9AA7-4D16-8A7E-68819992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95F15-3CA4-4433-BC57-8A412BA3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1D2D1-0ED7-4A14-8E44-9B17E4C2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5DF71-8924-4E1E-9ECC-57E5B02A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EAB49-4999-4DA5-9220-A9FDCAF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11C74-BA18-4507-9263-562894D7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Drones Using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F364C-07B7-4958-9CF3-9A0A8BC0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976F9-6922-4E30-ABD2-950BC208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BFA63-D152-457E-91CB-23C4EA69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Drones Using 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B658F-966E-4E97-B284-1F0D1FF6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10169-EA33-4234-8F49-0A0EAA5B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68963-3819-401C-995E-907332CB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Drones Using...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92D06-3CD1-4169-9A0F-F4ACE2E0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C5496-91F3-4568-8B78-06C7E2F7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9E34F-7788-4F76-95E8-0AFD4AD4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Drones Using...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10655-E484-41C2-9B4A-DBEFF660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7A96D-27FF-4390-9827-8F49F67C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D8E64-15A3-4945-9DB8-B54D314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Drones Using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AD5F8-608D-4294-AD66-C370168F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1C191-C0C7-4F55-8A28-CCB786DA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337035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68ADF-4598-4BF8-8BF4-939D65E6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7A5EF-B6E3-4CED-BE42-7F7BCE13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00F3F-EFB4-498D-B0B8-FABC1D7E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9DBAF-38FF-4A00-BC05-5198615B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51E48-85B9-42CC-BB66-E25DA666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E1093-3F59-4F19-BD16-BA0DD471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B3AD6-463B-4A30-9CC3-DFFF2813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9EC40-D7EE-4794-B0C7-AD57F871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8ACA5-1A57-4FD8-9ECA-2BFC1885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1DD57-1053-4CCA-93DD-FE5FAA6F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E8A4E-46D2-4683-8174-8F585DD1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00C42-2069-4946-AFB5-2EAB025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882B9-8E6A-4A9C-8BD3-FA11BB6A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3BC0A-7BBE-4F0F-83B8-14209AA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58B7E-B6F7-4B0C-B02B-7F7CEE2B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799505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561E8-29BF-482E-862F-5729E349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4BA40-853D-4DF0-91AA-62FFD779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163FF-2002-4F35-A583-222B8538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14812-7D84-48B2-83C8-AEAD5F00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45960-2F6C-4719-A9A6-68F7EC40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89E19-F3AA-4780-8EC4-9B1A8EA8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Drones Using AI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248D4-8458-4FEE-A232-E0217B1E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51C51-8C25-4EE4-AF81-F7CE1E06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4EC98-4013-45F0-BA7F-11EAA0AE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DC303-5A32-4D31-B84B-9EF15441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C4B4C-EF26-4694-98F6-FABAABD8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435114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47B90-0466-48F6-BDFA-C4CB61ED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1B68A-9E9E-4511-AD37-FD4C088D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66DFA-9FD5-4F6E-90F6-1686BE93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27CEC-F17B-4EAD-AF7B-72624AFE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67C57-5628-4A14-971A-0136A3A3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No Code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2B121-B2AF-42CE-90EC-5B679FBA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No Code AI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F637D-F1C9-4E2C-B881-24FFD351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1AA92-6405-4978-8732-270F9345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F0DB3-0215-49A1-A43E-F5DE259F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2F49B-1C33-424F-9048-39CC2035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1402B-4DEE-4C73-A6A9-A98598F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A626D-A199-4EA6-8A2C-0FD92FEE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F17E8-DE12-427D-AF7C-6D475BBF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375EB-F12E-4B23-8EEC-6EADCBD3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38D31-3337-4379-9D1A-76C4C3C8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EF5A2-48ED-48A6-8765-7CEE7BF1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151856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019E7-BC7B-443C-B541-B7AD997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E0885-7737-4828-8D4D-1AE8CE9F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FCD18-70E9-415F-BC0E-36476735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A4C3A-2DD8-4EAD-9ACD-1A70574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D5865-3053-473F-9C8B-18FEA06C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94311-6B07-40E7-A5B5-E8D418FF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A5E21-C9E2-45A0-9DDE-7294F9D7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D6C6D-2617-46AE-8305-33A502F0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49331-1D37-428D-B541-D48019D0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No Code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43D30-0105-46C7-A5B3-1E5AEEE3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A171D-FA35-4149-ACB4-E0C2CCEE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14E2C-4039-4869-983F-310278D6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No Code 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9B9CB-3FAD-442D-9823-B6A6FEF1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306E2-DCA3-4C63-BF47-91167FB0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16D14-7594-4072-B4DA-2A8517A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No Code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97059-C9A8-49D2-85F8-AD0AF5E0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71CE5-9003-4DD8-9CD4-2E87CD10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98BBA-FF4C-44AC-853E-0BF1149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No Code AI.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E6083-E6EE-4620-B243-24ACA9C9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AEB25-31C1-4978-B7F2-5BC5F51C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54B05-42FA-4E1A-B4BC-18869406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No Code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07439-7700-4F1E-A172-2E1169C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733E1-6C36-4BDF-A993-BB308C6D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05395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940FA-AE7A-4E28-BBF9-0A63B0E5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DF1BD-85E5-4EFB-B721-B61F5CE7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0EC34-978F-40A3-B651-32D79FC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20C3E-6FB0-4056-B3FA-183B7759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8D0BE-BC36-486C-A5C2-D5F4322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7225F-FF87-488B-B37D-DBBB2888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CF0AB-7694-4B05-A98A-5C5CD17F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7AC8F-0538-4A88-9F06-E458869D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AFC11-2015-4FB4-82D2-D9354FF2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3A8DE-BD04-428D-8BC2-CAB8308E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7FDBB-6ED1-46D1-9A7F-31540BDB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E3572-9387-4F8E-8F83-02A39B68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C566D-838C-4CAB-9927-1F9352EE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01E8A-8126-430A-BDC5-B558CCD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88126-26E9-4030-B46F-48D9C1A9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627956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595B2-C025-469A-933B-F5DDB7BF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CF29D-BC4F-4233-B1D6-2755E35A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BCC47-B39F-4D17-8D46-1B989EDE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F0E57-1B0E-4E17-840D-C0D46AC9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2159E-45BE-41CA-BEEA-C016EBED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EFB06-E8D4-4F8D-8F9B-4F48FCDF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No Code AI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67780-ACF0-43CD-9393-C2F5ED1A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FE2B9-D574-43F8-9978-7397E785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D2D03-2911-4ED5-A90F-8C058BBF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868DA-1C08-4CB7-88E0-3DA8F82D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190D9-6A7F-4533-947E-B68F79BC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139867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FD35D-2B45-483B-A43F-EDDC1A35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9BCD1-DCB3-447D-B889-E4720053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14C64-BA8F-4F3E-BBFB-E8E1D8F7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05BB6-A014-497E-B7A1-D9C98BF6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C3CBB-C07C-4178-9D76-F6892046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Low Code AI. 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8BD09-5BE0-4237-ADED-5DC8EB4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Low Code AI. 3)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F2674-5347-41A2-BD70-CA022FE9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95550-3C1D-493A-8643-97D0A9A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E6163-423D-4E0F-BB8F-9EFE702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49B4B-4064-4FB9-AACB-4CB15EC7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AD6D8-FAB5-416E-90CB-06DE840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F1832-E535-4CC3-BDBB-69132E99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08C7B-9768-4B4C-B910-EEF20F5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C2105-02D2-4C00-80B5-38BC0043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4CDEF-C37A-43EF-8CF0-3D44AFD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A7CB2-2D6B-492D-B6E4-14E28EFE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389758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15A517-B744-4FE7-8EA7-4EFA06D7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AEF6B-AA97-4DB2-B511-D0BF9F0A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07699-B0DD-40EB-A439-4989BD8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75450-1F9C-4CC8-A951-C563F98D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7B355-4B1D-4C21-9133-7F77B028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4FD90-FF67-4CF5-950C-5EF4F5F5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568CF-2BAD-4C33-967A-37024445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AD930-530C-4725-A2C6-D74F49BB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E7599-2E40-4FA9-AF1D-5F91A8B2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Low Code AI. 3).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1C1C1-F2A3-49B7-A0E1-1995AE5F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D351D-A801-45C0-A6E6-9194B550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24851-434E-4332-948A-04B90E8F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Low Code AI. 3).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BA121-27FD-44EF-8096-3F367F4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BEA49-E4CE-4FEC-8D5F-0059345C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0E0CF-D450-4D6A-93BA-59A9281B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Low Code AI....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2A209-FB06-4B67-93BC-F94FF9E6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ACBE4-8E03-40BD-9042-D47F8C3A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CD101-3D13-4EAA-946F-92F20F5D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Low Code AI....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D4654-64FC-4A3A-A9A0-205A8014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D56F5-35A9-480D-B947-51A00E6C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2DA40-CA03-4274-93E1-F499137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Low Code AI. 3).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C1BBE-25C7-4ACF-BD4C-66A471B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D9BF6-E3AF-4B2F-BFF3-AF76B7E6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575565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7C62E-B0F1-4FA6-917C-52B6C71A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98F69-91CF-4387-9BC6-AD800F4D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1C62F-553E-48FD-BA1C-F44B70D9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FEC59-0897-45F2-969D-8E3B4B73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2330C-B1A6-425F-9CF9-A5846612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1BF4B-83BE-48DF-A975-60D04E47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7F5EF-163D-4716-B4E6-F219C3D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5ABBE-6D0F-4493-AE66-15E93086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DE243-4AF3-454A-9F52-6EB1EFD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66689-E589-400D-9389-9CF37DC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D0882-F5C5-4278-83A7-4B8EC88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A634C-1AB0-4178-A55F-35178C28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1FE35-79BF-48F1-A360-E27FD146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55EB5-392B-435E-9448-123789F1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57DB2-BD28-4A96-9F3D-A1216B78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5766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DEC0C-0E53-4BDD-AE15-6C394DB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379AA-6D99-4E07-AB37-CE4E0D1D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6098A-9BFC-474B-9D3C-BF7C05A5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0B06F-8252-4A41-AADA-A99A426A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8465D-F626-4615-A3B4-72C7591A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8FF66-6AE0-435C-866C-2CFD2C7A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Low Code AI. 3)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48F02-37FD-4DDD-B3C7-72EA5B15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C5669-5BDA-4EB6-B9EF-1EA7258B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6000E-C1C3-4191-9BDC-C0F0F775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019F8-1B9B-4DA1-865A-B390D760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39F3C-50AF-4799-9294-92FE0A97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230141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0452A-6C53-47D2-8F0C-4A1E6EDB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32153-EBB5-42D3-A1A0-595B917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D0894-94C7-4F4E-9F69-41894B32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EE3A4-79CB-4496-94A5-CDD7CC6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8B5D6-7A9B-4E7E-9674-82A38015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 1 (1.7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041EB-CDF9-4D2D-95AB-79B5C9CE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Chapter 1 (1.7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30749-348D-4E7D-80F1-B9B556C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7892B-945B-4A1B-A472-9830EF97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C892E-9F83-4EB6-90CE-751BCAB4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EB3FC-8B76-46F8-B2C9-12B45C25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09EB9-1102-4F60-8784-16C23112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68AF4-AAC8-4554-B95A-BBA7CF1F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B67C4-A35E-4A11-A2EF-450061D5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D8FD9-3523-4BA6-BD39-768D9F01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EE49C-B96F-4D06-AA6D-8B047FF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9373C-DA10-46EB-A2B7-9474AE50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905767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E1151-CD2A-4A12-B6F4-8B852E29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FE55-6EA6-4FC0-A827-ED8ABE3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63332-0CC7-43E5-9213-0088A475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A4B45-947B-4EC1-B9FD-5A20D4DE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5D3C2-5DD3-4ECD-A543-4B6FFF4B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9A594-ED4E-4DD5-8E30-B9D9F1B6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11269-2CE8-4795-AE6B-63E13A88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2AEFD-C4AF-4DAD-B41D-FB55A215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806A0-A207-4748-A73C-A614E3DC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Chapter 1 (1.7.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436AD-74C1-409D-9D25-55435231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C0F42-7353-4079-B0F5-40DA3454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06362-DBF2-484A-8231-B80926C7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Chapter 1 (1.7.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5C0AF-62AB-4240-A67B-8964E40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D25AF-38B8-4615-8219-F79E750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F41A7-9B69-4FDF-A1DB-89D3F22F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Chapter 1 (1...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71BE3-F6FE-463C-B1B8-C0E0261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59FFF-F170-4E5A-8B94-923338E0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67F61-E335-49FC-8572-E5BC275D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Chapter 1 (1....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80273-087A-4CED-8E97-A672FB2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41B46-65F6-4983-90AD-355BDB91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99202-00A4-4A29-AC27-BC07FC3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Chapter 1 (1.7.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44E42-6626-4B44-BAD9-EDBD8D76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C4405-3356-4743-9C68-5E6DC3B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70692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10E70-0038-4FC2-BC3D-535E796A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2FB4A-4FD9-4109-9D39-23DF481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29C79-E2D8-4C2F-A3BB-3AABF745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AAC23-145F-433D-8BE8-1F2EEAC4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A3C76-1340-4FD2-86A0-4337357B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AD88C-D52C-47D0-B762-5DCDB242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4EB83-9851-45FF-B993-4C91D576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CF305-B21D-48F4-A3B3-9FEE58A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4DA4C-8F19-48FD-9A5A-F5164597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EA391-5FAE-4AC6-8E83-7F28DB6F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9F904-0EA2-4FD1-BA7A-8D7BC93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F442F-31C3-498C-8EE6-D66EE1C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F6543-085B-4BF3-9FDD-92B9B154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D898F-5AF0-47E1-8538-418936E4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F5C7A-F650-43F2-9F95-62903943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149512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FAF55-E8B1-49BF-B4B9-10A0188A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40BEA-FE8A-479A-95AD-718F3F5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D87A9-3E29-4BD5-B77D-7FD7C5F6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901F2-55F4-477F-9EF2-E71B579F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B4C67-E1A5-4BDF-8CA9-FCF26291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0345E-6072-4E1C-B522-DDAA06CE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 1 (1.7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52FEE-C147-4369-A6B2-E42B3B02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C1FC-2519-4B2C-84F3-6AB5B5D9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B0FC2-25F5-4DD4-A511-EB72AF7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CA89E-4E7C-455B-9BD2-6CF70196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2DCFE-5EA9-4C38-AF9F-B7A44E71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594668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7AF25-C6D9-4983-BEFA-90CAA7DF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64517-9F37-47C1-BBF9-3F47581C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F723F-4B7C-4413-8626-9043F5D2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770A1-4598-4586-ACC8-5BBCA25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F3A29-1595-4FC7-A36D-7796203F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1.11) Industrial Applications of AI: Application of AI in Healthcare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A5C85-0E2E-47AA-94C6-311EB937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1.11) Industrial Applications of AI: Appl...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5B686-78D4-40A9-AAFB-5B950BE7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5FA9B-7A6B-4469-9D40-D4BD0A18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046DB-1E47-4D0B-A930-7DB2440B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956AA-21DA-42EC-B4DF-F294B5D5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3D5F3-8723-407C-943D-1079D866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3E217-D498-4DCD-A168-F5F2561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F815B-8501-473F-91F8-A3307E77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9F0A2-FD11-48F6-9A46-7E63920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3259E-FA02-4D8D-B3C6-B8885479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EACB7-1328-4567-B60D-9E19A646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418656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38A5D-05B9-492D-B0BD-3D1AD685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6062E-2C66-48E7-8F84-2FB77DEB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3E325-774B-4D5C-86C8-E69F73CA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E6493-78CE-402F-82FC-AA5B6F1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CC554-FE3F-453B-A12F-41D764B6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28070-7D99-445C-A082-93B84D0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0304D-9B84-45D2-83F5-6F2DEC43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7C2CE-60CF-4C68-84FB-A1A77700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284F1-5D0A-4CCF-B4E7-ED7A8F01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1.11) Industrial App...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AA579-84D5-4963-A35D-21792EF1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FEBFF-B108-4720-A921-5DC1EF20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B970D-5754-483B-A340-F5F35C24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1.11) Industrial...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F806E-E3A4-4AE6-8021-5B42DCB7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8DF1C-2922-43FD-9CA0-5C7AA47B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786D4-5448-4EE3-8E52-B3BA549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1.11) Indust...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77E8E-DB77-4F8D-A203-A49985E0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C3D44-773B-4239-9622-2FD160CC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AB229-F13F-47E4-9DD1-CB42CC06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1.11) Industr...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C97F4-E595-4865-B718-5C69794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65046-88C1-4E97-AC52-05FF1CA0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D2A17-D913-47D2-9D9B-2EDA3139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1.11) Industrial Ap...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2BD4C-A505-408D-A9A0-25D05BE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263B0-E441-432F-866F-06F6179A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213965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1F50F-4793-4B27-A37F-6713BADE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F52D0-27C3-4893-9B07-4DE9F078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2002E-4B54-4F30-AA00-63C0D0F5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5026C-0CD4-47AF-B6B7-2599C34B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061F7-DB17-4F41-BBA5-DDDFAF54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CE9E3-B903-4D96-95F5-9A781366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658D7-4417-4B78-8F23-8C4A443E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9FC2-1CBA-4648-BBC1-43133406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26A7F-3852-4086-8AC2-20879913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BE242-8846-4C7C-BF49-5A84D5E1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95B64-A4E0-4F19-B431-4D9AEDB0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5983F-CD32-4B6E-B2C7-5459908D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F3058-CD03-4CE9-A15E-C5A65A64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42B46-110E-4814-8E9A-3B6019F9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56C88-DEFF-4C24-9B67-E9D3213A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322691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C17CA-7D76-4C45-8A98-2FED4276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B375C-9FD5-4BEB-8E87-F243F30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4B416-E33E-41D1-A902-A026345C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96D75-B02A-4CEB-BBD7-FC496D98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012D2-31AD-4D5F-8ED5-2109CF84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6A332-99AD-41CF-861B-724F1872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1.11) Industrial Applications of AI: Application of AI 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DBABF-B05B-4A73-9B8A-63E16B1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90841-D0EA-4AC5-91F9-DF49177F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0E950-20F2-431D-B716-6572C847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6FF3A-2206-43A7-9FCF-C175C58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F105A-AD34-4158-8FE0-79D745AD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163851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D85ED-C0F4-4E18-A024-4532BE40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471BD-7B21-466A-B802-B3373A6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17C08-F28C-4DF9-A6AF-3AA61CF9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FB53E-57EA-4B28-AA17-83212588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C0268-6A9A-4099-A663-4E89D468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 of AI in Finance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5B73F-0E2D-4425-90FA-A98660DC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 of AI in Finance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1ED87-3B6B-40BE-A380-C26F523A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2647C-5D66-4083-9D33-2E2B1412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B049D-4858-46C3-BC65-5C3F7CDF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19DD1-7F7E-4A21-A7B7-4A5BD33B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32A47-B92D-4FC1-B57B-1C8AEACC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02D73-4D5B-40A1-849D-4D835438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6EC77-5989-4720-9A53-8E18FFD1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4CF1E-51A0-494E-B310-75487738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23C3C-931D-41A5-9398-95F23CA1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D0C20-C432-486A-8257-98D5BBEE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54640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7BAF0-682E-4578-919D-8292D31B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C7AB1-ACCE-442E-B113-169E689C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D1121-EAB6-4EDF-BE40-296E0E8B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96112-6818-4A93-9AC6-79AAAFC8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8F554-C603-4365-886C-D8F10D29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4CE17-B623-402E-AF58-8BF6BDDE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F5E16-9881-4088-9CDD-912C2130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8F531-42AA-40C7-A821-6684A39C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06506-B087-4024-A28E-88926F3F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Application of AI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F11F8-0143-48B7-95C1-2FC3962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7781E-0509-41F0-B7E8-4403149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41D14-8F4F-4101-87C0-10C86B23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Application of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63E9E-B4FB-4624-BF31-F3F42FD9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33DBC-E9DD-46FF-96B3-B294A18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C28EA-5F0E-4730-8380-37A719E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Application...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64D05-7E69-4E4F-B8A8-CE70B48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A1407-9967-48CC-AB89-C12CF525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62F3F-6A62-4874-B2E7-B3B1299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Application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59543-4E04-4ED7-88EE-904424EB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0B23A-B644-46FD-9886-B0DDEC07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55B21-671C-4C6E-8C79-F72EC743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Application of AI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2CEBE-0511-4C69-8C25-9AA0CFA0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FBB26-5D2F-47E3-8270-900BCACF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458047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52D9D-9CB0-4285-B208-CE1FD2F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F8DE4-216C-471D-ADF3-FD49EA7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D8E2B-A4E9-42AA-A2A6-05A79DEB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1AFA5-B29B-416C-8F7B-14EFFB33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3412B-F655-4023-9585-43A3D8B1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F961C-32FE-4676-BF1A-306159A9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6A373-4F47-433D-B00A-855C1741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5F37C-D7D0-4ED5-9307-448EC57B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349B1-1C86-4313-8CE6-AF282C9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1EFE8-D581-457A-8DED-FAD15748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C9854-8E22-412A-9C28-AF61E7AA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9B632-D53D-454E-94CA-9728C12E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47864-B76D-4678-96E9-A6B62226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F10AD-1C11-4B89-A6D5-6B33B195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FEEF8-6BA5-4CE7-A54B-1BA2483F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670029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AF9F4-C3E5-4CB6-8DA1-3A68D406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19E18-7033-41D7-8354-17B26658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9BFC6-159C-4BC3-A62F-7AB4E5A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8FBC7-27F8-47EB-B998-4D9B8395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5B7B3-AC3F-4D16-A5CF-9BB68795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AA8B-3DB7-4CA1-BED8-3E7CCBDB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 of AI in Finance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F69E9-B348-44EC-A7AD-EB911C86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C1A44-74ED-4390-B7D6-D6BE4919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B0062-EF44-4487-940E-6F45243C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5BE6C-DDE3-4982-BDFE-AA0FF3BE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A46D4-9018-41AE-8A7F-6DAEB638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974351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B2D00-2B66-44A7-89D2-2727190C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7C8BD-6C5B-4A17-8F3D-F815FFED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C2474-23B1-42C7-AF85-876F3A01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6C968-4B96-4B2C-B2F8-A4131742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10FAC-B93C-4F9F-837E-5F791EBF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 of AI in Retail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9C03C-CE3E-4300-AFB8-D44BF9E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 of AI in Retail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6D841-5717-444D-8936-933F3A8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5083A-DA43-459B-AFF6-4E43EED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ADCA5-32C0-4A9D-9767-C256A11E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9674A-B97F-47AA-8705-B903385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983C1-F3B5-40DD-8A11-134262F8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3CAF0-06CD-4BA5-8002-BF605458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69140-0031-401A-BE15-25EAB46F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93ECA-6D95-43C4-B8D3-C90F55D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C76A9-9B76-4746-8D65-B4475FE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23FB5-2371-429E-A390-95716008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289164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4DF5A-88BB-4B3B-802E-AE45F977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57FC2-2503-48C5-A741-B7A735A4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FDA8B-A423-4C69-8464-0AFE02B3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7A8B1-D7CF-4E8E-88B6-A70F8AB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0286F-0576-490A-A41C-824446DB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AC2B6-20A3-4510-B956-6E0338A5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559FA-2F6B-4562-AB8D-37CF67B5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D3D4B-158E-4DD7-80E7-AE7FFC19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A7494-BF83-4590-9D3F-64D5CB5C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Application of AI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2B6D3-7555-410A-A26A-2703359A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F1A0C-6F16-4A45-BABF-3E4B7424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3E715-5C4D-4271-AA51-C74273B2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Application of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9245E-8AE5-40A7-83F1-E3157F4A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75E60-7098-40F4-B218-7A886E37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A3214-D2AB-42FC-8EEA-82DBC6EB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Application...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5A0FA-132C-426C-B098-9738C65B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E60C7-40EB-436A-B352-A5C0FA47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8142C-905B-4716-9F5C-C2B9C248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Application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3A98F-B12D-4FA5-844E-DB0FF38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96DCD-576C-49DD-A100-34EFD735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A5C17-1F08-48B7-ADE3-3F5DFC7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Application of AI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C8577-E9E0-43B7-8158-8C64EAA9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0C74C-6244-452A-B75B-05FDF00B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4570247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B85F5-7D5F-411E-82E5-92620F36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B63AC-3A3D-41EF-B087-C41C84E2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60862-2B7A-46CC-8328-AD3C405C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20DFC-A62E-48B2-B6F2-3E0F45AD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05CD6-4BD2-4040-BB76-8526F872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4D4C0-D052-4368-B066-053C25CE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A6D89-92C8-4B0F-8163-F4FD88F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8DC1A-E525-4205-A1B8-8672EAD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2BFA9-99E9-4690-8695-E0C4ECBC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E7A40-09E2-455F-81C7-E0F46D27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22BEC-8D76-42F8-BBA3-51CDB51C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EFDE4-D236-431B-B78D-24C244E5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70428-D17D-4EDC-85A2-F8754700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E0ACD-E6E4-462F-A0BF-2F5B1615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9587E-2A43-40C6-AFC3-E7E03B9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5293619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EF8B1-5EEC-417B-9262-2715D61F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5360-5B68-4238-8B4E-CD01E93E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08BCA-D00C-42DE-AD3B-D6096CA5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31457-7865-4A73-9EC4-6AF54807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FC9A9-401C-44CB-AA63-6E94EDD8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7DBA2-D54F-4820-B188-F33CB50F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 of AI in Retail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D7B3D-64A3-480B-8D42-550EC523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136DE-7486-47AF-9325-FE7D4BBB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6EFC1-2060-4862-8196-F58C2BEA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F8126-37E7-4CF2-A624-F1338172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9135A-B39D-42E8-A595-A4B6AA31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7017492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971F3-7A31-4575-8594-22B2A590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A4A2B-07F9-442C-9F21-6EA89748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E64C0-78A7-4E7F-896F-A1CA7155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02D50-3A11-4106-A5C3-BEBF4771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9B60-EBA4-481D-8418-76AA15C7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7A393-4FCA-40BB-951D-FEC81D06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404440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C632E-1D4A-452B-A8C3-42A58E91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F3100-DA21-4424-8ACE-96D295E2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E48B0-4472-43E8-8541-9762DCCB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53DD5-F900-491B-ACA7-EF93F14B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DC39C-6C88-45C4-BDED-F959A5A0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Robotics: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Robotics-an: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Drones: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Code: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Industrial: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ADC76-CC8E-44A8-95CB-8625B9FA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064045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0F433-3084-460E-99CA-DA01C03F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5475E-A77C-4239-BAAD-42AE1D94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8FD55-F89A-40FB-A79F-3F778D23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0E477-CFE6-4C89-9CAC-DE3C2910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F5545-BE3B-45BC-9B54-2667243E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18CE1-0EBF-4530-8263-17CA69B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4774748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EE877-C73D-4D7D-9E1F-23D99AAC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4B5F1-B9BF-4ACB-8FC1-A08278F8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48BE6-A269-45C4-8122-F2BACD3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6D5B5-3A9C-4DC2-A521-07B08EF8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34D5B-6400-4E2E-8F0A-FB32CCC2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8BE0C-1E96-40A2-9303-DA09EAAE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0142751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1E9CA-4DD7-4566-87C5-FF6B5F5D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55BB0-CF29-4CA9-A352-C40E8DA2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6D3BE-5E3E-484C-8815-86E637B9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8B524-255F-4F98-86B2-0D254878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B6BD8-9466-4DCB-91B5-FC06DA99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Robotics-an Application of AI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Drones Using AI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No Code AI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Low Code AI. 3)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Chapter 1 (1.7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4685B-94FF-4D8F-A5F3-F18634F0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B1A95-8239-47E8-A27E-C8EC567A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D72F1-6B1D-4F52-B4D6-6DF112FA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62681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2026-08-24T16:02:21.7420000Z</dcterms:created>
  <dcterms:modified xsi:type="dcterms:W3CDTF">2026-08-24T16:02:21.7420000Z</dcterms:modified>
</coreProperties>
</file>