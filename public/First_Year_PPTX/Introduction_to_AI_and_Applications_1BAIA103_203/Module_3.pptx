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43bf5d97c4064" /><Relationship Type="http://schemas.openxmlformats.org/officeDocument/2006/relationships/extended-properties" Target="/docProps/app.xml" Id="R0a10ade9d58a4806" /><Relationship Type="http://schemas.openxmlformats.org/officeDocument/2006/relationships/officeDocument" Target="/ppt/presentation.xml" Id="R2db26fccb3de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82d6d4c8b4a3a"/>
  </p:sldMasterIdLst>
  <p:notesMasterIdLst>
    <p:notesMasterId xmlns:r="http://schemas.openxmlformats.org/officeDocument/2006/relationships" r:id="Ra49b39175fcf4003"/>
  </p:notesMasterIdLst>
  <p:sldIdLst>
    <p:sldId xmlns:r="http://schemas.openxmlformats.org/officeDocument/2006/relationships" id="256" r:id="R0592ae4a6c2344ad"/>
    <p:sldId xmlns:r="http://schemas.openxmlformats.org/officeDocument/2006/relationships" id="257" r:id="Rf8ce6da0c0264cf0"/>
    <p:sldId xmlns:r="http://schemas.openxmlformats.org/officeDocument/2006/relationships" id="258" r:id="R98bbacdf7e9042e2"/>
    <p:sldId xmlns:r="http://schemas.openxmlformats.org/officeDocument/2006/relationships" id="259" r:id="R346ead1866a549b9"/>
    <p:sldId xmlns:r="http://schemas.openxmlformats.org/officeDocument/2006/relationships" id="260" r:id="Rd6d26a9697cb48f4"/>
    <p:sldId xmlns:r="http://schemas.openxmlformats.org/officeDocument/2006/relationships" id="261" r:id="R5077411b67df4cbb"/>
    <p:sldId xmlns:r="http://schemas.openxmlformats.org/officeDocument/2006/relationships" id="262" r:id="Rb2171d83e3824ad1"/>
    <p:sldId xmlns:r="http://schemas.openxmlformats.org/officeDocument/2006/relationships" id="263" r:id="R59b4bc7278ca4f41"/>
    <p:sldId xmlns:r="http://schemas.openxmlformats.org/officeDocument/2006/relationships" id="264" r:id="R4a2fb536f825429f"/>
    <p:sldId xmlns:r="http://schemas.openxmlformats.org/officeDocument/2006/relationships" id="265" r:id="R9cbb4a2df3394488"/>
    <p:sldId xmlns:r="http://schemas.openxmlformats.org/officeDocument/2006/relationships" id="266" r:id="R572e0699c7994d6b"/>
    <p:sldId xmlns:r="http://schemas.openxmlformats.org/officeDocument/2006/relationships" id="267" r:id="R1d38da15edd34eda"/>
    <p:sldId xmlns:r="http://schemas.openxmlformats.org/officeDocument/2006/relationships" id="268" r:id="R2a4eb25dd3cb4932"/>
    <p:sldId xmlns:r="http://schemas.openxmlformats.org/officeDocument/2006/relationships" id="269" r:id="Rbad4be83aefe4668"/>
    <p:sldId xmlns:r="http://schemas.openxmlformats.org/officeDocument/2006/relationships" id="270" r:id="R7e7c2b5a73dc4fc0"/>
    <p:sldId xmlns:r="http://schemas.openxmlformats.org/officeDocument/2006/relationships" id="271" r:id="Re532082956ef4750"/>
    <p:sldId xmlns:r="http://schemas.openxmlformats.org/officeDocument/2006/relationships" id="272" r:id="R488101776ffa4842"/>
    <p:sldId xmlns:r="http://schemas.openxmlformats.org/officeDocument/2006/relationships" id="273" r:id="Rd3d3410952c84fe8"/>
    <p:sldId xmlns:r="http://schemas.openxmlformats.org/officeDocument/2006/relationships" id="274" r:id="R6221db46e6184836"/>
    <p:sldId xmlns:r="http://schemas.openxmlformats.org/officeDocument/2006/relationships" id="275" r:id="R426aed6043a94013"/>
    <p:sldId xmlns:r="http://schemas.openxmlformats.org/officeDocument/2006/relationships" id="276" r:id="Re07e5ce8bf344f43"/>
    <p:sldId xmlns:r="http://schemas.openxmlformats.org/officeDocument/2006/relationships" id="277" r:id="Ra1ce6882e26549a9"/>
    <p:sldId xmlns:r="http://schemas.openxmlformats.org/officeDocument/2006/relationships" id="278" r:id="R095dcd80013a4510"/>
    <p:sldId xmlns:r="http://schemas.openxmlformats.org/officeDocument/2006/relationships" id="279" r:id="R6b810e295a8b44a6"/>
    <p:sldId xmlns:r="http://schemas.openxmlformats.org/officeDocument/2006/relationships" id="280" r:id="R53bd84690f7647c1"/>
    <p:sldId xmlns:r="http://schemas.openxmlformats.org/officeDocument/2006/relationships" id="281" r:id="Rb30c1b67e1b7441f"/>
    <p:sldId xmlns:r="http://schemas.openxmlformats.org/officeDocument/2006/relationships" id="282" r:id="Rd90b25ad45e942bc"/>
    <p:sldId xmlns:r="http://schemas.openxmlformats.org/officeDocument/2006/relationships" id="283" r:id="Rfeaeca10f1704bb2"/>
    <p:sldId xmlns:r="http://schemas.openxmlformats.org/officeDocument/2006/relationships" id="284" r:id="R0e7c56739ac64c72"/>
    <p:sldId xmlns:r="http://schemas.openxmlformats.org/officeDocument/2006/relationships" id="285" r:id="Rf50d55468a494359"/>
    <p:sldId xmlns:r="http://schemas.openxmlformats.org/officeDocument/2006/relationships" id="286" r:id="R17c4f27b3168449a"/>
    <p:sldId xmlns:r="http://schemas.openxmlformats.org/officeDocument/2006/relationships" id="287" r:id="Re331ddcd62704c42"/>
    <p:sldId xmlns:r="http://schemas.openxmlformats.org/officeDocument/2006/relationships" id="288" r:id="R3d62815bc2d242ae"/>
    <p:sldId xmlns:r="http://schemas.openxmlformats.org/officeDocument/2006/relationships" id="289" r:id="R2e5fe6a81edc4668"/>
    <p:sldId xmlns:r="http://schemas.openxmlformats.org/officeDocument/2006/relationships" id="290" r:id="R256e1ffb88f74b32"/>
    <p:sldId xmlns:r="http://schemas.openxmlformats.org/officeDocument/2006/relationships" id="291" r:id="Rd4edfac782d74f13"/>
    <p:sldId xmlns:r="http://schemas.openxmlformats.org/officeDocument/2006/relationships" id="292" r:id="R5fbfaa7b142e4093"/>
    <p:sldId xmlns:r="http://schemas.openxmlformats.org/officeDocument/2006/relationships" id="293" r:id="Rb77a58c091d842f3"/>
    <p:sldId xmlns:r="http://schemas.openxmlformats.org/officeDocument/2006/relationships" id="294" r:id="R3024943ca82743fe"/>
    <p:sldId xmlns:r="http://schemas.openxmlformats.org/officeDocument/2006/relationships" id="295" r:id="R569a06eca58b41e7"/>
    <p:sldId xmlns:r="http://schemas.openxmlformats.org/officeDocument/2006/relationships" id="296" r:id="Rf8af8f2c3afd4824"/>
    <p:sldId xmlns:r="http://schemas.openxmlformats.org/officeDocument/2006/relationships" id="297" r:id="R2831dbcb03024b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887687c554270" /><Relationship Type="http://schemas.openxmlformats.org/officeDocument/2006/relationships/slideMaster" Target="/ppt/slideMasters/slideMaster1.xml" Id="R72482d6d4c8b4a3a" /><Relationship Type="http://schemas.openxmlformats.org/officeDocument/2006/relationships/notesMaster" Target="/ppt/notesMasters/notesMaster1.xml" Id="Ra49b39175fcf4003" /><Relationship Type="http://schemas.openxmlformats.org/officeDocument/2006/relationships/presProps" Target="/ppt/presProps.xml" Id="Rb8a5bc0b909c4538" /><Relationship Type="http://schemas.openxmlformats.org/officeDocument/2006/relationships/tableStyles" Target="/ppt/tableStyles.xml" Id="R1c0f949347064f5e" /><Relationship Type="http://schemas.openxmlformats.org/officeDocument/2006/relationships/slide" Target="/ppt/slides/slide1.xml" Id="R0592ae4a6c2344ad" /><Relationship Type="http://schemas.openxmlformats.org/officeDocument/2006/relationships/slide" Target="/ppt/slides/slide2.xml" Id="Rf8ce6da0c0264cf0" /><Relationship Type="http://schemas.openxmlformats.org/officeDocument/2006/relationships/slide" Target="/ppt/slides/slide3.xml" Id="R98bbacdf7e9042e2" /><Relationship Type="http://schemas.openxmlformats.org/officeDocument/2006/relationships/slide" Target="/ppt/slides/slide4.xml" Id="R346ead1866a549b9" /><Relationship Type="http://schemas.openxmlformats.org/officeDocument/2006/relationships/slide" Target="/ppt/slides/slide5.xml" Id="Rd6d26a9697cb48f4" /><Relationship Type="http://schemas.openxmlformats.org/officeDocument/2006/relationships/slide" Target="/ppt/slides/slide6.xml" Id="R5077411b67df4cbb" /><Relationship Type="http://schemas.openxmlformats.org/officeDocument/2006/relationships/slide" Target="/ppt/slides/slide7.xml" Id="Rb2171d83e3824ad1" /><Relationship Type="http://schemas.openxmlformats.org/officeDocument/2006/relationships/slide" Target="/ppt/slides/slide8.xml" Id="R59b4bc7278ca4f41" /><Relationship Type="http://schemas.openxmlformats.org/officeDocument/2006/relationships/slide" Target="/ppt/slides/slide9.xml" Id="R4a2fb536f825429f" /><Relationship Type="http://schemas.openxmlformats.org/officeDocument/2006/relationships/slide" Target="/ppt/slides/slide10.xml" Id="R9cbb4a2df3394488" /><Relationship Type="http://schemas.openxmlformats.org/officeDocument/2006/relationships/slide" Target="/ppt/slides/slide11.xml" Id="R572e0699c7994d6b" /><Relationship Type="http://schemas.openxmlformats.org/officeDocument/2006/relationships/slide" Target="/ppt/slides/slide12.xml" Id="R1d38da15edd34eda" /><Relationship Type="http://schemas.openxmlformats.org/officeDocument/2006/relationships/slide" Target="/ppt/slides/slide13.xml" Id="R2a4eb25dd3cb4932" /><Relationship Type="http://schemas.openxmlformats.org/officeDocument/2006/relationships/slide" Target="/ppt/slides/slide14.xml" Id="Rbad4be83aefe4668" /><Relationship Type="http://schemas.openxmlformats.org/officeDocument/2006/relationships/slide" Target="/ppt/slides/slide15.xml" Id="R7e7c2b5a73dc4fc0" /><Relationship Type="http://schemas.openxmlformats.org/officeDocument/2006/relationships/slide" Target="/ppt/slides/slide16.xml" Id="Re532082956ef4750" /><Relationship Type="http://schemas.openxmlformats.org/officeDocument/2006/relationships/slide" Target="/ppt/slides/slide17.xml" Id="R488101776ffa4842" /><Relationship Type="http://schemas.openxmlformats.org/officeDocument/2006/relationships/slide" Target="/ppt/slides/slide18.xml" Id="Rd3d3410952c84fe8" /><Relationship Type="http://schemas.openxmlformats.org/officeDocument/2006/relationships/slide" Target="/ppt/slides/slide19.xml" Id="R6221db46e6184836" /><Relationship Type="http://schemas.openxmlformats.org/officeDocument/2006/relationships/slide" Target="/ppt/slides/slide20.xml" Id="R426aed6043a94013" /><Relationship Type="http://schemas.openxmlformats.org/officeDocument/2006/relationships/slide" Target="/ppt/slides/slide21.xml" Id="Re07e5ce8bf344f43" /><Relationship Type="http://schemas.openxmlformats.org/officeDocument/2006/relationships/slide" Target="/ppt/slides/slide22.xml" Id="Ra1ce6882e26549a9" /><Relationship Type="http://schemas.openxmlformats.org/officeDocument/2006/relationships/slide" Target="/ppt/slides/slide23.xml" Id="R095dcd80013a4510" /><Relationship Type="http://schemas.openxmlformats.org/officeDocument/2006/relationships/slide" Target="/ppt/slides/slide24.xml" Id="R6b810e295a8b44a6" /><Relationship Type="http://schemas.openxmlformats.org/officeDocument/2006/relationships/slide" Target="/ppt/slides/slide25.xml" Id="R53bd84690f7647c1" /><Relationship Type="http://schemas.openxmlformats.org/officeDocument/2006/relationships/slide" Target="/ppt/slides/slide26.xml" Id="Rb30c1b67e1b7441f" /><Relationship Type="http://schemas.openxmlformats.org/officeDocument/2006/relationships/slide" Target="/ppt/slides/slide27.xml" Id="Rd90b25ad45e942bc" /><Relationship Type="http://schemas.openxmlformats.org/officeDocument/2006/relationships/slide" Target="/ppt/slides/slide28.xml" Id="Rfeaeca10f1704bb2" /><Relationship Type="http://schemas.openxmlformats.org/officeDocument/2006/relationships/slide" Target="/ppt/slides/slide29.xml" Id="R0e7c56739ac64c72" /><Relationship Type="http://schemas.openxmlformats.org/officeDocument/2006/relationships/slide" Target="/ppt/slides/slide30.xml" Id="Rf50d55468a494359" /><Relationship Type="http://schemas.openxmlformats.org/officeDocument/2006/relationships/slide" Target="/ppt/slides/slide31.xml" Id="R17c4f27b3168449a" /><Relationship Type="http://schemas.openxmlformats.org/officeDocument/2006/relationships/slide" Target="/ppt/slides/slide32.xml" Id="Re331ddcd62704c42" /><Relationship Type="http://schemas.openxmlformats.org/officeDocument/2006/relationships/slide" Target="/ppt/slides/slide33.xml" Id="R3d62815bc2d242ae" /><Relationship Type="http://schemas.openxmlformats.org/officeDocument/2006/relationships/slide" Target="/ppt/slides/slide34.xml" Id="R2e5fe6a81edc4668" /><Relationship Type="http://schemas.openxmlformats.org/officeDocument/2006/relationships/slide" Target="/ppt/slides/slide35.xml" Id="R256e1ffb88f74b32" /><Relationship Type="http://schemas.openxmlformats.org/officeDocument/2006/relationships/slide" Target="/ppt/slides/slide36.xml" Id="Rd4edfac782d74f13" /><Relationship Type="http://schemas.openxmlformats.org/officeDocument/2006/relationships/slide" Target="/ppt/slides/slide37.xml" Id="R5fbfaa7b142e4093" /><Relationship Type="http://schemas.openxmlformats.org/officeDocument/2006/relationships/slide" Target="/ppt/slides/slide38.xml" Id="Rb77a58c091d842f3" /><Relationship Type="http://schemas.openxmlformats.org/officeDocument/2006/relationships/slide" Target="/ppt/slides/slide39.xml" Id="R3024943ca82743fe" /><Relationship Type="http://schemas.openxmlformats.org/officeDocument/2006/relationships/slide" Target="/ppt/slides/slide40.xml" Id="R569a06eca58b41e7" /><Relationship Type="http://schemas.openxmlformats.org/officeDocument/2006/relationships/slide" Target="/ppt/slides/slide41.xml" Id="Rf8af8f2c3afd4824" /><Relationship Type="http://schemas.openxmlformats.org/officeDocument/2006/relationships/slide" Target="/ppt/slides/slide42.xml" Id="R2831dbcb0302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4df2cad0f94a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bf5a325a42462f" /><Relationship Type="http://schemas.openxmlformats.org/officeDocument/2006/relationships/notesMaster" Target="/ppt/notesMasters/notesMaster1.xml" Id="Ra4a9b2a8343040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5ab045cae44032" /><Relationship Type="http://schemas.openxmlformats.org/officeDocument/2006/relationships/notesMaster" Target="/ppt/notesMasters/notesMaster1.xml" Id="R001757ebcbd848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2ff74e1db41a9" /><Relationship Type="http://schemas.openxmlformats.org/officeDocument/2006/relationships/notesMaster" Target="/ppt/notesMasters/notesMaster1.xml" Id="R94d43a8ed971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223bfa34a449af" /><Relationship Type="http://schemas.openxmlformats.org/officeDocument/2006/relationships/notesMaster" Target="/ppt/notesMasters/notesMaster1.xml" Id="R009c5100587843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62bd5dfe7742d8" /><Relationship Type="http://schemas.openxmlformats.org/officeDocument/2006/relationships/notesMaster" Target="/ppt/notesMasters/notesMaster1.xml" Id="R46dbd2b0d1c041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1d240a8565470a" /><Relationship Type="http://schemas.openxmlformats.org/officeDocument/2006/relationships/notesMaster" Target="/ppt/notesMasters/notesMaster1.xml" Id="R2f557e2e453a4d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9410af297d40af" /><Relationship Type="http://schemas.openxmlformats.org/officeDocument/2006/relationships/notesMaster" Target="/ppt/notesMasters/notesMaster1.xml" Id="R3662aaca000344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23f44eb6b42a2" /><Relationship Type="http://schemas.openxmlformats.org/officeDocument/2006/relationships/notesMaster" Target="/ppt/notesMasters/notesMaster1.xml" Id="Refdd329493684f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badd28536e411d" /><Relationship Type="http://schemas.openxmlformats.org/officeDocument/2006/relationships/notesMaster" Target="/ppt/notesMasters/notesMaster1.xml" Id="Rc0f27656393548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cf95c1aff64577" /><Relationship Type="http://schemas.openxmlformats.org/officeDocument/2006/relationships/notesMaster" Target="/ppt/notesMasters/notesMaster1.xml" Id="R38043fcd765941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11441573c14524" /><Relationship Type="http://schemas.openxmlformats.org/officeDocument/2006/relationships/notesMaster" Target="/ppt/notesMasters/notesMaster1.xml" Id="R5faf8cc100ae4d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bd11695abc49b9" /><Relationship Type="http://schemas.openxmlformats.org/officeDocument/2006/relationships/notesMaster" Target="/ppt/notesMasters/notesMaster1.xml" Id="Re9f536aaba8141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650e201f084776" /><Relationship Type="http://schemas.openxmlformats.org/officeDocument/2006/relationships/notesMaster" Target="/ppt/notesMasters/notesMaster1.xml" Id="Rab2fe6ea340049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60b397992e42a9" /><Relationship Type="http://schemas.openxmlformats.org/officeDocument/2006/relationships/notesMaster" Target="/ppt/notesMasters/notesMaster1.xml" Id="R1b5143ac14d842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7467cd09ca44b0" /><Relationship Type="http://schemas.openxmlformats.org/officeDocument/2006/relationships/notesMaster" Target="/ppt/notesMasters/notesMaster1.xml" Id="R6dced9e890b44e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3760b8edc04f78" /><Relationship Type="http://schemas.openxmlformats.org/officeDocument/2006/relationships/notesMaster" Target="/ppt/notesMasters/notesMaster1.xml" Id="R18eeb0986c1141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b294cd62734a94" /><Relationship Type="http://schemas.openxmlformats.org/officeDocument/2006/relationships/notesMaster" Target="/ppt/notesMasters/notesMaster1.xml" Id="R45a219bac8924b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df2456a63149e1" /><Relationship Type="http://schemas.openxmlformats.org/officeDocument/2006/relationships/notesMaster" Target="/ppt/notesMasters/notesMaster1.xml" Id="Ra0e350f83e1140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1c09d44ef14cef" /><Relationship Type="http://schemas.openxmlformats.org/officeDocument/2006/relationships/notesMaster" Target="/ppt/notesMasters/notesMaster1.xml" Id="Rbe80d90bacb547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f18aec5c974aac" /><Relationship Type="http://schemas.openxmlformats.org/officeDocument/2006/relationships/notesMaster" Target="/ppt/notesMasters/notesMaster1.xml" Id="R504e92b9bee140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7a5852555b4d5e" /><Relationship Type="http://schemas.openxmlformats.org/officeDocument/2006/relationships/notesMaster" Target="/ppt/notesMasters/notesMaster1.xml" Id="R49ed28683fd14f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0cfd0fa95044d2" /><Relationship Type="http://schemas.openxmlformats.org/officeDocument/2006/relationships/notesMaster" Target="/ppt/notesMasters/notesMaster1.xml" Id="R623cc934951e435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0afe49444c14c0d" /><Relationship Type="http://schemas.openxmlformats.org/officeDocument/2006/relationships/notesMaster" Target="/ppt/notesMasters/notesMaster1.xml" Id="Rb408c053b3204a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ee9fde47a74977" /><Relationship Type="http://schemas.openxmlformats.org/officeDocument/2006/relationships/notesMaster" Target="/ppt/notesMasters/notesMaster1.xml" Id="R121abba2c31645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0086066d4c64035" /><Relationship Type="http://schemas.openxmlformats.org/officeDocument/2006/relationships/notesMaster" Target="/ppt/notesMasters/notesMaster1.xml" Id="R6a274949cb4f4e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826296c6164c25" /><Relationship Type="http://schemas.openxmlformats.org/officeDocument/2006/relationships/notesMaster" Target="/ppt/notesMasters/notesMaster1.xml" Id="R685374348d8c448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8b96ba0e4924f7d" /><Relationship Type="http://schemas.openxmlformats.org/officeDocument/2006/relationships/notesMaster" Target="/ppt/notesMasters/notesMaster1.xml" Id="Rdad90b3b1947400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1618d04cbd4b40" /><Relationship Type="http://schemas.openxmlformats.org/officeDocument/2006/relationships/notesMaster" Target="/ppt/notesMasters/notesMaster1.xml" Id="R1a74d001e9cb46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2822b1293474192" /><Relationship Type="http://schemas.openxmlformats.org/officeDocument/2006/relationships/notesMaster" Target="/ppt/notesMasters/notesMaster1.xml" Id="R0330828d29ac4ec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1b7a2ee8b1d417f" /><Relationship Type="http://schemas.openxmlformats.org/officeDocument/2006/relationships/notesMaster" Target="/ppt/notesMasters/notesMaster1.xml" Id="R4857a785e82547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2db093ac6cc4fab" /><Relationship Type="http://schemas.openxmlformats.org/officeDocument/2006/relationships/notesMaster" Target="/ppt/notesMasters/notesMaster1.xml" Id="R1181c6cb4b6b438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4663bec32c4249" /><Relationship Type="http://schemas.openxmlformats.org/officeDocument/2006/relationships/notesMaster" Target="/ppt/notesMasters/notesMaster1.xml" Id="Ra7b8983724474c1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a595ca223504e2f" /><Relationship Type="http://schemas.openxmlformats.org/officeDocument/2006/relationships/notesMaster" Target="/ppt/notesMasters/notesMaster1.xml" Id="Rb0062beb578748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2b2540ed804d36" /><Relationship Type="http://schemas.openxmlformats.org/officeDocument/2006/relationships/notesMaster" Target="/ppt/notesMasters/notesMaster1.xml" Id="Rc2a453191d02425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26aeaec47254350" /><Relationship Type="http://schemas.openxmlformats.org/officeDocument/2006/relationships/notesMaster" Target="/ppt/notesMasters/notesMaster1.xml" Id="R4bf0e8e9c80d46b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9527fce346c4893" /><Relationship Type="http://schemas.openxmlformats.org/officeDocument/2006/relationships/notesMaster" Target="/ppt/notesMasters/notesMaster1.xml" Id="R3995d9693f1f4f2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ee2fd519164f72" /><Relationship Type="http://schemas.openxmlformats.org/officeDocument/2006/relationships/notesMaster" Target="/ppt/notesMasters/notesMaster1.xml" Id="R64bb05d7424b459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3e7c0818c1546b2" /><Relationship Type="http://schemas.openxmlformats.org/officeDocument/2006/relationships/notesMaster" Target="/ppt/notesMasters/notesMaster1.xml" Id="Rccb8028ef20f42c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1b6083fb97d4631" /><Relationship Type="http://schemas.openxmlformats.org/officeDocument/2006/relationships/notesMaster" Target="/ppt/notesMasters/notesMaster1.xml" Id="Rd82f91d89aa94b1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8decb45fe3475a" /><Relationship Type="http://schemas.openxmlformats.org/officeDocument/2006/relationships/notesMaster" Target="/ppt/notesMasters/notesMaster1.xml" Id="R6773b6bf4967443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45bd53c4553435a" /><Relationship Type="http://schemas.openxmlformats.org/officeDocument/2006/relationships/notesMaster" Target="/ppt/notesMasters/notesMaster1.xml" Id="R11d6575b4d444d8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55b2638eb0c4768" /><Relationship Type="http://schemas.openxmlformats.org/officeDocument/2006/relationships/notesMaster" Target="/ppt/notesMasters/notesMaster1.xml" Id="R7d1be29df532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23536b99042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64ef6cc7034149" /><Relationship Type="http://schemas.openxmlformats.org/officeDocument/2006/relationships/slideLayout" Target="/ppt/slideLayouts/slideLayout1.xml" Id="R8cd5b1ad1d81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d5b1ad1d81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b506302344975" /><Relationship Type="http://schemas.openxmlformats.org/officeDocument/2006/relationships/notesSlide" Target="/ppt/notesSlides/notesSlide1.xml" Id="Reabe78a7938f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76b044afc4b74" /><Relationship Type="http://schemas.openxmlformats.org/officeDocument/2006/relationships/notesSlide" Target="/ppt/notesSlides/notesSlide2.xml" Id="Rd74ed30d870f48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20d43c8874f93" /><Relationship Type="http://schemas.openxmlformats.org/officeDocument/2006/relationships/notesSlide" Target="/ppt/notesSlides/notesSlide3.xml" Id="R97c3f073e62c46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d9cf6c10544f5" /><Relationship Type="http://schemas.openxmlformats.org/officeDocument/2006/relationships/notesSlide" Target="/ppt/notesSlides/notesSlide4.xml" Id="Rdeda43e8824d4a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871230574b8a" /><Relationship Type="http://schemas.openxmlformats.org/officeDocument/2006/relationships/notesSlide" Target="/ppt/notesSlides/notesSlide5.xml" Id="Rbab0d6b9401f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7fe6180fd4e8a" /><Relationship Type="http://schemas.openxmlformats.org/officeDocument/2006/relationships/notesSlide" Target="/ppt/notesSlides/notesSlide6.xml" Id="Rcb639621486742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41e70e8e34845" /><Relationship Type="http://schemas.openxmlformats.org/officeDocument/2006/relationships/notesSlide" Target="/ppt/notesSlides/notesSlide7.xml" Id="R636f65de44eb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ac2de48a94ea4" /><Relationship Type="http://schemas.openxmlformats.org/officeDocument/2006/relationships/notesSlide" Target="/ppt/notesSlides/notesSlide8.xml" Id="Rc7227b9984eb4a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5ea48b07a4c1b" /><Relationship Type="http://schemas.openxmlformats.org/officeDocument/2006/relationships/notesSlide" Target="/ppt/notesSlides/notesSlide9.xml" Id="Rcbc17c81508f4b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d15ff781c4807" /><Relationship Type="http://schemas.openxmlformats.org/officeDocument/2006/relationships/notesSlide" Target="/ppt/notesSlides/notesSlide10.xml" Id="R6c66858559a248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8bb61269a4f22" /><Relationship Type="http://schemas.openxmlformats.org/officeDocument/2006/relationships/notesSlide" Target="/ppt/notesSlides/notesSlide11.xml" Id="R3b1076776c1f42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26cf8585f4f2d" /><Relationship Type="http://schemas.openxmlformats.org/officeDocument/2006/relationships/notesSlide" Target="/ppt/notesSlides/notesSlide12.xml" Id="R799ac3977bda45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f6ed49da245a8" /><Relationship Type="http://schemas.openxmlformats.org/officeDocument/2006/relationships/notesSlide" Target="/ppt/notesSlides/notesSlide13.xml" Id="R5de3410db3dd4a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b39a10d7f434b" /><Relationship Type="http://schemas.openxmlformats.org/officeDocument/2006/relationships/notesSlide" Target="/ppt/notesSlides/notesSlide14.xml" Id="R87e7b8a306b741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8fee5453a4e0f" /><Relationship Type="http://schemas.openxmlformats.org/officeDocument/2006/relationships/notesSlide" Target="/ppt/notesSlides/notesSlide15.xml" Id="R7182b356959143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0e4950eae4da0" /><Relationship Type="http://schemas.openxmlformats.org/officeDocument/2006/relationships/notesSlide" Target="/ppt/notesSlides/notesSlide16.xml" Id="Rf44791ab4a7646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062348d8a43c1" /><Relationship Type="http://schemas.openxmlformats.org/officeDocument/2006/relationships/notesSlide" Target="/ppt/notesSlides/notesSlide17.xml" Id="R92f184504f1c4e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4615280714746" /><Relationship Type="http://schemas.openxmlformats.org/officeDocument/2006/relationships/notesSlide" Target="/ppt/notesSlides/notesSlide18.xml" Id="R1c550fa91b4d49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1c663a1af4002" /><Relationship Type="http://schemas.openxmlformats.org/officeDocument/2006/relationships/notesSlide" Target="/ppt/notesSlides/notesSlide19.xml" Id="R5e5b98db08be46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56cd9e09c4d90" /><Relationship Type="http://schemas.openxmlformats.org/officeDocument/2006/relationships/notesSlide" Target="/ppt/notesSlides/notesSlide20.xml" Id="Rd98d4aa1530a4c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528180a974ae9" /><Relationship Type="http://schemas.openxmlformats.org/officeDocument/2006/relationships/notesSlide" Target="/ppt/notesSlides/notesSlide21.xml" Id="R7310a8cc559346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2dcfda27e4b9b" /><Relationship Type="http://schemas.openxmlformats.org/officeDocument/2006/relationships/notesSlide" Target="/ppt/notesSlides/notesSlide22.xml" Id="R805a7a68783848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918463f944d37" /><Relationship Type="http://schemas.openxmlformats.org/officeDocument/2006/relationships/notesSlide" Target="/ppt/notesSlides/notesSlide23.xml" Id="R19d289524f54404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72dad2b2e4574" /><Relationship Type="http://schemas.openxmlformats.org/officeDocument/2006/relationships/notesSlide" Target="/ppt/notesSlides/notesSlide24.xml" Id="Ra840a72a852f43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5b9f4e5b3460d" /><Relationship Type="http://schemas.openxmlformats.org/officeDocument/2006/relationships/notesSlide" Target="/ppt/notesSlides/notesSlide25.xml" Id="R2dfe91b8409a42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6d29172924278" /><Relationship Type="http://schemas.openxmlformats.org/officeDocument/2006/relationships/notesSlide" Target="/ppt/notesSlides/notesSlide26.xml" Id="Rfc6250d477da42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0f8afc9794074" /><Relationship Type="http://schemas.openxmlformats.org/officeDocument/2006/relationships/notesSlide" Target="/ppt/notesSlides/notesSlide27.xml" Id="Rd8f9d89849d6479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dd803b7f44af4" /><Relationship Type="http://schemas.openxmlformats.org/officeDocument/2006/relationships/notesSlide" Target="/ppt/notesSlides/notesSlide28.xml" Id="Reb8551802bb5486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2daa2c78249cc" /><Relationship Type="http://schemas.openxmlformats.org/officeDocument/2006/relationships/notesSlide" Target="/ppt/notesSlides/notesSlide29.xml" Id="R6772389a44c740d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95a39aaef4a6d" /><Relationship Type="http://schemas.openxmlformats.org/officeDocument/2006/relationships/notesSlide" Target="/ppt/notesSlides/notesSlide30.xml" Id="R2c0e24d58b8444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0e9f7679340be" /><Relationship Type="http://schemas.openxmlformats.org/officeDocument/2006/relationships/notesSlide" Target="/ppt/notesSlides/notesSlide31.xml" Id="R064651aa15144fd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cf630d66c4e83" /><Relationship Type="http://schemas.openxmlformats.org/officeDocument/2006/relationships/notesSlide" Target="/ppt/notesSlides/notesSlide32.xml" Id="R8b4ce86cdbfc468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5f52d63364eec" /><Relationship Type="http://schemas.openxmlformats.org/officeDocument/2006/relationships/notesSlide" Target="/ppt/notesSlides/notesSlide33.xml" Id="R2c39d4e40461477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964012ee948cc" /><Relationship Type="http://schemas.openxmlformats.org/officeDocument/2006/relationships/notesSlide" Target="/ppt/notesSlides/notesSlide34.xml" Id="Rf4400b705d7547c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5523c22ee46e6" /><Relationship Type="http://schemas.openxmlformats.org/officeDocument/2006/relationships/notesSlide" Target="/ppt/notesSlides/notesSlide35.xml" Id="R672eff9e17f443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1d703d6b043bd" /><Relationship Type="http://schemas.openxmlformats.org/officeDocument/2006/relationships/notesSlide" Target="/ppt/notesSlides/notesSlide36.xml" Id="R8eec5811940344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4c569cf2e488d" /><Relationship Type="http://schemas.openxmlformats.org/officeDocument/2006/relationships/notesSlide" Target="/ppt/notesSlides/notesSlide37.xml" Id="R7e875167b7bc42e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cbb6325964245" /><Relationship Type="http://schemas.openxmlformats.org/officeDocument/2006/relationships/notesSlide" Target="/ppt/notesSlides/notesSlide38.xml" Id="R3dbc603b89a64c3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16bcdb7504249" /><Relationship Type="http://schemas.openxmlformats.org/officeDocument/2006/relationships/notesSlide" Target="/ppt/notesSlides/notesSlide39.xml" Id="R9e941c146ca74e4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240f884e049a0" /><Relationship Type="http://schemas.openxmlformats.org/officeDocument/2006/relationships/notesSlide" Target="/ppt/notesSlides/notesSlide40.xml" Id="Re934d231d9494fd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be65a40644496" /><Relationship Type="http://schemas.openxmlformats.org/officeDocument/2006/relationships/notesSlide" Target="/ppt/notesSlides/notesSlide41.xml" Id="R08d047a97963447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8e09c6e794ab4" /><Relationship Type="http://schemas.openxmlformats.org/officeDocument/2006/relationships/notesSlide" Target="/ppt/notesSlides/notesSlide42.xml" Id="Re4bddcf339d2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DD559-4D9E-4C1A-AD93-03E5F04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EE4DC-4533-4D81-A89C-59945E3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Machine Learning: Techniques in AI, Machine Learning Model, Regression Analysis in Machine Learning, Classification 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4085B-F752-487B-8C55-44AA9FB5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2 (2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B825F-E134-4473-9A24-2583E7A6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1AA8A-4BDA-46B9-B717-542DE1CC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FA7B3-8476-4929-BE13-8BD5C34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C043-6BBC-43AC-8A94-C66036F8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D66C0-BCE3-42BE-A82A-EB52C261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CBB3A-D6F5-4D1B-B9D9-4DAE419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9CC74-4E50-46F1-B926-82D58C3C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2A91A-2ACE-4E6C-B7EA-26CAF5B0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8261D-5D4E-4842-B744-D6F990A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0DD14-519D-48F7-AED3-2E4D571F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99392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A25DE-96CB-4116-9BFA-4EFC30A5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7E820-BE67-4A7A-B865-FC7CCC6A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CFEF0-57A4-41DF-879D-4627324E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F80A4-E901-4334-B13C-EA305A38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CBAB6-6721-4A51-92D4-B7CF5DE8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B5296-4BB5-46EC-9A32-399E325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4D08E-3CDD-4020-BF6C-81ED7E2E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7A750-177D-406A-BB38-7234816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08292-5350-4214-A97C-A84896B7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7D9D8-4E82-426A-BDF5-DE10ED2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4E24D-2F99-4B0B-BC8E-577A9B26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37C74-B7EB-4B06-934B-7E6E124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3FE27-41FF-442F-BD9A-C615810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DCC48-AEC9-4D66-960D-C68B2A4D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B8A0F-34F9-4263-B14F-E169189A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02439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07EF9-E14B-4398-9F63-BD37CE95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94207-2664-4899-B8F9-B52A933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16806-1665-402F-8611-12BCA501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73587-AFE9-44BF-8B38-3894C514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55931-C17C-461E-9FFC-63E00FF6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0C27-02AC-46D2-BF70-FAC463E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0751E-1167-483C-979C-F7A89F0D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8F5E6-022B-410F-8404-7F2A822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7A540-2B80-4785-BF13-BF708B9C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Machine Learning: Techniques in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2D6CB-CA0D-4A5B-8999-BEBE488D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B29B3-35B1-41AE-9DA8-0C26684F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4D914-BA4A-4202-A6BA-70F50950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Machine Learning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40264-2AE6-4F40-822D-19BC5FFD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BB78F-8C3C-4DCD-8130-1E8853C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4B839-62BB-49FF-BEBE-8FA424D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Regression Analysis in Machine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08D9B-9AA6-4D6E-9DF8-6ACACCD2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39195-CD66-44D6-981D-567BBEB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24F2C-1C0F-4DB7-81E4-9F4E6202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Classification Techniques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9F644-188D-402F-907C-E68F467E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00A7A-D8DF-4286-96A8-7FF08AEF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39E2E-89C2-436B-9E07-1E6E897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Clustering Techniques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6E7CF-1CEE-4702-9C85-AA839F28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CFE53-14DF-4647-A6EC-A95B09C9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06CA7-5834-40C5-A367-50269668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Naïve Bayes Classification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0C9DA-47A8-48F3-9582-A2152A1D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8B0FC-6CC1-4756-8F3E-D9F6056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F7B49-8515-4BF6-8CAA-A850E444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Neural Network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897CF0-DC8B-4D80-B57B-B19D517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B14615-A923-4648-94D7-9D2A3D90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361A8-93CF-4E5B-806C-3DC6A021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Support Vector Machine (SVM). 1-2.8)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C7B73-442A-4159-9121-2170E2E8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9AB10E-A8AF-4504-92EA-AD4C7C66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4121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DEE44-50E9-4113-B87C-429A01E0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9316C-ECEA-4D4F-9AC8-B565F3E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151BE-B0FE-4961-A118-912C4F2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AC708-ABED-4495-95FC-69BA6D7B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15BF2-FDEF-4D84-B90E-2F1FEE1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50371-8905-4E82-91B8-F79E7761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E9B83-D7DF-4165-A2AD-59A0FDE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81C67-BC4B-4E53-8B33-7575F508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Machine Learning: Techniques in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D3DFB-3C5B-4C43-A0A4-DD7D97D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(2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5350F-9535-4D49-9C96-4E162AEF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12046-885A-448B-A95E-B3773491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Machine Learning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015E9-F24D-424D-BDC4-2D1236DD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(2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9968E-6943-4D56-AAAA-E1A489B3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7E983-479E-41A5-AEA6-81792EE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Regression Analysis in Machine 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9664A-4C6E-4B94-A7CD-69ABF70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(2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AD7E7-2E00-4103-8D60-B5663C3D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93DB8-2E6E-4420-ABD9-AF706699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Classification Techniques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6B75C-B673-48D2-84C2-F7ACACE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(2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6F77C-C6AD-4863-9D29-4592CCCA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7399E-3CCB-425B-A0E4-F6C69C2B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Clustering Techniques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BF711-716B-4BDE-A1B9-CB5D46E4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(2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197FA-9FE5-41CC-B98E-CBE1ED6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9EFF4-17B5-4281-A4BB-FC810B8F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Naïve Bayes Classification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5524A-CAE4-4D9F-AC67-9E35900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(2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67E5F-2A67-4F5E-9BFD-13633A3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B73D2-91B2-43E3-9B78-8D24F100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Neural 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34F73-5942-4F47-9A60-1D6D683F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(2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8351C-8190-4A61-B42B-71E01B2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18A00-E111-4318-B288-A2A5736D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73455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7859C-E50A-466E-96A5-7A441836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532DF-0C6F-4AD2-8B1E-35B0150B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AFB1A-63BE-4433-8E24-E78FB049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FB78C-76A0-4E0F-9622-395D367C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E82BD-C9E9-4B7C-A5D9-15055B3C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E14D1-F72C-47E6-9FA1-CBDFDE7E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D5BCE-1C26-4642-B999-2747A782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Techniques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D4934-6937-4CA9-B769-9A0A76B6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E400D-143C-4DCF-BD4C-B1BA9594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77662-F78B-411B-A145-A34C3990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AEF16-06C4-4E17-8ABE-AEB6E85B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58A28-4C7C-4CFB-8D4E-17CDA4FC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Clustering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2C8C9-1915-4853-973B-822CB502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FCA9B-6B65-4C1C-900C-6F9AAA44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Neural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55962-92FA-4BFB-BFD0-7634E5DB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FDA25-2D5F-4CFD-8452-15AD4B48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75031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E1C68-0087-4259-A2CB-87D15B7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7655E-9D1B-4671-B986-9AD998AF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33BF1-B262-444A-BC1A-DA38695D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37289-D5F1-4D06-A1D6-084A964B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3FAA6-E946-4972-B9B7-DEF9E5D4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Machine Learning: Techniques in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1814C-3920-4D23-9E35-1CE4E308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Machine Learning: Techniques in AI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8CACA-E31F-4C80-860B-56598C1F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79DB1-EE60-45D7-BF45-2E3288F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0FD9C-568A-43A4-A0CD-32C301C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0FAC5-DF41-4797-9243-B96056E0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4FE81-FFD8-4D40-BFEC-5F921578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2DF9F-7423-4948-8FB4-4A8A1C4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157D5-B4AF-41CC-8B2A-8DCA6CB3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1112C-117B-49C2-B8F9-294E409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A242-5CB1-40E8-BDB6-B93F27C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B4A2E-594C-4B76-8A9A-3F0290A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01093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C968B-098A-429F-8B0F-B3D8EBF8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BECEB-817F-43DE-A987-6D85F631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C2D5D-9ED3-481C-80AC-BBA575A8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9DDDC-C89A-4A12-9D48-C242377B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C5AAD-2D39-4DE4-BCE9-035026A8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2ED51-AF35-4E37-B615-0E05B4A6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E1292-ABAA-4A13-B538-5AE3B8C9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CBEC2-0F42-44FB-A3C8-A0F64181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B8B5F-4262-4977-B237-B4173E7E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Machine Learning: 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EBA2C-8141-4AF0-9DB7-679D700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D7B9C-99DA-4FC3-A010-CF993E5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73785-6C1D-4A94-AA17-EB261F8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Machine Learning...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96162-74A6-4D5C-B4DB-C8D09A9E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F4C8B-0382-4D2F-B6BE-D4B18492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64DD4-DA25-4A91-818E-B7D93BFD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Machine Lear...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0763E-BAB5-44C5-871D-E49E7D2B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7752A-A2C7-455B-AA6C-CB9C2C1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C9331-012B-4A3F-89EF-84C22213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Machine Learn...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96EF6-04F3-421F-98CA-CD425D0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95975-0F2E-4C77-9DDB-68E24B74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8B68C-1764-4B43-93C7-B356907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Machine Learning: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4283E-86B2-4AD8-96B1-31DB561E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FFF63-82E4-418C-B326-FE28BA1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4352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3C3F4-E113-413D-9AEA-43D6E8C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AA099-9AD7-4D0C-84E7-2D3D25D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55583-68E1-44FC-A07D-18980783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CA62F-06B1-4CE5-BA75-DE30A8C8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A3D83-F7E9-4CD2-B6F0-42729B2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D8288-34BD-4887-A9B3-6FF08248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59240-0E61-41D8-86CE-3D7EB767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65704-0DE4-41C4-AF7E-75E2BCE0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622C8-95D0-4B6C-9C79-80526FC9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1220D-2A70-44AE-8198-515A75B9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A7F2D-9583-4E94-95FB-9E951C6C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93C21-0CE1-43DD-AB60-5CB64953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02FBA-037A-422A-89AE-BCCE4600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01C99-189D-4A62-BA58-47FF4E3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77068-6B3C-424B-9BC4-8941685E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07481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8268D-B51F-4E05-AE78-BF9F9EE5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4266C-2506-4295-9A80-FFDBD91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D9DC-4D05-455A-A1B3-2D52C9C6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A574D-141A-4227-9C76-CE455EAD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74005-9952-4006-B930-F32B0550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6CEA5-2AE4-4A4F-AC31-3DE5099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Machine Learning: Techniques in AI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197C6-AA1D-4534-AB8D-596F7B4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269AA-569C-418F-B5B7-EEFCE4B9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CDA2E-A815-4781-9694-E55D28A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9F1B8-728D-4740-BBD0-EE1A004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36627-2398-4977-9081-968862CC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24273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C0FF3-BB7A-48E8-984E-EAC77909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7CDEA-3599-4565-BBB7-DAD616B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6E1D5-5EF3-464D-8E64-8C51090D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443E8-CEE3-41E5-94CE-230718AF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BBEE5-BD67-4390-BD88-2CED3A25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Machine Learning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31617-FB81-4E4A-A651-0531DEFA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Machine Learning Model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054E0-1761-4D5E-A709-F5F65DA6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C6FD2-E92D-4A95-846C-6A8EB6D4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24A77-3B54-4C95-9EE1-871E6E17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F99E9-D758-446F-89F7-BE28F34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80E32-501A-4931-B549-3CB1792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B35B2-50FC-455D-8BC7-E5FF14E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9B1A7-0968-44A2-BCE1-43DB2CC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54C14-28BB-4430-8EF5-C9D465D4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7D01F-A870-43A9-A635-548D422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2E0C1-D940-4803-AE35-54B9CA4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277701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6441A-BAE1-4DAE-B931-B2E8746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CAC1-8656-4726-9D1E-4E5D0178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B804C-D8FE-4E1F-9EE9-82DC1315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4AEF2-8B07-41A6-81BD-85AF44A0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2FD67-B855-4F3A-8694-DBFE541A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8ACFD-2C6B-49A8-971C-4B432077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4870-B28F-4EB0-B489-F5158DD4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3B632-1176-4484-8E6D-B29C1098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1C473-0923-4B29-9168-88315633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Machine Learning Mod...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DCB36-149A-4572-A967-8DBC6B58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82E4E-8638-4478-94E5-C3A104CD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6E5F7-A614-49EF-ACF9-E0BD4907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Machine Learning...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5068B-C718-45EE-A549-D79F0E0C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ECB21-F304-4D07-818F-E131742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C3229-CE58-4365-9F1B-7E24B2B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Machine Lear...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411DD-3E2B-4061-9948-D867289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4AEF8-EC46-44CC-A4B2-393CEF63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9296C-DD91-42D0-A95F-BF353A67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Machine Learn...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ED49F-CB5D-4185-851C-310AFC23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5DCDB-FEDD-4929-BF25-D1C8055C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A4EBC-7A80-4CF4-8F45-38CA5FAB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Machine Learning Mo...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B51F2-A33A-404D-9628-50B485ED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E7E19-5AB0-4C58-8912-C55C9DA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22856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402AA-DD2A-4CC9-9DFD-799CF58D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8A8A5-8C65-4C2B-B3EE-D5D4D8E6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E22C3-6D7B-4681-9F19-1700EDD8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A6276-1084-4D55-9C50-F549F7BE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E8EFC-F1FE-4F2C-A4DA-5BCE359F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2DAF4-8624-4891-AF79-82DB7C5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F819C-DCFA-423D-A230-B8D8A873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28651-4E31-49AD-8ECA-A098258F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95D89-9787-4F21-BAC4-B8522B6B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6F7B0-4D8E-4125-BBCB-891DEC2D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70575-8F67-49BF-A03D-1ECAA23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27DDE-7483-417B-A20B-060E8A1E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69B48-718D-4D0E-A976-FDE75668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7BAEC-5C17-4D4C-8A6D-3166907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6E294-8BCB-4537-A8B7-7720264D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006057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B09A5-64A3-4AE1-B54C-5B700367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2FF2D-9C3B-4B2B-98FB-56EA9BAB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D9B1F-4419-4343-BC33-F088ACC3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C6094-E557-44AC-B895-6943B2D0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57C41-AE2F-4BD5-AD3B-53844BA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5DA1B-9052-46D3-B664-2E088ED1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Machine Learning Model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1F97A-E96E-4621-A32A-ED45511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DC7E5-5C6A-41AC-8F31-2A53213C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697E8-8F4C-4147-B6CC-43DDB734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04F3B-6A87-47CF-B807-142DFAAD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56019-8738-4CE6-AD8C-16838DD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5429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2858B-A28C-4AD0-99CB-08A6675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497AB-E222-4834-895B-A2C62B20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744A4-C08E-461F-8EE5-78737BC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BEA51-6EA3-4F25-9671-901AD1CD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1F936-FA61-40F1-BB8D-BB195C73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Regression Analysis in Machine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378B3-E5FC-40AF-8819-CF79CD68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Regression Analysis in Machine Learning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72F65-8D6A-434B-961E-C5E6B85B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F5564-1474-4BE0-A5D3-4E3CA3F4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DC607-6563-49FA-AFE3-E123F68D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26BDF-E4D5-4A65-BB01-EC923CAD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F445D-9564-4D04-95A0-F9B7F264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14F79-D6A6-494C-8462-490AB7C8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ABE3D-67DE-4386-A430-739B2802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91EC1-C9F8-44D2-B339-EB1013D6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FE5EE-2B6C-42F5-B04B-63AC4217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6DEC5-A2D4-4B64-ACBF-54C9F898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834820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1C519-005E-4115-9A34-5FBD057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69573-51C1-418A-BA7D-F9CB82F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01F72-24CE-4645-B42C-96AFC12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F680B-908C-4A32-8AD5-6BE0885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E78A5-12D7-4266-9E28-9E616C45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8EDC4-D443-48BB-B0FC-F61421E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EA9C1-619F-4B0C-AD96-7C3E46A9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A7A34-59C8-49C4-9E85-AED64EB4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C9E7E-BCDE-44B8-AFB6-9F619CE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Regression Analysis...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2B09E-958E-4DAA-8FCE-E087277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22417-8434-40C2-96EA-8E9BA14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96AEF-39A1-44FB-BD45-174F01DE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Regression Analy...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2C3E0-D09E-4EC6-8A43-52AC34A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D34FD-90A6-48B9-AD38-0BEDECC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D7861-83FB-4A31-91C2-E7CC89D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Regression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E60D7-ADC0-42AA-ACE3-FE7818F3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2CB83-7F01-4A7F-B749-353A8C5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15740-74B0-43DE-BC43-E08F2B6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Regression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8DF52-CA56-422D-A973-A7D35561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988EB-471E-45CF-870C-2EF6FA1F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2EEA9-323C-425E-BC3D-DA4B8A80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Regression Analysis...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17B3D-A0CD-465C-A327-18DCA99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84934-3C13-4BBA-8F89-1AC7024D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539826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9DD54-41FF-408B-83D9-78487463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35099-9111-40A8-918E-78F1F3B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773AF-DD8F-4002-88EA-33795EA3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8C3B9-06A0-4DA0-99EE-DBAC2211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2C0F4-AD92-482D-8E99-360564D6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A2F19-E8F0-42B3-AF6E-A29436C0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C6104-185A-42ED-9DD8-614CB19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F5370-00DA-4379-936E-7A49181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5CF10-BC6A-4044-AC38-B1A6FE1B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5877A-9DE5-4191-9B9C-A429BD9D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88B7E-7F4B-4EB7-AF9A-DBBCB730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3C985-1EC9-4D62-BA9C-1B3D4D72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4B7F0-0971-4015-9486-1C76D6C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E455D-D7FC-4A51-AF00-9B887FBE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56713-8EDD-4C1A-BF59-8120A82E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506310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F7A04-A1EF-4F7E-99E8-981BF4C5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51D20-0E26-4152-B83A-F2CE4E9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C4197-7A11-409A-A55B-FCE3E9DC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D8663-7525-41E6-8222-623117BE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26FCA-9416-4748-8C60-0E0BAC67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E2BB0-2D8E-4733-A562-7456B0D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Regression Analysis in Machine Learning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79894-E93F-48F1-A58B-B27B54FC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6FB4E-935A-40D1-82AC-40434FC3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ED8DE-E6A1-4CB3-82BB-BE50931E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D7935-BBB3-4CFD-8BA1-617FE14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6C113-B1D5-416E-AC1B-F4BD832C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573716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6F43B-5167-4944-A35A-217EF5A9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F3FE4-9BC9-4C9F-A3C3-6CED1B1C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74379-E192-4F59-A0EE-4200DFFB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C7473-82CC-4DB4-986E-FB7FE041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2CE36-FCF3-4457-8D30-6D1851D0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Classification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0FD92-A190-424B-8BAE-EB3A18EB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 Techniques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15DE2-B118-4F27-9FD2-EB1448C2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61E7D-EA49-45B2-83A1-27C66FB7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C61B5-580D-40E7-9AF5-B30F034E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CB9E1-BC40-4D36-A536-BC3BF08B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36C07-991B-45AB-B6F2-DC99CFFC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05608-6C78-4DD6-AC51-A33123E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612FE-34A3-4B9E-9F6C-1AE7B505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2DC6D-A72D-4E6E-996E-F99A01EC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BED36-BA98-4D37-8C68-ABB2E8DD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7ABF5-91EE-43AC-A9EC-4288D43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59062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B620F-BDA7-418D-BB88-496DC32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D0F0C-5991-4C14-ADC9-7F085AD6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7C79A-2ECB-4AEF-9770-F420DA3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91648-23C1-49EC-B931-ABA1D21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BF8CD-D3CF-4710-B58B-B2DC586E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34BAE-CF22-462A-A671-1381495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472F6-F1A0-4BD3-8BF1-D64C4484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B5B29-7AA5-4C13-AFE9-8DFF6AC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E5938-370C-4EAF-B996-B9313D79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Classification Techn...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1466-78C2-4E2C-94CE-F464F4E8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B5BC6-4F5E-45FE-AB62-E22D884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B842F-2167-4207-BB6A-E04A8E34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Classification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8EDDA-79B9-40D3-A6FF-EFFC0567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ACA3C-B53F-464F-A266-57713EAA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0BE9A-98B4-42D2-BDAC-33BFC88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Classificati...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CF985-0F22-4186-AE5B-5C6D2BA2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2E4CF-B912-46E9-A248-042D1EC1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29896-CDBC-4FC2-9CAC-417C8F59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Classificatio...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FF316-0E70-457F-A3E4-8EBFFBC1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BDAD9-56F0-4CC3-9CBF-B538E39A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E3EDF-B0AE-49A2-BD38-E67ACD56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Classification Tech...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723C3-9949-401B-940F-2591725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E4BE7-B645-425C-AE44-FBC392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40203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DFA9D-A714-4288-ACE9-B824D51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1A45B-9705-45BB-BC86-10FC0E7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872A2-1A59-4C1E-8A38-FD17F45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DA4B6-EB22-4429-B0A0-8690C97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F7689-B3B1-4ADE-A6F8-C6311359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7348A-045E-4F5C-9EF1-EE1373EA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905EF-6459-4462-A3E3-4BC1529C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B2E54-0C62-4A15-A6DE-59FA4ACA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88D7B-E1DD-40AF-B0C7-F5C58CF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74A51-5C93-4431-B7E9-D84FD07C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71E48-62EF-4248-8268-E56EFDDE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8B112-A266-42C9-8296-F830C1AC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A439B-9B10-43DE-A418-B59F8EFC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A350C-D83F-4C0A-BA9B-DE0F9059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44E4C-CCEE-40B7-ADF7-84BF7E69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310705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4521B-F0F5-4598-91C8-1DF84E6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7D2A4-252B-48C5-A8E8-CF948397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47F84-AC38-4F22-B0E1-9F08E3FB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96018-0CAE-4D98-82D4-3A775A4C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30785-25C6-4F68-9011-16EF1030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4B488-0A21-42F6-8E13-151682DD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Classification Techniques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7C25-2DD3-4F22-9A63-11EFE9C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87C6-B7FB-4675-8FEB-8E68846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64D0A-0F71-422C-95BD-1CBF8204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424CD-DA44-4378-8666-6012E6A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D0720-9DA9-4C51-A493-F74914A6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77156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55535-18F1-44D9-AF4A-7538D977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0B484-8103-4CFC-9BC0-E271E5F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84F98-F51F-43A5-9EE1-E455E01F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4917B-93FD-4D86-B95E-4AA05096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F557F-B3D0-4913-9282-A7B71995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Clustering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429C1-4FDC-4E77-AC03-164795B7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Clustering Techniques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1D791-AA44-4011-9980-DF317E79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D6098-6C97-4FA4-8F67-2F91780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954BF-6F38-401D-884A-9EDAF633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1D8B0-CED4-442F-832E-A0975122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9FDF6-C0FB-4C7B-8BFB-7AE8511F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9E9B3-B791-4E5B-B5F8-4EF5370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55C22-963D-4918-B232-07B735D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A2D34-937E-4F45-902B-2979942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57920-B4D9-4E10-9225-690E239A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6E4C3-4211-48D5-A230-42DCF39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600308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A371D-A9C0-45D5-BA57-E015ABE7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7D98C-FF99-445D-A715-D561CF68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491AA-2CDC-439D-8CF9-612DEA3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FD0F6-FB58-4AFD-828F-151D787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B2974-1578-47BF-8473-9AE75BEA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8B5F9-E9FE-47A2-A0FF-10D7D2B1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11A68-82DE-41E3-A20A-B36D97B4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90F6B-3706-4D2B-A220-7E8486F0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BE748-5AB1-445F-848A-DBB47F3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Clustering Technique...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F9676-88F5-40D6-9B8F-276C43B8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E15B9-78D2-4382-9D88-2C10EF16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E268C-2237-4D0C-ABE0-00CA6DAF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Clustering Techn...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D9592-7AFD-4DCF-9631-99D6A690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F3D24-79D4-4AB0-8FFF-14812656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B46FA-12D5-4D28-B01D-464EB89D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Clustering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87AA5-2C64-493C-8A29-6431B03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CF81B-0EC8-46C3-9CF7-950B70F9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2E3F5-2E4B-4433-905C-D3DD2148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Clustering 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7B2A4-7A40-4BEB-BC61-1751B6B8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4F39C-0A74-41E6-8DCC-53505F1F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A647B-ACBB-4A4A-A36A-F98A0364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Clustering Techniqu...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899A7-1B6E-4453-82A6-164C88FE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05F3C-4A8E-4EFC-B9E4-9ECAC9C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609102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AF1E3-9410-4F0D-BFA2-226000E3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0B264-48F9-41D2-A73C-BCBD72FE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5D9F7-4D7F-4A68-A201-6C50F54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AA255-FFF5-4C60-B6E2-08DB0B4F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B6126-D6C9-4D18-A485-1342450B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E37FF-5428-479E-AC0A-F11AC2F8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A59AF-14A3-4C78-8F04-DD7EA85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EFC32-F043-4930-8D69-CE42899A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50F7F-6F4D-4846-8D2F-F264643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6A59E-024C-46AB-B211-4F32CBDA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CA5D0-F883-4F69-A5D0-C562DAD6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8296F-D758-46A6-AF4D-067477BE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FA5A7-A7DC-4338-9F25-F12802C9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F6EEA-6815-45F3-B63B-0403B13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4B734-770A-447D-A90C-4E291EAA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75538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65494-C90D-4758-A1F5-DED72DC1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2D9EE-25FA-4D5F-A2CB-0E5A3D8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1D9D5-BDF2-4D5A-91F5-A840CFF1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696BE-54A9-4C22-BFB4-92D1E861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9A23C-4AA7-4CE8-8729-95C6A620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E5010-FCE5-4704-A5D0-0743ABC5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Clustering Techniques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0E20E-2D1F-49B3-94E3-5D62DB80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76455-8584-4D3A-8282-93F98A39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ABFCB-97B8-4DCE-814A-95D1142E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A07F0-A710-486F-811A-5CFAF1FF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F86D0-3705-4CD0-8E25-153BCB5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449965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53DA7-2A27-4586-97E4-F639AD04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2C7DF-E8FC-418B-8B09-CF63224C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AB97D-3166-4A0A-9174-C982557D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E09CB-ED13-4685-AEC9-4B787A78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1516E-66FC-4F12-9936-7DCCD0D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Naïve Bayes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AF129-BCF3-4806-AA3F-D64D8446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Naïve Bayes Classification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A2259-B7E2-4E1F-BCB7-5C43C10A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29066-F9E9-409F-ACEC-2E870A4E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B55FD-1895-4BD6-A2A0-87AD995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7C401-CC41-45D2-81D9-AC1AF6CA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11348-1676-4515-A5B8-7898CDA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8A60D-DA68-4F52-A147-4EF3BDDC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1176A-5CB6-458E-BD9B-82B4BE46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C32B3-F42F-4100-8087-20B8EE33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2E277-351E-4321-8395-4BB9DCED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279FC-C415-45C1-BAF4-7B5BF06E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571180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A6064-FFDC-40D1-8056-2B60707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E25BE-430B-4BAC-BEF9-BD93895F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B2109-0932-4181-B08F-DB797CE5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36A42-1FEF-423B-AD5F-1DDE13C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1768E-593C-4EC2-9B86-BF333F2C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9582D-C177-4DFB-AE5A-44440DA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002F2-6FB0-4F70-9BC5-DC3D9F4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71403-085F-4A5F-86DB-2D7C3B2D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CB373-AFBF-4D89-AB84-B17B1B1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Naïve Bayes Classifi...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BB23C-C5ED-4C4F-8507-C942F28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40BD7-DB53-4468-97E5-92986CA9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2896C-549B-4408-891B-0B8428DB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Naïve Bayes Clas...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080AB-62D1-471B-863B-6DA7BD2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628E1-435C-45EC-B271-E07EB01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C140C-C18A-4630-9F5C-BF08EE23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Naïve Bayes...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96B62-4F02-4558-A875-9CB84708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200F7-A4DE-46BF-A9BC-18F9A635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08370-CE89-4550-894C-ADB10A38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Naïve Bayes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FC560-8A83-4D24-A697-BE0F2721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8AFAC-AEC1-4BCA-A364-E87E7145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0C51C-6C98-4267-89C0-6596C28F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Naïve Bayes Classif...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BC6568-FF0F-4452-9808-AE2D32D5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F26DE-5D94-489A-91EE-74CC4DDD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654762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D6AA1-AA3C-4BEF-85E5-66199C4D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AFEF8-8F03-4279-8BC1-3D7B1A7D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0F849-AD54-4D07-8E22-1DF9C323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F13F8-20A7-4029-9ECB-C65149FB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489B4-CF4F-49EB-85B4-4A699ED5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9879E-E520-4ADA-96FA-48DDF00B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C489B-412D-4CC2-ABED-A9E5D647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605AB-C888-4ED0-98BD-B6F4224A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0F589-6F59-43B6-8992-42649809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3B395-FD77-41F1-8E96-EA2C8F6C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43FFD-0744-4269-938C-982CD749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A1C9C-040D-4744-9CC4-EE19293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03E38-1D85-4319-8398-70D7783E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A0E17-CE60-4ADC-A1FA-823B49C3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82366-2351-427B-A597-C1EEDF6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335104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9B327-7D49-4C3D-A286-7EB5D2F0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E174E-BBD0-4E86-9BB3-2E0FCA3B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D651F-1006-4DEC-BC7E-78371B6F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4174D-BD51-437C-A696-5DFF0FA6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FC9E8-85B5-4080-A5BA-59CD21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69775-582E-452E-89DA-72D31AE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Naïve Bayes Classification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62535-C321-4136-82C6-90DD4A5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93658-1459-41B8-8B5A-59D70B4B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449E7-D1A2-42CB-B58F-88ECF9CF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258AD-88CA-46F2-8DA2-E887229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7245E-E5A0-4865-891D-F162E18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38221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A9FD4-1540-481F-9954-2D79EFF0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833AB-FB13-4E46-9139-1992F6A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A987B-792E-4A82-864F-EE265327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C461-62EE-4D8C-B606-5C3F331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420D7-856F-4EA2-A667-85739FB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48516-2796-4DCE-A0FE-E5A887B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Neural Network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A0E8-1CDF-443F-A43D-B1F8CFD6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1F5A9-BBA0-4ACA-B370-B850AB11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3F942-27AA-4829-B1E4-0DF7BE76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2728B-8B62-4109-B1AE-CD94824C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D53FF-52A7-4C6F-ADEB-E3245DD7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47120-1D14-4737-932A-9F883E5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952A2-0CEE-44B3-8C7E-76A4A1C2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E8A1B-837C-4046-A96C-4024E46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2A33A-C592-4FA9-8DFF-795C6191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8753B-F494-4430-B726-DDB97020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17102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62F64-6BF8-4D63-A761-3812F57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255EA-EC3A-454E-AA0B-8574082E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88B70-3893-48D2-8E4E-74A94AE1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50E54-5D03-460F-9697-7F247C28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23135-682D-4018-8BF3-AECF97F3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A8F4E-DBCD-4F33-A49A-73369BAB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7D66A-D709-48BB-9F7B-D5ED15A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4006E-8FAA-41DE-B90C-885DFF0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34E9F-C09B-4FF0-802F-1B8E6FA9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Neural Network.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2F821-5650-4299-9CDF-D187B38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9DF91-940F-4606-AB2D-CBE5E53A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6693E-4668-4E56-ACC1-FBD12CC3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Neural Network.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306B3-9735-4732-ABBE-08A966EF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863BA-7902-4512-8E77-9CD554E5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74CBF-6CEB-4700-95ED-4BB827CB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Neural Netwo...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5E3A3-2B5D-418B-908C-088DB7AF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18069-E790-443D-9EE1-2E10BD9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ACA9A-731A-4DED-8735-64B5C4CF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Neural Networ...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66B40-7FE3-4FCE-9F6B-D135CB8B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5B9AA-AD5C-4623-9D5B-DFAB756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B36FF-68AA-42B2-9C4F-7509A77B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Neural Network.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F392D-ADF9-46DE-8D99-67D6E2F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BB31B-9D7C-4245-AE6A-09B75BA5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190095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26433-D3F9-4BE8-86FB-E04B838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092B0-4D63-4337-968B-AA7BE852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7949E-4E33-417B-A458-851F3D8F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48A70-A8B1-4CCF-B7D8-EEF91B30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FE286-B80A-4657-B82A-12685DC0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6BF9A-5E79-431A-92E0-25DBC286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F88FA-1B2C-4446-ACB7-0DC7AC90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0A8DF-983C-46BC-A94A-7C553DAA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CFEED-E277-47E1-95E5-EF314C7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D0AAF-F2DD-4ECA-BC53-05EE64B9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3E861-ED39-415F-B033-33A5C84A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503CC-2653-45CF-BE09-A416FFE0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57527-A530-412A-A758-D3D954A3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22576-DB7E-480B-80B9-12B72709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D934E-1C76-4E52-AE99-467F24E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414593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71CD7-7A0F-428D-B12E-FA6C6057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5594E-43AA-4212-9E6E-38D2950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755DA-568B-4620-8CD2-593A5B79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580F8-DA39-4FAA-AB99-226EC5B1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BC8FB-486C-41F6-82BA-8DB25D61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56DA9-B106-4197-9D7D-E888D4D5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Neural Network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4CECC-D373-45B2-9538-F9DF6495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467A4-6107-412E-B9D1-25EAE2BF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1208C-9DC7-4277-AED8-BB8FBD3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BEC6B-7032-4929-BC25-ADE6D345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4A13C-B775-48CA-8443-7ABE3859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365638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4D004-65F3-4155-B2CA-B0F00C66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0E48B-9890-45C6-BC5F-A368FCE6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4EA71-B272-4772-9256-3198AD3B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8653B-7E3C-4307-87CB-AE8E93C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C1C9E-3D53-44BD-A140-96FEB401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Support Vector Machine (SVM). 1-2.8)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04E67-0949-4303-9D4B-E830B77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Support Vector Machine (SVM). 1-2.8)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DC3C2-BCBE-498A-9B23-4CF4F55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FEE9E-6031-496B-905C-218573B8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B80CD-EAB0-4FFC-8A5A-4446A63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A6887-B20F-4060-9FE8-A1FAEFD9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30949-EA1D-4C70-AFF0-C21677A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27DB8-C4E9-4915-9169-D3B0A2CB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83F9C-40DC-431F-B7D2-589EEAA2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28668-0FE6-486C-A14E-40D72F1C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F2350-2221-4005-AA63-FA6EF346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9B07C-6F3B-4FDE-A63C-6395A8EA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978691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CFE06-5EED-4EB4-AD1A-36BAAECC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44360-FCC5-450C-9D0B-759BA443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85C42-D727-4438-9419-92915CF7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752FB-7575-42EC-8C89-7760C8B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BCFE3-6681-4C57-9F6E-DEF7FAD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0C622-7146-4893-B7FA-30F98D30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26D3D-9F7B-4480-9C2B-516163CC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31693-D5B6-462D-BB29-CA88708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FE50A-C549-4BB0-AF01-65BF8B7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Support Vector Machi...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1898D-2A66-46B0-9921-5DCBE9FB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795CF-B0DF-4775-9075-EC64B320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EDF98-1F98-4B7E-9244-748EA8A0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Support Vector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AF852-A60C-4707-9DD0-B453FDA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CCF1B-02A6-4256-8250-FE43CFDF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477B9-CF0D-4A63-82C4-9933B46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Support Vect...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A049E-5B93-4332-A83B-7E438C5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674EC-829D-49BC-92EC-3BFACF88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A6B66-1EEB-483F-9D99-7570A2DF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Support Vecto...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C8F3A-82F8-47FB-A5D9-B5FC3182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8A5D0-D801-4192-8C5A-FA793C7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BF9F4-A3E9-46A4-A087-14F3887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Support Vector Mach...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3859A-8AC1-4802-8D11-50ADFD60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1437B-74A3-452C-9257-0CAD37E3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091260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4AC9D-658F-45A8-8BA6-25E7F1AB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A1C01-0A7C-476B-BC47-B6A8C4D6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EEBE5-79D0-4838-B24D-3188ACE3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4E164-2F82-4E91-9D30-351E5367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7EC1D-B5FC-4D51-97B1-96EE313D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17CD5-0A8A-4DC6-AA8E-22A517F2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7BB80-82FB-450A-94CD-B289236B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F05B6-C50C-4F3E-A85D-D7F75946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83CF4-E467-43F0-9600-019F5DA1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F7312-6502-41C3-B8BD-49B626DE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2B78C-0AB7-4404-AB08-DB717985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E92A3-800F-4DEF-9CB4-E2C302C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54ACD-E2B0-4443-866E-EF23E271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D1ED0-CA16-4957-A1DA-335799E7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2936B-B361-4347-AE7A-DF9E0E74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7889840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BF34E-3222-462B-90D1-DD7E3D1C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65768-3D83-49A2-ADBF-54021CB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2ADE1-B20F-45E1-95EB-55341D8A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FA796-288E-4432-BBB9-25BD12B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059A8-B099-492A-88C5-9D8C7C3C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9D1BE-81A7-4911-A6FE-85E0BA49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Support Vector Machine (SVM). 1-2.8)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CFE05-342C-4DA2-AFD7-071F46C3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19A61-D311-4E43-A37C-D6BE076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1221C-352E-4439-891E-772DE841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92D1C-46FE-4191-8E9C-6EAFE289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AF505-75BD-4E44-A137-BCFBBCC5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743591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4AC24-E9A7-4CDC-AE39-71611E0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5E3FB-B0BB-4E54-BBD4-F5B73DF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76CBD-D82E-46CF-8EDC-340EAE70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F3A1C-EDD4-440B-9F41-90C9D84B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B70A0-0B35-4495-86FE-D07A1BF1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D4C41-9810-450D-9E9A-AEEE0476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159527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4D85F-B213-40DE-BC09-F44194E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FCEE8-3CAC-48FF-A2F9-DDEB0C8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AFB31-6134-4D5A-A1CA-B146C366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14DE5-1D8E-41E3-B97F-6A12E26B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0DF03-8025-4C4F-BF64-9169B9DA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Machine: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Learning: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Techniques: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Regression: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3518B-8A02-4B00-9E71-E53E7898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067256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798A1-DBED-41ED-B99C-07BF368B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3B2DA-E386-497B-AB04-BAC3743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F9F58-0165-4EF0-A352-500E462E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343A0-FA84-4BAE-AC94-011ACCA7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0B5DB-425A-4F2D-BCDF-E428C032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C4410-4196-4CBC-8D29-3A2D7AB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336997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881E1-218F-4046-847F-E07D4094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072C8-5CB0-44E5-B489-3DD7D2F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FBC22-0B33-4500-A39B-28FD6499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83FEB-DE87-4949-AA16-C8BF923C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252EA-3BD0-494C-86F6-7D30EA4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D21B7-9AA8-46EE-A492-630B519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01078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AE12-1DD0-40BE-BCF7-9AF3CCA8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18773-01A1-4E9A-88F5-0D254055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F737F-C6F0-445A-8763-A3883CEC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5845D-F944-48DC-B1C7-F3C6CB8A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7F80A-69B4-47EB-A9F3-77F8CC58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Machine Learning: Techniques in AI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Machine Learning Model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Regression Analysis in Machine Learning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Classification Techniques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Clustering Techniques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9C582-2BEA-4B6A-A629-E69F89C5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1E0A5-5DF1-464F-9AFE-06EBF56B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DE80C-DD6E-491A-8FEC-586E4804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79280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2026-08-24T16:02:21.2060000Z</dcterms:created>
  <dcterms:modified xsi:type="dcterms:W3CDTF">2026-08-24T16:02:21.2060000Z</dcterms:modified>
</coreProperties>
</file>