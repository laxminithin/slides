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c58a3383ff4abf" /><Relationship Type="http://schemas.openxmlformats.org/officeDocument/2006/relationships/extended-properties" Target="/docProps/app.xml" Id="Rf94d17c3b02c44a7" /><Relationship Type="http://schemas.openxmlformats.org/officeDocument/2006/relationships/officeDocument" Target="/ppt/presentation.xml" Id="R6e3c876033544b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c4dc4f3e874315"/>
  </p:sldMasterIdLst>
  <p:notesMasterIdLst>
    <p:notesMasterId xmlns:r="http://schemas.openxmlformats.org/officeDocument/2006/relationships" r:id="R4a5f27cd296d435d"/>
  </p:notesMasterIdLst>
  <p:sldIdLst>
    <p:sldId xmlns:r="http://schemas.openxmlformats.org/officeDocument/2006/relationships" id="256" r:id="Rf1a9003a33df480b"/>
    <p:sldId xmlns:r="http://schemas.openxmlformats.org/officeDocument/2006/relationships" id="257" r:id="R3aa8878ab8464f74"/>
    <p:sldId xmlns:r="http://schemas.openxmlformats.org/officeDocument/2006/relationships" id="258" r:id="Rc9507deb67c1407e"/>
    <p:sldId xmlns:r="http://schemas.openxmlformats.org/officeDocument/2006/relationships" id="259" r:id="R5140da778dd34f19"/>
    <p:sldId xmlns:r="http://schemas.openxmlformats.org/officeDocument/2006/relationships" id="260" r:id="R551cf5b0111e466b"/>
    <p:sldId xmlns:r="http://schemas.openxmlformats.org/officeDocument/2006/relationships" id="261" r:id="R578675a490ff4df7"/>
    <p:sldId xmlns:r="http://schemas.openxmlformats.org/officeDocument/2006/relationships" id="262" r:id="Ra6b49226cbf84471"/>
    <p:sldId xmlns:r="http://schemas.openxmlformats.org/officeDocument/2006/relationships" id="263" r:id="R08883c69f8284a98"/>
    <p:sldId xmlns:r="http://schemas.openxmlformats.org/officeDocument/2006/relationships" id="264" r:id="R30afabafec264138"/>
    <p:sldId xmlns:r="http://schemas.openxmlformats.org/officeDocument/2006/relationships" id="265" r:id="Rc00a8d5caae0429d"/>
    <p:sldId xmlns:r="http://schemas.openxmlformats.org/officeDocument/2006/relationships" id="266" r:id="R27d338d3ee7d4db3"/>
    <p:sldId xmlns:r="http://schemas.openxmlformats.org/officeDocument/2006/relationships" id="267" r:id="R66b5cecc72234be2"/>
    <p:sldId xmlns:r="http://schemas.openxmlformats.org/officeDocument/2006/relationships" id="268" r:id="R0d1b0158a1364deb"/>
    <p:sldId xmlns:r="http://schemas.openxmlformats.org/officeDocument/2006/relationships" id="269" r:id="R51e69a8204f640fa"/>
    <p:sldId xmlns:r="http://schemas.openxmlformats.org/officeDocument/2006/relationships" id="270" r:id="R77ea937ba52345e2"/>
    <p:sldId xmlns:r="http://schemas.openxmlformats.org/officeDocument/2006/relationships" id="271" r:id="R51eebd0bb2224c32"/>
    <p:sldId xmlns:r="http://schemas.openxmlformats.org/officeDocument/2006/relationships" id="272" r:id="Ra4b90f25662643f6"/>
    <p:sldId xmlns:r="http://schemas.openxmlformats.org/officeDocument/2006/relationships" id="273" r:id="R39bd75917f854f97"/>
    <p:sldId xmlns:r="http://schemas.openxmlformats.org/officeDocument/2006/relationships" id="274" r:id="Ra4f0d35e6fe44ebb"/>
    <p:sldId xmlns:r="http://schemas.openxmlformats.org/officeDocument/2006/relationships" id="275" r:id="R63602d4dad3e413f"/>
    <p:sldId xmlns:r="http://schemas.openxmlformats.org/officeDocument/2006/relationships" id="276" r:id="Rba9e127de1154e0c"/>
    <p:sldId xmlns:r="http://schemas.openxmlformats.org/officeDocument/2006/relationships" id="277" r:id="Raf77741c039d4be4"/>
    <p:sldId xmlns:r="http://schemas.openxmlformats.org/officeDocument/2006/relationships" id="278" r:id="R5dffe6eabbff47fd"/>
    <p:sldId xmlns:r="http://schemas.openxmlformats.org/officeDocument/2006/relationships" id="279" r:id="R2a025732cb644d2f"/>
    <p:sldId xmlns:r="http://schemas.openxmlformats.org/officeDocument/2006/relationships" id="280" r:id="R42433205231c499f"/>
    <p:sldId xmlns:r="http://schemas.openxmlformats.org/officeDocument/2006/relationships" id="281" r:id="Rca509f193d58405b"/>
    <p:sldId xmlns:r="http://schemas.openxmlformats.org/officeDocument/2006/relationships" id="282" r:id="R97f18e8951c94186"/>
    <p:sldId xmlns:r="http://schemas.openxmlformats.org/officeDocument/2006/relationships" id="283" r:id="R3e2a17b95e7f4be2"/>
    <p:sldId xmlns:r="http://schemas.openxmlformats.org/officeDocument/2006/relationships" id="284" r:id="Rff636dbc43774b9e"/>
    <p:sldId xmlns:r="http://schemas.openxmlformats.org/officeDocument/2006/relationships" id="285" r:id="R03d99d36ae80493d"/>
    <p:sldId xmlns:r="http://schemas.openxmlformats.org/officeDocument/2006/relationships" id="286" r:id="Rdb7db27ab1dd4491"/>
    <p:sldId xmlns:r="http://schemas.openxmlformats.org/officeDocument/2006/relationships" id="287" r:id="Rb92b22019270416f"/>
    <p:sldId xmlns:r="http://schemas.openxmlformats.org/officeDocument/2006/relationships" id="288" r:id="R49c0251d51e24d9f"/>
    <p:sldId xmlns:r="http://schemas.openxmlformats.org/officeDocument/2006/relationships" id="289" r:id="R8e92fa547cf344f8"/>
    <p:sldId xmlns:r="http://schemas.openxmlformats.org/officeDocument/2006/relationships" id="290" r:id="Rff723bab53c84679"/>
    <p:sldId xmlns:r="http://schemas.openxmlformats.org/officeDocument/2006/relationships" id="291" r:id="Rbfc7807744f94edb"/>
    <p:sldId xmlns:r="http://schemas.openxmlformats.org/officeDocument/2006/relationships" id="292" r:id="Rfe55292dc3bd4c02"/>
    <p:sldId xmlns:r="http://schemas.openxmlformats.org/officeDocument/2006/relationships" id="293" r:id="R6f5ed48a03d04eb4"/>
    <p:sldId xmlns:r="http://schemas.openxmlformats.org/officeDocument/2006/relationships" id="294" r:id="R97e5e1d621cd4bcd"/>
    <p:sldId xmlns:r="http://schemas.openxmlformats.org/officeDocument/2006/relationships" id="295" r:id="Rf4659d5155474ba0"/>
    <p:sldId xmlns:r="http://schemas.openxmlformats.org/officeDocument/2006/relationships" id="296" r:id="Rb951ed05b46f4877"/>
    <p:sldId xmlns:r="http://schemas.openxmlformats.org/officeDocument/2006/relationships" id="297" r:id="R2e0e1b6a6de547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77c2f2d588489a" /><Relationship Type="http://schemas.openxmlformats.org/officeDocument/2006/relationships/slideMaster" Target="/ppt/slideMasters/slideMaster1.xml" Id="R56c4dc4f3e874315" /><Relationship Type="http://schemas.openxmlformats.org/officeDocument/2006/relationships/notesMaster" Target="/ppt/notesMasters/notesMaster1.xml" Id="R4a5f27cd296d435d" /><Relationship Type="http://schemas.openxmlformats.org/officeDocument/2006/relationships/presProps" Target="/ppt/presProps.xml" Id="Rac27a1a9a8d84de0" /><Relationship Type="http://schemas.openxmlformats.org/officeDocument/2006/relationships/tableStyles" Target="/ppt/tableStyles.xml" Id="Rc2dc121c1f4d43d3" /><Relationship Type="http://schemas.openxmlformats.org/officeDocument/2006/relationships/slide" Target="/ppt/slides/slide1.xml" Id="Rf1a9003a33df480b" /><Relationship Type="http://schemas.openxmlformats.org/officeDocument/2006/relationships/slide" Target="/ppt/slides/slide2.xml" Id="R3aa8878ab8464f74" /><Relationship Type="http://schemas.openxmlformats.org/officeDocument/2006/relationships/slide" Target="/ppt/slides/slide3.xml" Id="Rc9507deb67c1407e" /><Relationship Type="http://schemas.openxmlformats.org/officeDocument/2006/relationships/slide" Target="/ppt/slides/slide4.xml" Id="R5140da778dd34f19" /><Relationship Type="http://schemas.openxmlformats.org/officeDocument/2006/relationships/slide" Target="/ppt/slides/slide5.xml" Id="R551cf5b0111e466b" /><Relationship Type="http://schemas.openxmlformats.org/officeDocument/2006/relationships/slide" Target="/ppt/slides/slide6.xml" Id="R578675a490ff4df7" /><Relationship Type="http://schemas.openxmlformats.org/officeDocument/2006/relationships/slide" Target="/ppt/slides/slide7.xml" Id="Ra6b49226cbf84471" /><Relationship Type="http://schemas.openxmlformats.org/officeDocument/2006/relationships/slide" Target="/ppt/slides/slide8.xml" Id="R08883c69f8284a98" /><Relationship Type="http://schemas.openxmlformats.org/officeDocument/2006/relationships/slide" Target="/ppt/slides/slide9.xml" Id="R30afabafec264138" /><Relationship Type="http://schemas.openxmlformats.org/officeDocument/2006/relationships/slide" Target="/ppt/slides/slide10.xml" Id="Rc00a8d5caae0429d" /><Relationship Type="http://schemas.openxmlformats.org/officeDocument/2006/relationships/slide" Target="/ppt/slides/slide11.xml" Id="R27d338d3ee7d4db3" /><Relationship Type="http://schemas.openxmlformats.org/officeDocument/2006/relationships/slide" Target="/ppt/slides/slide12.xml" Id="R66b5cecc72234be2" /><Relationship Type="http://schemas.openxmlformats.org/officeDocument/2006/relationships/slide" Target="/ppt/slides/slide13.xml" Id="R0d1b0158a1364deb" /><Relationship Type="http://schemas.openxmlformats.org/officeDocument/2006/relationships/slide" Target="/ppt/slides/slide14.xml" Id="R51e69a8204f640fa" /><Relationship Type="http://schemas.openxmlformats.org/officeDocument/2006/relationships/slide" Target="/ppt/slides/slide15.xml" Id="R77ea937ba52345e2" /><Relationship Type="http://schemas.openxmlformats.org/officeDocument/2006/relationships/slide" Target="/ppt/slides/slide16.xml" Id="R51eebd0bb2224c32" /><Relationship Type="http://schemas.openxmlformats.org/officeDocument/2006/relationships/slide" Target="/ppt/slides/slide17.xml" Id="Ra4b90f25662643f6" /><Relationship Type="http://schemas.openxmlformats.org/officeDocument/2006/relationships/slide" Target="/ppt/slides/slide18.xml" Id="R39bd75917f854f97" /><Relationship Type="http://schemas.openxmlformats.org/officeDocument/2006/relationships/slide" Target="/ppt/slides/slide19.xml" Id="Ra4f0d35e6fe44ebb" /><Relationship Type="http://schemas.openxmlformats.org/officeDocument/2006/relationships/slide" Target="/ppt/slides/slide20.xml" Id="R63602d4dad3e413f" /><Relationship Type="http://schemas.openxmlformats.org/officeDocument/2006/relationships/slide" Target="/ppt/slides/slide21.xml" Id="Rba9e127de1154e0c" /><Relationship Type="http://schemas.openxmlformats.org/officeDocument/2006/relationships/slide" Target="/ppt/slides/slide22.xml" Id="Raf77741c039d4be4" /><Relationship Type="http://schemas.openxmlformats.org/officeDocument/2006/relationships/slide" Target="/ppt/slides/slide23.xml" Id="R5dffe6eabbff47fd" /><Relationship Type="http://schemas.openxmlformats.org/officeDocument/2006/relationships/slide" Target="/ppt/slides/slide24.xml" Id="R2a025732cb644d2f" /><Relationship Type="http://schemas.openxmlformats.org/officeDocument/2006/relationships/slide" Target="/ppt/slides/slide25.xml" Id="R42433205231c499f" /><Relationship Type="http://schemas.openxmlformats.org/officeDocument/2006/relationships/slide" Target="/ppt/slides/slide26.xml" Id="Rca509f193d58405b" /><Relationship Type="http://schemas.openxmlformats.org/officeDocument/2006/relationships/slide" Target="/ppt/slides/slide27.xml" Id="R97f18e8951c94186" /><Relationship Type="http://schemas.openxmlformats.org/officeDocument/2006/relationships/slide" Target="/ppt/slides/slide28.xml" Id="R3e2a17b95e7f4be2" /><Relationship Type="http://schemas.openxmlformats.org/officeDocument/2006/relationships/slide" Target="/ppt/slides/slide29.xml" Id="Rff636dbc43774b9e" /><Relationship Type="http://schemas.openxmlformats.org/officeDocument/2006/relationships/slide" Target="/ppt/slides/slide30.xml" Id="R03d99d36ae80493d" /><Relationship Type="http://schemas.openxmlformats.org/officeDocument/2006/relationships/slide" Target="/ppt/slides/slide31.xml" Id="Rdb7db27ab1dd4491" /><Relationship Type="http://schemas.openxmlformats.org/officeDocument/2006/relationships/slide" Target="/ppt/slides/slide32.xml" Id="Rb92b22019270416f" /><Relationship Type="http://schemas.openxmlformats.org/officeDocument/2006/relationships/slide" Target="/ppt/slides/slide33.xml" Id="R49c0251d51e24d9f" /><Relationship Type="http://schemas.openxmlformats.org/officeDocument/2006/relationships/slide" Target="/ppt/slides/slide34.xml" Id="R8e92fa547cf344f8" /><Relationship Type="http://schemas.openxmlformats.org/officeDocument/2006/relationships/slide" Target="/ppt/slides/slide35.xml" Id="Rff723bab53c84679" /><Relationship Type="http://schemas.openxmlformats.org/officeDocument/2006/relationships/slide" Target="/ppt/slides/slide36.xml" Id="Rbfc7807744f94edb" /><Relationship Type="http://schemas.openxmlformats.org/officeDocument/2006/relationships/slide" Target="/ppt/slides/slide37.xml" Id="Rfe55292dc3bd4c02" /><Relationship Type="http://schemas.openxmlformats.org/officeDocument/2006/relationships/slide" Target="/ppt/slides/slide38.xml" Id="R6f5ed48a03d04eb4" /><Relationship Type="http://schemas.openxmlformats.org/officeDocument/2006/relationships/slide" Target="/ppt/slides/slide39.xml" Id="R97e5e1d621cd4bcd" /><Relationship Type="http://schemas.openxmlformats.org/officeDocument/2006/relationships/slide" Target="/ppt/slides/slide40.xml" Id="Rf4659d5155474ba0" /><Relationship Type="http://schemas.openxmlformats.org/officeDocument/2006/relationships/slide" Target="/ppt/slides/slide41.xml" Id="Rb951ed05b46f4877" /><Relationship Type="http://schemas.openxmlformats.org/officeDocument/2006/relationships/slide" Target="/ppt/slides/slide42.xml" Id="R2e0e1b6a6de547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5e1dba42254d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faf3345a644019" /><Relationship Type="http://schemas.openxmlformats.org/officeDocument/2006/relationships/notesMaster" Target="/ppt/notesMasters/notesMaster1.xml" Id="R51f49eeddc5047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51177f9c974edf" /><Relationship Type="http://schemas.openxmlformats.org/officeDocument/2006/relationships/notesMaster" Target="/ppt/notesMasters/notesMaster1.xml" Id="R9712d43cbca745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57b105ed3e4edf" /><Relationship Type="http://schemas.openxmlformats.org/officeDocument/2006/relationships/notesMaster" Target="/ppt/notesMasters/notesMaster1.xml" Id="Rd3ba2a8162e243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006dc88c494899" /><Relationship Type="http://schemas.openxmlformats.org/officeDocument/2006/relationships/notesMaster" Target="/ppt/notesMasters/notesMaster1.xml" Id="R4f4a33359d794d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15b9ff06174d91" /><Relationship Type="http://schemas.openxmlformats.org/officeDocument/2006/relationships/notesMaster" Target="/ppt/notesMasters/notesMaster1.xml" Id="R131a5263018142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d87965083d4fd5" /><Relationship Type="http://schemas.openxmlformats.org/officeDocument/2006/relationships/notesMaster" Target="/ppt/notesMasters/notesMaster1.xml" Id="R0d3b9828c11841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5d7d8c5184985" /><Relationship Type="http://schemas.openxmlformats.org/officeDocument/2006/relationships/notesMaster" Target="/ppt/notesMasters/notesMaster1.xml" Id="Rea9306fd818d46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f0686aa226452f" /><Relationship Type="http://schemas.openxmlformats.org/officeDocument/2006/relationships/notesMaster" Target="/ppt/notesMasters/notesMaster1.xml" Id="Rce2946c20c2640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4655f8cb46432d" /><Relationship Type="http://schemas.openxmlformats.org/officeDocument/2006/relationships/notesMaster" Target="/ppt/notesMasters/notesMaster1.xml" Id="R2cafb7e6b7394a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e9442c6e5d4e1c" /><Relationship Type="http://schemas.openxmlformats.org/officeDocument/2006/relationships/notesMaster" Target="/ppt/notesMasters/notesMaster1.xml" Id="R98ce05d4d41c4d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fc1ac4702746a7" /><Relationship Type="http://schemas.openxmlformats.org/officeDocument/2006/relationships/notesMaster" Target="/ppt/notesMasters/notesMaster1.xml" Id="R0c8d93b86ca740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92fa52eb584fba" /><Relationship Type="http://schemas.openxmlformats.org/officeDocument/2006/relationships/notesMaster" Target="/ppt/notesMasters/notesMaster1.xml" Id="Rfd26389b08e440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2c93c2b8ce4693" /><Relationship Type="http://schemas.openxmlformats.org/officeDocument/2006/relationships/notesMaster" Target="/ppt/notesMasters/notesMaster1.xml" Id="Rf1f814c25a464c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091981d0564421" /><Relationship Type="http://schemas.openxmlformats.org/officeDocument/2006/relationships/notesMaster" Target="/ppt/notesMasters/notesMaster1.xml" Id="R846f1820baf045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dab2ac94024b7e" /><Relationship Type="http://schemas.openxmlformats.org/officeDocument/2006/relationships/notesMaster" Target="/ppt/notesMasters/notesMaster1.xml" Id="R0a94040daa1c4f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e98136cbe74dd2" /><Relationship Type="http://schemas.openxmlformats.org/officeDocument/2006/relationships/notesMaster" Target="/ppt/notesMasters/notesMaster1.xml" Id="R9c8d24386aae42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b8319ed3fe4a6a" /><Relationship Type="http://schemas.openxmlformats.org/officeDocument/2006/relationships/notesMaster" Target="/ppt/notesMasters/notesMaster1.xml" Id="R14ffc697b6794f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08a1240217447d" /><Relationship Type="http://schemas.openxmlformats.org/officeDocument/2006/relationships/notesMaster" Target="/ppt/notesMasters/notesMaster1.xml" Id="Rb7e7c4eba23d46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dccb3dc2ac4488" /><Relationship Type="http://schemas.openxmlformats.org/officeDocument/2006/relationships/notesMaster" Target="/ppt/notesMasters/notesMaster1.xml" Id="R98c8c24c15fe4d6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722047b0de4048" /><Relationship Type="http://schemas.openxmlformats.org/officeDocument/2006/relationships/notesMaster" Target="/ppt/notesMasters/notesMaster1.xml" Id="Rf8d0abab64304d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230ed232174551" /><Relationship Type="http://schemas.openxmlformats.org/officeDocument/2006/relationships/notesMaster" Target="/ppt/notesMasters/notesMaster1.xml" Id="R37d63db39a13483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5a8c98f9014997" /><Relationship Type="http://schemas.openxmlformats.org/officeDocument/2006/relationships/notesMaster" Target="/ppt/notesMasters/notesMaster1.xml" Id="Rd7292eac74b640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0e8924b16f43fa" /><Relationship Type="http://schemas.openxmlformats.org/officeDocument/2006/relationships/notesMaster" Target="/ppt/notesMasters/notesMaster1.xml" Id="R41f1aa89b8bf401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f03a39eff20405f" /><Relationship Type="http://schemas.openxmlformats.org/officeDocument/2006/relationships/notesMaster" Target="/ppt/notesMasters/notesMaster1.xml" Id="Recb93ad350a24bb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180d9048e6043ff" /><Relationship Type="http://schemas.openxmlformats.org/officeDocument/2006/relationships/notesMaster" Target="/ppt/notesMasters/notesMaster1.xml" Id="R92ea4046b4504b5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4556856b61a49b3" /><Relationship Type="http://schemas.openxmlformats.org/officeDocument/2006/relationships/notesMaster" Target="/ppt/notesMasters/notesMaster1.xml" Id="Rd52b5d4325684e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ea8235d31c48f4" /><Relationship Type="http://schemas.openxmlformats.org/officeDocument/2006/relationships/notesMaster" Target="/ppt/notesMasters/notesMaster1.xml" Id="R55a7b7cf1d5649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15338c91664d51" /><Relationship Type="http://schemas.openxmlformats.org/officeDocument/2006/relationships/notesMaster" Target="/ppt/notesMasters/notesMaster1.xml" Id="R4d573ba89ee040f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53992075eda4386" /><Relationship Type="http://schemas.openxmlformats.org/officeDocument/2006/relationships/notesMaster" Target="/ppt/notesMasters/notesMaster1.xml" Id="R4f575ecc47e7461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cf0e90c79624bd6" /><Relationship Type="http://schemas.openxmlformats.org/officeDocument/2006/relationships/notesMaster" Target="/ppt/notesMasters/notesMaster1.xml" Id="R46790dda72cc49d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c7fddbaef334b0e" /><Relationship Type="http://schemas.openxmlformats.org/officeDocument/2006/relationships/notesMaster" Target="/ppt/notesMasters/notesMaster1.xml" Id="R219db21225f54e4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18acda2cf15476c" /><Relationship Type="http://schemas.openxmlformats.org/officeDocument/2006/relationships/notesMaster" Target="/ppt/notesMasters/notesMaster1.xml" Id="R5b02636f589f4c4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a4077b1efd24433" /><Relationship Type="http://schemas.openxmlformats.org/officeDocument/2006/relationships/notesMaster" Target="/ppt/notesMasters/notesMaster1.xml" Id="R9b21b3636253496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39fa3c12a2349a7" /><Relationship Type="http://schemas.openxmlformats.org/officeDocument/2006/relationships/notesMaster" Target="/ppt/notesMasters/notesMaster1.xml" Id="Rf38238e6d2a5411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c536ae26e134eee" /><Relationship Type="http://schemas.openxmlformats.org/officeDocument/2006/relationships/notesMaster" Target="/ppt/notesMasters/notesMaster1.xml" Id="R940a868d89d447a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30b4544ea6c444b" /><Relationship Type="http://schemas.openxmlformats.org/officeDocument/2006/relationships/notesMaster" Target="/ppt/notesMasters/notesMaster1.xml" Id="Ra2e803c35fc3436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f1adecc86ad42d0" /><Relationship Type="http://schemas.openxmlformats.org/officeDocument/2006/relationships/notesMaster" Target="/ppt/notesMasters/notesMaster1.xml" Id="Rb5548befed9247f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12615f6011c45a6" /><Relationship Type="http://schemas.openxmlformats.org/officeDocument/2006/relationships/notesMaster" Target="/ppt/notesMasters/notesMaster1.xml" Id="R4e74845f4c084b4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53d40af2ab04722" /><Relationship Type="http://schemas.openxmlformats.org/officeDocument/2006/relationships/notesMaster" Target="/ppt/notesMasters/notesMaster1.xml" Id="R49f4291cfeb1438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9c9f34a3a87450f" /><Relationship Type="http://schemas.openxmlformats.org/officeDocument/2006/relationships/notesMaster" Target="/ppt/notesMasters/notesMaster1.xml" Id="R9104c094df13405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f40542bfb8842bf" /><Relationship Type="http://schemas.openxmlformats.org/officeDocument/2006/relationships/notesMaster" Target="/ppt/notesMasters/notesMaster1.xml" Id="R3e771a14ffaa438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444e687e1cc40e4" /><Relationship Type="http://schemas.openxmlformats.org/officeDocument/2006/relationships/notesMaster" Target="/ppt/notesMasters/notesMaster1.xml" Id="R78043e89431a48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06bc473574d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8645888e2c4319" /><Relationship Type="http://schemas.openxmlformats.org/officeDocument/2006/relationships/slideLayout" Target="/ppt/slideLayouts/slideLayout1.xml" Id="R6b1b86c7af674c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1b86c7af674c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7de1ec5ae4ed9" /><Relationship Type="http://schemas.openxmlformats.org/officeDocument/2006/relationships/notesSlide" Target="/ppt/notesSlides/notesSlide1.xml" Id="R2d5f23e91f5541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a591dafee407f" /><Relationship Type="http://schemas.openxmlformats.org/officeDocument/2006/relationships/notesSlide" Target="/ppt/notesSlides/notesSlide2.xml" Id="R0ab7464be5364c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36c20e619414f" /><Relationship Type="http://schemas.openxmlformats.org/officeDocument/2006/relationships/notesSlide" Target="/ppt/notesSlides/notesSlide3.xml" Id="Raab04c29b7e84f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af355002d419b" /><Relationship Type="http://schemas.openxmlformats.org/officeDocument/2006/relationships/notesSlide" Target="/ppt/notesSlides/notesSlide4.xml" Id="R9d351e4e9df440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8c35a06ae49ad" /><Relationship Type="http://schemas.openxmlformats.org/officeDocument/2006/relationships/notesSlide" Target="/ppt/notesSlides/notesSlide5.xml" Id="Rede2990d1d3642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cdf8f045c4ae7" /><Relationship Type="http://schemas.openxmlformats.org/officeDocument/2006/relationships/notesSlide" Target="/ppt/notesSlides/notesSlide6.xml" Id="R32507bb5815c4c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5166fc1954940" /><Relationship Type="http://schemas.openxmlformats.org/officeDocument/2006/relationships/notesSlide" Target="/ppt/notesSlides/notesSlide7.xml" Id="Rfae3d9386c164e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53e3fb14345d8" /><Relationship Type="http://schemas.openxmlformats.org/officeDocument/2006/relationships/notesSlide" Target="/ppt/notesSlides/notesSlide8.xml" Id="Rd75e6060ded04a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d62b5643e4469" /><Relationship Type="http://schemas.openxmlformats.org/officeDocument/2006/relationships/notesSlide" Target="/ppt/notesSlides/notesSlide9.xml" Id="Rfcb1e733df2c43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7a19d385f4f00" /><Relationship Type="http://schemas.openxmlformats.org/officeDocument/2006/relationships/notesSlide" Target="/ppt/notesSlides/notesSlide10.xml" Id="R33b810728b5d4a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8a524d4ee441f" /><Relationship Type="http://schemas.openxmlformats.org/officeDocument/2006/relationships/notesSlide" Target="/ppt/notesSlides/notesSlide11.xml" Id="R8b00805679a047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508409b4e4442" /><Relationship Type="http://schemas.openxmlformats.org/officeDocument/2006/relationships/notesSlide" Target="/ppt/notesSlides/notesSlide12.xml" Id="Rb67083a03dc644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2990433a5483f" /><Relationship Type="http://schemas.openxmlformats.org/officeDocument/2006/relationships/notesSlide" Target="/ppt/notesSlides/notesSlide13.xml" Id="R5d164e620cea4a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59bdc4c904ff5" /><Relationship Type="http://schemas.openxmlformats.org/officeDocument/2006/relationships/notesSlide" Target="/ppt/notesSlides/notesSlide14.xml" Id="R3acd89c82d1744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bd1ed9b7c46ce" /><Relationship Type="http://schemas.openxmlformats.org/officeDocument/2006/relationships/notesSlide" Target="/ppt/notesSlides/notesSlide15.xml" Id="Rc8ace2b0dcec43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6c7926a61495c" /><Relationship Type="http://schemas.openxmlformats.org/officeDocument/2006/relationships/notesSlide" Target="/ppt/notesSlides/notesSlide16.xml" Id="R3ba3050eb4cd46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6ac64c51f4753" /><Relationship Type="http://schemas.openxmlformats.org/officeDocument/2006/relationships/notesSlide" Target="/ppt/notesSlides/notesSlide17.xml" Id="R7b950122996447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377966ad64cee" /><Relationship Type="http://schemas.openxmlformats.org/officeDocument/2006/relationships/notesSlide" Target="/ppt/notesSlides/notesSlide18.xml" Id="R3ec6542415d64d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e38a200754e45" /><Relationship Type="http://schemas.openxmlformats.org/officeDocument/2006/relationships/notesSlide" Target="/ppt/notesSlides/notesSlide19.xml" Id="R0b6c1e729165497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067c71aef42e7" /><Relationship Type="http://schemas.openxmlformats.org/officeDocument/2006/relationships/notesSlide" Target="/ppt/notesSlides/notesSlide20.xml" Id="R90125e55a228493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6845708374edf" /><Relationship Type="http://schemas.openxmlformats.org/officeDocument/2006/relationships/notesSlide" Target="/ppt/notesSlides/notesSlide21.xml" Id="R9e89864f0e47482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9996550344ed7" /><Relationship Type="http://schemas.openxmlformats.org/officeDocument/2006/relationships/notesSlide" Target="/ppt/notesSlides/notesSlide22.xml" Id="R2bc43bca50284d9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6312318b4475a" /><Relationship Type="http://schemas.openxmlformats.org/officeDocument/2006/relationships/notesSlide" Target="/ppt/notesSlides/notesSlide23.xml" Id="R8fd2e94977684b6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a502351f4488f" /><Relationship Type="http://schemas.openxmlformats.org/officeDocument/2006/relationships/notesSlide" Target="/ppt/notesSlides/notesSlide24.xml" Id="R45d6531ad04b41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c50f742fe49f2" /><Relationship Type="http://schemas.openxmlformats.org/officeDocument/2006/relationships/notesSlide" Target="/ppt/notesSlides/notesSlide25.xml" Id="Re5bbd8b736b4457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90ce4d79b488b" /><Relationship Type="http://schemas.openxmlformats.org/officeDocument/2006/relationships/notesSlide" Target="/ppt/notesSlides/notesSlide26.xml" Id="R78fc7a3c501a483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7f3270479403f" /><Relationship Type="http://schemas.openxmlformats.org/officeDocument/2006/relationships/notesSlide" Target="/ppt/notesSlides/notesSlide27.xml" Id="Rffb72222a7ca44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de9a01d9e414f" /><Relationship Type="http://schemas.openxmlformats.org/officeDocument/2006/relationships/notesSlide" Target="/ppt/notesSlides/notesSlide28.xml" Id="R4fce58ec3aa2490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e2597e54544e9" /><Relationship Type="http://schemas.openxmlformats.org/officeDocument/2006/relationships/notesSlide" Target="/ppt/notesSlides/notesSlide29.xml" Id="R79a554b90b0b4a2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31a35bd5b4e13" /><Relationship Type="http://schemas.openxmlformats.org/officeDocument/2006/relationships/notesSlide" Target="/ppt/notesSlides/notesSlide30.xml" Id="R09c5b91c2f5c442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0c0884f934f28" /><Relationship Type="http://schemas.openxmlformats.org/officeDocument/2006/relationships/notesSlide" Target="/ppt/notesSlides/notesSlide31.xml" Id="R3623f51fbb4c491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f2646539b4617" /><Relationship Type="http://schemas.openxmlformats.org/officeDocument/2006/relationships/notesSlide" Target="/ppt/notesSlides/notesSlide32.xml" Id="R841a64df2b104fa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18f8098b24338" /><Relationship Type="http://schemas.openxmlformats.org/officeDocument/2006/relationships/notesSlide" Target="/ppt/notesSlides/notesSlide33.xml" Id="R375382265d03448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b556e3a814cc7" /><Relationship Type="http://schemas.openxmlformats.org/officeDocument/2006/relationships/notesSlide" Target="/ppt/notesSlides/notesSlide34.xml" Id="R02676719798d483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9613de72e4ba0" /><Relationship Type="http://schemas.openxmlformats.org/officeDocument/2006/relationships/notesSlide" Target="/ppt/notesSlides/notesSlide35.xml" Id="Rab92f61379534cc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68f0b3cf3458c" /><Relationship Type="http://schemas.openxmlformats.org/officeDocument/2006/relationships/notesSlide" Target="/ppt/notesSlides/notesSlide36.xml" Id="Ra45391ca85bd481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20d762aef457f" /><Relationship Type="http://schemas.openxmlformats.org/officeDocument/2006/relationships/notesSlide" Target="/ppt/notesSlides/notesSlide37.xml" Id="R18b83859c338407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226123c5f4c4d" /><Relationship Type="http://schemas.openxmlformats.org/officeDocument/2006/relationships/notesSlide" Target="/ppt/notesSlides/notesSlide38.xml" Id="R01b283a14390440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dd47ee82f493d" /><Relationship Type="http://schemas.openxmlformats.org/officeDocument/2006/relationships/notesSlide" Target="/ppt/notesSlides/notesSlide39.xml" Id="R515f17e23c7a420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51987b0fc4cae" /><Relationship Type="http://schemas.openxmlformats.org/officeDocument/2006/relationships/notesSlide" Target="/ppt/notesSlides/notesSlide40.xml" Id="R53f7f07e0df746b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a27f4bd824315" /><Relationship Type="http://schemas.openxmlformats.org/officeDocument/2006/relationships/notesSlide" Target="/ppt/notesSlides/notesSlide41.xml" Id="R60d1019ded224fe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4cf751de64a3e" /><Relationship Type="http://schemas.openxmlformats.org/officeDocument/2006/relationships/notesSlide" Target="/ppt/notesSlides/notesSlide42.xml" Id="R8122fee85a5c4c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BADD1-3DC0-4E66-AB57-4D38BA41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B2AAC-C0F0-4C89-8DC1-4F213765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Power Supplies: Block Diagram, Rectifiers, Reservoir and Smoothing Circuits, Improved Ripple Fil ters, Full Wave Rectifi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E82EF-2372-4721-BDFF-BF025F22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Electronics and Communication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1BESC104C/204C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A7024-46BE-4A00-83F9-EFD2AFEE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074AC-7C2B-40D4-8966-01737C96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831FA-371F-48B1-AD01-121E3D80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186F2-2D9D-4A05-9A58-3EFAF7B3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1C2BB-5CE6-43A4-AD7C-E3123E6A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DD273-66AB-402D-B1E3-B9045C2F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DF751-14B0-44A8-BF60-4CD1F500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FAEC5-1FB0-40B8-84A5-F759D247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62420-51EE-4C59-A52D-1639991A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02410-E0C0-499F-A540-A24845A5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59962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DE61D-F7D0-4A49-BD25-3A69545A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68BD2-68E5-4DB4-9317-AE04CDB7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1B121-D7F7-4481-BE60-F73C357C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4D502-DE52-4CD2-A320-5045644E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8623D-D474-45A7-8D2E-FF28DCA3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70A80-CC2B-45F7-BA71-149B764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8E09B-A38B-43F4-856A-828819F5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43FBB-2F3A-4CC2-9183-D3683984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1E289-B240-45D0-BE02-26242813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D5C5B-A993-4B81-99C9-B8DA09F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6EFB7-0C08-4CF0-A814-9AF44ADE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4A405-8344-4CBE-B15C-3F20BA3B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C4F7B-EBC5-4D04-BE3A-D5B50C02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1AA93-805C-4704-B3C6-AB9F629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25CB4-3340-4488-8AA8-8061FE4D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8169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EA06B-616B-4FF2-9607-A9F8A905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1C211-092B-4133-B869-06D9B31A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95887-A3C6-48F2-A048-224D0053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DA175-FEBA-4C93-A6A5-CF1C0268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6BCED-73BB-4196-AC22-382E7160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450FC-1554-4BD3-BF28-36488B59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739C5-50FF-49CE-ADAC-709985D9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35749-97B7-470B-882F-0AFA96EF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7897F-2FEF-4C90-9585-01DC3553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Power Supplies: Block Diagram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AFDFB-0F8A-4B28-851D-D8371223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E8C17-83CB-451E-B9A3-599D0F37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5F457-9999-485E-8EF1-42E62931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Rectifiers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8D8A7-410D-4BE2-BDD8-341484ED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4F648-F8C0-43E8-9DB8-E1575562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2F74C-6CB9-45F4-816D-411A4BEA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Reservoir and Smoothing Circuits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E8E86-6017-4CE7-8E9A-2B62DB7D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44D0E-D444-4BAE-8900-C2783B68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8E59F-03D3-49DF-8C30-662E164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Improved Ripple Fil 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73227-AE8E-4380-9CC8-A402A78C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AF31C-15CC-42CF-8A6E-A50EB708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E82C1-FFBF-4EB2-9A4B-93675766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Full Wave Rectifiers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F9AD78-1DE6-46CF-91BB-C8A8E5C0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5A3D1-DEA0-4F36-99D3-46567488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5467B-C86E-4BEA-9EEA-71258EFB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Bi Phase Rectifiers Circuits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CE920-E3CF-4724-BB1D-5D90370F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4D885-8BB3-4760-BD83-8822E9B7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E8E74-7402-4878-A265-94515BB8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Bridge Rectifier Circuits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E99FA3-36F6-4C0B-BE77-952D7740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A6B74-EA8F-4A14-BA47-050C852E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0D9BD8-E662-4D52-84CA-1F5639E0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Voltage Regulators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08B6B-AD1B-4497-ADF9-7ADBEAB6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24529C-4B86-42C1-B0AD-58455B7B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20755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6958C-A589-4199-8402-59F9FD85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42959-FED0-4F2F-ACFA-566C896A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6775A-BB38-431B-8725-3CF74AD6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43FBB-7B6F-4485-80B1-D732B9EF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15AD3-45C9-4F50-8603-D9294B52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08DF6-5185-44BE-9799-256DDD1F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18883-67C5-4C7B-960D-1FC06A14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08A3F-0006-42CC-BB10-965A51B3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Power Supplies: Block Diagram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B826F-9F8A-4D9C-A9DC-C7D347AC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D79FE-5E3B-4D52-A34F-3461DF2A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795CA-B839-43DB-B5AF-5FD1FA67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Rectifiers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853D0-D6E0-44C1-9D35-866F40E4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B543F-FB2F-495B-ACF0-805D4BA6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C44BA-C167-40E9-BE94-8EE2631E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Reservoir and Smoothing Circuits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1AADA-3C5B-4CB7-983F-C11BB5AE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B2E1B-0CCC-4721-B275-D9AFDF56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A0080-9525-41EA-875B-F98E8D9B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Improved Ripple Fil 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E9C10-86BA-4E6B-98B7-80C036D3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EA5F1-305C-4AE8-B0B2-4FF3758D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C8E02-CCD1-40C8-A1E4-952A6B7E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Full Wave Rectifiers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91487-AEFB-442F-8DB9-7359C89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CF263-8B75-4A5C-ADA9-769848C2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5A9F7-0390-4BA8-895B-CC3EFD91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Bi Phase Rectifiers Circuits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A069D2-5DAE-439F-B0EF-A5D6A68B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3FA6A-0A84-4D4D-8C5B-2A6F06CB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26E54-7EE5-4609-AEDC-C9ED4A9D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Bridge Rectifier Circuits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9F561C-5CFD-4BC0-8FF4-B9AAE57A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D6C44-9131-43D8-A3F6-A0016F0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53E269-430D-4FD2-88EA-7BDC52B6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68104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34365-1C1F-4414-A20C-0335E672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B5CD6-D9F2-40DD-95B9-3C3ED634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CBA6C-FD65-4052-87DF-FA4D69C8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F4C91-9EA8-4CA6-89E6-92819B14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D99FB-DA40-478B-9A55-90B2509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3CA70-1CBF-48E6-9187-8E8F51FB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Supplies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41B2B-D038-4A4E-9C52-4CA22BF7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DAB5A-ED42-4C9E-BF5A-AB9D520E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Diagram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CDBDF-696E-4EFF-A10B-EE5E6018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Rectifiers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61A8B-80BD-4528-9307-52D47070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Reservoir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A164A-00A3-48E6-8687-12C2058E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Smoothing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75F31-2FB1-46DD-B080-42DC2EAD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Circuits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1DF6F-6D04-4BE5-84F7-5938385C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Improved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807C5-06A8-4709-A3B4-071A3A46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Ripple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1509D-006B-454F-8B96-BE0612C8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B27E4-AE19-487C-93E2-30DE45B5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055199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9FC44-EFAC-428A-B302-67342549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F5083-FB68-4734-8288-1C0FF335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6F340-308E-4B95-B268-205D9697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B662E-313F-46BD-B0D3-0C3D2012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9B33C-5118-4836-B3CE-6DE9776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Power Supplies: Block Diagram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7AE44-DB22-425A-81F2-11CD1AA2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Power Supplies: Block Diagram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ED582-53B0-4880-B993-971DC6A3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1F029-E68D-4D12-9C1E-7C953873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AD275-FCD6-4E34-AB4E-7CA67262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C8287-1BBC-40F6-A057-195D2C51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498D5-9BEE-4F4E-ABFC-571EF04F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F484E-52BE-48CB-98C0-F40D6B08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91D29-F9B2-42FC-BACE-15BD66FA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720B0-9517-49EB-8052-11F998BC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B1F19-19C1-4FA7-B4E4-5F708D87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D0D81-8854-45E3-97EB-EF2F89B3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545468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3857E-9D14-4F27-A33B-2ED43F48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EC1FD-7B79-423B-AA70-8467B928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F3D83-75EA-4E15-ABC4-5D213730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5A4DC-B264-4144-8EDA-65658513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72A6D-D434-4B38-9DAC-D5BCB0E8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4D35A-A903-49B3-B04F-1420DEEC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362C0-5790-4E29-B34B-F6D08586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BF637-C5D6-4C4A-96C2-5C262B7B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0F5AB-A234-40F6-A6D7-3C3EACF8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Power Supplie...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B321A-9249-4737-A06B-58A7BBEF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72AB4-BECC-46C1-863E-D0259236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EAE06-221B-4681-8358-E76101A1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Power Suppl...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24BAE-3104-4347-8D37-6A064292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F15D2-032B-4941-B916-38B61481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58EF2-77DA-4CB8-9615-593C21C6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Power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A6505-C9EF-4222-91EA-96323FB0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4E116-9670-4CA6-93BE-ED32D58D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3919E-65C2-4588-AF88-84822D18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Power Supp...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40453-1628-41CE-8CFB-03F23D0A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AD842-FEA0-4C21-881F-9C8985B2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39179A-246C-44FB-983B-CEB0C5D6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Power Supplies...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A19B1-D30B-47FD-A4AF-0D3FCDB1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BBA99-18A9-43BF-897C-96107CB4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132597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964A8-6DE8-4B95-862C-3C786362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72714-1543-42A9-8691-E9A7BE4F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1A4AE-9485-4EA9-A1DB-2C07882F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8B0C9-0A5C-41FC-B24F-CEE7AF04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E1714-2094-4351-94CC-51E49595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E9264-F5E0-48DB-8153-2E07C83E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116D7-39B8-495D-81D6-8C67DB6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E8C5C-52ED-4F03-B32B-F146FAE9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02B20-6676-4FA9-8BEF-A82E7372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67568-4583-40D9-9FE4-D5669F0A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2E843-360A-4139-A6EE-0C9868A0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16250-53D9-479D-9188-C04F9499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F5166-02F6-4ADD-9E14-07182AD9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BCDEC-8842-4A28-B543-280F2BD4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67D60-C962-4275-843B-849B7369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501089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61A5D-DD2B-4706-868B-9AFC9089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77196-6EB5-4FBD-BFCB-B7587633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BB96E-18D7-4F68-AB86-1EAD973C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08710-DA39-4CA0-98E5-BBFE0084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4DE05-D031-457B-8ED7-2D0ABC21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AFC2A-678A-46B1-BDE6-40892426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Power Supplies: Block Diagram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2FEC8-ED93-4A7C-8293-850BFC0F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03CCB-58B4-417F-BF7B-6CB98E32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182C1-9EF8-4339-BD87-F0E59296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A1F58-9FA0-43BC-8BF3-F13477E1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B2008-5792-488A-97A9-CF7DC22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995711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4E884-D0A0-48FE-B060-5B8B8D81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FCCA9-0015-4989-8823-EB7DD551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5964A-BFB6-4865-AEDC-F7A807BC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81607-EF48-4754-B73A-A4065709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E8A5F-373F-4250-B826-2C63773D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Rectifiers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BDF26-810B-466A-B005-8A198490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Rectifiers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11069-8741-4A59-80A6-369F5301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E0AE6-4DA5-4479-B4A1-C5B77E0A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338CE-849E-4B84-80B3-4FF59FC8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3581B-64E4-41C1-8FEF-90A27456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77CC0-4F15-4997-805E-D2A729DF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61D3F-6AFC-4913-8EDF-2E5BCB7C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3315E-E3D3-423A-B9F8-AF2FF1FA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0C5A6-CADE-49FA-8CB4-A708F32C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27AFB-41C9-4FB2-953E-6D3C95C5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60E2F-0113-4525-8E12-644911B6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705607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BA38A-70F7-423D-9A2F-817ABEA9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B68F7-EA0B-4275-8369-3E94BA41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B1EB2-2C84-48CA-8CFB-0A420047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61C3D-E431-442C-B86D-6632AC23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C25EC-3CDA-432C-BD16-27162FE7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03F73-6A6B-465A-8B82-A12245BD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363ED-2385-463C-9D11-CF57CEC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62C42-4829-4C1D-B8F0-6C3BD6D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F1950-F5D0-4C7C-BBE5-525A755A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Rectifiers.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CB44D-89C5-4525-AD98-0EE8903D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7BCC6-2AF0-46F8-9299-48001BC4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982CD-EA11-460E-A6C5-1AC6149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Rectifiers.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52779-AE12-4196-8565-EBBB44CF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2CE79-D2B9-41B0-8651-76DE03FD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46368-298D-4DB1-A407-1C58D7BD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Rectifi...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AB0B0-19D6-48D1-B26B-8A4D0296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E4CB8-8C3C-4713-8EA9-82BB51CE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A6B52-C80D-4541-9B49-B94681CF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Rectifiers.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FAB60-0721-43B5-AF5F-D545C869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18271-17B5-4623-8030-5CFE2F48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95305-CBC8-4F13-B4D1-F1333B41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Rectifiers.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69C4C-5B28-40BF-8880-A090FB9F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FA9AB2-B877-49D0-B096-04B05861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003321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1F498-2BC9-4C54-A77E-0349D14D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B7070-B46F-4991-8AA0-16DD119A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D64F3-F071-4972-9FF7-C875636E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DE3CC-55F1-4B2C-B2F1-E7BAC480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13DB2-5762-4251-9515-35B94909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F315F-179B-46D0-BA88-5D9A98E1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92053-8C73-42DE-B1E9-33695FEC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E9FF5-6C52-46FC-B994-4E8CCC25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0CFA7-CB39-4855-B731-FB815151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A9068-7F45-416D-BC3F-8D1047FA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9A207-3348-4A82-AF12-B7B7B417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8C483-70D6-42B4-A343-A49A67A5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8937E-E7EC-4079-AD78-03BFE747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6A088-05C8-436C-ABC4-F3830BD0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4AE51-D908-487F-9B2A-D7127337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006759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30356-8946-483B-AE55-CC0D5C26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6121E-27E2-4AF2-B989-F3E868BA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67BC0-5CBA-47DF-8B39-AF29E57C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1E237-0578-472D-BB01-9861CC8A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ACCDA-162F-49F9-A829-AC67437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6D8E7-ECA5-40BC-B393-2453D240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Rectifiers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57338-5325-4E78-88D0-B87C1FE2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6BAE0-E3EB-4A4D-9F7F-1B237C34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55941-CD26-461C-8B5F-1AF71F7E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333CA-D084-4308-A689-6BFFFC8C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57A49-197F-4AD6-84D5-11032736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39067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EFA24-DE8A-47F7-B1E4-6CF28AFC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09449-E852-454C-A926-8AC588C6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EEC37-E825-43D2-BD20-A8F1D66C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B6100-A599-44FF-A772-9C4AF9AE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F803E-3000-4D6C-BD53-1D924660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Reservoir and Smoothing 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461AD-0DEC-422A-8F38-BC407456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Reservoir and Smoothing Circuits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8468A-1ACC-45C2-B3BF-0B96EF51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38CD6-713A-434D-B10C-C9DF354F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52694-A4EA-4F28-B347-D29B037D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30AC2-E842-4741-8828-1D38D947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F4D01-EF2D-40A9-A640-E258E0BB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A48E5-6FAF-473C-8688-435AAC12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3AAA8-E650-40B4-8E3F-C4C43840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4C5B8-315A-4E60-A12B-71EB2FA6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E2CF1-10D4-4B6D-94ED-EEFC2806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F88E8-E6A0-4713-8A98-CAAD78F0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785178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09E982-FCF3-4E6B-9293-01B6C9F4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ADF87-BE0A-4B6B-BB8E-EA4C7FB2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8FEAA-E5C9-450A-81E9-822370CF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00522-68EE-4E38-94BB-EFE1304F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2D09E-289D-4032-AC77-F5FCE81B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0F280-D91A-4FA2-8F86-215AF6CF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60541-A8A9-4E2D-8E0D-2E07E85D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C047F-9321-4B3A-9779-29F29AB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245F5-3D08-4742-9D48-F96C8956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Reservoir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89DBC-ADA4-40AA-A155-6D930246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64E27-66BC-49F9-B100-909E1F98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51D8E-8B5E-4F90-8B84-4A7ABCB2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Reservoir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21120-57EE-4941-AB91-C24070EA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46F41-DCD2-4FDC-B1AD-5DB8CDB0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0C3BE-33BA-4F5D-9B06-2E2E014C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Reservo...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6A5A4-7FF4-4CBE-85BF-AC4BAB1C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6074E-809E-4600-8311-7FB345AC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50A3E-A1F4-428F-A47A-F58E7D1D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Reservoir...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07E3B-4836-4826-8B8D-75424FFC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D6048-4CF4-4C58-B1F7-AB39A50C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1C49B-E673-4DC9-88B3-55DFD00A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Reservoir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72116-35D1-44A9-8A83-FABCB0A0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B985F-5E00-4014-B6F9-C2ABD73F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33824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9F631-2CB9-4B49-AE58-1E2CA5E2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DA9C6-9219-458E-A0FA-40416A85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36CB1-C734-4AE5-B5F3-354F02C6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49CE2-0E35-415D-8D65-96AD9669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8AB3C-C93C-4241-BD8F-489386EE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C24C9-9448-40D6-9A0D-8A627904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A43DA-B56C-4EA2-9BE2-BBB88896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CBE8F-DEB1-43BC-90D5-AF2D7C16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12DE0-F7C4-44B2-B261-B26CCCEE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189CC-133F-4F38-AC06-DE59F95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AF254-F5A4-4F4D-A175-C4630BA8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71E6A-7184-493E-9612-3C209840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A894C-420C-439E-89BA-94C110B4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AF234-7EF3-4968-80A3-E9E3E5FB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90554-1B58-40CC-BDEB-175C63CE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03314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8075C-C75F-494C-8C73-65F35F80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2418E-3E2F-4200-8F4F-61A874A0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437FB-8D08-4B25-859A-DA802789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4C8CA-AB73-4A19-AF87-DF9BEB53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D3D27-DC2A-4303-8117-0BD01B0B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B9E66-B686-469C-8A66-8250ABCA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Reservoir and Smoothing Circuits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6940A-1606-41EE-9152-7DD93579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DEF37-383F-4918-AE49-2CA901DC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3B719-0139-45C0-9F79-F7D885DA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2E7D7-6C8D-4AEE-A299-09B0C1B1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16127-D4E0-4509-B4D0-038A5495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215989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4200B-D872-4834-B785-4121914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A7751-A2C2-4E1C-9BDC-9FC56509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0EB9C-521E-4B70-ACB2-65D084EA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0ACCE-A26D-4315-A67A-8EFE53EA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B1552-5F13-4C53-B149-A8DE48FA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Improved Ripple Fil 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18F42-43DC-4BD5-9A1C-61E97629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Improved Ripple Fil ters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587F0-6875-45D1-9185-6AF49A23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11E99-C70B-47D7-8ED8-9698897B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FC005-6FD6-4541-9B9C-FAE8BE62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03FAE-8C52-4D96-8A24-C2BBB231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F03BB-ECE8-40E2-BE9B-1CF9933C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B8BFB-D742-4C2A-91AC-721799D0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5D5BE-5E96-4230-BDE9-917D98F7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AEEFD-B908-464E-9982-4ADAFA9A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2E12E-EEB5-4078-8827-203260A3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2D284-718F-4F0F-99E9-9EF9AD2F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405270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74213-E438-44D4-B116-3CA24EC4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72299-0D1C-451E-A344-5BFB2294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D058C-B083-4E36-8A40-ADDEA6C2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CC886-7AFF-4582-B56B-0B463ADF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C10A7-C400-4C6E-9508-77409AD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162BC-BA9A-4A8E-9B1E-0D23485E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D8987-8161-48ED-A8B0-A727036D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1068D-D53E-4443-96DC-B5542866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8AE24-92DF-4063-B04E-8EF1EE23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Improved Ripp...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65F56-7F10-4662-8C74-7AF3B930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3B781-2CA9-4F66-9936-400D4707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AA69A-E525-481A-9229-099A2B74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Improved 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26687-9A35-44E5-8C50-6A7C9BDD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A8D27-C508-4B35-8637-72653FB0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43287-C88A-4593-91CD-B6E48D68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Improve...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110D7-560E-4206-B7A2-097684FD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70202-F185-4F90-8280-3AF79CFD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09F50-BDD5-49B6-AAB5-349656F9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Improved 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56410-15EE-4F06-AB5A-792E2AC8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C6D08-3F6C-4357-B2EF-0801BF7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F7168-D605-4889-8362-9105E6FA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Improved Rippl...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B872B-C0B4-410F-801B-2AFB45A8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659B5-4845-4527-AFDC-CC923ED3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068687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E6FEF-B763-4B55-B78D-792EAF8E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E6ABF-35B5-47BF-BF3A-B66AA6D6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66BFB-8C4B-4349-9C52-34929436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0E5A6-A78D-4AD1-820A-30AA286A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0BD7D-CF31-4DAF-AB4E-A68BB43E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405AC-66DF-4ECC-B949-3B642B05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4BAF4-896E-403D-B710-619EC99B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D7AB2-8809-4F1A-9B0D-0A1398AB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76E91-C8EA-458E-947D-D6452521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9419F-C03E-4372-8253-1783C01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32243-417A-4E63-B9BF-B3E296FC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B7341-60C7-490D-840C-A600002A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5ACB3-B990-4D70-876B-D33DD834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6A739-4ADC-489E-9FF5-79F221F3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6AC02-94DE-489C-882A-FD957909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995457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2CDE3-EAA6-4801-B5A9-2E711A8B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9770B-8965-4356-86FD-48D9B2EA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FD148-6A9A-467D-8EBA-FB07FFD7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CECF4-21C2-48C4-B8B4-B04C5E38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68A37-9626-44E8-9EDF-A84C769F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5695D-B1C6-411C-ADA0-07C789A2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Improved Ripple Fil ters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E54ED-5001-4685-AD55-97D426B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82899-8DDC-4838-8A35-6FA73E2D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F9A2B-20C3-481C-BCC3-3617E40F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06968-DC73-4963-A169-ACE78520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53C4E-9F89-45A2-9902-2CCB1561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77977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A07F3-F419-4C2D-BDDB-7D25884B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F5F7A-3A29-4E21-8989-BFED89CB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EDFC2-C1FC-44CC-84AF-8AE0D645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27646-E065-4226-B868-2C97C89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39857-0200-4356-B4EC-0CF7BD95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Full Wave Rectifiers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B1D42-ECFE-4EE9-8081-0C312591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Full Wave Rectifiers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23003-05EC-471F-8F92-B6F15DB1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EEA3A-FBEB-4589-85B9-1A00B3CD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3CAD3-F320-4CA6-A658-96AF53EC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BE384-33BE-48B4-AD65-F2FFBD26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11775-9BCB-4061-9951-A8C1391B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058BF-08F5-4DF5-9CE6-563140AA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5F04A-530A-42BF-9B0A-13305C2A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95D36-3C80-4A85-B65B-F04A78D4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E5D63-E23D-4D93-A798-D6DBCE32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25474-DD9C-4745-8AE7-78929788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630069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18233-6C59-469C-B286-D924674C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0BF42-4C76-4B39-8AC8-C747492A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0949A-FC77-4963-B959-DA273C32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43678-5E4A-44D4-88FA-FE5C198F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3EB97-9574-47ED-81E3-F2B32556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69C84-4D86-4C2F-82F8-BA4BC461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8A12E-C16E-4A64-818E-86EE7ED4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6FCAD-4445-4C1B-8654-DF31794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6771D-F497-4E85-A9A2-A9F2DB10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Full Wave Rec...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01DA7-49F9-4373-9E69-44F40935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5CCD0-CDE3-4CA6-A502-1213C91F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43DD9-5118-43B3-AEA4-4464B589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Full Wave 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2FED2-C147-429E-9D03-8C3B31C0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313D5-4BF8-48BA-A2E8-EF0B4E5E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4331B-2062-4C3D-872C-43CD6392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Full Wa...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47A7E-3A3B-4CCB-B201-9984B005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79C4E-2431-4D0D-8E06-F32B4126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6993C-28BE-4F70-858C-8612706C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Full Wave...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9C43C-79E7-463A-9DED-A2AC8A6E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492AB-035A-422A-A4DE-BA7BD990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53773-94B7-4C2A-9FDC-E917C555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Full Wave Rect...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B89F1-F48A-48FE-88F1-3CB04820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7D892A-F2A6-49E4-B139-E976E5DF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520656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2FB4C-4B58-461F-8DE6-A53BAF06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4B26A-6152-4294-BEBA-62992B68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5BD03-4332-44C4-BFD8-E742CC1E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F9796-087A-46FB-A01C-F2B960B7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B46B0-0180-4141-B235-E63C760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4909F-9908-48D9-9780-2891D543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2D916-EDCE-4A0E-B84C-0F1A4796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FDB17-2C53-4B19-BCBD-D41B5896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72B7C-E10D-44F4-A818-989E54B0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9728D-D673-470B-96AB-3F92354E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9E150-8128-4AC7-8215-626E02E9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1037B-DE31-4E17-8F91-8A640766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6B67C-D4C2-400F-9806-D56380EA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3092C-5D12-4D00-8056-3F344AB9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D7F09-E1B8-4F82-9708-20ABDA18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934760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C7C1C-44D9-45BE-9516-20EEA26F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C9318-BA0D-4A97-BA76-CD25FD15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DCEBA-A073-4AAE-A5E1-B9F3171E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88A08-954D-46BE-A11B-7D4530C3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DCCB2-4A7A-496F-9B5F-2186BEAB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BC9C5-5E60-480F-804E-6A8B8558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Full Wave Rectifiers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F3416-1482-42CA-B36F-12EA2BDA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3BB64-D9C6-499D-A8D5-325A9F02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993F6-C4CD-4C02-B30E-6525EA55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7ADC3-11D7-41E8-A63D-E4A8A2DC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03F4D-AA89-4855-AE24-18356169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721765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CB078-8C19-457B-A780-F28B8A51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FFF48-E04B-42F5-AAC7-8C7B2AC0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CE522-D3C8-4382-A029-B90BA4B8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F51EC-97DA-4CE8-9ACD-AD22589A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779C5-3FC0-4366-ABF7-352C512E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Bi Phase Rectifiers 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029EA-3CF7-40B6-A7F6-327E0851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 Phase Rectifiers Circuits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40BAF-AE63-44A6-91D8-944B78E9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6347A-7275-4E69-80C5-F6362C9C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640F3-E23D-4DD4-ABE1-C74F6EC2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B35A4-D0B7-4966-A32B-2F3E0173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AEC56-9799-49D4-9416-6303DED4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F3720-50E9-4F2E-88E6-612EBCC5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0A6ED-EEA8-469A-BC37-BDDC6907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790D9-D467-4B42-93C8-D746F515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4710A-C808-4369-913B-74FFC00F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1CCC4-09A5-4E5C-AA3F-6F3BD12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1125575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64FA5C-B2D2-4D1D-AF28-6F95EA31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4340A-4854-4A0B-9457-D29D7150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0ECBE-45AA-4A46-AF0C-C10A86C1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A01EC-5C40-4BA7-AE11-D9AC6BC6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4AC81-1FD5-4866-B3A2-3F83F310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6082F-20F4-4FA8-BAA7-2952B8B1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AF7F4-7538-4F92-8410-442EE811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1A4E2-8249-45D7-ACBE-DDF5239F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86CA4-F797-400B-850B-94F02C35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Bi Phase Rect...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48A22-25D4-4E27-AB70-2596C74F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422E4-37D7-4125-B056-BAF9E5E6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00659-B8C0-4935-BECD-7E4668B1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Bi Phase Re...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DC6F4-81B0-4446-BABC-6597963D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BAC70-50D9-48DE-B31F-75B0DE3D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81167-0C5F-4968-9FAA-E5ED5BDA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Bi Phas...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84A92-AE40-49E7-BC2D-76E24BE0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B0CC4-7668-40FA-94C0-4AE60561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20587-9658-41BC-A69E-6A6E2BD2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Bi Phase 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493C6-0DA4-44E9-825F-281BA81C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2945D-756E-49C0-A20C-EBD66CE0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8A98B-2B99-4827-A1C7-851B1B9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Bi Phase Recti...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7F34A-1FDD-4E39-BC3C-2DF378D3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FD0F08-2169-478E-9AD2-6FA013DD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800858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93627-5B19-4225-970D-B06BA5F3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D0C45-CA1D-47B3-ABF9-1D95FD2C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6EA8C-2ABC-4A40-A795-9A57EDFD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D1754-8483-413D-A145-705D9C62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7A5BD-18CD-4670-B3C6-82E612D5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6CA79-D0A9-48BC-8FAD-DA29DC30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A4FA0-F49F-43AC-BA3F-F3AC99C8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E8E24-58A7-430F-BFF7-A2D6833C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A30EC-280D-4014-A9E5-1BF8518A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0D1CF-6235-4F30-9CB0-695603AF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E2F44-F67E-44A1-8063-B69B1D65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A4F9F-0BB2-4EA4-9D81-82F87A28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C79CF-97FC-46EB-BE31-23FAAD9C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D91E9-CC6F-4AAC-B150-9B728CD5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98E14-8F56-45B6-B3C2-D847EDBE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028908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E64F4-93E8-416F-8929-E184F2CC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5AB25-5F56-4948-973A-15553345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1AC43-2ECA-4581-925C-013400DB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FAA5B-6CCE-4F12-8D1E-E9EA5DA8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E7808-6AFC-45CF-BCDC-EE8AC74B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48CCE-4881-4EF0-B3F9-DFA96493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Bi Phase Rectifiers Circuits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801E1-3B2E-498A-B1E4-688C5384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F388A-B7FC-4ABF-8448-BE867D8F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8840F-8767-40CC-A893-C3D8B630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02C9D-7C32-4839-B883-51181A09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B3BBB-2469-4F53-AB2E-5997DE95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378982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BEE2C-D182-489E-8D9D-2465619F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469FE-5112-4835-8773-95D470EB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A0933-FC9C-404E-BB51-B91C38B6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442CD-4585-4DAF-B5D6-4FAA3056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C4EE0-B078-4ACC-BB75-84F9FD9C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Bridge Rectifier 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FD208-ECB2-40C7-B514-DDF1F13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Bridge Rectifier Circuits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3D7CA-6019-4158-8085-968591F4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D4FB0-1E4E-4A5E-8719-3A3D282B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98380-BF85-40C0-8874-63BB456E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43268-14BD-47B3-A475-90DBB723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B1466-725C-4D15-A717-575D98EE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99E8D-CA72-46C5-81C0-DBABB198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DC7BD-9FCF-4EFD-BAFA-3C3A484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74879-1759-457F-B857-B3FA6C2A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00DD7-2446-493E-A0B9-A41F613E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0B43E-BD67-4470-A23B-A3A2B466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532978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7C3BC-CFCB-4A5F-B78B-C1CB4174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824A6-1910-4F6E-9A69-A8091F22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1B3A2-0A64-4895-89F6-4811014E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10E7C-EDA9-46D6-9777-1F85FAEC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C5D5B-6158-4FA6-9BC8-90797708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30A5D-A4AE-4C41-AE2A-6272F7ED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0C865-6AEB-4D61-B4B3-5F680060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9F16D-E082-44A2-93C2-B2CB11B8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FD005-BFF1-4786-8D9D-7DE244F2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Bridge Rectif...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1CA02-6D74-4FDB-89F0-72218CED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E0948-32F1-434C-8A12-D65DC859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6DBD3-680A-4592-B307-6F8F51ED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Bridge Rect...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70DCE-CFF3-433D-9523-7AA431AC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DD24F-1100-4F9D-997D-77E472C6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AD685-AE80-469E-868F-37BC8509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Bridge...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0D9C6-3E5E-44AB-9E1D-2BC8788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72542-AF17-471B-A1B6-0DC0BC70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B4184-693A-4741-B4DE-0605D89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Bridge Rec...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6CBF9-B0AC-42EF-B668-490B5340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9E022-93FA-4A0C-A067-35FA9215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04260-8DD9-46E7-A19D-8C26545D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Bridge Rectifi...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EED4F-574B-41FC-9C19-B461C719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717E47-B30E-4A69-B6B2-4F7C42BB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001933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4DF20-73A7-483A-BB60-3167C019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F1D67-AD47-417E-9060-BAAC97B7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E3BBA-C10C-411B-BA14-2C8E853A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19D44-928E-4049-B5D8-980A151A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0F159-6505-4CB4-81C6-7518A1B7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D6169-C83B-4EC7-883E-E6138DD5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A182F-E681-4C0D-BF0D-D1672F7C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DB524-8EF3-432F-B975-FEBDDDF4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E138A-956F-4FBC-89CB-E0557690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08F4D-38CA-4292-ABE7-ADA915C3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718C4-7CF7-4F6C-B0CD-5851995A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8F82D-5BCC-4857-9DE0-4E9E1862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67CC3-FAB7-4754-8904-96190025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CCCC8-C040-4393-8D31-F684C31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5D52E-02D5-491F-9283-8F65665C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693827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68A11-66E2-418B-BD0F-D8AD2D94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D5E04-A130-4439-BC67-DA4F7C9C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F5669-1F72-4FD6-803F-8359D848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878B0-7879-48F4-9E85-2C9A92DA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93493-2494-4AD9-A1B6-EE924A78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1DF55-699E-4D10-B7E0-208A14B7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Bridge Rectifier Circuits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49C0B-E7AF-4E6A-BE23-F5EB2FC7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1DD1A-E896-4481-9F25-18BE94E0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6C795-1322-4E5B-9156-8CFA67C7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49F01-A64C-4E14-93C0-6CBD78E4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D4819-6D66-4992-8B69-59C1819D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403897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37038-4705-4520-842E-A5C6CFAF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AB9C0-4943-4658-A44E-CBEDE256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29A92-8B85-4134-95AE-65859909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791F3-7B06-4D99-AD7B-B2BA9FFB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F8295-CC9D-4841-900B-CFC2FEA7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Voltage Regulators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F13DA-142F-4456-BF65-22967C49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Voltage Regulators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D1926-01E0-43DF-8A1E-4A299A8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C600F-853A-4E73-9A26-6689B58E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D187D-19BC-42E0-923A-C68CBEFD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660BD-CCD4-4306-B865-ED5E0C5A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37B21-71DE-4AA7-A5B8-BBC723C1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7AD7A-BE51-49B3-9561-9B34C1B1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9FDDA-5DFC-4ACA-AC2A-23ECCAA6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54AED-1B73-41C0-B839-42EF8388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49B89-8A0E-4661-B6B8-4537B42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62AF5-848F-4F19-B943-548C37BD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1051626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49F58-36C8-459E-A96C-D78407BB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1F592-7BFF-4B73-992F-C4E83B28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999C5-ACBD-44C0-9C1A-1D59DD63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E03CE-C259-4348-BC7A-64661026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36CBB-C4AC-481E-8D77-7B4122DB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432B8-E6E6-45F4-BEC6-D02A4993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5E456-7B00-4CF2-83D0-DE3A31D8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D27AB-6EF6-45EF-AD0B-922FEA68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30119-8356-49ED-968F-6AB0A6FA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Voltage Regul...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42CE4-E2D5-4A46-83AA-62E941B4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259F0-CD5A-4FB4-9686-57C2DD50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70F6E-1898-490D-9461-8CDC3F83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Voltage Reg...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332D5-A05C-4F4B-98E2-EF3CB615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128AD-5DDB-4DDA-B370-B01D724F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B74F8-7BA5-4D90-B56D-B0EAE0B1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Voltage...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44CC3-B583-4321-AF21-8EE8F042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46E44-49C7-45BE-8D4B-C986391E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8EFF8-86A2-434D-9D92-7CC51B72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Voltage Re...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CB522-DE03-432D-90DE-99AAB93B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49CCE8-A147-44A0-9205-B39D63DD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0120C-EBC1-4D14-81DC-F5528182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Voltage Regula...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1DAB5-865F-4EFC-AE49-B0477880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35654-CBF5-4212-B1BB-860A9E2E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0386077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C6F7A-785A-4576-93A4-8FFEB5C1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E328B-BEFE-4353-B8AF-943B672E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B1B76-7348-4566-A361-538A407C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5AB11-CA28-4EC7-BBE5-9EA1810B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B1FC6-5696-42A7-861B-ED24FD39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AE5AB-E968-4C84-8E85-B2988313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59156-C675-4412-A6A1-8B410D09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79137-225D-4685-90FD-9ED69DAA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A3825-6618-4FEF-A0DD-12B5798D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5C4D3-B363-4829-B858-8643224C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8E29D-BDDB-451F-A8D9-1053B2C0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F536F-10A7-40D6-AD2D-E5963B3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582CB-3AA2-4BEE-B51A-0544590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F282E-8D7D-41D1-AF54-E7C7A1DD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FE858-079F-4AAA-B7FB-350434FD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2103402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47BAA-DE6C-4167-A01A-DEBF6F5E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28110-CC1B-4C78-82ED-F4A4D1EA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35518-BDDF-4AA2-A853-15E0F3F0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A20B8-8669-44BF-BD3D-236150CC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19603-E8D2-4876-BD79-0DBC7AF8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5BC63-5268-48F1-A1F4-7816DADA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Voltage Regulators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894D9-0906-4649-9292-32F334D8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999D8-E50F-43E6-AA97-AD9470D1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BF777-E3D1-48FD-B8C1-B5C43330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4FB9A-0B70-44D6-8E21-CBC09985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096F2-2092-4F8F-9135-D829DE3B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329732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5536D-6F62-4D30-A25C-F19BF58C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83293-49FA-428F-8922-D77C0578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389AD-878E-4BB0-A441-295A4EF9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3EE44-F903-42E7-B8DD-9F1CC77D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F1BFE-C03F-4A2F-AC57-6206E24E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BD8A2-768A-4349-BD06-6D56AE90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647289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3AF4B-DA20-420F-A474-ADC426C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BBD60-0310-479D-8DF6-A919922C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15297-B218-4270-B169-12BFE2F2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E1198-DB0D-4D1C-B2A7-797F4D3B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5B7E6-FF19-4D5E-90CC-21C23632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Power: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Supplies: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Block: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Diagram: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Rectifiers: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B660E-BD66-4D05-9DD2-F7E4BD64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48000131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B3180-AFE8-4EB2-8ADF-94F60DA3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E23B3-1D96-4428-A40C-EF020E86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4B81B-DA0E-47B1-9732-57F53D74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198FA-F810-421E-97DD-64DCFF4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02BF2-52B9-4075-899E-44C14B45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E6804-E318-4F86-9000-88FA1FE3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652953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48757-8498-485B-99C4-7314DE3A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F946B-D258-4557-8735-A92B14E4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91034-42F6-4938-B3FF-AD244883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862BC-F791-4B03-B604-7AD96C13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03D1F-E250-4782-B244-EBBC270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2ECCF-984D-4515-BC0C-B3B0D6B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82312342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872BD-AA1C-43A7-A008-2C3D94B9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4D0E6-6897-4166-819E-700F9EC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49D3A-A927-43FA-B9D8-D467E3C5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EE428-EEF0-4D0E-A632-561D7D90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CBE1B-F6FD-4CE0-9CD3-EEBF8C8D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Power Supplies: Block Diagram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Rectifiers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Reservoir and Smoothing Circuits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Improved Ripple Fil ters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Full Wave Rectifiers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28B08-F658-4CC7-A20E-D997A335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91AEF-F62F-4AA7-8B0E-5AF2BBB0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9BA14-E47F-43F5-8139-B4D4F704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604142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2026-08-24T16:02:48.1480000Z</dcterms:created>
  <dcterms:modified xsi:type="dcterms:W3CDTF">2026-08-24T16:02:48.1480000Z</dcterms:modified>
</coreProperties>
</file>