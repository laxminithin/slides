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8d830d2a1b45a4" /><Relationship Type="http://schemas.openxmlformats.org/officeDocument/2006/relationships/extended-properties" Target="/docProps/app.xml" Id="R6ed83faa6f01473e" /><Relationship Type="http://schemas.openxmlformats.org/officeDocument/2006/relationships/officeDocument" Target="/ppt/presentation.xml" Id="R5ff619232df749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3a00573534728"/>
  </p:sldMasterIdLst>
  <p:notesMasterIdLst>
    <p:notesMasterId xmlns:r="http://schemas.openxmlformats.org/officeDocument/2006/relationships" r:id="R7b3ec5e505a54ad0"/>
  </p:notesMasterIdLst>
  <p:sldIdLst>
    <p:sldId xmlns:r="http://schemas.openxmlformats.org/officeDocument/2006/relationships" id="256" r:id="R6f021118364744ef"/>
    <p:sldId xmlns:r="http://schemas.openxmlformats.org/officeDocument/2006/relationships" id="257" r:id="R6ded125d5cf540e2"/>
    <p:sldId xmlns:r="http://schemas.openxmlformats.org/officeDocument/2006/relationships" id="258" r:id="R6d77613e040b4695"/>
    <p:sldId xmlns:r="http://schemas.openxmlformats.org/officeDocument/2006/relationships" id="259" r:id="Rfbb90fcf93b34059"/>
    <p:sldId xmlns:r="http://schemas.openxmlformats.org/officeDocument/2006/relationships" id="260" r:id="Re8ace9e23fc54bd8"/>
    <p:sldId xmlns:r="http://schemas.openxmlformats.org/officeDocument/2006/relationships" id="261" r:id="R888d7a745ef3473a"/>
    <p:sldId xmlns:r="http://schemas.openxmlformats.org/officeDocument/2006/relationships" id="262" r:id="R29c97c92c9064e6c"/>
    <p:sldId xmlns:r="http://schemas.openxmlformats.org/officeDocument/2006/relationships" id="263" r:id="R80ca5d51da074b99"/>
    <p:sldId xmlns:r="http://schemas.openxmlformats.org/officeDocument/2006/relationships" id="264" r:id="Rf4a557ba62dd4da3"/>
    <p:sldId xmlns:r="http://schemas.openxmlformats.org/officeDocument/2006/relationships" id="265" r:id="Rb6eedcba4339403f"/>
    <p:sldId xmlns:r="http://schemas.openxmlformats.org/officeDocument/2006/relationships" id="266" r:id="R5c44b8b9ed484dbb"/>
    <p:sldId xmlns:r="http://schemas.openxmlformats.org/officeDocument/2006/relationships" id="267" r:id="R48a7d5a346474c3a"/>
    <p:sldId xmlns:r="http://schemas.openxmlformats.org/officeDocument/2006/relationships" id="268" r:id="R4a3b692f98024e7d"/>
    <p:sldId xmlns:r="http://schemas.openxmlformats.org/officeDocument/2006/relationships" id="269" r:id="R757aa990818b4697"/>
    <p:sldId xmlns:r="http://schemas.openxmlformats.org/officeDocument/2006/relationships" id="270" r:id="R2d1f616738d84eda"/>
    <p:sldId xmlns:r="http://schemas.openxmlformats.org/officeDocument/2006/relationships" id="271" r:id="Rdebc486a61654083"/>
    <p:sldId xmlns:r="http://schemas.openxmlformats.org/officeDocument/2006/relationships" id="272" r:id="Rd17718d1f48047a3"/>
    <p:sldId xmlns:r="http://schemas.openxmlformats.org/officeDocument/2006/relationships" id="273" r:id="Reeb9fc10c5f246b4"/>
    <p:sldId xmlns:r="http://schemas.openxmlformats.org/officeDocument/2006/relationships" id="274" r:id="Rd790ba81dbcc47a1"/>
    <p:sldId xmlns:r="http://schemas.openxmlformats.org/officeDocument/2006/relationships" id="275" r:id="R497233d95d514395"/>
    <p:sldId xmlns:r="http://schemas.openxmlformats.org/officeDocument/2006/relationships" id="276" r:id="R4b4de17b936445b0"/>
    <p:sldId xmlns:r="http://schemas.openxmlformats.org/officeDocument/2006/relationships" id="277" r:id="R523875f49c3045fd"/>
    <p:sldId xmlns:r="http://schemas.openxmlformats.org/officeDocument/2006/relationships" id="278" r:id="R203e08ee7a674e2e"/>
    <p:sldId xmlns:r="http://schemas.openxmlformats.org/officeDocument/2006/relationships" id="279" r:id="Rf9b83b8853594b4b"/>
    <p:sldId xmlns:r="http://schemas.openxmlformats.org/officeDocument/2006/relationships" id="280" r:id="Ra9b95356f2c34cbf"/>
    <p:sldId xmlns:r="http://schemas.openxmlformats.org/officeDocument/2006/relationships" id="281" r:id="Rc5cb4df1771c4c68"/>
    <p:sldId xmlns:r="http://schemas.openxmlformats.org/officeDocument/2006/relationships" id="282" r:id="R15dfe1acf88e4612"/>
    <p:sldId xmlns:r="http://schemas.openxmlformats.org/officeDocument/2006/relationships" id="283" r:id="R384eb381963a4777"/>
    <p:sldId xmlns:r="http://schemas.openxmlformats.org/officeDocument/2006/relationships" id="284" r:id="R874ca1581a4e4cfd"/>
    <p:sldId xmlns:r="http://schemas.openxmlformats.org/officeDocument/2006/relationships" id="285" r:id="Rf0a4d0ad32e44601"/>
    <p:sldId xmlns:r="http://schemas.openxmlformats.org/officeDocument/2006/relationships" id="286" r:id="Rc3a933a0483e4af2"/>
    <p:sldId xmlns:r="http://schemas.openxmlformats.org/officeDocument/2006/relationships" id="287" r:id="Rf3585a02d2044dcb"/>
    <p:sldId xmlns:r="http://schemas.openxmlformats.org/officeDocument/2006/relationships" id="288" r:id="R4853451b18174c6f"/>
    <p:sldId xmlns:r="http://schemas.openxmlformats.org/officeDocument/2006/relationships" id="289" r:id="R6c76fd8eaaca4028"/>
    <p:sldId xmlns:r="http://schemas.openxmlformats.org/officeDocument/2006/relationships" id="290" r:id="R99444279d4ea4ae1"/>
    <p:sldId xmlns:r="http://schemas.openxmlformats.org/officeDocument/2006/relationships" id="291" r:id="R6dc3e5663f264389"/>
    <p:sldId xmlns:r="http://schemas.openxmlformats.org/officeDocument/2006/relationships" id="292" r:id="R6f19aa9708bc4de4"/>
    <p:sldId xmlns:r="http://schemas.openxmlformats.org/officeDocument/2006/relationships" id="293" r:id="Ra054d8b44f224257"/>
    <p:sldId xmlns:r="http://schemas.openxmlformats.org/officeDocument/2006/relationships" id="294" r:id="R99adb046ff534e43"/>
    <p:sldId xmlns:r="http://schemas.openxmlformats.org/officeDocument/2006/relationships" id="295" r:id="R39210bdd74374d76"/>
    <p:sldId xmlns:r="http://schemas.openxmlformats.org/officeDocument/2006/relationships" id="296" r:id="Rc5f3dd2e0be14bc8"/>
    <p:sldId xmlns:r="http://schemas.openxmlformats.org/officeDocument/2006/relationships" id="297" r:id="Rf075a8fa2f0d4d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42dcdb342842fe" /><Relationship Type="http://schemas.openxmlformats.org/officeDocument/2006/relationships/slideMaster" Target="/ppt/slideMasters/slideMaster1.xml" Id="R4d23a00573534728" /><Relationship Type="http://schemas.openxmlformats.org/officeDocument/2006/relationships/notesMaster" Target="/ppt/notesMasters/notesMaster1.xml" Id="R7b3ec5e505a54ad0" /><Relationship Type="http://schemas.openxmlformats.org/officeDocument/2006/relationships/presProps" Target="/ppt/presProps.xml" Id="Rb8459b7879384737" /><Relationship Type="http://schemas.openxmlformats.org/officeDocument/2006/relationships/tableStyles" Target="/ppt/tableStyles.xml" Id="R8a643cfb60464736" /><Relationship Type="http://schemas.openxmlformats.org/officeDocument/2006/relationships/slide" Target="/ppt/slides/slide1.xml" Id="R6f021118364744ef" /><Relationship Type="http://schemas.openxmlformats.org/officeDocument/2006/relationships/slide" Target="/ppt/slides/slide2.xml" Id="R6ded125d5cf540e2" /><Relationship Type="http://schemas.openxmlformats.org/officeDocument/2006/relationships/slide" Target="/ppt/slides/slide3.xml" Id="R6d77613e040b4695" /><Relationship Type="http://schemas.openxmlformats.org/officeDocument/2006/relationships/slide" Target="/ppt/slides/slide4.xml" Id="Rfbb90fcf93b34059" /><Relationship Type="http://schemas.openxmlformats.org/officeDocument/2006/relationships/slide" Target="/ppt/slides/slide5.xml" Id="Re8ace9e23fc54bd8" /><Relationship Type="http://schemas.openxmlformats.org/officeDocument/2006/relationships/slide" Target="/ppt/slides/slide6.xml" Id="R888d7a745ef3473a" /><Relationship Type="http://schemas.openxmlformats.org/officeDocument/2006/relationships/slide" Target="/ppt/slides/slide7.xml" Id="R29c97c92c9064e6c" /><Relationship Type="http://schemas.openxmlformats.org/officeDocument/2006/relationships/slide" Target="/ppt/slides/slide8.xml" Id="R80ca5d51da074b99" /><Relationship Type="http://schemas.openxmlformats.org/officeDocument/2006/relationships/slide" Target="/ppt/slides/slide9.xml" Id="Rf4a557ba62dd4da3" /><Relationship Type="http://schemas.openxmlformats.org/officeDocument/2006/relationships/slide" Target="/ppt/slides/slide10.xml" Id="Rb6eedcba4339403f" /><Relationship Type="http://schemas.openxmlformats.org/officeDocument/2006/relationships/slide" Target="/ppt/slides/slide11.xml" Id="R5c44b8b9ed484dbb" /><Relationship Type="http://schemas.openxmlformats.org/officeDocument/2006/relationships/slide" Target="/ppt/slides/slide12.xml" Id="R48a7d5a346474c3a" /><Relationship Type="http://schemas.openxmlformats.org/officeDocument/2006/relationships/slide" Target="/ppt/slides/slide13.xml" Id="R4a3b692f98024e7d" /><Relationship Type="http://schemas.openxmlformats.org/officeDocument/2006/relationships/slide" Target="/ppt/slides/slide14.xml" Id="R757aa990818b4697" /><Relationship Type="http://schemas.openxmlformats.org/officeDocument/2006/relationships/slide" Target="/ppt/slides/slide15.xml" Id="R2d1f616738d84eda" /><Relationship Type="http://schemas.openxmlformats.org/officeDocument/2006/relationships/slide" Target="/ppt/slides/slide16.xml" Id="Rdebc486a61654083" /><Relationship Type="http://schemas.openxmlformats.org/officeDocument/2006/relationships/slide" Target="/ppt/slides/slide17.xml" Id="Rd17718d1f48047a3" /><Relationship Type="http://schemas.openxmlformats.org/officeDocument/2006/relationships/slide" Target="/ppt/slides/slide18.xml" Id="Reeb9fc10c5f246b4" /><Relationship Type="http://schemas.openxmlformats.org/officeDocument/2006/relationships/slide" Target="/ppt/slides/slide19.xml" Id="Rd790ba81dbcc47a1" /><Relationship Type="http://schemas.openxmlformats.org/officeDocument/2006/relationships/slide" Target="/ppt/slides/slide20.xml" Id="R497233d95d514395" /><Relationship Type="http://schemas.openxmlformats.org/officeDocument/2006/relationships/slide" Target="/ppt/slides/slide21.xml" Id="R4b4de17b936445b0" /><Relationship Type="http://schemas.openxmlformats.org/officeDocument/2006/relationships/slide" Target="/ppt/slides/slide22.xml" Id="R523875f49c3045fd" /><Relationship Type="http://schemas.openxmlformats.org/officeDocument/2006/relationships/slide" Target="/ppt/slides/slide23.xml" Id="R203e08ee7a674e2e" /><Relationship Type="http://schemas.openxmlformats.org/officeDocument/2006/relationships/slide" Target="/ppt/slides/slide24.xml" Id="Rf9b83b8853594b4b" /><Relationship Type="http://schemas.openxmlformats.org/officeDocument/2006/relationships/slide" Target="/ppt/slides/slide25.xml" Id="Ra9b95356f2c34cbf" /><Relationship Type="http://schemas.openxmlformats.org/officeDocument/2006/relationships/slide" Target="/ppt/slides/slide26.xml" Id="Rc5cb4df1771c4c68" /><Relationship Type="http://schemas.openxmlformats.org/officeDocument/2006/relationships/slide" Target="/ppt/slides/slide27.xml" Id="R15dfe1acf88e4612" /><Relationship Type="http://schemas.openxmlformats.org/officeDocument/2006/relationships/slide" Target="/ppt/slides/slide28.xml" Id="R384eb381963a4777" /><Relationship Type="http://schemas.openxmlformats.org/officeDocument/2006/relationships/slide" Target="/ppt/slides/slide29.xml" Id="R874ca1581a4e4cfd" /><Relationship Type="http://schemas.openxmlformats.org/officeDocument/2006/relationships/slide" Target="/ppt/slides/slide30.xml" Id="Rf0a4d0ad32e44601" /><Relationship Type="http://schemas.openxmlformats.org/officeDocument/2006/relationships/slide" Target="/ppt/slides/slide31.xml" Id="Rc3a933a0483e4af2" /><Relationship Type="http://schemas.openxmlformats.org/officeDocument/2006/relationships/slide" Target="/ppt/slides/slide32.xml" Id="Rf3585a02d2044dcb" /><Relationship Type="http://schemas.openxmlformats.org/officeDocument/2006/relationships/slide" Target="/ppt/slides/slide33.xml" Id="R4853451b18174c6f" /><Relationship Type="http://schemas.openxmlformats.org/officeDocument/2006/relationships/slide" Target="/ppt/slides/slide34.xml" Id="R6c76fd8eaaca4028" /><Relationship Type="http://schemas.openxmlformats.org/officeDocument/2006/relationships/slide" Target="/ppt/slides/slide35.xml" Id="R99444279d4ea4ae1" /><Relationship Type="http://schemas.openxmlformats.org/officeDocument/2006/relationships/slide" Target="/ppt/slides/slide36.xml" Id="R6dc3e5663f264389" /><Relationship Type="http://schemas.openxmlformats.org/officeDocument/2006/relationships/slide" Target="/ppt/slides/slide37.xml" Id="R6f19aa9708bc4de4" /><Relationship Type="http://schemas.openxmlformats.org/officeDocument/2006/relationships/slide" Target="/ppt/slides/slide38.xml" Id="Ra054d8b44f224257" /><Relationship Type="http://schemas.openxmlformats.org/officeDocument/2006/relationships/slide" Target="/ppt/slides/slide39.xml" Id="R99adb046ff534e43" /><Relationship Type="http://schemas.openxmlformats.org/officeDocument/2006/relationships/slide" Target="/ppt/slides/slide40.xml" Id="R39210bdd74374d76" /><Relationship Type="http://schemas.openxmlformats.org/officeDocument/2006/relationships/slide" Target="/ppt/slides/slide41.xml" Id="Rc5f3dd2e0be14bc8" /><Relationship Type="http://schemas.openxmlformats.org/officeDocument/2006/relationships/slide" Target="/ppt/slides/slide42.xml" Id="Rf075a8fa2f0d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d5db58f0db4c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e6dda7461e4297" /><Relationship Type="http://schemas.openxmlformats.org/officeDocument/2006/relationships/notesMaster" Target="/ppt/notesMasters/notesMaster1.xml" Id="R437e7948156745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a518735e5e477c" /><Relationship Type="http://schemas.openxmlformats.org/officeDocument/2006/relationships/notesMaster" Target="/ppt/notesMasters/notesMaster1.xml" Id="R939629d0651b40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c56e0dc7cd4f30" /><Relationship Type="http://schemas.openxmlformats.org/officeDocument/2006/relationships/notesMaster" Target="/ppt/notesMasters/notesMaster1.xml" Id="Rd18dcfb1787346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644730591d4845" /><Relationship Type="http://schemas.openxmlformats.org/officeDocument/2006/relationships/notesMaster" Target="/ppt/notesMasters/notesMaster1.xml" Id="R0a70eef2b06940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556dde87f040b6" /><Relationship Type="http://schemas.openxmlformats.org/officeDocument/2006/relationships/notesMaster" Target="/ppt/notesMasters/notesMaster1.xml" Id="Rc927842f8d1b48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ee227cc9ae42d1" /><Relationship Type="http://schemas.openxmlformats.org/officeDocument/2006/relationships/notesMaster" Target="/ppt/notesMasters/notesMaster1.xml" Id="R4d6be168bd3c4d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a26821725248b8" /><Relationship Type="http://schemas.openxmlformats.org/officeDocument/2006/relationships/notesMaster" Target="/ppt/notesMasters/notesMaster1.xml" Id="R88a2bb069c864d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a1980a47bd43f9" /><Relationship Type="http://schemas.openxmlformats.org/officeDocument/2006/relationships/notesMaster" Target="/ppt/notesMasters/notesMaster1.xml" Id="Rf30ecb32e30441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c34e5f4d1b4d40" /><Relationship Type="http://schemas.openxmlformats.org/officeDocument/2006/relationships/notesMaster" Target="/ppt/notesMasters/notesMaster1.xml" Id="R057de31928c546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c2f2dddcff49d2" /><Relationship Type="http://schemas.openxmlformats.org/officeDocument/2006/relationships/notesMaster" Target="/ppt/notesMasters/notesMaster1.xml" Id="Rd0961238845b44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8a36cb423c4abf" /><Relationship Type="http://schemas.openxmlformats.org/officeDocument/2006/relationships/notesMaster" Target="/ppt/notesMasters/notesMaster1.xml" Id="Rd33bab4d187e4b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63b3f857c3459b" /><Relationship Type="http://schemas.openxmlformats.org/officeDocument/2006/relationships/notesMaster" Target="/ppt/notesMasters/notesMaster1.xml" Id="R3ffa8b206dff44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8f5fb29c7f4d1b" /><Relationship Type="http://schemas.openxmlformats.org/officeDocument/2006/relationships/notesMaster" Target="/ppt/notesMasters/notesMaster1.xml" Id="R6b83c58645444b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3bb8a8f8dd4737" /><Relationship Type="http://schemas.openxmlformats.org/officeDocument/2006/relationships/notesMaster" Target="/ppt/notesMasters/notesMaster1.xml" Id="Re313175166f340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7e8719a02e424a" /><Relationship Type="http://schemas.openxmlformats.org/officeDocument/2006/relationships/notesMaster" Target="/ppt/notesMasters/notesMaster1.xml" Id="R0b405a98f77148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56f4008d8347f0" /><Relationship Type="http://schemas.openxmlformats.org/officeDocument/2006/relationships/notesMaster" Target="/ppt/notesMasters/notesMaster1.xml" Id="Rad395146090648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cae94375c84a94" /><Relationship Type="http://schemas.openxmlformats.org/officeDocument/2006/relationships/notesMaster" Target="/ppt/notesMasters/notesMaster1.xml" Id="R823e73d722594d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92475159a94d95" /><Relationship Type="http://schemas.openxmlformats.org/officeDocument/2006/relationships/notesMaster" Target="/ppt/notesMasters/notesMaster1.xml" Id="Rf3c53d1c6ac244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686306ec434e25" /><Relationship Type="http://schemas.openxmlformats.org/officeDocument/2006/relationships/notesMaster" Target="/ppt/notesMasters/notesMaster1.xml" Id="R5c4e5524d1304b8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cbea046e264932" /><Relationship Type="http://schemas.openxmlformats.org/officeDocument/2006/relationships/notesMaster" Target="/ppt/notesMasters/notesMaster1.xml" Id="R2e271061494e4c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544f5de4b74f27" /><Relationship Type="http://schemas.openxmlformats.org/officeDocument/2006/relationships/notesMaster" Target="/ppt/notesMasters/notesMaster1.xml" Id="Rebf266b22e9b44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7aee0fde994269" /><Relationship Type="http://schemas.openxmlformats.org/officeDocument/2006/relationships/notesMaster" Target="/ppt/notesMasters/notesMaster1.xml" Id="R3a516de509be4e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ef659caf5d4dc9" /><Relationship Type="http://schemas.openxmlformats.org/officeDocument/2006/relationships/notesMaster" Target="/ppt/notesMasters/notesMaster1.xml" Id="Ra16473f417494ca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4263cff8c242d0" /><Relationship Type="http://schemas.openxmlformats.org/officeDocument/2006/relationships/notesMaster" Target="/ppt/notesMasters/notesMaster1.xml" Id="Rf8742b81416642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dcef1d2a0146ff" /><Relationship Type="http://schemas.openxmlformats.org/officeDocument/2006/relationships/notesMaster" Target="/ppt/notesMasters/notesMaster1.xml" Id="R74470b029f6a433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85e7bb8eab44d3" /><Relationship Type="http://schemas.openxmlformats.org/officeDocument/2006/relationships/notesMaster" Target="/ppt/notesMasters/notesMaster1.xml" Id="R8e527288da47419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573cf5176334146" /><Relationship Type="http://schemas.openxmlformats.org/officeDocument/2006/relationships/notesMaster" Target="/ppt/notesMasters/notesMaster1.xml" Id="R5353ad39871540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9b79957407c49c5" /><Relationship Type="http://schemas.openxmlformats.org/officeDocument/2006/relationships/notesMaster" Target="/ppt/notesMasters/notesMaster1.xml" Id="R08cd7282a448432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7dfefacf874eb5" /><Relationship Type="http://schemas.openxmlformats.org/officeDocument/2006/relationships/notesMaster" Target="/ppt/notesMasters/notesMaster1.xml" Id="R3a12f54fb35a46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24a89e89f5462f" /><Relationship Type="http://schemas.openxmlformats.org/officeDocument/2006/relationships/notesMaster" Target="/ppt/notesMasters/notesMaster1.xml" Id="R015ef99a80e146f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f92de5c4b9b4c63" /><Relationship Type="http://schemas.openxmlformats.org/officeDocument/2006/relationships/notesMaster" Target="/ppt/notesMasters/notesMaster1.xml" Id="Rb1438016b9da46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ed67185c0944bf1" /><Relationship Type="http://schemas.openxmlformats.org/officeDocument/2006/relationships/notesMaster" Target="/ppt/notesMasters/notesMaster1.xml" Id="Rb2848c428d1d4f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1373c5e856c41ca" /><Relationship Type="http://schemas.openxmlformats.org/officeDocument/2006/relationships/notesMaster" Target="/ppt/notesMasters/notesMaster1.xml" Id="Rf80a0e7b95fa479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aec82eff6e0419a" /><Relationship Type="http://schemas.openxmlformats.org/officeDocument/2006/relationships/notesMaster" Target="/ppt/notesMasters/notesMaster1.xml" Id="Rb5cb2d27a8ab452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d7bc4f8b2f2428f" /><Relationship Type="http://schemas.openxmlformats.org/officeDocument/2006/relationships/notesMaster" Target="/ppt/notesMasters/notesMaster1.xml" Id="Rdbdb0a617ae84c2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b3ac048a30f47bc" /><Relationship Type="http://schemas.openxmlformats.org/officeDocument/2006/relationships/notesMaster" Target="/ppt/notesMasters/notesMaster1.xml" Id="Rb621751539c941f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b7526f2302342fd" /><Relationship Type="http://schemas.openxmlformats.org/officeDocument/2006/relationships/notesMaster" Target="/ppt/notesMasters/notesMaster1.xml" Id="R18ddb7ebbd4c4a5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4130bb935914bf8" /><Relationship Type="http://schemas.openxmlformats.org/officeDocument/2006/relationships/notesMaster" Target="/ppt/notesMasters/notesMaster1.xml" Id="R8dd8193d84ef445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7f8e3cbaaee48aa" /><Relationship Type="http://schemas.openxmlformats.org/officeDocument/2006/relationships/notesMaster" Target="/ppt/notesMasters/notesMaster1.xml" Id="Rad8b7e6012da4ca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dff9461a4774b59" /><Relationship Type="http://schemas.openxmlformats.org/officeDocument/2006/relationships/notesMaster" Target="/ppt/notesMasters/notesMaster1.xml" Id="R2b00ebf3663e46e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7b440a47d234a70" /><Relationship Type="http://schemas.openxmlformats.org/officeDocument/2006/relationships/notesMaster" Target="/ppt/notesMasters/notesMaster1.xml" Id="R791bcaa8662f4ff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95ad2e83937446c" /><Relationship Type="http://schemas.openxmlformats.org/officeDocument/2006/relationships/notesMaster" Target="/ppt/notesMasters/notesMaster1.xml" Id="R1683e894a31a4b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11269f5c14e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4f8e4ec434a66" /><Relationship Type="http://schemas.openxmlformats.org/officeDocument/2006/relationships/slideLayout" Target="/ppt/slideLayouts/slideLayout1.xml" Id="R7ff63bc04bb24c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f63bc04bb24c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f442172c64e47" /><Relationship Type="http://schemas.openxmlformats.org/officeDocument/2006/relationships/notesSlide" Target="/ppt/notesSlides/notesSlide1.xml" Id="Raf908edb93c947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a1c1b1b674196" /><Relationship Type="http://schemas.openxmlformats.org/officeDocument/2006/relationships/notesSlide" Target="/ppt/notesSlides/notesSlide2.xml" Id="Ra9c5358338be44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c5451d0b14a41" /><Relationship Type="http://schemas.openxmlformats.org/officeDocument/2006/relationships/notesSlide" Target="/ppt/notesSlides/notesSlide3.xml" Id="Re01e042386944c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3e29f87e24e1a" /><Relationship Type="http://schemas.openxmlformats.org/officeDocument/2006/relationships/notesSlide" Target="/ppt/notesSlides/notesSlide4.xml" Id="R70659d0cd97a41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519e5c9094053" /><Relationship Type="http://schemas.openxmlformats.org/officeDocument/2006/relationships/notesSlide" Target="/ppt/notesSlides/notesSlide5.xml" Id="R30c820ddfec942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25b2b6b4d480d" /><Relationship Type="http://schemas.openxmlformats.org/officeDocument/2006/relationships/notesSlide" Target="/ppt/notesSlides/notesSlide6.xml" Id="R96aba6f36cc447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d289ff5754321" /><Relationship Type="http://schemas.openxmlformats.org/officeDocument/2006/relationships/notesSlide" Target="/ppt/notesSlides/notesSlide7.xml" Id="R50767de816134c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7db49f1bc4bb9" /><Relationship Type="http://schemas.openxmlformats.org/officeDocument/2006/relationships/notesSlide" Target="/ppt/notesSlides/notesSlide8.xml" Id="R37ec6791198d4b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b24fbb8b04097" /><Relationship Type="http://schemas.openxmlformats.org/officeDocument/2006/relationships/notesSlide" Target="/ppt/notesSlides/notesSlide9.xml" Id="R534dbc98feb949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aa28a8ba6496a" /><Relationship Type="http://schemas.openxmlformats.org/officeDocument/2006/relationships/notesSlide" Target="/ppt/notesSlides/notesSlide10.xml" Id="R61a05cb24cc847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b7fdfb8dd4561" /><Relationship Type="http://schemas.openxmlformats.org/officeDocument/2006/relationships/notesSlide" Target="/ppt/notesSlides/notesSlide11.xml" Id="Rd6452dc5bc354d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ccc807f4a45ae" /><Relationship Type="http://schemas.openxmlformats.org/officeDocument/2006/relationships/notesSlide" Target="/ppt/notesSlides/notesSlide12.xml" Id="Rc19498379bd34e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175e59bc8493b" /><Relationship Type="http://schemas.openxmlformats.org/officeDocument/2006/relationships/notesSlide" Target="/ppt/notesSlides/notesSlide13.xml" Id="Rdedb68ba728949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5e973bb8b4c02" /><Relationship Type="http://schemas.openxmlformats.org/officeDocument/2006/relationships/notesSlide" Target="/ppt/notesSlides/notesSlide14.xml" Id="Rbf0f796af84642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7e7e9821840a1" /><Relationship Type="http://schemas.openxmlformats.org/officeDocument/2006/relationships/notesSlide" Target="/ppt/notesSlides/notesSlide15.xml" Id="Rf93999c9dfb145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4f9ed285e4970" /><Relationship Type="http://schemas.openxmlformats.org/officeDocument/2006/relationships/notesSlide" Target="/ppt/notesSlides/notesSlide16.xml" Id="Re29014b15f8c40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fd400aaae4355" /><Relationship Type="http://schemas.openxmlformats.org/officeDocument/2006/relationships/notesSlide" Target="/ppt/notesSlides/notesSlide17.xml" Id="Rb72d89bec84142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7ca9d92ac446d" /><Relationship Type="http://schemas.openxmlformats.org/officeDocument/2006/relationships/notesSlide" Target="/ppt/notesSlides/notesSlide18.xml" Id="R3285133632254c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bd94963e54683" /><Relationship Type="http://schemas.openxmlformats.org/officeDocument/2006/relationships/notesSlide" Target="/ppt/notesSlides/notesSlide19.xml" Id="Rc771f8eb7d3a4d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4299fc7ab4beb" /><Relationship Type="http://schemas.openxmlformats.org/officeDocument/2006/relationships/notesSlide" Target="/ppt/notesSlides/notesSlide20.xml" Id="Rb799619388cd447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1f0be465a46c1" /><Relationship Type="http://schemas.openxmlformats.org/officeDocument/2006/relationships/notesSlide" Target="/ppt/notesSlides/notesSlide21.xml" Id="Re1282b8096274e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fb20d96aa45a1" /><Relationship Type="http://schemas.openxmlformats.org/officeDocument/2006/relationships/notesSlide" Target="/ppt/notesSlides/notesSlide22.xml" Id="R821ed210a80b4b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166020f6f4ec5" /><Relationship Type="http://schemas.openxmlformats.org/officeDocument/2006/relationships/notesSlide" Target="/ppt/notesSlides/notesSlide23.xml" Id="Re2da829d9a5d41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4a3082d844c43" /><Relationship Type="http://schemas.openxmlformats.org/officeDocument/2006/relationships/notesSlide" Target="/ppt/notesSlides/notesSlide24.xml" Id="Rda0b22c90069497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a6d0dca814bbd" /><Relationship Type="http://schemas.openxmlformats.org/officeDocument/2006/relationships/notesSlide" Target="/ppt/notesSlides/notesSlide25.xml" Id="Ree26288cd5ac413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ca1de84cb41d4" /><Relationship Type="http://schemas.openxmlformats.org/officeDocument/2006/relationships/notesSlide" Target="/ppt/notesSlides/notesSlide26.xml" Id="R47d9e763222d4a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fb3b233f34ad5" /><Relationship Type="http://schemas.openxmlformats.org/officeDocument/2006/relationships/notesSlide" Target="/ppt/notesSlides/notesSlide27.xml" Id="Re32652b0dca64fb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36cbe63ae428b" /><Relationship Type="http://schemas.openxmlformats.org/officeDocument/2006/relationships/notesSlide" Target="/ppt/notesSlides/notesSlide28.xml" Id="R46d1dca6065e417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dd89e1e274164" /><Relationship Type="http://schemas.openxmlformats.org/officeDocument/2006/relationships/notesSlide" Target="/ppt/notesSlides/notesSlide29.xml" Id="R350cf5d52f15476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24a435e724319" /><Relationship Type="http://schemas.openxmlformats.org/officeDocument/2006/relationships/notesSlide" Target="/ppt/notesSlides/notesSlide30.xml" Id="R4829bcfae0d94e7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ab8c124274e16" /><Relationship Type="http://schemas.openxmlformats.org/officeDocument/2006/relationships/notesSlide" Target="/ppt/notesSlides/notesSlide31.xml" Id="R5d8a0e84335e4ca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04bf617424f31" /><Relationship Type="http://schemas.openxmlformats.org/officeDocument/2006/relationships/notesSlide" Target="/ppt/notesSlides/notesSlide32.xml" Id="Rf7ef2d94abdf42d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c7bb018074799" /><Relationship Type="http://schemas.openxmlformats.org/officeDocument/2006/relationships/notesSlide" Target="/ppt/notesSlides/notesSlide33.xml" Id="R29fd7bc7d0d04aa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1f97a129848d2" /><Relationship Type="http://schemas.openxmlformats.org/officeDocument/2006/relationships/notesSlide" Target="/ppt/notesSlides/notesSlide34.xml" Id="R2a445537041e467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5dfa1309e4d89" /><Relationship Type="http://schemas.openxmlformats.org/officeDocument/2006/relationships/notesSlide" Target="/ppt/notesSlides/notesSlide35.xml" Id="R6874d74dd5b8407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9f4f449214fef" /><Relationship Type="http://schemas.openxmlformats.org/officeDocument/2006/relationships/notesSlide" Target="/ppt/notesSlides/notesSlide36.xml" Id="R226b1e6c99d144a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31f60e6ca4648" /><Relationship Type="http://schemas.openxmlformats.org/officeDocument/2006/relationships/notesSlide" Target="/ppt/notesSlides/notesSlide37.xml" Id="Re172a1cbc1a44a7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fd8d8bc8409e" /><Relationship Type="http://schemas.openxmlformats.org/officeDocument/2006/relationships/notesSlide" Target="/ppt/notesSlides/notesSlide38.xml" Id="Rdda63ef8c8e04c5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32ab934d14bbd" /><Relationship Type="http://schemas.openxmlformats.org/officeDocument/2006/relationships/notesSlide" Target="/ppt/notesSlides/notesSlide39.xml" Id="R79a5e7e05f88407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ed6a4782c4e81" /><Relationship Type="http://schemas.openxmlformats.org/officeDocument/2006/relationships/notesSlide" Target="/ppt/notesSlides/notesSlide40.xml" Id="Ra7f218a2f934451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0f323300e482e" /><Relationship Type="http://schemas.openxmlformats.org/officeDocument/2006/relationships/notesSlide" Target="/ppt/notesSlides/notesSlide41.xml" Id="Re850a845034249c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8fb3324af4bd7" /><Relationship Type="http://schemas.openxmlformats.org/officeDocument/2006/relationships/notesSlide" Target="/ppt/notesSlides/notesSlide42.xml" Id="Rb9cda70d1a8142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910A2-B384-44CE-88F2-208F4F85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956C3-15DE-4DBF-9E2B-35BD0702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Oscillators: Positive Feedback , Condition for Oscillations, Ladder Network Oscillator , Wein Bridge Oscillator , Single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59A2E-B228-4088-A7B6-67E6E9A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1AE66-E071-41BF-8422-6C610310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70042-C891-41E2-B2FB-96BA25B1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D9349-E361-4B85-BEE7-48F434CC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44404-88EC-4769-BD9B-90E9C129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50687-838F-4F67-909F-61503D7C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1584B-2C4F-4699-A1DE-A301C01E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A7EC4-FA19-4AF1-820F-A2E9EB6B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183F5-EC63-444D-89F3-0B8A5309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01CD3-019B-4E6F-8E9F-CC14E21A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D715E-86A0-456A-97C1-AD511901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16248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80D95-A61E-43D1-83BD-937960A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50681-E3BC-4A6B-AFB5-7DA126B5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7C064-5011-4D91-88FC-C80FCE91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8FDE4-3D76-427B-9EFD-61D8373C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48E3A-2786-47BA-8542-6733BBFB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BC4CC-2760-4946-B219-A48B5122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7BF18-068C-4C31-9BE5-39927C44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27C6A-D9CB-4F7F-88C0-023DBF9B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3A4E8-DF3A-45C9-8F3D-5E3E4B7D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5A713-525B-4F69-95E8-2767DF55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1A832-2179-46D1-BC83-E9F00779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CD9C7-799D-4FF8-90D2-0F91A3ED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35F69-3A2A-4521-9C54-84FA4A01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66A93-7A87-4C36-B810-AB9F8515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2F682-4EF5-496E-A2C4-A14CF89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64698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6E3030-2F44-4F48-AB36-BDA06392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96089-7B9C-41FB-BE2D-0B3F0628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CAA58-E5C4-4B59-AE80-6810FB25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CC3E5-80D6-4C2F-81AE-7E115EB0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380A3-3E34-4C60-9498-7EAC9607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6F89C-5DF8-4EC6-B623-2739E5F8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655A5-AF11-4216-AD5D-A42DC2CE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3C87F-A94F-4649-BFBC-057AE30A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B300F-36A6-4391-B880-B24F978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Oscillators: Positive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00CF4-77B2-48AB-8B8C-9D4D7DDD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1E383-CD4C-4D6D-BDCC-7EF76BED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9E351-F790-49B2-8C68-FF8867F0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Condition for Oscillations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92478-A517-4C56-B248-0391F765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61C98-6202-4DC0-97C8-FD2F32D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A35CE-0FC1-4D74-8344-E6D46405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Ladder Network Oscillator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86D48-8698-4BEF-9A5F-6B684226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7542B-E0DA-400D-8587-B68CBBAE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C963F-29F6-4846-9A63-9F2D7A93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Wein Bridge Oscillator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6F3B9-8504-4BBE-9023-86D44B70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04433-F897-4A7E-A7CD-ABC5F0E4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F2B09-7398-414B-B8C4-CAF17FC8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Single-Stage Astable Oscillator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22C93-6045-4458-B4C4-4CCB33BE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57DCA-74A7-4258-A05E-89245F10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168C6F-8D03-422D-913F-05D03073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Crystal Controlled Oscillators (Only Concepts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3689B-B3CF-4C4C-B229-4E9773EF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580C8-6A22-406B-9704-44F57885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1C955-5629-44E1-B551-CECEEDA1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and Waveforms . No Mathematical Derivations) Operational...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7CAE9-B10B-40AC-980A-C409471B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E33D1B-B6F6-4695-AD5C-E2FB5360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2EC2BC-E17F-4393-903E-193F8EDB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Operational Amplifier Characteristics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F5BE34-875F-4278-A7C1-0ECA56BB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A19CD7-2221-40A8-9B7F-4E8C0C6D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19026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49F5F4-48B6-4105-85FE-924AF8CB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1C817-A586-48C1-94EA-56D603D1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2898E-F874-46F9-AED7-08633791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988C3-8791-4D22-9EC6-5FF5DC95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3B904-41FE-43A8-AA73-47AFACAC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C00E8-D7D2-4BDC-AAD5-100917B2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99B44-8E9D-426A-B358-0684B781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0E2F6-6341-4D86-8360-5AD0E470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Oscillators: Positive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6D1CA-BA6D-4794-89F6-1872766C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F809A-EF91-4A2D-878B-C73F9538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4CE4B-8A40-43AD-97A6-1783C74A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Condition for Oscillations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11EF9-D961-49AC-BE01-CD6E021B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234BD-CD71-49B3-9180-D02E8BEC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BC8E1-36ED-430D-960C-F0A04B97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Ladder Network Oscillator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C1F4A-3DE2-43CC-B308-EEEC4143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8495B-568A-456C-B280-7378FA02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36971-7973-4B7C-BE6C-6B56B7FA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Wein Bridge Oscillator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C32E9-6B60-44A1-9531-6469CE30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EF232-E33A-4DAA-9D43-D6A49F75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25A97-89B8-475F-AF2C-89FB7802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Single-Stage Astable Oscillator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19895-8A50-466F-A67E-BF520359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3508D-3FA7-40D0-A7B4-4C4B6AEF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EF266B-10D1-4668-A1C1-010E93FE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Crystal Controlled Oscillators (Only Concepts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A650A-43FD-4706-9B97-67364C17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A21507-926F-4585-98A1-06360B4C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77C63-8CF3-4A9C-B875-27EEC3C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and Waveforms . No Mathematical Derivations) Operational....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2AA48-D34F-422F-A6B3-C4DA29A7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83FF5-A277-40F4-A6D5-9B6D52A6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D2B588-644E-4941-A068-58F35A5B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67365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43C5C-B69A-4934-9831-0119F7FB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DB465-3D72-40EC-8B16-75DAF68B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08085-F428-401C-8904-2D98CD87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CCE09-F753-48F9-9893-C08C3704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E1226-01FC-48E0-B3D1-E14A2DAF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Oscillators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0A3A3-2AA5-408E-BC47-45E1B4F2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Positive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99472-546E-42DF-8FEA-2BCCAF1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C5761-3100-489E-9710-C91BF895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FCE5A-C6E7-4C05-8F3B-8940A01B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Oscillations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3FB67-80FC-4386-B63E-B553E4DB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Ladder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737E3-115E-4AAD-864E-FA3466B6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EA272-832C-4EA6-9334-E3A21B1D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Oscillator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89BB8-AF17-4D18-959D-A19FE746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Wein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86F61-E13F-42F1-BB7D-3788340D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Bridge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9D192-A760-4FDC-9D1C-40462028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DA840-6BC9-4BFD-85AD-EC5CB788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55089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6E08F-A1CB-4349-BC01-10C6EFFD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B738C-052F-4F15-BDFB-ECC41603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6681C-13F8-4712-A33A-FDD23F2D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65C73-C72B-4F29-8ADB-FCC70D65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4A3FA-F588-4DAB-BACB-8129E46E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Oscillators: Positive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70212-3924-40E0-B9EA-DBADF99D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Oscillators: Positive Feedback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A8E2D-9A39-4F8A-B33E-59B20BB9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F89EE-3C10-4ABC-8F85-A2FA86C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CDF24-7818-44DD-8B09-6F100A4D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46CE2-55A8-4F0F-A173-34B91CDD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85851-6719-4C4D-9AF9-8EF7F87A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E7051-5CC9-4D9A-8B6D-4A94A105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D06D8-30AA-491B-B03E-10E53238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4B3F3-5D94-4EF5-9DB5-ECD382D2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009B7-19F6-4E1C-A523-B10B76E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65B98-5638-4F3B-BC46-01341458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56021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EFE29-AA26-4F16-8E5F-5EF4FC1E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D76C0-1A29-416F-9D13-BC2F0C5F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0423C-ABA4-4DB0-8584-8B14F392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A6A2F-F1AD-41B2-9046-A76FA1FC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685AA-1D55-4A93-BCA6-A3E60B7F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1CDFA-B2BA-4C2B-A177-4BFB8D6F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17F6C-47DA-45E0-A0CA-BFA3134B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69980-CE91-4C3C-A739-6AF37C5F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94134-0EE5-4155-AF80-D578483E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Oscillators:...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06B91-AE5E-4FB6-ADDF-AE2E0CE3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A930E-D87B-453B-A6A6-995DA43C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8B331-E90C-4683-AC9F-65D8318B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Oscillators...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25F1E-504F-4764-A155-6DA417E9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12DB0-CC4B-4786-A2F9-490C30F9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40959-9AB5-4F3A-95B9-DBD44062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Oscilla...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C3C21-3A75-4E21-BA9A-C94C32E5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DD3C0-FE62-46F3-9E12-6C536F62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EF366-2603-4B0E-B002-AC8DF57E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Oscillator...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D2E0C-33AF-4F32-BB9B-5FE947C1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51AEE-E9DE-4EDA-AD13-6E8257B6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09AC5-2E65-4ABE-A5D6-84426F9B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Oscillators: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69937-B497-4C55-8E15-22BD1FA6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A6EAB-0AA7-4A71-AAE1-F7FA9E0B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8269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69ED-11BA-428C-8296-51C44ED6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16214-D017-41F3-8254-9C90FA1B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425F8-2234-4B5B-90A0-867074F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753CF-B815-47E3-A93E-41C1FA8E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20016-FBBD-42B7-823D-366B7A44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926C1-6034-4ED6-BBA9-F7C59DAD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788CC-51E6-4732-8E51-7E001155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553B1-95A7-49BE-882B-07D0559C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8E839-395E-4B38-86C9-CA87504A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ED04B-D0B7-45D0-8382-F8322922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D1D5F-0DFF-49EB-9F84-981DA933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F5460-52D9-4D5E-8984-E25CA7B5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BB29E-C584-41CA-BD54-C623BE71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D6374-B073-464F-895E-266C2C6A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BE97C-D920-495C-AE6E-E77F7080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67515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A7E7C-6C4A-4776-BDDE-E11A77FA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E66A0-08E9-4785-B01C-D500714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25CCB-46A2-45CD-B23F-A2EA8F1F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23505-8E10-4BA1-9248-517CF64A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45F7A-C2BF-4ADF-A65C-4306573A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CFEC6-844E-4415-A963-72F20616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Oscillators: Positive Feedback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74DCD-B862-4D28-BAD1-627C3650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38FC1-399B-4EDF-BF08-618A0D6A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D1B58-3442-4651-8242-DB05A76C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D7FEB-FE72-477A-B2C2-9D704C05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C7C5D-649E-4483-A2AB-34730CB6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92546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AA90C-2102-406B-BB7F-B2126F8D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A3378-8CBB-4400-88EE-030A13BC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100F3-DB13-44E2-813F-4CFE19F8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C43A0-CB02-4561-837E-A2539171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4E04E-3662-4A63-84A6-A332BE48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Condition for Oscillations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C7B68-6D01-46FE-AE8E-831468AC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Condition for Oscillations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8FF95-7491-4702-BBCD-C95B49B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16954-9E46-46E2-9399-69B49D86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9512A-B10E-4848-B0B9-DC3B9126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78369-3B15-40AA-94A0-BF03EB30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67F51-B021-432B-B239-C79CFD67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7091B-5FC1-40C6-B034-FBE26293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E584E-D017-44B0-9AC5-1F94BE6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BA664-CD7D-4B48-9A8A-D634E1A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79C6F-D450-4830-AAD1-D4634E3B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F760C-7635-4833-BD96-175B93A6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3114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C9B3A-2C19-4509-A38C-E4657A0A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3E498-D258-49D5-A6BD-90A196A5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5E0FB-D070-41FC-9155-154CAA7F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E9430-6DEA-42C0-A6BC-149417B4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373DF-91CE-4C37-B06E-0FCA0F54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266B-7166-4E4C-B13F-6BC6DA82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1035D-EE78-4A9F-9531-0D08234F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D09C6-205F-477D-B333-5565E573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09E9D-3D31-4AF8-BC79-BC5671B9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Condition for...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C7612-946D-4D7B-8D7F-F40E81EB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A49BA-3F46-47BE-9A06-302862F4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91EAF-EFC3-4C3B-8D9D-423ACE05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Condition 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47D78-C66B-43EE-805C-E52EA7F1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FEDE2-527F-47DA-A9B2-B375480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C7A8A-EDD8-498F-9960-47924C61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Conditi...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03B08-DE7F-4266-BFE9-AC49E2D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3ED47-69E6-4CD5-A8D3-BDC56C45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636A9-CE91-409D-8DD3-94B33577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Condition...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5E189-79C9-423F-AFC8-75FB01C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F3765-6F5A-448F-A8D4-03CE9A57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9D8AB-20B6-48C1-972F-611F9353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Condition for...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1F497-F88E-4B22-A58B-0C4AD19B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F97AF-5AC5-4CC6-B195-C0DFB8E2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7439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7A7DB-045D-4BD5-9814-05940C68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04778-5F58-4738-8232-0FFD64C0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B0934-B8FB-4C51-8B57-FC6A289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59694-3303-4EBC-86D1-47F3386D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6DF8C-E1F5-44D8-A6F7-BB281EFB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98C06-C0B3-42A4-BE3F-A5C5AE00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FA503-1AB9-44B7-9409-30119A0B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4FED7-0077-4556-8446-290326C5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3CE65-DFC2-4CA1-B20D-527C9648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E45F6-F5F7-417B-9023-97FC3CEE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FB973-A6AB-44BF-A4D4-EF916BBA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B2436-E4A6-439F-A97E-B7223B60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1467C-4788-4775-96D3-049ADB25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2FEB3-00A5-486D-9FC8-7AFC578E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C1F56-D103-46EB-A4F9-777A3480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238803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16BBC-91BD-484A-ABE2-C675CDBD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8759F-825B-4E65-BFB8-1613B91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38919-E6B3-4567-BDA2-028F6555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0448D-772A-44EA-9467-925F5A4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06E40-F8B3-4403-AC05-637E444C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CD145-B5B1-49FE-BF9B-F43C5B29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Condition for Oscillations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89246-763E-4964-8E8C-8300AA23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E9CDF-1119-4100-B337-5A8EE705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C5718-F9C4-4122-8BB0-254315F2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3B999-43E4-49F1-9B71-55718883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E24FF-F919-447A-82D8-E2DDFDC0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69944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CD70C-7024-4B59-8F65-48C46E7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7DEBE-A344-43A1-8999-8A32004E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268E5-4E8F-452E-8D36-30755707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504B2-1A52-4DB4-901A-E66C684A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21A96-8040-4767-BB16-ABDC35CB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Ladder Network Oscillator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5A4FF-DB58-4138-BC34-0CB27404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Ladder Network Oscillator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C6E90-6713-44F9-A7EC-EAB0A8CD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379CC-FBB5-4CF8-B5D1-009671D7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51C2B-6136-4741-9F10-378EF94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43E80-24AA-4787-B8A3-DEB0F979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8EAAF-4999-4E65-9C65-77CFD736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556F4-24C0-45C6-8A05-7514C1E3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AD137-FE11-4530-B81D-6287CC7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4FD59-C9E5-4F91-A8CA-D825D592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D322E-DC02-4612-8A70-5F6BC0FA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F5099-DFAE-4D4E-888D-9B830C69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769025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8F1FF-0C25-492B-8DB3-20DABC39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8ED00-A109-4AE1-AD13-6281A289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47CCD-39CB-483C-B46B-9A897D66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40872-BB34-4A8C-950B-C0110612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E00A6-677E-4095-9304-A16B8D64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A051C-3CE1-4A1B-B157-0D5216A6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045AA-E239-4E75-B7C9-5B10AA66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F1DE7-36B6-4BA3-93A8-38F18027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692BA-653B-44FF-952E-16C5CEC2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Ladder Networ...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7D0D6-983C-4F56-B89A-EBD881EA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4B211-775E-406A-96C2-1A135F47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B7336-99B3-48D5-A697-B3AFCC47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Ladder Netw...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E659A-B338-4352-B810-2794D0E8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4F56C-C348-43CA-95D2-97651DF6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54CDE-82D8-4EB9-B031-89E264E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Ladder...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E63AA-C633-4B78-BB9A-DC5AF86A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1701B-6883-4828-83D0-D794DC4F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35315-2A14-4415-8F11-8B39B7A8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Ladder Net...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11A44-18E0-4F08-A1BB-575DCEFA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6D918-F86B-405B-8E4D-83293389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5EACD-04C6-49FF-893E-69E9BE6F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Ladder Network...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16C4F-7EC5-416F-810A-9EAFC89A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FD6F2-3915-4FF1-A970-0E4469C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9798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A0F0B-16C4-446B-83E5-A2D93109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5A30B-C413-4F04-8A97-C6DAA745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950BA-901B-46C6-962D-E29596D6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A5330-6575-4C7B-9C16-068D562E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7CA3E-650F-4191-BB22-7A0F9AB7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74C4C-7885-4C53-89F5-764D7B2A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1614D-E62D-4DFF-A160-DFD2D6DB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EBB7C-184A-40A4-BDA8-CAEA7137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195F9-B576-4C18-A037-AD74860A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4C3AB-0F47-4878-BA95-70711E3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3E79A-830F-4CAC-A7D5-74EB9F86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AF83C-27A8-4D81-9ADE-60FC088B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E4759-1690-454D-8F4B-8B4B9C27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C573C-A482-4B2B-8082-DC6AA65F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A4158-6B1A-4BF4-AD50-196774BA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88911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ECE41-8748-4417-A8E3-B90A439F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E463F-2082-45BF-A14F-7A9A13B4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65C66-89F9-4616-9109-0563AACD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111F8-A0CC-41F2-B55D-977B2682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0C686-3224-487A-B48B-9B9994D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081F2-3C02-43E4-9EFA-59BE8304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Ladder Network Oscillator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B1C63-AD5F-46FE-BC94-49BBCDFC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AE2E7-E6BA-415D-B345-71FBEDCD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5F22B-B819-4A65-A60D-B1D351E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A5D17-73E3-4A7F-8163-D0976FE6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2038E-627D-4E58-86AC-716E4E2E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642271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74FDF-842E-4F7B-8BD4-ED9FF447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5112B-AC39-47E2-AF3B-FCD997E9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E273B-A086-4DEE-B4FE-A944BB18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5215B-5FFA-4690-A3B6-74EF51E9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A27E7-A177-47DF-92B2-98903FD5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Wein Bridge Oscillator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DDBB2-BE40-49EB-966F-3911452E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Wein Bridge Oscillator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3B92E-AB17-4ABC-93A9-30ACF194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26384-85B7-40D5-A038-EBF081CF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48EDC-0DA8-479E-9EC6-C4C2C841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81696-0848-4FCF-BC4F-9B47BA6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653AB-ECD6-4E34-AC85-EE7B3EF1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EAEED-3B28-47E5-8E9A-9C70200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EF90E-56F6-4BA5-AC10-6FADB76A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180E1-2C41-42B7-BFAF-0674AD0D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5A281-DDC0-47F7-A4C7-F8270FF6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BC61B-D519-4BE4-A0E5-F788F73B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84897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BDCBB-18DC-461A-A5CF-0C344AC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4BEB9-CEB9-4818-988C-6E6A8298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15611-C573-4600-889C-1B25A075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2FC80-36E4-4267-80E4-7A7B2D59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E3C2C-94F9-4FBA-9794-46946B9D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82C9E-1FE8-4517-B788-7BD61807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C90B1-FAA2-4911-8754-9F3F8438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B0801-4E0D-4136-AB88-8C866FA6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470B5-C733-41EA-9532-9F5371A7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Wein Bridge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2CC0D-A4A1-4FFE-9E47-24A39026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2373F-9A2B-425D-8D59-07F8A18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EE5BB-A377-4E1B-AB54-F2A1D8E6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Wein Bridge...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F48FA-5A9F-4BAC-BE8F-B9E3EC60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229C0-E44C-4592-A64E-713B0F0B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81C4B-7FA0-48E2-A2A6-DF5E324D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Wein Br...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6DFB6-2AE2-4DD1-B192-DA7C1344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93347-728A-427C-AF34-CEE3E82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06B21-D636-4558-8D7D-E9B8C914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Wein Bridg...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20361-BEBE-4F24-91A1-77FE04D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250DB-62B4-4FB5-B71B-22A2B851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C31EA5-8076-47CE-AE05-0D97E03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Wein Bridge Os...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A195B-FFD7-46AC-ADF2-722F866D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BA404-D336-4D17-9901-CBF56391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608143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FC2EA-A6DD-4774-83B2-221D28F5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73AB0-1F0B-42AD-90AB-38706538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41943-195B-4EEC-94CE-770F6371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0FDC6-C0C2-48DC-82C1-43839C49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A946D-027F-4F68-8482-882E5C8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7655A-E22C-4F3F-9D71-88520F68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6A34E-CA20-4317-A41B-71F32639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8CD9B-8FF8-4A4D-8942-52C9278D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5A4A9-BCB0-487E-8C00-8AFFC2A8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A3BBD-0CAC-4BD9-85D5-EDA10F0F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CBB33-3744-4708-871C-F14090BE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7D211-69CE-40E3-85FB-C0C1DDA8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CFAA1-F736-4C48-AE86-A56B380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13CBB-853D-4C66-93E0-EB5652BA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1B41C-5AFF-406E-BD49-E46BB6F1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728958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A3162-7D29-42A0-80B4-92FE1E6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1F8AC-608D-431F-953A-20E2D09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6B7FF-E4FF-4B88-8AE8-69F16441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BD4E2-7A6C-405D-BE1E-C1E85257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64FEC-27ED-4DD1-9ACC-EBE42817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48030-F05A-4767-80F0-BE507D3B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Wein Bridge Oscillator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97AF2-A369-4C39-A0A7-DF05E565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0CE2B-0FDA-47B6-9898-163A6DD0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6B1F1-610F-4008-8C47-C71884F2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D92A8-7E2A-472D-B749-E73A13CE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FB57C-38F3-4D87-AAFD-15AEB4E5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854551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253B2-D45C-4BDE-B83C-73B5A756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614B2-07BB-4287-AB57-E7D0BCA9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562FF-BCBC-48C5-922F-76E5225B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3045E-0639-48B3-BC4A-AF382CFC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4F8EE-3C92-48D2-9928-FF1C0B6E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Single-Stage Astable Oscillator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1F145-B998-45BF-93EB-769E936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Single-Stage Astable Oscillator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B6154-1ABB-4770-95C6-B58303C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DB3EE-89D6-4D0A-B806-8B0AD062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55E13-7509-44FC-A387-65486D41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2F39B-9E7D-4D6D-8C9C-761B5E7E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7ECB2-DCC7-4BD1-AE7A-129FB578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B0C65-E016-4C2E-AFF4-CB29D541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8B9B9-A5C6-4EF3-9B07-29EF8D5E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CA605-B1CC-4F1B-8E24-2100F07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BA06E-1DF2-4E0C-AFF0-8D7BF407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6C1CC-E522-4FF4-914F-620ADDFD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67368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A641E-65AE-49DD-8F38-16B0A79A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E2AEF-070B-4349-A88F-230D9D8D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8C39C-3893-4CDD-B8A8-15628DE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9F622-1168-4C50-AD99-F60E0D9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BEA97-8C21-40CF-A37F-84363C37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D56B3-AB0B-4F66-98B9-292007E4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768C6-B92F-465D-8B7A-EB4BBE7F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07E80-5974-414F-A845-C5EEF150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2984C-08C0-49D2-AE02-F704E6BA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Single-Stage...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24ACC-F848-4590-B4F6-D3A94FCD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0B081-3A28-44EF-96CF-42FC5C10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A2C38-48BF-48A7-B4B8-1DE519F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Single-Stag...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EE341-8186-4F07-B7C2-EF22AA61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702BF-2D94-403A-9405-1D32E9F0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BB9C9-8462-4810-B4B0-A414E94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Single-...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949E8-0FCF-46CC-B8AB-B96690A2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F1327-3E44-4A0E-805E-167FEDFA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4D1B8-0B07-4F98-971D-C428B79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Single-Sta...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0DD0D-6D24-42FE-8478-94A11D17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86343-BAA1-48B9-88E4-38D8274D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297FE-34BE-4510-AA64-F46E10F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Single-Stage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3371F-D43E-4E9A-B5AA-1E1DB8D4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28A17-CDD4-4D00-B963-3724D928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52960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7DD2F-31DF-4801-BB6A-B88D5CC9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07B4D-7FA8-4D84-94A1-97ACD88C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B9688-268B-41F6-999B-9BE870C0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7F4EE-03F9-4CF8-B643-51B36974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59AC6-2966-4885-8AF5-64EF0331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2B3FB-38E9-47F9-AD3E-6505A2FA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9A950-140F-431B-9BCB-9F47BFB6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37CAA-7826-4FC7-A131-6C6BA295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C7D8A-D77A-440F-BC65-31E26B56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B9AEF-A882-4FDF-9741-C592BFA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28A02-7B66-4D6B-81C8-C0C90779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AC3C3-F31D-4357-BF0B-959858EE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4FAD6-C235-4B1F-AA06-EF9648D3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5CC16-C5B0-4363-AA18-0313BA64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C077F-EA92-4D5E-8372-5228CA91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09997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84A53-EE16-43B6-A817-796C730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DE7B6-C2AA-459C-9CAF-0474873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20F3E-1757-49CE-BE5B-1A7166E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99B01-2B63-4376-9595-F575B9EA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8A80C-6488-476F-B4B7-056E1C7A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4FE08-825C-42C9-99B1-CC5B483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Single-Stage Astable Oscillator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1D55B-9159-436A-9557-C1EFA572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E8529-9E9C-410D-AA10-D3490531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2A4B3-A874-4D84-86C2-7D45285F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ED468-FB06-42A6-9309-336B119D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331CF-31CB-4EBE-B682-5C1173BE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670523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1FAB5-353C-4713-BB11-69186BAD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85F41-3F7C-4D61-9DFD-4C65239C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33260-E564-4C1F-838C-CCA37785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90D69-AD02-4984-B5AF-DDF1D21E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245BE-F1E8-4ACF-8E7F-A835D41E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Crystal Controlled Oscillators (Only 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151DB-A5A8-481A-B52F-556190A9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Crystal Controlled Oscillators (Only Conc...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4C894-A291-4681-96AD-5DA3E860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037C3-439A-4EA8-9075-EE5B41F4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33568-D1A4-4D02-9027-472708AB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835EA-5BCD-4B1D-921C-91FCCF8B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5AF86-E045-4367-8089-A5257328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26BB1-695C-4D5B-827B-CBA1FFAA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E2EAB-A2FB-4178-82EF-1D0E8322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457EE-4B46-491E-B853-70B1B4B6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2B7E9-117A-4748-8063-CE8401FB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CD837-A0CC-4894-93E5-D3E47635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050282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FA8F7-7AD6-49D3-87B9-23BCA153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ECC05-D591-49A7-9641-925B23E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5A535-BB06-4EA0-A9E9-1B6E8D22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C5A0E-0A62-4B33-AA75-EAC1B42E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71104-867C-4B51-B459-AC990741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C1EA-68AB-4D13-A72E-D521A214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FCD6C-6BF8-4F01-BE28-23549441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392EB-F194-4DB2-A4CF-0D0282E5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B139C-7026-4527-BDF9-8E4A00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Crystal Contr...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F7797-0D11-4D33-9601-007D909D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5FBE5-1B04-45BB-9C8B-29D3E73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A4856-F7A4-4D1F-B00D-9C4894CF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Crystal Con...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4FB1A-2C75-4677-A0DE-1F22ABF1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E1A67-ECE7-4217-A635-A7CDCB9D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B3A8B-D895-426F-BCD9-829F64F4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Crystal...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0C139-4B9A-4FA0-8E04-A1407967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B0624-4D69-4891-BC4D-08CEBE3A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C5E4E-8B6F-41E0-8E8E-685B1594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Crystal Co...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77728C-4402-4FC8-B562-B1949E7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6FFC2-FAD9-4C6A-A311-D1848611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870A5-A930-41B2-8E0C-51DBD963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Crystal Contro...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F96E8-1EB3-46DA-A670-3F3C34DC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763411-55D1-4BF7-B594-C91DEB14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66931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1F347-BCF7-4560-90E7-3E8B23D2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7432A-A72C-4095-A725-DE09BC5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786D4-B9A7-460D-A1F6-66F970FE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66AAD-4273-4F0C-913D-5AB021EF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67993-DA72-4428-8E1E-4E525034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EA14B-6281-4908-BEFA-4C8F8A03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EAC6F-1CE3-48EA-9A7A-F1864893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503BC-3031-462A-85AF-1B00480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C753E-46C7-4F71-AD7F-150C1C4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11821-372C-4AD7-972C-C60C72AA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9A50B-8381-4BF1-B051-09843EA2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29595-8E14-401B-9366-E8185C59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41299-5460-4852-BBFE-B7FFD416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64C87-D672-4A80-B8C0-47D854D1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D73FC-5142-4982-8351-C23607C0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4346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1CF7E-89C3-4283-9761-8EE90A7A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E3D5A-AC38-414F-8B93-F4A8542D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F65D1-B855-4EE2-AC40-2E3A383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52BB1-A73F-4C80-89EE-BC420510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AF51E-B32F-42F8-9D4B-78D67266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73549-1D97-4AC8-8184-1369C8EE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Crystal Controlled Oscillators (Only Concepts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EBCC0-9A7A-467B-87F1-518A7B99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D9153-E51F-45CF-80BE-F1C04A52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F338C-5F79-4EE2-AD58-C47C691A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ECB90-8CDA-4244-A6AB-473F3511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5D1DF-BAAA-4BA6-8390-DE29D73D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908585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DCE75-B76F-40BC-8F88-99C2AD89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7964A-DE7B-4E05-AA0A-FDB25E7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68028-12C7-40EC-BFE3-AC774687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97EE3-6116-4E81-9614-2E92C008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92B1A-9437-447F-AA27-04CD8996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and Waveforms . No Mathematical Derivations) Operational Amplifiers: Operational Amplifier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C14F1-CFE9-4B95-A053-84D26805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and Waveforms . No Mathematical Derivatio...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CCBB4-8F42-4BCE-8D03-D6F6D068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BBA2E-FF32-4869-AF8E-AFAB03BE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72AAC-13EC-4F4F-AE11-B403939C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EC426-B7F8-49C6-9940-6F131DC2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E6A44-E6E4-4E18-B311-4C7F3A09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92378-66D3-4B31-9C4F-E8BEC9E1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E0EE7-57A7-44E5-B4A0-FCDF39E1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2B051-0203-4A8D-AB74-402EAC3B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28273-BF0B-4B3F-AD29-0755114C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182CB-AE2A-463E-A506-668FB8AD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7693719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6472B-DE0D-4372-95AE-01FE822D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16C29-F763-45AE-8AC0-1CDC583F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84094-AAD7-471C-9795-B286CD01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ADE7A-9044-4AFF-BC75-5367247D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F9739-79F0-48E2-AED1-D8D7C20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B2318-DE75-4045-9EA4-969A1FA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8D906-C8EB-4AF5-8FFA-397D6300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90B38-E76C-444B-ACDB-E0EF1E24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B249A-B518-4B5E-AC8B-2CB49B55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and Waveforms...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02697-0927-47E4-B68D-7DB6054C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EE334-1503-4910-90D5-6DD19C10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D7CD7-F069-416F-B521-59FF6B26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and Wavefor...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E1494-3466-4BA1-B601-E21B0D95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8CA1A-07ED-4080-A2EA-0EC68FF0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F2B7B-81E2-469B-9388-C384C9DA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and Wav...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D9729-8880-425B-BB3E-366AD0CC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74D28-7F1D-428A-B805-2019C177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03429-F97F-493F-A13D-DD12E37E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and Wavefo...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F241C-9324-4705-A0BC-315A9442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0F487-BF98-4BD8-890C-6BD0078F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E3779-06A4-4133-8E93-8F7BF854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and Waveforms...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62938-A939-424A-917D-8ACBEC13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75470-EC2F-43E8-877E-A9C84BC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0265689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636B8-3F7B-41CD-BA20-F5D32C4A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0AA36-0CA8-4183-81E9-635C223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99550-3330-4CBE-82B8-CE617537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46FDC-6C78-4A8F-867D-5B870EDE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795B1-B7EB-42D2-8B47-775773C3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6AA5D-991E-4D40-8539-D0A5EF9E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E77CE-28E2-4990-8002-8B0885A2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631EE-7AFD-4986-AFCF-690CE52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F5B20-5C02-47C8-8948-822EC4CB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FF130-0D1C-4AF1-B3D8-BA68FEDB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84E66-001E-4B83-9A88-423473A3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DB9D1-3AA5-43CB-A577-12CAA24A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8FA51-6A14-4F43-8166-8357C7AA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DD176-1304-4707-99A4-1C212C9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42A31-B270-4C06-AA9B-5A75C3E1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980636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9FDB6-39B2-4AB3-A451-9CC76566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0BCF5-03FD-4148-B8AC-95F91828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D3CC3-0ADB-4706-AF92-B6DA9A6C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2EDA4-2978-40E6-A7A2-2779747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FA12C-1560-4B28-8585-EBBEB05B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CFD72-5C47-4386-BBA3-E30AE188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and Waveforms . No Mathematical Derivations) Operational...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ECA8F-FA45-49F5-BCD6-34D1A0A1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26D5C-22E4-499A-9104-6498497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D070C-FC07-4C3A-9749-1274A32F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93034-044E-4FE1-BCE3-CA915B51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83DF8-8328-415D-8794-5401B06A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9500870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9B616-FD58-4237-93D5-05EF5320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B62BE-0810-49CB-B29D-91AD49AD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6B729-EC5A-4401-8342-48105E1F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2D311-C4C4-4DEE-A9B8-F8CDFB7A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7784B-9C33-4378-87BB-E712F8EA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Operational Amplifier Characteristics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C3898-7C9F-4D83-905C-BE1A453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Operational Amplifier Characteristics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FFE82-4BDE-4782-B202-45DF34D2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88934-2EC4-46DB-BCEB-8D749310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90566-59D7-4C62-BAE4-FBB7CE3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696FD-EB9E-4143-B2E1-FFFE5B5D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9823B-C280-488C-8B1B-A8C7FFBB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55207-56AE-4384-BBB5-D1B5EA54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F9E28-7095-4DF1-A7E0-8043E056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D0DE3-686D-4734-A7A7-90FF1504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D6EC8-E634-40D0-968A-42283255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4B18B-964C-4684-B48B-FD57FB98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253186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CE935-CCFE-42EC-A47E-AA77F074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E474B-F0D7-4F04-BA6F-4DB2170C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B1BFD-E6EE-4965-9489-07ADA15D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10E82-EDE8-4DCB-927F-7137B6AF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65FBD-545F-44F9-B681-B5BF40A6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F5810-337A-422C-A3E0-41052B4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366D1-EF91-4FD1-8E58-16965826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2BF4D-2D74-4FE5-8379-1FEDB831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9EFDA-FDC9-4ED9-951D-9EFCF756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Operational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3E063-1D57-4D83-8782-9C4B0CB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69845-AC2C-4BE5-B136-5D46030C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25DAD-FD0E-4F51-AFE5-416E2684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Operational...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F4A52-A41F-400A-ACE8-CACD270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3A7DE-A928-4D9D-BEBE-830B6715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936C1-57AF-4FB3-856D-D1FF0C3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Operati...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9E0F2-554C-4CE6-A3A8-3A91A3D9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96EA3-F779-463B-AF9E-6569A5C7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20696-2351-4C14-B380-E77BD29D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Operationa...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ADF74-CDD1-4A37-BF19-528BCFCD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9A9D4-B06C-4AF5-B261-75B26D97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65551-40EE-481D-83E3-A3340972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Operational Am...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1848A-7024-449F-8669-CB1AB899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6E5EA-330C-4A5E-AB4A-C6400A92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2308353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650E5-7AA6-46DE-9678-D0F65626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0667D-D821-4C08-8478-4D826EA3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A6C68-F1D0-4003-9D01-E7709978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4D058-6F93-4EA1-8BEC-2FF2DE7F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595CE-439E-4F07-B88D-C8A13D04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1BC81-1659-4C11-AC58-09BE37EF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C9FB9-3AC5-402B-BE79-3322939F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47DB6-956E-4124-864C-8AE22103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EC5C1-CE6E-47BD-B64F-D8290F33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5E6D5-3578-4BDF-A1F9-F61176F2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EDCB4-AB90-4C16-A7DA-4FD3F128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9DB38-0BE2-4B4E-8553-290C5DF0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07872-62AA-4028-8896-4C8834EC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8B2C9-0A81-4CDF-9583-29621C24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82EDD-CB46-417D-B5C0-A1FEDD56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170300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9EA56-7B33-40E9-ABFA-3F1BF9D4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6923A-8375-44C3-AF23-8A5D3F26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85B02-70DD-4931-9131-F0263BA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3FAE6-F557-4EB3-808C-94587D54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201A7-A3CC-4BAA-81FD-6A784EBF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650F1-3189-4882-80E6-B5237BFC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Operational Amplifier Characteristics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AD0D6-0EAB-4A90-8BA2-DFA6023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17D8B-6555-4A94-AE6D-3957804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554FE-0B1E-4AD2-8C99-E107B34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3191C-F8DB-4ACE-B645-A939AC0D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A2F1B-A354-4A54-BEF0-BF89096F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174500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969CC-7DF9-4624-BE97-E0FDD693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2C3DF-454F-4A0F-9311-B8A49DDF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5AFFA-8894-4A0F-946C-D196401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A9E99-54B3-4B31-8A5B-DBA1A46C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6AC0C-E629-4AE9-BAF8-B5602279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E6612-77AC-45EF-885E-B068CB4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0026548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03854-59E6-4997-9D79-09DAB516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6A86D-5603-4FC8-A26B-92A62239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892DA-E5A6-4A5A-BABC-7C1BC679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8030E-E575-4742-9665-439890A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CDCCC-EB3B-41A7-B8A5-F600DE98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Oscillators: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Positive: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Feedback: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Condition: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Oscillations: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F696C-7596-49B6-9A69-2A4C9DA8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1727994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9E7B8-E455-45D1-8852-9EEF3217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22C6E-50BE-4E03-99D9-7528F723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1CEE9-F13B-4E3A-B2CC-047ECCE3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645E4-648A-4FC0-90B7-D5E7BDC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C2DFF-8B73-4B69-B101-E9E4A8F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2CE99-3178-4DB2-B206-52B8DAA7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8849706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96E6B-AD09-4A00-8094-3AB3487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4DE58-FC40-4EED-B601-1E63CFB9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DFFC1-2D3E-48FA-9E81-0BFD1FE3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47967-229D-4812-89C5-13016E16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D5B40-A317-41CC-86B1-96D452B6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761C2-D46B-437E-92AD-0D7D2F22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562922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07A26-D419-4579-8680-94D137C5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87E1D-3CFF-4F41-924E-33ABD1F7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DF2AC-7DDB-45EA-8F8F-934A4362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7BA34-553C-47B5-B554-ADF03364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1A37B-08BE-4FD0-A77A-8C51DBBC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Oscillators: Positive Feedback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Condition for Oscillations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Ladder Network Oscillator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Wein Bridge Oscillator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Single-Stage Astable Oscillator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FCCA8-5351-4D40-BAF7-FA98AFC7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AA7B6-1732-4133-8384-9E5DC8DE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D3166-9546-4777-B1F3-B7FBB83E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49915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2026-08-24T16:02:48.3770000Z</dcterms:created>
  <dcterms:modified xsi:type="dcterms:W3CDTF">2026-08-24T16:02:48.3770000Z</dcterms:modified>
</coreProperties>
</file>