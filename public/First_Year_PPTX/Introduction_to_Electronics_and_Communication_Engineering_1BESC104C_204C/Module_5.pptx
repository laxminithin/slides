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b74d5bf4434818" /><Relationship Type="http://schemas.openxmlformats.org/officeDocument/2006/relationships/extended-properties" Target="/docProps/app.xml" Id="Rdc5cb034d4c84f0f" /><Relationship Type="http://schemas.openxmlformats.org/officeDocument/2006/relationships/officeDocument" Target="/ppt/presentation.xml" Id="Rbbe009823d8a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4c552e41174cc9"/>
  </p:sldMasterIdLst>
  <p:notesMasterIdLst>
    <p:notesMasterId xmlns:r="http://schemas.openxmlformats.org/officeDocument/2006/relationships" r:id="R5fd0835b262b4c22"/>
  </p:notesMasterIdLst>
  <p:sldIdLst>
    <p:sldId xmlns:r="http://schemas.openxmlformats.org/officeDocument/2006/relationships" id="256" r:id="R9eb668c2897b4e7f"/>
    <p:sldId xmlns:r="http://schemas.openxmlformats.org/officeDocument/2006/relationships" id="257" r:id="Rf2b2fdb582f24174"/>
    <p:sldId xmlns:r="http://schemas.openxmlformats.org/officeDocument/2006/relationships" id="258" r:id="R99b07b3ff69c428d"/>
    <p:sldId xmlns:r="http://schemas.openxmlformats.org/officeDocument/2006/relationships" id="259" r:id="R28ac0e8a40604f5d"/>
    <p:sldId xmlns:r="http://schemas.openxmlformats.org/officeDocument/2006/relationships" id="260" r:id="R189c69e7c03b4f06"/>
    <p:sldId xmlns:r="http://schemas.openxmlformats.org/officeDocument/2006/relationships" id="261" r:id="R6f221687407643d0"/>
    <p:sldId xmlns:r="http://schemas.openxmlformats.org/officeDocument/2006/relationships" id="262" r:id="Rbe918ccecd2a406e"/>
    <p:sldId xmlns:r="http://schemas.openxmlformats.org/officeDocument/2006/relationships" id="263" r:id="R04e607740c404ea6"/>
    <p:sldId xmlns:r="http://schemas.openxmlformats.org/officeDocument/2006/relationships" id="264" r:id="R1350d1548dd74f2a"/>
    <p:sldId xmlns:r="http://schemas.openxmlformats.org/officeDocument/2006/relationships" id="265" r:id="R392856c8fda94596"/>
    <p:sldId xmlns:r="http://schemas.openxmlformats.org/officeDocument/2006/relationships" id="266" r:id="Rbf4edb4d61eb4e92"/>
    <p:sldId xmlns:r="http://schemas.openxmlformats.org/officeDocument/2006/relationships" id="267" r:id="Rccf8c38fd108449d"/>
    <p:sldId xmlns:r="http://schemas.openxmlformats.org/officeDocument/2006/relationships" id="268" r:id="R8734d63e799347d5"/>
    <p:sldId xmlns:r="http://schemas.openxmlformats.org/officeDocument/2006/relationships" id="269" r:id="R793d379a49f9426e"/>
    <p:sldId xmlns:r="http://schemas.openxmlformats.org/officeDocument/2006/relationships" id="270" r:id="R932a99592dd947f0"/>
    <p:sldId xmlns:r="http://schemas.openxmlformats.org/officeDocument/2006/relationships" id="271" r:id="R98827f7339b4439a"/>
    <p:sldId xmlns:r="http://schemas.openxmlformats.org/officeDocument/2006/relationships" id="272" r:id="Reb5521a37b0c4d49"/>
    <p:sldId xmlns:r="http://schemas.openxmlformats.org/officeDocument/2006/relationships" id="273" r:id="Rc5222ebc681d4bde"/>
    <p:sldId xmlns:r="http://schemas.openxmlformats.org/officeDocument/2006/relationships" id="274" r:id="R1dfc82968b1e4d81"/>
    <p:sldId xmlns:r="http://schemas.openxmlformats.org/officeDocument/2006/relationships" id="275" r:id="Rd36586c6f2b445e4"/>
    <p:sldId xmlns:r="http://schemas.openxmlformats.org/officeDocument/2006/relationships" id="276" r:id="R68ad24135762478d"/>
    <p:sldId xmlns:r="http://schemas.openxmlformats.org/officeDocument/2006/relationships" id="277" r:id="Rb07707ad8a3a4433"/>
    <p:sldId xmlns:r="http://schemas.openxmlformats.org/officeDocument/2006/relationships" id="278" r:id="R7d7f1d7c2acf4bf0"/>
    <p:sldId xmlns:r="http://schemas.openxmlformats.org/officeDocument/2006/relationships" id="279" r:id="R55c7ca49ea394096"/>
    <p:sldId xmlns:r="http://schemas.openxmlformats.org/officeDocument/2006/relationships" id="280" r:id="Rc9a626db4a4448ad"/>
    <p:sldId xmlns:r="http://schemas.openxmlformats.org/officeDocument/2006/relationships" id="281" r:id="R86ed053f6c07410e"/>
    <p:sldId xmlns:r="http://schemas.openxmlformats.org/officeDocument/2006/relationships" id="282" r:id="Rd03d2a77d7244d03"/>
    <p:sldId xmlns:r="http://schemas.openxmlformats.org/officeDocument/2006/relationships" id="283" r:id="Rf60e0fb7e7da4f8b"/>
    <p:sldId xmlns:r="http://schemas.openxmlformats.org/officeDocument/2006/relationships" id="284" r:id="R41a49a226d444379"/>
    <p:sldId xmlns:r="http://schemas.openxmlformats.org/officeDocument/2006/relationships" id="285" r:id="R9e09eef8f5b24bd0"/>
    <p:sldId xmlns:r="http://schemas.openxmlformats.org/officeDocument/2006/relationships" id="286" r:id="R6c24e6d5cbe04a1d"/>
    <p:sldId xmlns:r="http://schemas.openxmlformats.org/officeDocument/2006/relationships" id="287" r:id="R59c7a1d7d4244eba"/>
    <p:sldId xmlns:r="http://schemas.openxmlformats.org/officeDocument/2006/relationships" id="288" r:id="R4f29b546d3084c30"/>
    <p:sldId xmlns:r="http://schemas.openxmlformats.org/officeDocument/2006/relationships" id="289" r:id="R4946dad215e74558"/>
    <p:sldId xmlns:r="http://schemas.openxmlformats.org/officeDocument/2006/relationships" id="290" r:id="R4746e3ff31e8499e"/>
    <p:sldId xmlns:r="http://schemas.openxmlformats.org/officeDocument/2006/relationships" id="291" r:id="Rc307dd4bc390433e"/>
    <p:sldId xmlns:r="http://schemas.openxmlformats.org/officeDocument/2006/relationships" id="292" r:id="R6e4c2bce55204e45"/>
    <p:sldId xmlns:r="http://schemas.openxmlformats.org/officeDocument/2006/relationships" id="293" r:id="R3f6e16ad0e784e07"/>
    <p:sldId xmlns:r="http://schemas.openxmlformats.org/officeDocument/2006/relationships" id="294" r:id="Rf4923c0a9ab44220"/>
    <p:sldId xmlns:r="http://schemas.openxmlformats.org/officeDocument/2006/relationships" id="295" r:id="Rb2e02ce2b17a4e65"/>
    <p:sldId xmlns:r="http://schemas.openxmlformats.org/officeDocument/2006/relationships" id="296" r:id="R28efe0446ded4e7f"/>
    <p:sldId xmlns:r="http://schemas.openxmlformats.org/officeDocument/2006/relationships" id="297" r:id="R2604df170baf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80a6a59804a2c" /><Relationship Type="http://schemas.openxmlformats.org/officeDocument/2006/relationships/slideMaster" Target="/ppt/slideMasters/slideMaster1.xml" Id="R4b4c552e41174cc9" /><Relationship Type="http://schemas.openxmlformats.org/officeDocument/2006/relationships/notesMaster" Target="/ppt/notesMasters/notesMaster1.xml" Id="R5fd0835b262b4c22" /><Relationship Type="http://schemas.openxmlformats.org/officeDocument/2006/relationships/presProps" Target="/ppt/presProps.xml" Id="Rb20953ce6e6c4554" /><Relationship Type="http://schemas.openxmlformats.org/officeDocument/2006/relationships/tableStyles" Target="/ppt/tableStyles.xml" Id="Rf9977ddeb3d444d4" /><Relationship Type="http://schemas.openxmlformats.org/officeDocument/2006/relationships/slide" Target="/ppt/slides/slide1.xml" Id="R9eb668c2897b4e7f" /><Relationship Type="http://schemas.openxmlformats.org/officeDocument/2006/relationships/slide" Target="/ppt/slides/slide2.xml" Id="Rf2b2fdb582f24174" /><Relationship Type="http://schemas.openxmlformats.org/officeDocument/2006/relationships/slide" Target="/ppt/slides/slide3.xml" Id="R99b07b3ff69c428d" /><Relationship Type="http://schemas.openxmlformats.org/officeDocument/2006/relationships/slide" Target="/ppt/slides/slide4.xml" Id="R28ac0e8a40604f5d" /><Relationship Type="http://schemas.openxmlformats.org/officeDocument/2006/relationships/slide" Target="/ppt/slides/slide5.xml" Id="R189c69e7c03b4f06" /><Relationship Type="http://schemas.openxmlformats.org/officeDocument/2006/relationships/slide" Target="/ppt/slides/slide6.xml" Id="R6f221687407643d0" /><Relationship Type="http://schemas.openxmlformats.org/officeDocument/2006/relationships/slide" Target="/ppt/slides/slide7.xml" Id="Rbe918ccecd2a406e" /><Relationship Type="http://schemas.openxmlformats.org/officeDocument/2006/relationships/slide" Target="/ppt/slides/slide8.xml" Id="R04e607740c404ea6" /><Relationship Type="http://schemas.openxmlformats.org/officeDocument/2006/relationships/slide" Target="/ppt/slides/slide9.xml" Id="R1350d1548dd74f2a" /><Relationship Type="http://schemas.openxmlformats.org/officeDocument/2006/relationships/slide" Target="/ppt/slides/slide10.xml" Id="R392856c8fda94596" /><Relationship Type="http://schemas.openxmlformats.org/officeDocument/2006/relationships/slide" Target="/ppt/slides/slide11.xml" Id="Rbf4edb4d61eb4e92" /><Relationship Type="http://schemas.openxmlformats.org/officeDocument/2006/relationships/slide" Target="/ppt/slides/slide12.xml" Id="Rccf8c38fd108449d" /><Relationship Type="http://schemas.openxmlformats.org/officeDocument/2006/relationships/slide" Target="/ppt/slides/slide13.xml" Id="R8734d63e799347d5" /><Relationship Type="http://schemas.openxmlformats.org/officeDocument/2006/relationships/slide" Target="/ppt/slides/slide14.xml" Id="R793d379a49f9426e" /><Relationship Type="http://schemas.openxmlformats.org/officeDocument/2006/relationships/slide" Target="/ppt/slides/slide15.xml" Id="R932a99592dd947f0" /><Relationship Type="http://schemas.openxmlformats.org/officeDocument/2006/relationships/slide" Target="/ppt/slides/slide16.xml" Id="R98827f7339b4439a" /><Relationship Type="http://schemas.openxmlformats.org/officeDocument/2006/relationships/slide" Target="/ppt/slides/slide17.xml" Id="Reb5521a37b0c4d49" /><Relationship Type="http://schemas.openxmlformats.org/officeDocument/2006/relationships/slide" Target="/ppt/slides/slide18.xml" Id="Rc5222ebc681d4bde" /><Relationship Type="http://schemas.openxmlformats.org/officeDocument/2006/relationships/slide" Target="/ppt/slides/slide19.xml" Id="R1dfc82968b1e4d81" /><Relationship Type="http://schemas.openxmlformats.org/officeDocument/2006/relationships/slide" Target="/ppt/slides/slide20.xml" Id="Rd36586c6f2b445e4" /><Relationship Type="http://schemas.openxmlformats.org/officeDocument/2006/relationships/slide" Target="/ppt/slides/slide21.xml" Id="R68ad24135762478d" /><Relationship Type="http://schemas.openxmlformats.org/officeDocument/2006/relationships/slide" Target="/ppt/slides/slide22.xml" Id="Rb07707ad8a3a4433" /><Relationship Type="http://schemas.openxmlformats.org/officeDocument/2006/relationships/slide" Target="/ppt/slides/slide23.xml" Id="R7d7f1d7c2acf4bf0" /><Relationship Type="http://schemas.openxmlformats.org/officeDocument/2006/relationships/slide" Target="/ppt/slides/slide24.xml" Id="R55c7ca49ea394096" /><Relationship Type="http://schemas.openxmlformats.org/officeDocument/2006/relationships/slide" Target="/ppt/slides/slide25.xml" Id="Rc9a626db4a4448ad" /><Relationship Type="http://schemas.openxmlformats.org/officeDocument/2006/relationships/slide" Target="/ppt/slides/slide26.xml" Id="R86ed053f6c07410e" /><Relationship Type="http://schemas.openxmlformats.org/officeDocument/2006/relationships/slide" Target="/ppt/slides/slide27.xml" Id="Rd03d2a77d7244d03" /><Relationship Type="http://schemas.openxmlformats.org/officeDocument/2006/relationships/slide" Target="/ppt/slides/slide28.xml" Id="Rf60e0fb7e7da4f8b" /><Relationship Type="http://schemas.openxmlformats.org/officeDocument/2006/relationships/slide" Target="/ppt/slides/slide29.xml" Id="R41a49a226d444379" /><Relationship Type="http://schemas.openxmlformats.org/officeDocument/2006/relationships/slide" Target="/ppt/slides/slide30.xml" Id="R9e09eef8f5b24bd0" /><Relationship Type="http://schemas.openxmlformats.org/officeDocument/2006/relationships/slide" Target="/ppt/slides/slide31.xml" Id="R6c24e6d5cbe04a1d" /><Relationship Type="http://schemas.openxmlformats.org/officeDocument/2006/relationships/slide" Target="/ppt/slides/slide32.xml" Id="R59c7a1d7d4244eba" /><Relationship Type="http://schemas.openxmlformats.org/officeDocument/2006/relationships/slide" Target="/ppt/slides/slide33.xml" Id="R4f29b546d3084c30" /><Relationship Type="http://schemas.openxmlformats.org/officeDocument/2006/relationships/slide" Target="/ppt/slides/slide34.xml" Id="R4946dad215e74558" /><Relationship Type="http://schemas.openxmlformats.org/officeDocument/2006/relationships/slide" Target="/ppt/slides/slide35.xml" Id="R4746e3ff31e8499e" /><Relationship Type="http://schemas.openxmlformats.org/officeDocument/2006/relationships/slide" Target="/ppt/slides/slide36.xml" Id="Rc307dd4bc390433e" /><Relationship Type="http://schemas.openxmlformats.org/officeDocument/2006/relationships/slide" Target="/ppt/slides/slide37.xml" Id="R6e4c2bce55204e45" /><Relationship Type="http://schemas.openxmlformats.org/officeDocument/2006/relationships/slide" Target="/ppt/slides/slide38.xml" Id="R3f6e16ad0e784e07" /><Relationship Type="http://schemas.openxmlformats.org/officeDocument/2006/relationships/slide" Target="/ppt/slides/slide39.xml" Id="Rf4923c0a9ab44220" /><Relationship Type="http://schemas.openxmlformats.org/officeDocument/2006/relationships/slide" Target="/ppt/slides/slide40.xml" Id="Rb2e02ce2b17a4e65" /><Relationship Type="http://schemas.openxmlformats.org/officeDocument/2006/relationships/slide" Target="/ppt/slides/slide41.xml" Id="R28efe0446ded4e7f" /><Relationship Type="http://schemas.openxmlformats.org/officeDocument/2006/relationships/slide" Target="/ppt/slides/slide42.xml" Id="R2604df170baf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049d88b9a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c082e2d554020" /><Relationship Type="http://schemas.openxmlformats.org/officeDocument/2006/relationships/notesMaster" Target="/ppt/notesMasters/notesMaster1.xml" Id="R462b4c632fbd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abd58c925941c6" /><Relationship Type="http://schemas.openxmlformats.org/officeDocument/2006/relationships/notesMaster" Target="/ppt/notesMasters/notesMaster1.xml" Id="Rc96d0072eae946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a8ddc64b14de9" /><Relationship Type="http://schemas.openxmlformats.org/officeDocument/2006/relationships/notesMaster" Target="/ppt/notesMasters/notesMaster1.xml" Id="R812520020914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d50d0475c240fa" /><Relationship Type="http://schemas.openxmlformats.org/officeDocument/2006/relationships/notesMaster" Target="/ppt/notesMasters/notesMaster1.xml" Id="Raad9efcbfcea42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146a48132144c1" /><Relationship Type="http://schemas.openxmlformats.org/officeDocument/2006/relationships/notesMaster" Target="/ppt/notesMasters/notesMaster1.xml" Id="Re7282e3e71f948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dfba8c587f49cd" /><Relationship Type="http://schemas.openxmlformats.org/officeDocument/2006/relationships/notesMaster" Target="/ppt/notesMasters/notesMaster1.xml" Id="Rb1547521ca6242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7c32deb51244f2" /><Relationship Type="http://schemas.openxmlformats.org/officeDocument/2006/relationships/notesMaster" Target="/ppt/notesMasters/notesMaster1.xml" Id="Re84b44f5a402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0244e3aea44e05" /><Relationship Type="http://schemas.openxmlformats.org/officeDocument/2006/relationships/notesMaster" Target="/ppt/notesMasters/notesMaster1.xml" Id="R647a92caa4504f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2f78ffec0f4186" /><Relationship Type="http://schemas.openxmlformats.org/officeDocument/2006/relationships/notesMaster" Target="/ppt/notesMasters/notesMaster1.xml" Id="R765e98ed73684c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64ad6ed93041e8" /><Relationship Type="http://schemas.openxmlformats.org/officeDocument/2006/relationships/notesMaster" Target="/ppt/notesMasters/notesMaster1.xml" Id="R16d3c61fc3f945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d768c9fa014987" /><Relationship Type="http://schemas.openxmlformats.org/officeDocument/2006/relationships/notesMaster" Target="/ppt/notesMasters/notesMaster1.xml" Id="R6d942a9626a249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ef5516341e4cd6" /><Relationship Type="http://schemas.openxmlformats.org/officeDocument/2006/relationships/notesMaster" Target="/ppt/notesMasters/notesMaster1.xml" Id="R9b7711e889f740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10f55a7c2748ed" /><Relationship Type="http://schemas.openxmlformats.org/officeDocument/2006/relationships/notesMaster" Target="/ppt/notesMasters/notesMaster1.xml" Id="R787ce802aa0f46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ed298974694b92" /><Relationship Type="http://schemas.openxmlformats.org/officeDocument/2006/relationships/notesMaster" Target="/ppt/notesMasters/notesMaster1.xml" Id="R7ae9148020ed41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51cfbf00ca441f" /><Relationship Type="http://schemas.openxmlformats.org/officeDocument/2006/relationships/notesMaster" Target="/ppt/notesMasters/notesMaster1.xml" Id="R2c30ee02ce374a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44fd0b596d4e35" /><Relationship Type="http://schemas.openxmlformats.org/officeDocument/2006/relationships/notesMaster" Target="/ppt/notesMasters/notesMaster1.xml" Id="R350f8f6a3ed04c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2cf7a4506f4b87" /><Relationship Type="http://schemas.openxmlformats.org/officeDocument/2006/relationships/notesMaster" Target="/ppt/notesMasters/notesMaster1.xml" Id="R5b6aaabeddca45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071a1136d4408b" /><Relationship Type="http://schemas.openxmlformats.org/officeDocument/2006/relationships/notesMaster" Target="/ppt/notesMasters/notesMaster1.xml" Id="R18d1b18d90f24e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4dc7edb3ea45d1" /><Relationship Type="http://schemas.openxmlformats.org/officeDocument/2006/relationships/notesMaster" Target="/ppt/notesMasters/notesMaster1.xml" Id="Rfb36dd94762d4b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1dd9f4d64847c3" /><Relationship Type="http://schemas.openxmlformats.org/officeDocument/2006/relationships/notesMaster" Target="/ppt/notesMasters/notesMaster1.xml" Id="R7253ae7d30fe49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f953d774244ef0" /><Relationship Type="http://schemas.openxmlformats.org/officeDocument/2006/relationships/notesMaster" Target="/ppt/notesMasters/notesMaster1.xml" Id="R0d6dcb1f19cb4e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535001bb1f4532" /><Relationship Type="http://schemas.openxmlformats.org/officeDocument/2006/relationships/notesMaster" Target="/ppt/notesMasters/notesMaster1.xml" Id="Rcfc2f738826243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25b748f3524f52" /><Relationship Type="http://schemas.openxmlformats.org/officeDocument/2006/relationships/notesMaster" Target="/ppt/notesMasters/notesMaster1.xml" Id="Ra2311815a1af4e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1a23e95a124b83" /><Relationship Type="http://schemas.openxmlformats.org/officeDocument/2006/relationships/notesMaster" Target="/ppt/notesMasters/notesMaster1.xml" Id="R3a2d58830fb642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4cad3dd9a44a5a" /><Relationship Type="http://schemas.openxmlformats.org/officeDocument/2006/relationships/notesMaster" Target="/ppt/notesMasters/notesMaster1.xml" Id="R8e48fe7bef624c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1d1bdf2c9c4a76" /><Relationship Type="http://schemas.openxmlformats.org/officeDocument/2006/relationships/notesMaster" Target="/ppt/notesMasters/notesMaster1.xml" Id="Rb7fbed1616de43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bf063815d741aa" /><Relationship Type="http://schemas.openxmlformats.org/officeDocument/2006/relationships/notesMaster" Target="/ppt/notesMasters/notesMaster1.xml" Id="Rc6a2a997ca9846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3a55fada414675" /><Relationship Type="http://schemas.openxmlformats.org/officeDocument/2006/relationships/notesMaster" Target="/ppt/notesMasters/notesMaster1.xml" Id="Rf84a43a8fd894a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207016981e64a76" /><Relationship Type="http://schemas.openxmlformats.org/officeDocument/2006/relationships/notesMaster" Target="/ppt/notesMasters/notesMaster1.xml" Id="R3886f8ce7c9148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4382eb0d13e4f78" /><Relationship Type="http://schemas.openxmlformats.org/officeDocument/2006/relationships/notesMaster" Target="/ppt/notesMasters/notesMaster1.xml" Id="R424f488143d540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459f011679c43a2" /><Relationship Type="http://schemas.openxmlformats.org/officeDocument/2006/relationships/notesMaster" Target="/ppt/notesMasters/notesMaster1.xml" Id="R18df06240d504d1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5f7cb7d38ce4cb5" /><Relationship Type="http://schemas.openxmlformats.org/officeDocument/2006/relationships/notesMaster" Target="/ppt/notesMasters/notesMaster1.xml" Id="R6ba4aae22008410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8695bbd9cd54993" /><Relationship Type="http://schemas.openxmlformats.org/officeDocument/2006/relationships/notesMaster" Target="/ppt/notesMasters/notesMaster1.xml" Id="R803c960dad6d434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5ab161ecec4c93" /><Relationship Type="http://schemas.openxmlformats.org/officeDocument/2006/relationships/notesMaster" Target="/ppt/notesMasters/notesMaster1.xml" Id="Re753792acc6043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cad4edd69a462f" /><Relationship Type="http://schemas.openxmlformats.org/officeDocument/2006/relationships/notesMaster" Target="/ppt/notesMasters/notesMaster1.xml" Id="R9931286fe68a417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6996c02d4e4174" /><Relationship Type="http://schemas.openxmlformats.org/officeDocument/2006/relationships/notesMaster" Target="/ppt/notesMasters/notesMaster1.xml" Id="R0642c493677349c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cb7fce66eba44be" /><Relationship Type="http://schemas.openxmlformats.org/officeDocument/2006/relationships/notesMaster" Target="/ppt/notesMasters/notesMaster1.xml" Id="Rc1ca9c56165c4da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c80826a41974573" /><Relationship Type="http://schemas.openxmlformats.org/officeDocument/2006/relationships/notesMaster" Target="/ppt/notesMasters/notesMaster1.xml" Id="R6bcc3225f1c247f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3442c23e58b4265" /><Relationship Type="http://schemas.openxmlformats.org/officeDocument/2006/relationships/notesMaster" Target="/ppt/notesMasters/notesMaster1.xml" Id="R526e7e1a9434428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ad0f10210a4b78" /><Relationship Type="http://schemas.openxmlformats.org/officeDocument/2006/relationships/notesMaster" Target="/ppt/notesMasters/notesMaster1.xml" Id="R985e58573604456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b00b9e3e21b4b76" /><Relationship Type="http://schemas.openxmlformats.org/officeDocument/2006/relationships/notesMaster" Target="/ppt/notesMasters/notesMaster1.xml" Id="R84aaf9a15ef64f1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383470e053a4ee7" /><Relationship Type="http://schemas.openxmlformats.org/officeDocument/2006/relationships/notesMaster" Target="/ppt/notesMasters/notesMaster1.xml" Id="R1fdd674b2c9643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bbf375fb84e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b9000a4e34eb2" /><Relationship Type="http://schemas.openxmlformats.org/officeDocument/2006/relationships/slideLayout" Target="/ppt/slideLayouts/slideLayout1.xml" Id="Ra5b420792d9542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420792d9542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e62fe745941a9" /><Relationship Type="http://schemas.openxmlformats.org/officeDocument/2006/relationships/notesSlide" Target="/ppt/notesSlides/notesSlide1.xml" Id="R2bfa0bee229741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5bcc89ca5450a" /><Relationship Type="http://schemas.openxmlformats.org/officeDocument/2006/relationships/notesSlide" Target="/ppt/notesSlides/notesSlide2.xml" Id="Rae73d884f11c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89382fd94f57" /><Relationship Type="http://schemas.openxmlformats.org/officeDocument/2006/relationships/notesSlide" Target="/ppt/notesSlides/notesSlide3.xml" Id="Rcf16c54118c5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d1a025af4e9c" /><Relationship Type="http://schemas.openxmlformats.org/officeDocument/2006/relationships/notesSlide" Target="/ppt/notesSlides/notesSlide4.xml" Id="Rd4f4ca588cfb41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a231dd97e43c4" /><Relationship Type="http://schemas.openxmlformats.org/officeDocument/2006/relationships/notesSlide" Target="/ppt/notesSlides/notesSlide5.xml" Id="R8242fd0c412940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edf7d6eb94998" /><Relationship Type="http://schemas.openxmlformats.org/officeDocument/2006/relationships/notesSlide" Target="/ppt/notesSlides/notesSlide6.xml" Id="Rbee03ced6e63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92b23ced4412b" /><Relationship Type="http://schemas.openxmlformats.org/officeDocument/2006/relationships/notesSlide" Target="/ppt/notesSlides/notesSlide7.xml" Id="Rcca68c5dfa074d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c8278866f448b" /><Relationship Type="http://schemas.openxmlformats.org/officeDocument/2006/relationships/notesSlide" Target="/ppt/notesSlides/notesSlide8.xml" Id="R5224dcce2175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b22355ffd4475" /><Relationship Type="http://schemas.openxmlformats.org/officeDocument/2006/relationships/notesSlide" Target="/ppt/notesSlides/notesSlide9.xml" Id="Rfda5d6f8a0c441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cfaeb41784d73" /><Relationship Type="http://schemas.openxmlformats.org/officeDocument/2006/relationships/notesSlide" Target="/ppt/notesSlides/notesSlide10.xml" Id="R9c04b5de077c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054c5e7db46c2" /><Relationship Type="http://schemas.openxmlformats.org/officeDocument/2006/relationships/notesSlide" Target="/ppt/notesSlides/notesSlide11.xml" Id="R3e29226547814d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fc4b1f06442e0" /><Relationship Type="http://schemas.openxmlformats.org/officeDocument/2006/relationships/notesSlide" Target="/ppt/notesSlides/notesSlide12.xml" Id="R59cf8119ae9c49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55157adff469a" /><Relationship Type="http://schemas.openxmlformats.org/officeDocument/2006/relationships/notesSlide" Target="/ppt/notesSlides/notesSlide13.xml" Id="Rd8f6729fe8c348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c24fc453e49ba" /><Relationship Type="http://schemas.openxmlformats.org/officeDocument/2006/relationships/notesSlide" Target="/ppt/notesSlides/notesSlide14.xml" Id="R999eef86bc774e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b361a16f147d7" /><Relationship Type="http://schemas.openxmlformats.org/officeDocument/2006/relationships/notesSlide" Target="/ppt/notesSlides/notesSlide15.xml" Id="Rb62b8d7d9c9b48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6b45b6e044952" /><Relationship Type="http://schemas.openxmlformats.org/officeDocument/2006/relationships/notesSlide" Target="/ppt/notesSlides/notesSlide16.xml" Id="Rd1562419e59342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3e75a13954f96" /><Relationship Type="http://schemas.openxmlformats.org/officeDocument/2006/relationships/notesSlide" Target="/ppt/notesSlides/notesSlide17.xml" Id="R6c08790f380048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ca0cf28ac4778" /><Relationship Type="http://schemas.openxmlformats.org/officeDocument/2006/relationships/notesSlide" Target="/ppt/notesSlides/notesSlide18.xml" Id="Rf3193e85320a47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9fb3bfe54f25" /><Relationship Type="http://schemas.openxmlformats.org/officeDocument/2006/relationships/notesSlide" Target="/ppt/notesSlides/notesSlide19.xml" Id="R8dfbea2b35f547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47f5bc2eb4b86" /><Relationship Type="http://schemas.openxmlformats.org/officeDocument/2006/relationships/notesSlide" Target="/ppt/notesSlides/notesSlide20.xml" Id="Rb7f0f17a5d0348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2e90e4d82436a" /><Relationship Type="http://schemas.openxmlformats.org/officeDocument/2006/relationships/notesSlide" Target="/ppt/notesSlides/notesSlide21.xml" Id="R66c02a449e0f4a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006f96cde4123" /><Relationship Type="http://schemas.openxmlformats.org/officeDocument/2006/relationships/notesSlide" Target="/ppt/notesSlides/notesSlide22.xml" Id="R15b8b7e4c6a04d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c664fed649dc" /><Relationship Type="http://schemas.openxmlformats.org/officeDocument/2006/relationships/notesSlide" Target="/ppt/notesSlides/notesSlide23.xml" Id="Re463be3a2c5641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49246b31d4475" /><Relationship Type="http://schemas.openxmlformats.org/officeDocument/2006/relationships/notesSlide" Target="/ppt/notesSlides/notesSlide24.xml" Id="R5b7acc751b5449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d3dc9449c49c9" /><Relationship Type="http://schemas.openxmlformats.org/officeDocument/2006/relationships/notesSlide" Target="/ppt/notesSlides/notesSlide25.xml" Id="Ra3f294d60c7645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e25ad67d4985" /><Relationship Type="http://schemas.openxmlformats.org/officeDocument/2006/relationships/notesSlide" Target="/ppt/notesSlides/notesSlide26.xml" Id="Rc58a2f48d8ff44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10e1cab734326" /><Relationship Type="http://schemas.openxmlformats.org/officeDocument/2006/relationships/notesSlide" Target="/ppt/notesSlides/notesSlide27.xml" Id="R29cc0839e8fd42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1a1d8468a4b12" /><Relationship Type="http://schemas.openxmlformats.org/officeDocument/2006/relationships/notesSlide" Target="/ppt/notesSlides/notesSlide28.xml" Id="Re22efaca38074de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116147184690" /><Relationship Type="http://schemas.openxmlformats.org/officeDocument/2006/relationships/notesSlide" Target="/ppt/notesSlides/notesSlide29.xml" Id="R751614c180924ce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0bb1369f4929" /><Relationship Type="http://schemas.openxmlformats.org/officeDocument/2006/relationships/notesSlide" Target="/ppt/notesSlides/notesSlide30.xml" Id="R22a2aa6ea9a8483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2bb6ebbef4388" /><Relationship Type="http://schemas.openxmlformats.org/officeDocument/2006/relationships/notesSlide" Target="/ppt/notesSlides/notesSlide31.xml" Id="R065253cecbb449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7560d28048a8" /><Relationship Type="http://schemas.openxmlformats.org/officeDocument/2006/relationships/notesSlide" Target="/ppt/notesSlides/notesSlide32.xml" Id="R61dbea31e7d849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9a5fbfc14ba8" /><Relationship Type="http://schemas.openxmlformats.org/officeDocument/2006/relationships/notesSlide" Target="/ppt/notesSlides/notesSlide33.xml" Id="R28ae8e24165a4d8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040443b3b4273" /><Relationship Type="http://schemas.openxmlformats.org/officeDocument/2006/relationships/notesSlide" Target="/ppt/notesSlides/notesSlide34.xml" Id="R46e6c6e5db47451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58df8e80404f" /><Relationship Type="http://schemas.openxmlformats.org/officeDocument/2006/relationships/notesSlide" Target="/ppt/notesSlides/notesSlide35.xml" Id="R6bdccdaff3374b4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04591b3c04ce6" /><Relationship Type="http://schemas.openxmlformats.org/officeDocument/2006/relationships/notesSlide" Target="/ppt/notesSlides/notesSlide36.xml" Id="Rfb3e1915d9ed4f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928f15861469c" /><Relationship Type="http://schemas.openxmlformats.org/officeDocument/2006/relationships/notesSlide" Target="/ppt/notesSlides/notesSlide37.xml" Id="R76cec232b7fb49b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b9bcbd3c9407c" /><Relationship Type="http://schemas.openxmlformats.org/officeDocument/2006/relationships/notesSlide" Target="/ppt/notesSlides/notesSlide38.xml" Id="R8a136304b1b84bc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b9e1f12814785" /><Relationship Type="http://schemas.openxmlformats.org/officeDocument/2006/relationships/notesSlide" Target="/ppt/notesSlides/notesSlide39.xml" Id="Red7a75cbbb67466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cdbfb42834d8f" /><Relationship Type="http://schemas.openxmlformats.org/officeDocument/2006/relationships/notesSlide" Target="/ppt/notesSlides/notesSlide40.xml" Id="R8d7bb6f01df8476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1a768b35d4319" /><Relationship Type="http://schemas.openxmlformats.org/officeDocument/2006/relationships/notesSlide" Target="/ppt/notesSlides/notesSlide41.xml" Id="R8c5fb5f8ae7a477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2abed44e94318" /><Relationship Type="http://schemas.openxmlformats.org/officeDocument/2006/relationships/notesSlide" Target="/ppt/notesSlides/notesSlide42.xml" Id="R1c673c0ad7104c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D264F-E6F9-4B4A-B77F-A9A375F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F5D83-EE1C-47D7-9DDD-E56EDC9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Boolean Algebra a nd Logic Circuits: Binary Numbers , Number Base Conversion- Binary , Decimal And Octal a nd Hexa Decim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5F23-27E0-4FDE-84BE-88787D5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A7D78-09E6-4763-B224-FD644AEA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CE4EF-F07B-44BC-AC52-DB44644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B9F38-A845-4DAE-9185-8E233745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FDCB3-132A-4178-AF9E-D2A65AF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FC1F5-84B8-4235-B450-1897E1E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0D965-4218-4264-A0DB-00EB0C3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88DA6-5802-488E-BCB8-8A93611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11790-22E0-4FC7-821C-7AD6511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91667-0F80-4007-A9B1-E9B6312A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E7B27-2B03-4A2B-9C53-D02E1DF1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2599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E8101-79D1-4A57-B691-76578F73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2490-7412-4C55-BC81-F0199E9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5725-54AA-4C66-8E9C-AEC6EB4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92C45-7F35-4301-9CBD-8E8CF60E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8DE2D-584C-4002-87AC-A71E320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1158A-9E2D-4D70-92DD-2F9D495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606D4-4EFB-405F-8315-588CB53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8A03A-1588-4EE4-AA7B-79AB5FA5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2E4BA-4069-4938-9392-EEE027C5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19405-3C4A-4903-AC2A-E1C92B9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636F5-D5A0-4BE1-950C-AFA73B6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40D8E-5AAB-4381-AFFB-1D998D7E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C5C54-D9AD-4FC9-B7A6-425AC1B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4B401-62D2-4557-B093-EC0C18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BBEA7-2501-4436-ABA6-FCE5BAC0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4367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13EA6-AA07-48A5-9618-4251652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7ACB5-8B06-4289-BE1C-2BFF994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8161C-FBB2-4011-A6DC-44BAF7D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16E52-70DC-4771-8F3A-D29B55C6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8D0D6-01C6-408A-BB5C-EF408D3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85B8-A480-4BA0-9580-D34D8650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22D7A-B405-4102-8D00-032ADC5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E4303-F59B-40D4-9293-AD30435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D7523-51C2-4F86-A8C3-BDCC6863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Boolean Algebra a nd Logic Circuits: Binary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5C61A-CA3D-43CA-9DA0-C9A17A04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FD825-CB6C-4435-9260-D72BBD08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C04A3-AEED-4233-9C61-68229726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Number Base Conversion- Binary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B124A-8F13-49B8-963E-F6ED43E7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A3571-675F-4CF4-A096-798D066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EA6DA-1AFC-4200-BF14-F9CFC7A6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Decimal And Octal a nd Hexa Decimal Numbers a nd Vice-Ver...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699C4-A8C9-4D50-840E-C0F1BF9B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53438-6127-4B4A-8A4C-07584C36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FA2C1-56EF-457F-8852-BAF46B8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Complements-1's and 2 's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03B5F-AB4C-42FE-AB1D-F731076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D9AEA-CE6D-496D-B41E-2A65ADC7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1FA98-B057-49C8-8506-208F0841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Definitions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D0216-3A95-4CBF-B3A4-D3ED851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8EAEF-34D5-4F24-9763-EEABA630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2D047-3D23-46D9-B73E-1B52319F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Theorems and Properties of Boolean Algebra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439BB-EB75-4E0B-BFFC-EFA27DDD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E549A-AB20-474E-AF36-F514359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1A4AE0-28EC-400D-ADB8-AF1628F9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Boolean Functions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E9F9B-D00E-4CF7-8DA7-9BACB49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88679-69C1-4E81-B63C-6D213DBD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C39C0-E28A-41C2-9742-E623B6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Canonical and Standard Forms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82396-C8A8-4BC2-B23B-3EC4CF1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D5D8D-2110-40CA-9F7C-50ED5C9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24357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F0163-9563-4B85-A7EA-A9ADB3C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C2814-0C20-4118-9D1F-F9E49B2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A554-A543-4117-9119-74883A5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FF720-82EA-47A2-8B05-1688BF9B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05093-910B-480F-A99D-13684BEE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B06AB-571E-44CD-AE5E-8D6EB67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B0A7-A21B-407A-B35D-58A0025C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D9CA-33E5-414E-8403-880E0ADF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Boolean Algebra a nd Logic Circuits: Binary 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9ABCE-4530-4D51-91FD-1943D03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34012-5090-4BDD-B023-715F7BC3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43782-CF73-4038-AACA-4D38775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Number Base Conversion- Binary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BEC6C-34F9-468D-A34A-38CB670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D8ED8-6C83-4FDE-965D-C69B85D3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F256-53B5-452B-9D92-D84F91B3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Decimal And Octal a nd Hexa Decimal Numbers a nd Vice-Ver...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DDD8D-42E3-47E5-AC10-88B04F1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33D67-816F-4880-91FE-405A847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34549-E139-4763-8522-D411588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Complements-1's and 2 's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3FE9B-9B9E-4219-A05A-872A4D8D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4EA63-CC91-477D-9F30-9D504450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39248-B057-4DDA-A7F5-2E8EB51A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Definitions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E93CE-24FC-4BE0-8F65-B27810A7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48AC0-3B73-42C3-86E3-65323D4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2846E-B7FF-4220-B195-C1BBE0A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Theorems and Properties of Boolean Algebra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AE613-8C99-4CC9-AA3C-6EDF8A14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19AD9-3D66-408B-B3D2-B24D0AE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8B2B0-0358-47C6-9C12-A13E84AF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Boolean Functions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8452B-8C07-4C09-9FB6-B33FD14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99805-F6E1-4069-974F-353D0256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8D4B4-AC07-462E-9707-F672D128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9682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FE579-62F1-40F7-A81E-94F2355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65578-C6B8-455D-AA2E-1BA4981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45EA1-A314-4CF5-8DF3-AAD66FC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B08BF-0CDC-4F0D-9FEF-859FEEDE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34298-C794-429C-A0F1-1086F85C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Boolean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FEAE7-1425-45D1-978D-804E6C16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E06C3-C44C-4687-8138-0C54B6F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AE3CF-28F8-4098-86CE-DDFA71B7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E0D7-06B6-4F5F-83B4-4C732DB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DC13E-9158-4C30-9F41-6484E06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01615-3FF6-4647-827F-1CB3A7F1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8C4BE-880C-4FFE-A586-090B8B4D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Conversion-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7F863-60C1-4DC2-999B-0BB7303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Decimal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B93C3-3F81-405E-9439-13488B7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Octal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A4DFF-D97A-49F2-AC22-74EEC90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EEF59-B7AF-4504-8B65-6A84A42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0066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51E2E-6204-4EA5-9B71-1053DE1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C9519-8955-4FAC-A8FB-0CB5115A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48F50-28B4-4CA8-83B0-3679ABA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FB5DB-AA21-42B1-A161-EF71B21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CCFBF-74A9-40AF-A87E-4630591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Boolean Algebra a nd Logic Circuits: Binary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1FCAD-C595-4CFD-9409-6B478D0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Boolean Algebra a nd Logic Circuits: Bina...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27182-DBF7-4765-8CDA-67FCFC2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A8B72-35D5-4B75-9F77-EE521D7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6BB8F-F3AE-4E19-A0A0-B056F27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B0676-E1FB-4B25-A578-AC73FDE2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464A7-D60A-4335-A7EC-AD79255C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E033E-BFF5-43D6-BFAD-20F854B5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AA26E-BCAC-4E03-9122-5456670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3D6B9-AB56-48B9-B4D5-DC8CF49A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7FD97-AAC1-4214-B434-984D5CA9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BCC86-0F13-4A7C-98A2-BC284979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7357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43ECB-998A-408E-8134-19CC0608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3D6EA-6A96-4A80-B161-3C6350C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16DF6-022B-44B0-A664-38B187FF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3D567-CF6F-49FB-B95F-84659BB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9763B-AE96-4954-B389-9377780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3FFE1-AC92-4961-A126-8170015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E6681-7C3C-40B6-8909-5031E0B2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F96A2-3D0C-44D7-805C-C28EAC7E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51851-4CC4-4B8D-AB87-A17A425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Boolean Algeb...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2F417-25E9-4520-9B73-B9A129A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F602C-FF91-44B1-AEE8-726425A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B6752-AA79-43B4-98CD-B81F1BE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Boolean Alg...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6B9E1-FD8B-4F3F-A67F-0E10D08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430AB-87A0-4B45-BA8B-5CA2819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DA87A-71E5-4A7A-843C-F68E11D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Boolean...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F71AE-6865-4CE7-BF2A-75E5B901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C9D04-1496-4E54-A052-86BE8D5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FD529-44A3-4884-B7DB-29552594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Boolean 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6062C-1E87-4830-9118-E148CE76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BB3AB-E982-4E04-820F-A809CB1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3F19C-AA27-45D5-BCA8-9D63F726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Boolean Algebr...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23681-B54A-46A0-A7AA-1D85B61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30B41-B0FA-443F-AF97-81BAAD1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94786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B4D90-CDB6-4BD0-94FB-E9C0FC63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4AF5D-5DA5-4548-A7AA-7574CC23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EEC-C2CC-41BB-8257-DDD67AD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F4D51-E1BE-4509-899F-5DB61DC3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294C8-2B8C-4436-B186-A3C8F502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B4D17-0C75-4A71-BA20-C28D7D8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FBA49-CECA-4D83-BC84-7221F07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C9E79-DC35-4470-9D13-FA6FC2E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AC3FC-2FAC-448C-B65D-09ECE37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3E8AC-E28D-4746-A053-0BEF101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1CE96-D52C-4424-8B48-D70B95A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A2EC0-9556-4548-9DA0-9EF818FA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790D6-BE61-44AA-9922-3505D9C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3AA4E-E18E-4CF4-96E5-6459E2E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211BB-E694-40EC-8E30-79ECA6D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44087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C721E-2E75-4C4B-AEF1-EE1D20AE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33BEC-AD97-47B6-BEDE-917C216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EE1EB-12EE-4720-A4D6-0FF9F120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206DA-BA92-4037-9CE6-8CB8FECE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30DBE-1386-44D4-A6B7-3F226E8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1B40-84A2-4D8F-AB64-B6EEE79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Boolean Algebra a nd Logic Circuits: Binary Numbers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72A00-612A-4827-BC66-068A8F9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8927D-F986-4EAD-8DFA-04707D0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92C8C-FB80-4C1B-8AA7-602F6B83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C51DC-2BD4-4F8B-8B66-E5634B05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99913-D9FD-4711-BEF0-B3E7951A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1129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D90A6-F782-45DF-9919-015A966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F508B-735F-4971-9F13-03C80F4A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67977-32FB-4BCB-BB2A-06983B4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87C8-9FAA-47DE-A235-4ADB5B77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3278E-A67D-4E7D-96C7-2257F7C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Number Base Conversion- Binary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86F91-31E7-491D-959F-C516DC83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 Base Conversion- Binary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1CB05-13EF-4F65-81E3-CBB07B16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0F561-9DC2-43C6-9D76-A4ECB36B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4F279-ABE1-4B64-B5D6-2BE69C56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B1D80-992F-4771-A0FF-25E9EF82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18870-1650-48E8-9A1A-11A844B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5CA35-B5AD-4F44-BF64-EDDD96CF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1EBC6-F95D-4B17-9513-7E03197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E6F2D-60EF-4C98-951E-22E7CA7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C80B1-E098-44BA-9BA8-9271835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C96D0-259D-4728-9E14-E1FC305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2394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12E9F-14DC-45DC-8094-96E4198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6BC58-2AC4-47EF-BF49-3D28430E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F6841-1503-4A86-A85C-7BE1832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C719D-5866-4C43-A355-CF696DE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6FD5-A5F3-4830-9643-62770E0A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69608-90A9-44B4-9726-667B018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C1F8-F3AC-40E9-9A69-29068C17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1EF32-9390-48A7-99A3-69BAB24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4F8CC-2AB3-4317-9A65-28FD8F83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Number Base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DA4A7-6D01-4D65-8CFB-6256D4C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D0A1E-B46F-41F8-86ED-BC4FA229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9A553-85BC-49BA-90D8-A78ACA7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Number Base...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8A9BE-2DFB-4DDC-877A-1D27924F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389A6-7273-420A-8C53-9218DA2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F2ECC-C88F-489A-B1C7-F2674FA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Number...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460FA-293B-4B7E-A276-DBA5702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DF107-BBCA-476A-960B-2ECFA5CC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AB495-8881-4A30-B2A2-1A64468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Number Bas...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F9B03-D995-4674-8692-DEEB4AA0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F0A72-9AC3-4F8A-A8B3-20F5FEDD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7797F-6F5C-433E-9E6A-0816C555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Number Base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920A6-0CF1-4E0A-88FD-FB5A39D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DC8C1-F498-48F5-BFA9-6D36D65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2228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42A0F-107F-40D8-9F3F-A1EA6DB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FF0A9-9857-4345-8B94-DEE92079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C4B2F-818C-4A6A-9923-52DE023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CD2DC-574D-458D-8809-CC203778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47A5-11F2-4415-B31F-72AFC8D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BF434-B6DF-4DBB-935D-1A20AE89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FAE2F-A983-457A-89A2-033AF28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AE45F-D712-45F5-A7A7-9900D3FD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DBEC3-F487-476C-97B5-B0DA7FA7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E4E9E-D7D5-42D6-8F00-84E9E39C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7A31-96B6-4EE9-BC24-35B8913B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B1472-D3E8-4095-B192-988E11C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C3DC0-4A5F-4EAD-9834-3AA5EFA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E3BB3-626C-4BCC-8DB4-E1FF4FFE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6FC8C-AD24-479B-9FB5-F92D2233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73567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6F6CB-2720-44DB-A3D9-5AA4ADC8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272D8-E41B-4271-933F-3B7A7D2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B1460-DC89-4B3C-AA9F-E440250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635BD-F102-498C-BC78-47C11CE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56D9B-1880-48A6-BCAF-01D87E8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41BBB-CF02-4017-9677-1973984E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Number Base Conversion- Binary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FA332-99AE-49F6-B016-7F317673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4C6A-742F-43B3-95B7-B5E2D234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6A4E9-B6C5-45A9-B020-D9B16025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DF802-6CB1-4F4D-89EF-70DC2CB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0044-B5C1-4805-9556-EAB38B0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57994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246F4-52DD-4E6F-BB33-B12D7C7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6BF06-A860-4C3A-9AE4-7468786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3FAED-4B24-4E5D-B3D4-4C2FCE2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6BAB1-F17D-46D1-ACCA-A5E7E1E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5383F-4ACC-478C-BD12-A5B3C81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Decimal And Octal a nd Hexa Decimal Numbers a nd Vice-Versa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3AB65-C41F-4B24-A65A-E6CD0EA2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Decimal And Octal a nd Hexa Decimal Numbe...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AE424-2C0A-478B-B59D-16C030F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EFE09-368D-4BFA-B2F8-59B24E0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F6A16-9BFA-4810-A8FE-932A3C1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C6B7-D1D5-4F39-8A42-392C0F54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37B9E-3C5D-4213-B3E9-AB0A834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F8548-30EB-4E29-BC87-FC0E97B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0C80D-2080-44DB-AB08-9703042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93C4E-05FD-493F-B571-8E35A24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0D127-2183-4ADC-81F2-34526389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C42C7-85EE-451A-9574-9089579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277080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F964E-5B14-4830-9E39-9C195D6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C5385-9038-4C64-B7BF-F119F0D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CFBA-5DF2-4EA0-8453-A4AA3551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31483-91A2-4256-9CC2-2A3B7EA1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70949-7666-4E45-87BC-81757B3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51E54-76DF-4664-83F3-42C2AA20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39E79-866C-47CC-A9AF-6D49A84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F5749-654E-4378-83C7-4322EDE6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E994D-DCFC-4E4F-9D1A-4D9A3D1E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Decimal And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9A644-DB16-4094-916B-79D8A49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FD30-C487-4103-BA1E-E8F2A8E2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1DBDC-B22D-4B45-8F0E-6E2379F2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Decimal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CA346-C9ED-4D3C-B157-FA8EEF0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F9F77-AAC1-4B9A-8EF2-D1F3687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7B926-8747-436E-BE4C-E5CED75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Decimal...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63287-0495-45C3-8C0C-100A14E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42D84-2F1C-4EF3-A786-AC2A7A2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EC5BC-1A2E-4A78-BA1E-6C48802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Decimal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D6B20-3AC6-426A-932F-AF19BC2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F955B-E780-409C-BE72-DFF1F000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698B7-348D-47A0-87B7-972D78D4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Decimal And Oc...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339AB-8053-448E-B275-B22AE6B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FBDD2-DD39-4691-AB36-E288C80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55849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BD214-DF89-4281-8A36-FC16D968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6950A-6C56-415D-B7FD-5B105D4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FF9BE-A879-4D03-A607-B0D5D0D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80EDF-D0FF-47EB-A490-AC3DA9D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017E-B39B-4FDD-9E94-BD22846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CC7E-5459-477A-B3EC-1F35278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6D82-D4CA-41F7-BDE1-D75D157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1B80B-09D9-4A9D-BB38-C531C14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C51E8-4C92-4476-8F0A-31ABB109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DD44B-8D3C-497B-9B95-9836340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A774B-EDF1-4BA4-8395-1B689E03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60EA8-1D32-4E17-BDD2-063A071D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A1052-303D-4EBA-9948-BDAA922F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C5D6A-1D77-485A-A896-65B61F8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BB82A-AEE1-4C9D-890A-DCFC2DFE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8320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96187-8441-43E0-A092-D2FB421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4051C-6898-4BA3-BC1C-F31220D9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6AF4C-3044-4425-97ED-799C341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A3A6F-54FA-4A40-BC3E-187A744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89C37-C023-4D2E-9FC6-EF3BFCF2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C9F94-FC69-4E44-A5BB-3939147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Decimal And Octal a nd Hexa Decimal Numbers a nd Vice-Ver...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55648-D7A1-4073-A25A-ECAFDB0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D970-A14C-45D8-A0FD-3BD2C436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7343E-A94B-4837-ABFF-0B62D3F4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6909-5D0B-4F19-A466-9EB0FFE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E8955-4B1F-4601-A043-C2450FE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73487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53064-7FD5-4F2A-A941-EC6790C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51A4B-D0B0-4655-BA6E-3BE8BC5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8E129-3CC4-4E16-8348-D494789D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9F387-3AAA-49D8-A12E-45FF064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8675-B910-4BD3-B9E1-8E01A76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Complements-1's and 2 's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98DED-79DC-4A4A-B34D-F5A8E76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Complements-1's and 2 's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DDE46-7954-4E6A-AA2A-8F620EC5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B02CA-C1DC-4B61-8F3F-311BE16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04A34-2CF4-43C5-AEF8-686CFF47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F014C-EE4C-4B8B-8FB7-58F0199A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9C72F-B615-455C-BCE1-A53464C0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6C4C0-443E-44AE-B3EF-0DC468F2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63E68-5277-4A37-94BC-097DAE95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0A744-4B7B-4B71-B7D4-7C3EBD9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91B00-0753-41AC-BBB6-71D6CCDB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5224B-CDC2-4FF0-8B08-486E661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774841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A58A5-B511-4AE9-A680-4F71967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649A-291A-4CF3-9CEF-F4CF02E0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15DD-34CE-4FF6-94AF-7909EFD4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D72EF-B1F5-4E80-80A7-58C04A8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60147-C77B-46AF-92B9-5C549EDB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9519B-7944-4CC3-BBF5-64B77075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6DD6C-93A0-4AD2-81B6-99487E3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918FC-40C3-4E6A-AFD5-166B90AD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4EDF8-BE61-433A-B657-990C784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Complements-1...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33F56-0D59-43E8-ABED-BBF83C3A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1FBA2-9A15-4499-861B-C47B9F1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145B8-16C7-4E41-8E03-9899AD4C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Complements...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1A001-09F8-4011-9EFD-A9EE323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439C7-C789-4291-ADE9-1B59FB4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8A1DB-22BE-4957-AF5E-62B6DA6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Complem...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9BD79-32C4-494D-8A13-D63FE485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9628A-5172-4136-9576-77529DB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BF53B-7119-4BA2-B5BC-9E1C476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Complement...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C1DBB-D911-4F78-B044-A566B29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33DB9-C6E8-4A3C-AD1A-4ED3E7D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D9261-AC40-4A55-86EF-755725B5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Complements-1'...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9A30A-6681-4192-BDAF-A95F2E7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FB650-1A26-40AB-BE3D-C5460076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237977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15E54-D1B9-4958-A1F6-C08E91A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6AD2F-5598-4958-B173-01F98E2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0D9E6-24E7-4106-A401-0AC66734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92F61-C931-476B-9D22-11D72B9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48533-540E-42A1-B2BF-340558A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21A31-F913-48E5-B538-2A212D0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8A2E4-64CD-45DD-BA42-9524A69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02EE4-BEFF-491C-90C7-63DDBE87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367C0-150F-4B42-9CFC-81F6BE5A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FD98D-3A8B-4C3E-9F83-D8D1CB6A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7963C-E138-4044-BC7E-CD12804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FA684-99A8-48C9-A62D-C709CC6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71C11-793F-4310-ADC4-246B0C18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2E914-FF39-465D-9656-BA0222D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0E7EF-0E1F-443A-871B-3F46E68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00558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C8B9C-17CE-444A-9B6D-1FE77D4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82A13-F7CF-40A5-AF57-FDB8384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07800-760C-46AE-8514-3117A6E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1C90F-CEF8-4493-B300-ED998CB3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A288A-63EF-4A1D-8DA4-44D0D223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D76F1-1169-42B6-B95B-D88F726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Complements-1's and 2 's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6A36F-0238-4E1D-8B99-1B8CB3E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FD546-5F31-4727-87DC-5D3D15F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3EB5C-FAB5-4EEC-A0E5-2FFE2878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C2B7A-0AEE-40FC-BFDD-15610933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74D63-58FE-4747-9EC2-118125C7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18858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88D39-0DD3-43AD-A70E-A01CB37D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A605-5904-43F0-96A9-0FBC287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2D2B2-ED9D-4485-8C3C-66D0102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C0C16-B567-49C2-A1AD-E760368B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D0A1E-24DB-48B7-82B8-F16AF71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65A4B-A1F3-4F9B-9004-63767E5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Definitions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FB182-1C16-4D2F-8000-474D9D7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3B55C-1BDC-4E2C-B9E8-55F13E7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B1068-2D19-4334-B582-AC36C79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94556-4B17-4923-9570-65F2B46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32F09-B84E-4E38-94D7-F4ACE9A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9FAF9-18F1-4C13-8414-672AEDA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B370B-3D1F-4A03-80FD-D3CE5C3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64F9-B33F-4272-846F-04B8B30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3101D-D2EA-406F-924A-4C030941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D748-7532-4145-B94F-370D775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806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C8647-1EFF-4347-AC53-B59C021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A3669-B2B5-4709-9FFA-A39D5CC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DF9A8-C0B8-41D2-9317-F589A72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8DDC7-45AA-4B14-B32D-28C3B21B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C0527-88C7-43FB-A627-8873DC46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0A89-9C91-410C-A772-63030EB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A2371-C4FF-4333-A1AB-F4CBB65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B78FF-CA57-45E6-89F4-873B902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31D15-2150-4481-8551-ABBFF06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Basic Definit...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CA1F9-678F-4446-AA76-6F97E59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EE6E4-47BC-4401-95FF-C72DE92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8FEA8-AE31-43BA-BB25-F013B38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Basic Defin...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3A29D-71C0-4A88-BA24-845B9082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5F7A-C0E7-4B96-9FE6-CF05A675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B8AAA-5FE6-4604-AFBB-1F55543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Basic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98745-3707-4EF1-B992-31DE240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7F4BD-6E3E-4CE8-8A2D-2B4FD2A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0D373-D6D2-48F4-9A76-9B2E7354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Basic Defi...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27D1F-8308-4A20-897E-F508123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EA826-31C0-45DB-BC6C-B3149787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DF37E-26D9-43DD-B701-79ABE55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Definiti...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15631-FF03-40F9-A88C-6FA68D9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CD939-0963-48A9-A1B7-125D585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6935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A716A-4B1F-48BD-A4B8-E221D4D8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A139F-85EA-48E7-81E8-A7C92ADC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69C26-1F32-4711-995F-1F7D559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F6619-FBC4-42DB-9A5C-499C3FA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8E965-2822-4C99-9334-4288630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F53A1-EBFF-4D7F-A1CC-F0B6F0A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731ED-F010-44FB-A9D4-E003AE21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88BB1-223D-41EC-ACEC-ED2D5BB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68BD3-D175-4B93-B091-1CCBC1F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03FB0-D042-4E79-BDF0-B90B390B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37E75-2840-47D7-A884-EABF77A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0CB32-592F-4CAA-A42D-E19334CF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5F427-C9FC-4369-8651-D97EEA1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60E0B-1661-49F8-885C-6E00F9A3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80ACD-3F88-4EF0-A359-CF306A0B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09901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55D1F-1795-4B96-9EF0-0926D579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42FDB-0BF6-4F5C-9414-D64DEA5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7C213-EEAC-4E63-8374-B9763118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FE05D-A5FE-4033-AC67-3B9DADF5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BA9AD-749B-4B54-AC8E-033E682F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CC92E-54D4-46ED-BBB7-70A45AAB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Definitions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C153-EAC7-4DDA-B4FD-9AB42F12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FE92D-0C19-4B06-B8D7-25D2B0C0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D568C-D48D-4CB0-8AB2-01504252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658B3-667C-427A-8092-C477C9F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70302-E7D5-49F2-9B19-EFB7D39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68340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31402-9364-497F-8BF1-479547C0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B9389-A9CA-4977-AC67-D4B220AF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C1EC7-5430-41A0-8AFA-A35737D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3B3E9-03F6-4AFA-968B-9322978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3927F-1C90-4251-B153-95BBFE04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Theorems and Properties of Boolean 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4556E-2F9A-4E5E-82CD-5B746DF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Theorems and Properties of Boolean...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DC1E6-3D9B-4045-90FE-A204952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08D8-6900-4E8A-8056-39BE117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5D7E6-AB7C-4F78-A0CB-9EF5FB7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C41D1-EE53-4D07-9CFA-C8D3808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E4FC3-8158-44D7-A136-768346A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26AB5-150F-4E54-B841-B92E5C1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10186-9D1F-458B-A1D9-464E3FA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B0862-F4BB-4BC8-B295-6A27302E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17D37-4360-44D8-9F21-5EFC1E5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6E834-AFF3-450A-B416-93C7D98F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11939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43255-6CDB-4354-85E4-8F8E643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E2C6-DDD0-4B41-845C-378D563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A4BE9-3EDC-476B-85F2-608EFB1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50BA8-1BD2-48EF-9136-FFFA7F88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784A2-E68E-4417-BBCF-4FAB329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5D52D-F2F9-4392-8490-551C835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A5DC-8FF5-49CA-A2F4-22FFF710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D2C2F-0F4F-4C64-8F69-49DE5D8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3655A-8CC3-43A1-8F3E-D664E33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Basic Theorem...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DAE58-0BB7-4DB0-95AE-7FAD6E88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BBB5D-EC4F-4DAB-A20B-9783924D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56BE4-CC5D-4D8F-B8DF-005735BF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Basic Theor...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01B77-3E0E-4CB9-9D5D-BC808198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CA105-0F96-49FC-A987-66FC16D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7FE87-85A3-4B67-8485-81BC91F2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Basic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51205-D3FF-4A8E-B85F-DB3020F1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A22D4-4420-4D5B-9021-5761393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E229D-27BB-43C2-9873-504CA98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Basic Theo...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0F8CA-8B0B-48EF-9952-6AC8B18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7536E-BF01-476A-8AEF-B9A9124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93A61-7259-4BCA-81A7-1036A738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Theorems...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E0DD0-0A33-4A57-9AEF-09C97F7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6D79A-86C5-40C4-82CA-BC6DAFCE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187838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9DF3A-BCE2-4975-986E-AE06A9D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FB19A-C821-46CD-BC12-406AE39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18DB4-DBBB-4988-8D1D-66BA876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8F30-2B31-4670-A90F-01A7D96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DD663-E5E7-48AC-99B7-2DA5517E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D2B11-6B1E-4513-A6CD-3119BE86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D1B5B-FD83-4144-99F6-90868334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7311B-C0B2-4565-8F5A-59492A8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912C6-1E0E-497F-A41C-B134D1D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7753E-2FCE-4EA0-B860-9D03426A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E80DC-49C7-423F-85F1-5221872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64638-88B2-4864-93E2-BEEFED60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1E03E-0E8D-406E-BBF2-3F9BED4A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7EE5E-BA7B-4B59-A55D-22E0D84F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8157D-E00D-4422-BF7A-8A858429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84209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7ED1B-448A-48ED-A401-A618FB2D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B403C-CCB9-44FE-8C36-8271DFC9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1D802-1064-44E8-94A5-C100630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E1F46-72A8-4EAC-8EC9-D71106AE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A04C-3394-40F8-B475-B1B62FC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AD30F-E9CF-4F33-8154-D8E0AB63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Theorems and Properties of Boolean Algebra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B6447-7B11-430B-BBCC-DC91703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0251B-3348-4820-A6FB-79207052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81A97-C969-49EC-842D-AA70400E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010E9-7AB4-4AD5-8B1C-34F16BE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69F12-BF36-4CE7-866E-583700DB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77127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9DAC9-D230-4CEB-8C6F-E3E50C6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4EB4D-3546-4AA7-B65E-BDF56BE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16A76-4B3E-4A05-B130-BEDEDC4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6D607-DA9A-416B-81F0-1DE3306A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AFAAD-4BAE-48BF-9ACF-BC6DE21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Boolean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DF165-C95E-44E4-80A6-CCFE539C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Boolean Functions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513F4-C4E3-404F-84C4-3497075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B06F1-C518-48E9-9FF8-8377E440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8044F-F1C5-422D-B997-15F60E7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C4CBE-330C-42EA-BDA1-8FD7EED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35828-9FDD-46DB-BF10-F503309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6C720-594A-43F6-854C-CADA257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F09FF-272B-478E-98DD-4C1E780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3F12B-811F-481C-837E-DE4ACAB0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813A9-05EC-4AA4-8A6B-2532A5B4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5F6C5-24EE-40BC-86A7-C7C56B46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13691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7298A-B332-4436-A213-AEC7E16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6DDDD-41CD-4B1C-AC26-1F4562E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3128F-796D-4F3B-9DCB-AA090269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B7614-B1BF-4611-9FC9-132FE87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2DE4-CF4B-4C77-A5D1-C1D17A0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326E8-F1FE-4830-8872-9BA7384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CA940-C56F-40E4-935A-C397D47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BD16B-950F-4F59-B9A1-7F5E136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A2E5A-B8BE-4CF7-974D-26960B1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Boolean Funct...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8F7BE-FF47-4C1D-8BF1-A93D6DD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0F57E-BAE6-4742-8B83-4FCFE932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E9B0D-BBE0-4FC7-9DCD-D46EFFC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Boolean Fun...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7511A-9703-4272-8237-32B1A54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D5472-0E04-47C6-BE71-1721F0F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D097B-6B0F-46D8-AFE5-5B88994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Boolean...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2A539-C0A2-405E-961B-FD3DEC16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73036-9FC4-4C81-B366-175F7867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CA9FE-C48B-4432-9594-358BD4D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Boolean Fu...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869CE-FC68-4E3D-91FA-CFD96B0E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E7E59-01DD-449C-9112-4C71036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7F9F9-23ED-44FF-82F0-A0055E2C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Boolean Functi...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E16D8-B0D5-4A0F-84DA-63FA22B1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1E03D-B978-4189-BB0A-74411EF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59952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46B2F-59D2-48E9-BE05-CEA0042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C6B6C-8150-479B-9772-C1E819BB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4E3FC-847F-4D66-AF3C-156C9AD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D3D98-F689-4078-B90E-9708B832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2009F-6152-4325-A0CC-E83F92D7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7A1B5-9044-4BA3-B3AE-D94393E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DD4D0-14B9-4A5F-A163-1A8718EC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EBEE8-FDF5-4B52-8ACC-6B37B3A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BDF11-65EA-4EFE-84DB-36DFFC35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77D3-2E7D-4DC8-83B2-001E491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CA5A7-1728-4C4F-9FAC-E9371F1C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37D5A-46DF-4712-916F-A614BAC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8AA63-E31F-4C9E-8C2E-17C85421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60140-EA9F-4A4B-A505-58241E7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F24F7-D4FB-45F5-8386-8D0505DD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32249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92B8C-8D11-4615-9E87-4B2ADCE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62791-A975-4C5A-A963-B9776957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F76D7-5283-4689-8277-940051BE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20EB-C03D-41D0-BD08-C6C005D2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593E9-CC70-41FF-9EAE-A17E453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59D40-AD54-4940-A54E-3C73BD5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Boolean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C7225-664B-49E0-9BBE-15DBDC35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42862-840C-4AC0-9555-6B70CAA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72C8B-E944-4931-8B53-ED0E732F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5980-A6A3-4CFD-891C-BA7730C0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3F88E-2CFB-4785-B2D9-E68192E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03283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C2E4F-C7CB-42A2-A794-31B67D94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A2589-5860-4DA5-8CD9-AA83444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42EA0-6DC0-4075-B621-D39E421C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07CC6-79E3-4074-91F9-A48777DD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2398C-9AF9-4918-B94B-1FEDD45F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Canonical and Standard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8181C-3043-402B-9C35-AAA1D7E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Canonical and Standard Forms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FB20-B0A4-4189-B7AB-E5E4AC8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C0B8D-FEC0-4D82-B7D1-E814174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31AF7-4A44-4749-8F15-32AE47EB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AAA1E-C71A-40C8-941A-EB617CF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7AFD4-A1F5-413B-A7A1-C53A255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4E8E7-1B87-4D89-85FA-9EF11F3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40F04-1CA2-4DF3-96D7-47ECA6E8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08CA-3E69-4D26-A966-CC0CD05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8D304-BDBC-4630-A3F7-C8CBCE8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C379C-80FD-4EC6-A9BD-C731155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079122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C8F1C-2509-4DF9-A833-60680A9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4BAFC-B559-4EA0-AB2B-A5C9E7ED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8734E-6ED0-419C-BCD2-2326095E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2164-D80B-4CEF-A112-BF9C06C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5BD8-408E-4506-86CD-436AC3E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760F0-B304-413C-B5B8-8B1EB4C5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5649-27F1-4F5C-993B-34AB49D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A2C89-428C-4DE0-A272-EBDED82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8E8F0-6606-4294-8CF5-6B882F9A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Canonical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F8EEC-B7F1-4111-AE3A-0BE7088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E6EB5-3977-434D-BEA8-3408B42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F0C9E-F2D8-4CD3-942B-F3B3EF0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Canonical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224D9-86A2-4FB2-A401-57CB88B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F1532-D64D-4D9B-8662-AC9B910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A8F9C-94B9-4D12-B4B9-FA87827A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Canonic...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2E14F-9B0C-462D-A726-2452CCC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7912E-9567-4B28-AF87-F155FC3E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453ED-9A76-4880-A7CE-419AF6D0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Canonical...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24126-F3E6-4565-88E3-92277EBE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4BAB1-26D8-4953-A3B8-A974ACF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C2732-A2AB-4FAD-A1FF-93E2463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Canonical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1BF23-975B-48EA-9498-42869196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0BA66-C989-45CF-AD5D-3B228E4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833299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F6CE3-014D-4F69-9334-7A63364D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40C48-1E6D-4CCD-9274-2C2AB832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FF180-4C8B-4343-AC09-A05710E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06DE-3AD6-4323-A777-7A6A5ECF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23E3A-A9A6-4481-B18C-9F113AD5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F245C-94CF-4103-B422-FA77EBC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68FD5-C828-4CE1-99E7-686346C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E331D-4891-4463-B29A-2842A44E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B5DBB-64D8-437A-AA49-4A509FF3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F381-AB19-4DEE-8E6E-3A8329C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532D-CD11-4002-9E61-979ECEA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00A54-C3BA-48F9-A2E5-2A6466BE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A161E-6FDF-4C83-B729-DBAD8FFC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CD305-FB9B-4130-B7B5-A8E1275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74D12-A672-4D80-9B5E-41E6B64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19529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D311A-B8B1-42EE-B25D-2F47DF43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58FA6-7726-46E6-8902-B6D0242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603DA-96E4-44E1-9B1E-651F89C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87A51-8371-40C9-ABB5-37623134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DDFEC-4AEA-497C-8F00-13C9C876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7F4D8-102B-4461-A45B-09E0EC98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Canonical and Standard Forms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ADF33-3789-4775-B32C-A18FE77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07AE4-3DA8-4AFE-B50F-D8AC6B0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D44A-F01B-4F39-AB2B-52B58150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795A1-D2B2-4D54-A7FF-994AC783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AB261-2DF0-46D9-9955-82730F92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54684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05212-772D-4288-AB75-67AC9B7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233D1-F27B-46E7-AE0E-4D3D20DB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0278C-823F-4E0F-8586-0618F3F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5D76-CAE4-4EE1-91FB-606970F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6E21E-8A07-4569-881A-8C672B0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1DEEC-EE68-4E7A-BAA9-14BC951A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89416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41062-E40D-4AF1-A8D3-59B5658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4C12E-2CD9-41B6-B429-C3DD0B28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72CA-1A5F-4151-B00A-6B3F66B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303CF-0901-4291-94D8-2ABEB5C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BCA81-E61C-44C1-A2B5-471EB7D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Boolean: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Logic: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Binary: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062CF-38A0-4F95-815C-FFB6639C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53509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1A8CE-334D-427B-8A30-E44A50F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55495-93EF-4425-975A-5FA776A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CDABD-FD02-41DF-BDC7-7B4DAA00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C7A11-FA73-4E4C-B155-91044B9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BAA97-B28C-47D6-87CF-C0AE1E7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1A529-B5DA-4B10-978B-43FBF17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484890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F940A-63C7-461A-A6DA-665A010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F61FB-9C55-4184-94EA-8E12601B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3A9BB-A80D-42FB-8F7B-CB56F5E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B0BB1-A7A7-47E2-9BFC-F332C79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CEC58-C785-4C17-83C5-6A1E803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2D137-A773-4A6D-ABB8-E1F9359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81430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1F7C-97AA-4FEC-9F72-2179B041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17068-4791-4215-A674-B236AE6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69B9C-1869-4EBF-BBBC-32E8431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04AA-C035-4C83-B475-329C818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4725-4D31-4BD8-82A9-71FFBDC7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Boolean Algebra a nd Logic Circuits: Binary Numbers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Number Base Conversion- Binary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Decimal And Octal a nd Hexa Decimal Numbers a nd Vice-Versa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Complements-1's and 2 's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Basic Definitions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3FCB-B091-45DE-A198-89B534F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378DB-BF24-4C9E-9B52-8D678DB5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3C4D5-EFC5-4711-8D12-85085B87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601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2026-08-24T16:02:49.1480000Z</dcterms:created>
  <dcterms:modified xsi:type="dcterms:W3CDTF">2026-08-24T16:02:49.1480000Z</dcterms:modified>
</coreProperties>
</file>